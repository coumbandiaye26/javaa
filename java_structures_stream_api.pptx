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16"/>
    <p:restoredTop sz="94662"/>
  </p:normalViewPr>
  <p:slideViewPr>
    <p:cSldViewPr>
      <p:cViewPr varScale="1">
        <p:scale>
          <a:sx n="76" d="100"/>
          <a:sy n="76" d="100"/>
        </p:scale>
        <p:origin x="216" y="26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54B03-1CCF-4547-B0FB-1D49BA540C0A}" type="datetimeFigureOut">
              <a:rPr lang="en-SN" smtClean="0"/>
              <a:t>09/03/2026</a:t>
            </a:fld>
            <a:endParaRPr lang="en-S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04BF0-EAE6-2F43-8270-E8449F79E63A}" type="slidenum">
              <a:rPr lang="en-SN" smtClean="0"/>
              <a:t>‹#›</a:t>
            </a:fld>
            <a:endParaRPr lang="en-SN"/>
          </a:p>
        </p:txBody>
      </p:sp>
    </p:spTree>
    <p:extLst>
      <p:ext uri="{BB962C8B-B14F-4D97-AF65-F5344CB8AC3E}">
        <p14:creationId xmlns:p14="http://schemas.microsoft.com/office/powerpoint/2010/main" val="420433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D3A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7C3AE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/57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D3A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7C3AE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/57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D3A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/57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D3A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/57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/57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57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1D3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299" y="209351"/>
            <a:ext cx="7694930" cy="569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D3A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15095" y="1624018"/>
            <a:ext cx="5073015" cy="318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7C3AE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94305" y="6551215"/>
            <a:ext cx="37282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/57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10" Type="http://schemas.openxmlformats.org/officeDocument/2006/relationships/image" Target="../media/image9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3.png"/><Relationship Id="rId11" Type="http://schemas.openxmlformats.org/officeDocument/2006/relationships/image" Target="../media/image116.png"/><Relationship Id="rId5" Type="http://schemas.openxmlformats.org/officeDocument/2006/relationships/image" Target="../media/image112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11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9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57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1.png"/><Relationship Id="rId11" Type="http://schemas.openxmlformats.org/officeDocument/2006/relationships/image" Target="../media/image13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130.png"/><Relationship Id="rId9" Type="http://schemas.openxmlformats.org/officeDocument/2006/relationships/image" Target="../media/image13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1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image" Target="../media/image41.png"/><Relationship Id="rId4" Type="http://schemas.openxmlformats.org/officeDocument/2006/relationships/image" Target="../media/image15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34500" y="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1904999" y="2857499"/>
                </a:moveTo>
                <a:lnTo>
                  <a:pt x="1858248" y="2856926"/>
                </a:lnTo>
                <a:lnTo>
                  <a:pt x="1811525" y="2855205"/>
                </a:lnTo>
                <a:lnTo>
                  <a:pt x="1764859" y="2852338"/>
                </a:lnTo>
                <a:lnTo>
                  <a:pt x="1718278" y="2848326"/>
                </a:lnTo>
                <a:lnTo>
                  <a:pt x="1671808" y="2843173"/>
                </a:lnTo>
                <a:lnTo>
                  <a:pt x="1625478" y="2836881"/>
                </a:lnTo>
                <a:lnTo>
                  <a:pt x="1579317" y="2829453"/>
                </a:lnTo>
                <a:lnTo>
                  <a:pt x="1533351" y="2820895"/>
                </a:lnTo>
                <a:lnTo>
                  <a:pt x="1487610" y="2811211"/>
                </a:lnTo>
                <a:lnTo>
                  <a:pt x="1442121" y="2800408"/>
                </a:lnTo>
                <a:lnTo>
                  <a:pt x="1396911" y="2788492"/>
                </a:lnTo>
                <a:lnTo>
                  <a:pt x="1352006" y="2775470"/>
                </a:lnTo>
                <a:lnTo>
                  <a:pt x="1307435" y="2761350"/>
                </a:lnTo>
                <a:lnTo>
                  <a:pt x="1263224" y="2746141"/>
                </a:lnTo>
                <a:lnTo>
                  <a:pt x="1219398" y="2729851"/>
                </a:lnTo>
                <a:lnTo>
                  <a:pt x="1175986" y="2712490"/>
                </a:lnTo>
                <a:lnTo>
                  <a:pt x="1133014" y="2694069"/>
                </a:lnTo>
                <a:lnTo>
                  <a:pt x="1090507" y="2674599"/>
                </a:lnTo>
                <a:lnTo>
                  <a:pt x="1048490" y="2654092"/>
                </a:lnTo>
                <a:lnTo>
                  <a:pt x="1006989" y="2632559"/>
                </a:lnTo>
                <a:lnTo>
                  <a:pt x="966028" y="2610015"/>
                </a:lnTo>
                <a:lnTo>
                  <a:pt x="925632" y="2586472"/>
                </a:lnTo>
                <a:lnTo>
                  <a:pt x="885828" y="2561945"/>
                </a:lnTo>
                <a:lnTo>
                  <a:pt x="846637" y="2536449"/>
                </a:lnTo>
                <a:lnTo>
                  <a:pt x="808084" y="2509998"/>
                </a:lnTo>
                <a:lnTo>
                  <a:pt x="770192" y="2482610"/>
                </a:lnTo>
                <a:lnTo>
                  <a:pt x="732983" y="2454299"/>
                </a:lnTo>
                <a:lnTo>
                  <a:pt x="696480" y="2425084"/>
                </a:lnTo>
                <a:lnTo>
                  <a:pt x="660705" y="2394982"/>
                </a:lnTo>
                <a:lnTo>
                  <a:pt x="625679" y="2364011"/>
                </a:lnTo>
                <a:lnTo>
                  <a:pt x="591424" y="2332190"/>
                </a:lnTo>
                <a:lnTo>
                  <a:pt x="557961" y="2299538"/>
                </a:lnTo>
                <a:lnTo>
                  <a:pt x="525308" y="2266074"/>
                </a:lnTo>
                <a:lnTo>
                  <a:pt x="493487" y="2231819"/>
                </a:lnTo>
                <a:lnTo>
                  <a:pt x="462516" y="2196793"/>
                </a:lnTo>
                <a:lnTo>
                  <a:pt x="432415" y="2161018"/>
                </a:lnTo>
                <a:lnTo>
                  <a:pt x="403199" y="2124515"/>
                </a:lnTo>
                <a:lnTo>
                  <a:pt x="374888" y="2087306"/>
                </a:lnTo>
                <a:lnTo>
                  <a:pt x="347499" y="2049414"/>
                </a:lnTo>
                <a:lnTo>
                  <a:pt x="321048" y="2010860"/>
                </a:lnTo>
                <a:lnTo>
                  <a:pt x="295552" y="1971670"/>
                </a:lnTo>
                <a:lnTo>
                  <a:pt x="271025" y="1931865"/>
                </a:lnTo>
                <a:lnTo>
                  <a:pt x="247483" y="1891470"/>
                </a:lnTo>
                <a:lnTo>
                  <a:pt x="224939" y="1850510"/>
                </a:lnTo>
                <a:lnTo>
                  <a:pt x="203406" y="1809009"/>
                </a:lnTo>
                <a:lnTo>
                  <a:pt x="182898" y="1766992"/>
                </a:lnTo>
                <a:lnTo>
                  <a:pt x="163429" y="1724484"/>
                </a:lnTo>
                <a:lnTo>
                  <a:pt x="145008" y="1681511"/>
                </a:lnTo>
                <a:lnTo>
                  <a:pt x="127646" y="1638099"/>
                </a:lnTo>
                <a:lnTo>
                  <a:pt x="111357" y="1594275"/>
                </a:lnTo>
                <a:lnTo>
                  <a:pt x="96147" y="1550063"/>
                </a:lnTo>
                <a:lnTo>
                  <a:pt x="82028" y="1505492"/>
                </a:lnTo>
                <a:lnTo>
                  <a:pt x="69005" y="1460587"/>
                </a:lnTo>
                <a:lnTo>
                  <a:pt x="57089" y="1415377"/>
                </a:lnTo>
                <a:lnTo>
                  <a:pt x="46286" y="1369887"/>
                </a:lnTo>
                <a:lnTo>
                  <a:pt x="36602" y="1324146"/>
                </a:lnTo>
                <a:lnTo>
                  <a:pt x="28045" y="1278182"/>
                </a:lnTo>
                <a:lnTo>
                  <a:pt x="20617" y="1232021"/>
                </a:lnTo>
                <a:lnTo>
                  <a:pt x="14325" y="1185692"/>
                </a:lnTo>
                <a:lnTo>
                  <a:pt x="9173" y="1139222"/>
                </a:lnTo>
                <a:lnTo>
                  <a:pt x="5161" y="1092640"/>
                </a:lnTo>
                <a:lnTo>
                  <a:pt x="2294" y="1045973"/>
                </a:lnTo>
                <a:lnTo>
                  <a:pt x="573" y="999250"/>
                </a:lnTo>
                <a:lnTo>
                  <a:pt x="0" y="952499"/>
                </a:lnTo>
                <a:lnTo>
                  <a:pt x="143" y="929120"/>
                </a:lnTo>
                <a:lnTo>
                  <a:pt x="1290" y="882383"/>
                </a:lnTo>
                <a:lnTo>
                  <a:pt x="3585" y="835682"/>
                </a:lnTo>
                <a:lnTo>
                  <a:pt x="7024" y="789057"/>
                </a:lnTo>
                <a:lnTo>
                  <a:pt x="11607" y="742524"/>
                </a:lnTo>
                <a:lnTo>
                  <a:pt x="17329" y="696125"/>
                </a:lnTo>
                <a:lnTo>
                  <a:pt x="24189" y="649873"/>
                </a:lnTo>
                <a:lnTo>
                  <a:pt x="32182" y="603810"/>
                </a:lnTo>
                <a:lnTo>
                  <a:pt x="41303" y="557951"/>
                </a:lnTo>
                <a:lnTo>
                  <a:pt x="51547" y="512335"/>
                </a:lnTo>
                <a:lnTo>
                  <a:pt x="62908" y="466979"/>
                </a:lnTo>
                <a:lnTo>
                  <a:pt x="75378" y="421921"/>
                </a:lnTo>
                <a:lnTo>
                  <a:pt x="88951" y="377176"/>
                </a:lnTo>
                <a:lnTo>
                  <a:pt x="103616" y="332785"/>
                </a:lnTo>
                <a:lnTo>
                  <a:pt x="119368" y="288760"/>
                </a:lnTo>
                <a:lnTo>
                  <a:pt x="136193" y="245142"/>
                </a:lnTo>
                <a:lnTo>
                  <a:pt x="154087" y="201943"/>
                </a:lnTo>
                <a:lnTo>
                  <a:pt x="173032" y="159203"/>
                </a:lnTo>
                <a:lnTo>
                  <a:pt x="193024" y="116934"/>
                </a:lnTo>
                <a:lnTo>
                  <a:pt x="214044" y="75175"/>
                </a:lnTo>
                <a:lnTo>
                  <a:pt x="236085" y="33938"/>
                </a:lnTo>
                <a:lnTo>
                  <a:pt x="255257" y="0"/>
                </a:lnTo>
                <a:lnTo>
                  <a:pt x="2857499" y="0"/>
                </a:lnTo>
                <a:lnTo>
                  <a:pt x="2857499" y="2602240"/>
                </a:lnTo>
                <a:lnTo>
                  <a:pt x="2823560" y="2621412"/>
                </a:lnTo>
                <a:lnTo>
                  <a:pt x="2782323" y="2643453"/>
                </a:lnTo>
                <a:lnTo>
                  <a:pt x="2740563" y="2664473"/>
                </a:lnTo>
                <a:lnTo>
                  <a:pt x="2698295" y="2684465"/>
                </a:lnTo>
                <a:lnTo>
                  <a:pt x="2655554" y="2703410"/>
                </a:lnTo>
                <a:lnTo>
                  <a:pt x="2612355" y="2721304"/>
                </a:lnTo>
                <a:lnTo>
                  <a:pt x="2568736" y="2738129"/>
                </a:lnTo>
                <a:lnTo>
                  <a:pt x="2524711" y="2753882"/>
                </a:lnTo>
                <a:lnTo>
                  <a:pt x="2480321" y="2768546"/>
                </a:lnTo>
                <a:lnTo>
                  <a:pt x="2435576" y="2782120"/>
                </a:lnTo>
                <a:lnTo>
                  <a:pt x="2390519" y="2794589"/>
                </a:lnTo>
                <a:lnTo>
                  <a:pt x="2345162" y="2805950"/>
                </a:lnTo>
                <a:lnTo>
                  <a:pt x="2299547" y="2816193"/>
                </a:lnTo>
                <a:lnTo>
                  <a:pt x="2253687" y="2825315"/>
                </a:lnTo>
                <a:lnTo>
                  <a:pt x="2207624" y="2833308"/>
                </a:lnTo>
                <a:lnTo>
                  <a:pt x="2161373" y="2840169"/>
                </a:lnTo>
                <a:lnTo>
                  <a:pt x="2114974" y="2845892"/>
                </a:lnTo>
                <a:lnTo>
                  <a:pt x="2068441" y="2850475"/>
                </a:lnTo>
                <a:lnTo>
                  <a:pt x="2021816" y="2853914"/>
                </a:lnTo>
                <a:lnTo>
                  <a:pt x="1975115" y="2856209"/>
                </a:lnTo>
                <a:lnTo>
                  <a:pt x="1928378" y="2857356"/>
                </a:lnTo>
                <a:lnTo>
                  <a:pt x="1904999" y="2857499"/>
                </a:lnTo>
                <a:close/>
              </a:path>
            </a:pathLst>
          </a:custGeom>
          <a:solidFill>
            <a:srgbClr val="3B81F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4476750"/>
            <a:ext cx="11811000" cy="2374900"/>
            <a:chOff x="0" y="4476750"/>
            <a:chExt cx="11811000" cy="2374900"/>
          </a:xfrm>
        </p:grpSpPr>
        <p:sp>
          <p:nvSpPr>
            <p:cNvPr id="4" name="object 4"/>
            <p:cNvSpPr/>
            <p:nvPr/>
          </p:nvSpPr>
          <p:spPr>
            <a:xfrm>
              <a:off x="0" y="4476750"/>
              <a:ext cx="2381250" cy="2374900"/>
            </a:xfrm>
            <a:custGeom>
              <a:avLst/>
              <a:gdLst/>
              <a:ahLst/>
              <a:cxnLst/>
              <a:rect l="l" t="t" r="r" b="b"/>
              <a:pathLst>
                <a:path w="2381250" h="2374900">
                  <a:moveTo>
                    <a:pt x="1144780" y="12700"/>
                  </a:moveTo>
                  <a:lnTo>
                    <a:pt x="760218" y="12700"/>
                  </a:lnTo>
                  <a:lnTo>
                    <a:pt x="777605" y="0"/>
                  </a:lnTo>
                  <a:lnTo>
                    <a:pt x="1127394" y="0"/>
                  </a:lnTo>
                  <a:lnTo>
                    <a:pt x="1144780" y="12700"/>
                  </a:lnTo>
                  <a:close/>
                </a:path>
                <a:path w="2381250" h="2374900">
                  <a:moveTo>
                    <a:pt x="1231235" y="25400"/>
                  </a:moveTo>
                  <a:lnTo>
                    <a:pt x="673764" y="25400"/>
                  </a:lnTo>
                  <a:lnTo>
                    <a:pt x="690982" y="12700"/>
                  </a:lnTo>
                  <a:lnTo>
                    <a:pt x="1214016" y="12700"/>
                  </a:lnTo>
                  <a:lnTo>
                    <a:pt x="1231235" y="25400"/>
                  </a:lnTo>
                  <a:close/>
                </a:path>
                <a:path w="2381250" h="2374900">
                  <a:moveTo>
                    <a:pt x="1282622" y="38100"/>
                  </a:moveTo>
                  <a:lnTo>
                    <a:pt x="622376" y="38100"/>
                  </a:lnTo>
                  <a:lnTo>
                    <a:pt x="639459" y="25400"/>
                  </a:lnTo>
                  <a:lnTo>
                    <a:pt x="1265540" y="25400"/>
                  </a:lnTo>
                  <a:lnTo>
                    <a:pt x="1282622" y="38100"/>
                  </a:lnTo>
                  <a:close/>
                </a:path>
                <a:path w="2381250" h="2374900">
                  <a:moveTo>
                    <a:pt x="1333565" y="50800"/>
                  </a:moveTo>
                  <a:lnTo>
                    <a:pt x="571434" y="50800"/>
                  </a:lnTo>
                  <a:lnTo>
                    <a:pt x="588359" y="38100"/>
                  </a:lnTo>
                  <a:lnTo>
                    <a:pt x="1316640" y="38100"/>
                  </a:lnTo>
                  <a:lnTo>
                    <a:pt x="1333565" y="50800"/>
                  </a:lnTo>
                  <a:close/>
                </a:path>
                <a:path w="2381250" h="2374900">
                  <a:moveTo>
                    <a:pt x="1383992" y="63500"/>
                  </a:moveTo>
                  <a:lnTo>
                    <a:pt x="521007" y="63500"/>
                  </a:lnTo>
                  <a:lnTo>
                    <a:pt x="537755" y="50800"/>
                  </a:lnTo>
                  <a:lnTo>
                    <a:pt x="1367244" y="50800"/>
                  </a:lnTo>
                  <a:lnTo>
                    <a:pt x="1383992" y="63500"/>
                  </a:lnTo>
                  <a:close/>
                </a:path>
                <a:path w="2381250" h="2374900">
                  <a:moveTo>
                    <a:pt x="1417285" y="76200"/>
                  </a:moveTo>
                  <a:lnTo>
                    <a:pt x="487714" y="76200"/>
                  </a:lnTo>
                  <a:lnTo>
                    <a:pt x="504327" y="63500"/>
                  </a:lnTo>
                  <a:lnTo>
                    <a:pt x="1400672" y="63500"/>
                  </a:lnTo>
                  <a:lnTo>
                    <a:pt x="1417285" y="76200"/>
                  </a:lnTo>
                  <a:close/>
                </a:path>
                <a:path w="2381250" h="2374900">
                  <a:moveTo>
                    <a:pt x="1450304" y="88900"/>
                  </a:moveTo>
                  <a:lnTo>
                    <a:pt x="454695" y="88900"/>
                  </a:lnTo>
                  <a:lnTo>
                    <a:pt x="471168" y="76200"/>
                  </a:lnTo>
                  <a:lnTo>
                    <a:pt x="1433831" y="76200"/>
                  </a:lnTo>
                  <a:lnTo>
                    <a:pt x="1450304" y="88900"/>
                  </a:lnTo>
                  <a:close/>
                </a:path>
                <a:path w="2381250" h="2374900">
                  <a:moveTo>
                    <a:pt x="1483017" y="101600"/>
                  </a:moveTo>
                  <a:lnTo>
                    <a:pt x="421981" y="101600"/>
                  </a:lnTo>
                  <a:lnTo>
                    <a:pt x="438299" y="88900"/>
                  </a:lnTo>
                  <a:lnTo>
                    <a:pt x="1466699" y="88900"/>
                  </a:lnTo>
                  <a:lnTo>
                    <a:pt x="1483017" y="101600"/>
                  </a:lnTo>
                  <a:close/>
                </a:path>
                <a:path w="2381250" h="2374900">
                  <a:moveTo>
                    <a:pt x="1515417" y="114300"/>
                  </a:moveTo>
                  <a:lnTo>
                    <a:pt x="389582" y="114300"/>
                  </a:lnTo>
                  <a:lnTo>
                    <a:pt x="405740" y="101600"/>
                  </a:lnTo>
                  <a:lnTo>
                    <a:pt x="1499258" y="101600"/>
                  </a:lnTo>
                  <a:lnTo>
                    <a:pt x="1515417" y="114300"/>
                  </a:lnTo>
                  <a:close/>
                </a:path>
                <a:path w="2381250" h="2374900">
                  <a:moveTo>
                    <a:pt x="1547472" y="127000"/>
                  </a:moveTo>
                  <a:lnTo>
                    <a:pt x="357527" y="127000"/>
                  </a:lnTo>
                  <a:lnTo>
                    <a:pt x="373511" y="114300"/>
                  </a:lnTo>
                  <a:lnTo>
                    <a:pt x="1531488" y="114300"/>
                  </a:lnTo>
                  <a:lnTo>
                    <a:pt x="1547472" y="127000"/>
                  </a:lnTo>
                  <a:close/>
                </a:path>
                <a:path w="2381250" h="2374900">
                  <a:moveTo>
                    <a:pt x="1594881" y="152400"/>
                  </a:moveTo>
                  <a:lnTo>
                    <a:pt x="310117" y="152400"/>
                  </a:lnTo>
                  <a:lnTo>
                    <a:pt x="341630" y="127000"/>
                  </a:lnTo>
                  <a:lnTo>
                    <a:pt x="1563369" y="127000"/>
                  </a:lnTo>
                  <a:lnTo>
                    <a:pt x="1594881" y="152400"/>
                  </a:lnTo>
                  <a:close/>
                </a:path>
                <a:path w="2381250" h="2374900">
                  <a:moveTo>
                    <a:pt x="1626007" y="165100"/>
                  </a:moveTo>
                  <a:lnTo>
                    <a:pt x="278991" y="165100"/>
                  </a:lnTo>
                  <a:lnTo>
                    <a:pt x="294506" y="152400"/>
                  </a:lnTo>
                  <a:lnTo>
                    <a:pt x="1610493" y="152400"/>
                  </a:lnTo>
                  <a:lnTo>
                    <a:pt x="1626007" y="165100"/>
                  </a:lnTo>
                  <a:close/>
                </a:path>
                <a:path w="2381250" h="2374900">
                  <a:moveTo>
                    <a:pt x="1687024" y="203200"/>
                  </a:moveTo>
                  <a:lnTo>
                    <a:pt x="217975" y="203200"/>
                  </a:lnTo>
                  <a:lnTo>
                    <a:pt x="263578" y="165100"/>
                  </a:lnTo>
                  <a:lnTo>
                    <a:pt x="1641421" y="165100"/>
                  </a:lnTo>
                  <a:lnTo>
                    <a:pt x="1687024" y="203200"/>
                  </a:lnTo>
                  <a:close/>
                </a:path>
                <a:path w="2381250" h="2374900">
                  <a:moveTo>
                    <a:pt x="1731631" y="228600"/>
                  </a:moveTo>
                  <a:lnTo>
                    <a:pt x="173367" y="228600"/>
                  </a:lnTo>
                  <a:lnTo>
                    <a:pt x="202991" y="203200"/>
                  </a:lnTo>
                  <a:lnTo>
                    <a:pt x="1702008" y="203200"/>
                  </a:lnTo>
                  <a:lnTo>
                    <a:pt x="1731631" y="228600"/>
                  </a:lnTo>
                  <a:close/>
                </a:path>
                <a:path w="2381250" h="2374900">
                  <a:moveTo>
                    <a:pt x="1803605" y="279400"/>
                  </a:moveTo>
                  <a:lnTo>
                    <a:pt x="101394" y="279400"/>
                  </a:lnTo>
                  <a:lnTo>
                    <a:pt x="129813" y="254000"/>
                  </a:lnTo>
                  <a:lnTo>
                    <a:pt x="158728" y="228600"/>
                  </a:lnTo>
                  <a:lnTo>
                    <a:pt x="1746270" y="228600"/>
                  </a:lnTo>
                  <a:lnTo>
                    <a:pt x="1775185" y="254000"/>
                  </a:lnTo>
                  <a:lnTo>
                    <a:pt x="1803605" y="279400"/>
                  </a:lnTo>
                  <a:close/>
                </a:path>
                <a:path w="2381250" h="2374900">
                  <a:moveTo>
                    <a:pt x="2022829" y="2374900"/>
                  </a:moveTo>
                  <a:lnTo>
                    <a:pt x="0" y="2374900"/>
                  </a:lnTo>
                  <a:lnTo>
                    <a:pt x="0" y="355600"/>
                  </a:lnTo>
                  <a:lnTo>
                    <a:pt x="6074" y="355600"/>
                  </a:lnTo>
                  <a:lnTo>
                    <a:pt x="19279" y="342900"/>
                  </a:lnTo>
                  <a:lnTo>
                    <a:pt x="32624" y="330200"/>
                  </a:lnTo>
                  <a:lnTo>
                    <a:pt x="59732" y="304800"/>
                  </a:lnTo>
                  <a:lnTo>
                    <a:pt x="87374" y="279400"/>
                  </a:lnTo>
                  <a:lnTo>
                    <a:pt x="1817624" y="279400"/>
                  </a:lnTo>
                  <a:lnTo>
                    <a:pt x="1872375" y="330200"/>
                  </a:lnTo>
                  <a:lnTo>
                    <a:pt x="1911989" y="368300"/>
                  </a:lnTo>
                  <a:lnTo>
                    <a:pt x="1937680" y="393700"/>
                  </a:lnTo>
                  <a:lnTo>
                    <a:pt x="1950303" y="393700"/>
                  </a:lnTo>
                  <a:lnTo>
                    <a:pt x="1987267" y="431800"/>
                  </a:lnTo>
                  <a:lnTo>
                    <a:pt x="2022829" y="469900"/>
                  </a:lnTo>
                  <a:lnTo>
                    <a:pt x="2034361" y="495300"/>
                  </a:lnTo>
                  <a:lnTo>
                    <a:pt x="2045731" y="508000"/>
                  </a:lnTo>
                  <a:lnTo>
                    <a:pt x="2078849" y="546100"/>
                  </a:lnTo>
                  <a:lnTo>
                    <a:pt x="2110441" y="584200"/>
                  </a:lnTo>
                  <a:lnTo>
                    <a:pt x="2140461" y="622300"/>
                  </a:lnTo>
                  <a:lnTo>
                    <a:pt x="2150113" y="647700"/>
                  </a:lnTo>
                  <a:lnTo>
                    <a:pt x="2159584" y="660400"/>
                  </a:lnTo>
                  <a:lnTo>
                    <a:pt x="2168872" y="673100"/>
                  </a:lnTo>
                  <a:lnTo>
                    <a:pt x="2177979" y="685800"/>
                  </a:lnTo>
                  <a:lnTo>
                    <a:pt x="2186901" y="698500"/>
                  </a:lnTo>
                  <a:lnTo>
                    <a:pt x="2195636" y="723900"/>
                  </a:lnTo>
                  <a:lnTo>
                    <a:pt x="2204184" y="736600"/>
                  </a:lnTo>
                  <a:lnTo>
                    <a:pt x="2212544" y="749300"/>
                  </a:lnTo>
                  <a:lnTo>
                    <a:pt x="2220715" y="762000"/>
                  </a:lnTo>
                  <a:lnTo>
                    <a:pt x="2228694" y="774700"/>
                  </a:lnTo>
                  <a:lnTo>
                    <a:pt x="2236480" y="800100"/>
                  </a:lnTo>
                  <a:lnTo>
                    <a:pt x="2244074" y="812800"/>
                  </a:lnTo>
                  <a:lnTo>
                    <a:pt x="2251473" y="825500"/>
                  </a:lnTo>
                  <a:lnTo>
                    <a:pt x="2258676" y="838200"/>
                  </a:lnTo>
                  <a:lnTo>
                    <a:pt x="2265682" y="863600"/>
                  </a:lnTo>
                  <a:lnTo>
                    <a:pt x="2272492" y="876300"/>
                  </a:lnTo>
                  <a:lnTo>
                    <a:pt x="2279103" y="889000"/>
                  </a:lnTo>
                  <a:lnTo>
                    <a:pt x="2285513" y="914400"/>
                  </a:lnTo>
                  <a:lnTo>
                    <a:pt x="2291722" y="927100"/>
                  </a:lnTo>
                  <a:lnTo>
                    <a:pt x="2297730" y="939800"/>
                  </a:lnTo>
                  <a:lnTo>
                    <a:pt x="2303536" y="952500"/>
                  </a:lnTo>
                  <a:lnTo>
                    <a:pt x="2309138" y="977900"/>
                  </a:lnTo>
                  <a:lnTo>
                    <a:pt x="2314535" y="990600"/>
                  </a:lnTo>
                  <a:lnTo>
                    <a:pt x="2319728" y="1003300"/>
                  </a:lnTo>
                  <a:lnTo>
                    <a:pt x="2324715" y="1028700"/>
                  </a:lnTo>
                  <a:lnTo>
                    <a:pt x="2329494" y="1041400"/>
                  </a:lnTo>
                  <a:lnTo>
                    <a:pt x="2334066" y="1054100"/>
                  </a:lnTo>
                  <a:lnTo>
                    <a:pt x="2338431" y="1079500"/>
                  </a:lnTo>
                  <a:lnTo>
                    <a:pt x="2342588" y="1092200"/>
                  </a:lnTo>
                  <a:lnTo>
                    <a:pt x="2346534" y="1104900"/>
                  </a:lnTo>
                  <a:lnTo>
                    <a:pt x="2350270" y="1130300"/>
                  </a:lnTo>
                  <a:lnTo>
                    <a:pt x="2353796" y="1143000"/>
                  </a:lnTo>
                  <a:lnTo>
                    <a:pt x="2357111" y="1155700"/>
                  </a:lnTo>
                  <a:lnTo>
                    <a:pt x="2360215" y="1181100"/>
                  </a:lnTo>
                  <a:lnTo>
                    <a:pt x="2363106" y="1193800"/>
                  </a:lnTo>
                  <a:lnTo>
                    <a:pt x="2365785" y="1206500"/>
                  </a:lnTo>
                  <a:lnTo>
                    <a:pt x="2368252" y="1231900"/>
                  </a:lnTo>
                  <a:lnTo>
                    <a:pt x="2370505" y="1244600"/>
                  </a:lnTo>
                  <a:lnTo>
                    <a:pt x="2372544" y="1270000"/>
                  </a:lnTo>
                  <a:lnTo>
                    <a:pt x="2374370" y="1282700"/>
                  </a:lnTo>
                  <a:lnTo>
                    <a:pt x="2375981" y="1295400"/>
                  </a:lnTo>
                  <a:lnTo>
                    <a:pt x="2377378" y="1320800"/>
                  </a:lnTo>
                  <a:lnTo>
                    <a:pt x="2378561" y="1333500"/>
                  </a:lnTo>
                  <a:lnTo>
                    <a:pt x="2379528" y="1346200"/>
                  </a:lnTo>
                  <a:lnTo>
                    <a:pt x="2380281" y="1371600"/>
                  </a:lnTo>
                  <a:lnTo>
                    <a:pt x="2380819" y="1384300"/>
                  </a:lnTo>
                  <a:lnTo>
                    <a:pt x="2381142" y="1409700"/>
                  </a:lnTo>
                  <a:lnTo>
                    <a:pt x="2381142" y="1435100"/>
                  </a:lnTo>
                  <a:lnTo>
                    <a:pt x="2380819" y="1460500"/>
                  </a:lnTo>
                  <a:lnTo>
                    <a:pt x="2380281" y="1473200"/>
                  </a:lnTo>
                  <a:lnTo>
                    <a:pt x="2379528" y="1498600"/>
                  </a:lnTo>
                  <a:lnTo>
                    <a:pt x="2378561" y="1511300"/>
                  </a:lnTo>
                  <a:lnTo>
                    <a:pt x="2377378" y="1524000"/>
                  </a:lnTo>
                  <a:lnTo>
                    <a:pt x="2375981" y="1549400"/>
                  </a:lnTo>
                  <a:lnTo>
                    <a:pt x="2374370" y="1562100"/>
                  </a:lnTo>
                  <a:lnTo>
                    <a:pt x="2372544" y="1574800"/>
                  </a:lnTo>
                  <a:lnTo>
                    <a:pt x="2370505" y="1600200"/>
                  </a:lnTo>
                  <a:lnTo>
                    <a:pt x="2368252" y="1612900"/>
                  </a:lnTo>
                  <a:lnTo>
                    <a:pt x="2365785" y="1638300"/>
                  </a:lnTo>
                  <a:lnTo>
                    <a:pt x="2363106" y="1651000"/>
                  </a:lnTo>
                  <a:lnTo>
                    <a:pt x="2360215" y="1663700"/>
                  </a:lnTo>
                  <a:lnTo>
                    <a:pt x="2357111" y="1689100"/>
                  </a:lnTo>
                  <a:lnTo>
                    <a:pt x="2353796" y="1701800"/>
                  </a:lnTo>
                  <a:lnTo>
                    <a:pt x="2350270" y="1714500"/>
                  </a:lnTo>
                  <a:lnTo>
                    <a:pt x="2346534" y="1739900"/>
                  </a:lnTo>
                  <a:lnTo>
                    <a:pt x="2342588" y="1752600"/>
                  </a:lnTo>
                  <a:lnTo>
                    <a:pt x="2338431" y="1765300"/>
                  </a:lnTo>
                  <a:lnTo>
                    <a:pt x="2334066" y="1790700"/>
                  </a:lnTo>
                  <a:lnTo>
                    <a:pt x="2329494" y="1803400"/>
                  </a:lnTo>
                  <a:lnTo>
                    <a:pt x="2324715" y="1816100"/>
                  </a:lnTo>
                  <a:lnTo>
                    <a:pt x="2319728" y="1841500"/>
                  </a:lnTo>
                  <a:lnTo>
                    <a:pt x="2314535" y="1854200"/>
                  </a:lnTo>
                  <a:lnTo>
                    <a:pt x="2309138" y="1866900"/>
                  </a:lnTo>
                  <a:lnTo>
                    <a:pt x="2303536" y="1892300"/>
                  </a:lnTo>
                  <a:lnTo>
                    <a:pt x="2297730" y="1905000"/>
                  </a:lnTo>
                  <a:lnTo>
                    <a:pt x="2291722" y="1917700"/>
                  </a:lnTo>
                  <a:lnTo>
                    <a:pt x="2285512" y="1930400"/>
                  </a:lnTo>
                  <a:lnTo>
                    <a:pt x="2279103" y="1955800"/>
                  </a:lnTo>
                  <a:lnTo>
                    <a:pt x="2272492" y="1968500"/>
                  </a:lnTo>
                  <a:lnTo>
                    <a:pt x="2265682" y="1981200"/>
                  </a:lnTo>
                  <a:lnTo>
                    <a:pt x="2258676" y="2006600"/>
                  </a:lnTo>
                  <a:lnTo>
                    <a:pt x="2251473" y="2019300"/>
                  </a:lnTo>
                  <a:lnTo>
                    <a:pt x="2244074" y="2032000"/>
                  </a:lnTo>
                  <a:lnTo>
                    <a:pt x="2236480" y="2044700"/>
                  </a:lnTo>
                  <a:lnTo>
                    <a:pt x="2228693" y="2070100"/>
                  </a:lnTo>
                  <a:lnTo>
                    <a:pt x="2220715" y="2082800"/>
                  </a:lnTo>
                  <a:lnTo>
                    <a:pt x="2212544" y="2095500"/>
                  </a:lnTo>
                  <a:lnTo>
                    <a:pt x="2204184" y="2108200"/>
                  </a:lnTo>
                  <a:lnTo>
                    <a:pt x="2195636" y="2120900"/>
                  </a:lnTo>
                  <a:lnTo>
                    <a:pt x="2186901" y="2146300"/>
                  </a:lnTo>
                  <a:lnTo>
                    <a:pt x="2177979" y="2159000"/>
                  </a:lnTo>
                  <a:lnTo>
                    <a:pt x="2168872" y="2171700"/>
                  </a:lnTo>
                  <a:lnTo>
                    <a:pt x="2159584" y="2184400"/>
                  </a:lnTo>
                  <a:lnTo>
                    <a:pt x="2150113" y="2197100"/>
                  </a:lnTo>
                  <a:lnTo>
                    <a:pt x="2140461" y="2222500"/>
                  </a:lnTo>
                  <a:lnTo>
                    <a:pt x="2110441" y="2260600"/>
                  </a:lnTo>
                  <a:lnTo>
                    <a:pt x="2078849" y="2298700"/>
                  </a:lnTo>
                  <a:lnTo>
                    <a:pt x="2045731" y="2336800"/>
                  </a:lnTo>
                  <a:lnTo>
                    <a:pt x="2034361" y="2349500"/>
                  </a:lnTo>
                  <a:lnTo>
                    <a:pt x="2022829" y="2374900"/>
                  </a:lnTo>
                  <a:close/>
                </a:path>
              </a:pathLst>
            </a:custGeom>
            <a:solidFill>
              <a:srgbClr val="1D3A8A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99" y="6210299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11429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429999" y="0"/>
                  </a:lnTo>
                  <a:lnTo>
                    <a:pt x="11429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8299" y="6352920"/>
            <a:ext cx="112839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65" dirty="0">
                <a:solidFill>
                  <a:srgbClr val="94A2B8"/>
                </a:solidFill>
                <a:latin typeface="Arial"/>
                <a:cs typeface="Arial"/>
              </a:rPr>
              <a:t>Université</a:t>
            </a:r>
            <a:r>
              <a:rPr sz="12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4A2B8"/>
                </a:solidFill>
                <a:latin typeface="Arial"/>
                <a:cs typeface="Arial"/>
              </a:rPr>
              <a:t>/</a:t>
            </a:r>
            <a:r>
              <a:rPr sz="1200" spc="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1250" spc="-70" dirty="0">
                <a:solidFill>
                  <a:srgbClr val="94A2B8"/>
                </a:solidFill>
                <a:latin typeface="Arial"/>
                <a:cs typeface="Arial"/>
              </a:rPr>
              <a:t>École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2053" y="6352920"/>
            <a:ext cx="118173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90" dirty="0">
                <a:solidFill>
                  <a:srgbClr val="94A2B8"/>
                </a:solidFill>
                <a:latin typeface="Arial"/>
                <a:cs typeface="Arial"/>
              </a:rPr>
              <a:t>Année</a:t>
            </a:r>
            <a:r>
              <a:rPr sz="1250" spc="-40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4A2B8"/>
                </a:solidFill>
                <a:latin typeface="Arial"/>
                <a:cs typeface="Arial"/>
              </a:rPr>
              <a:t>2024-</a:t>
            </a:r>
            <a:r>
              <a:rPr sz="1200" spc="-20" dirty="0">
                <a:solidFill>
                  <a:srgbClr val="94A2B8"/>
                </a:solidFill>
                <a:latin typeface="Arial"/>
                <a:cs typeface="Arial"/>
              </a:rPr>
              <a:t>2025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40807" y="1700014"/>
            <a:ext cx="3696970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b="1" spc="-20" dirty="0">
                <a:solidFill>
                  <a:srgbClr val="2562EB"/>
                </a:solidFill>
                <a:latin typeface="Arial"/>
                <a:cs typeface="Arial"/>
              </a:rPr>
              <a:t>COURS</a:t>
            </a:r>
            <a:r>
              <a:rPr sz="1200" b="1" spc="15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562EB"/>
                </a:solidFill>
                <a:latin typeface="Arial"/>
                <a:cs typeface="Arial"/>
              </a:rPr>
              <a:t>DE</a:t>
            </a:r>
            <a:r>
              <a:rPr sz="1200" b="1" spc="15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62EB"/>
                </a:solidFill>
                <a:latin typeface="Arial"/>
                <a:cs typeface="Arial"/>
              </a:rPr>
              <a:t>PROGRAMMATION</a:t>
            </a:r>
            <a:r>
              <a:rPr sz="1200" b="1" spc="15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62EB"/>
                </a:solidFill>
                <a:latin typeface="Arial"/>
                <a:cs typeface="Arial"/>
              </a:rPr>
              <a:t>JAVA</a:t>
            </a:r>
            <a:r>
              <a:rPr sz="1200" b="1" spc="15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62EB"/>
                </a:solidFill>
                <a:latin typeface="Arial"/>
                <a:cs typeface="Arial"/>
              </a:rPr>
              <a:t>–</a:t>
            </a:r>
            <a:r>
              <a:rPr sz="1200" b="1" spc="20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62EB"/>
                </a:solidFill>
                <a:latin typeface="Arial"/>
                <a:cs typeface="Arial"/>
              </a:rPr>
              <a:t>NIVEAU</a:t>
            </a:r>
            <a:r>
              <a:rPr sz="1200" b="1" spc="15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2562EB"/>
                </a:solidFill>
                <a:latin typeface="Arial"/>
                <a:cs typeface="Arial"/>
              </a:rPr>
              <a:t>L2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18568" y="1901825"/>
            <a:ext cx="7167245" cy="153797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788035" marR="5080" indent="-775970">
              <a:lnSpc>
                <a:spcPct val="78800"/>
              </a:lnSpc>
              <a:spcBef>
                <a:spcPts val="1510"/>
              </a:spcBef>
            </a:pPr>
            <a:r>
              <a:rPr sz="5550" spc="-350" dirty="0"/>
              <a:t>Structures</a:t>
            </a:r>
            <a:r>
              <a:rPr sz="5550" spc="-675" dirty="0"/>
              <a:t> </a:t>
            </a:r>
            <a:r>
              <a:rPr sz="5550" spc="-330" dirty="0"/>
              <a:t>de</a:t>
            </a:r>
            <a:r>
              <a:rPr sz="5550" spc="-670" dirty="0"/>
              <a:t> </a:t>
            </a:r>
            <a:r>
              <a:rPr sz="5550" spc="-415" dirty="0"/>
              <a:t>données</a:t>
            </a:r>
            <a:r>
              <a:rPr sz="5550" spc="-675" dirty="0"/>
              <a:t> </a:t>
            </a:r>
            <a:r>
              <a:rPr sz="5550" spc="-815" dirty="0"/>
              <a:t>&amp; </a:t>
            </a:r>
            <a:r>
              <a:rPr sz="5550" spc="-385" dirty="0"/>
              <a:t>Stream</a:t>
            </a:r>
            <a:r>
              <a:rPr sz="5550" spc="-680" dirty="0"/>
              <a:t> </a:t>
            </a:r>
            <a:r>
              <a:rPr sz="5550" spc="-434" dirty="0"/>
              <a:t>API</a:t>
            </a:r>
            <a:r>
              <a:rPr sz="5550" spc="-675" dirty="0"/>
              <a:t> </a:t>
            </a:r>
            <a:r>
              <a:rPr sz="5550" spc="-345" dirty="0"/>
              <a:t>en</a:t>
            </a:r>
            <a:r>
              <a:rPr sz="5550" spc="-675" dirty="0"/>
              <a:t> </a:t>
            </a:r>
            <a:r>
              <a:rPr sz="5550" spc="-380" dirty="0"/>
              <a:t>Java</a:t>
            </a:r>
            <a:endParaRPr sz="5550"/>
          </a:p>
        </p:txBody>
      </p:sp>
      <p:sp>
        <p:nvSpPr>
          <p:cNvPr id="10" name="object 10"/>
          <p:cNvSpPr txBox="1"/>
          <p:nvPr/>
        </p:nvSpPr>
        <p:spPr>
          <a:xfrm>
            <a:off x="2529284" y="3593591"/>
            <a:ext cx="7133590" cy="4070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155" dirty="0">
                <a:solidFill>
                  <a:srgbClr val="465469"/>
                </a:solidFill>
                <a:latin typeface="Arial"/>
                <a:cs typeface="Arial"/>
              </a:rPr>
              <a:t>Organiser</a:t>
            </a:r>
            <a:r>
              <a:rPr sz="2400" spc="-155" dirty="0">
                <a:solidFill>
                  <a:srgbClr val="465469"/>
                </a:solidFill>
                <a:latin typeface="Arial"/>
                <a:cs typeface="Arial"/>
              </a:rPr>
              <a:t>,</a:t>
            </a:r>
            <a:r>
              <a:rPr sz="2400" spc="-7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2500" spc="-125" dirty="0">
                <a:solidFill>
                  <a:srgbClr val="465469"/>
                </a:solidFill>
                <a:latin typeface="Arial"/>
                <a:cs typeface="Arial"/>
              </a:rPr>
              <a:t>stocker</a:t>
            </a:r>
            <a:r>
              <a:rPr sz="2400" spc="-125" dirty="0">
                <a:solidFill>
                  <a:srgbClr val="465469"/>
                </a:solidFill>
                <a:latin typeface="Arial"/>
                <a:cs typeface="Arial"/>
              </a:rPr>
              <a:t>,</a:t>
            </a:r>
            <a:r>
              <a:rPr sz="2400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2500" spc="-110" dirty="0">
                <a:solidFill>
                  <a:srgbClr val="465469"/>
                </a:solidFill>
                <a:latin typeface="Arial"/>
                <a:cs typeface="Arial"/>
              </a:rPr>
              <a:t>transformer</a:t>
            </a:r>
            <a:r>
              <a:rPr sz="2500" spc="-9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2400" spc="-315" dirty="0">
                <a:solidFill>
                  <a:srgbClr val="465469"/>
                </a:solidFill>
                <a:latin typeface="Arial"/>
                <a:cs typeface="Arial"/>
              </a:rPr>
              <a:t>—</a:t>
            </a:r>
            <a:r>
              <a:rPr sz="2400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2500" spc="-140" dirty="0">
                <a:solidFill>
                  <a:srgbClr val="465469"/>
                </a:solidFill>
                <a:latin typeface="Arial"/>
                <a:cs typeface="Arial"/>
              </a:rPr>
              <a:t>du</a:t>
            </a:r>
            <a:r>
              <a:rPr sz="2500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2500" spc="-130" dirty="0">
                <a:solidFill>
                  <a:srgbClr val="465469"/>
                </a:solidFill>
                <a:latin typeface="Arial"/>
                <a:cs typeface="Arial"/>
              </a:rPr>
              <a:t>tableau</a:t>
            </a:r>
            <a:r>
              <a:rPr sz="2500" spc="-9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2500" spc="-195" dirty="0">
                <a:solidFill>
                  <a:srgbClr val="465469"/>
                </a:solidFill>
                <a:latin typeface="Arial"/>
                <a:cs typeface="Arial"/>
              </a:rPr>
              <a:t>au</a:t>
            </a:r>
            <a:r>
              <a:rPr sz="2500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2500" spc="-65" dirty="0">
                <a:solidFill>
                  <a:srgbClr val="465469"/>
                </a:solidFill>
                <a:latin typeface="Arial"/>
                <a:cs typeface="Arial"/>
              </a:rPr>
              <a:t>pipeline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83536" y="4754880"/>
            <a:ext cx="1051560" cy="530860"/>
            <a:chOff x="2383536" y="4754880"/>
            <a:chExt cx="1051560" cy="530860"/>
          </a:xfrm>
        </p:grpSpPr>
        <p:sp>
          <p:nvSpPr>
            <p:cNvPr id="12" name="object 12"/>
            <p:cNvSpPr/>
            <p:nvPr/>
          </p:nvSpPr>
          <p:spPr>
            <a:xfrm>
              <a:off x="2383536" y="4754880"/>
              <a:ext cx="1051560" cy="530860"/>
            </a:xfrm>
            <a:custGeom>
              <a:avLst/>
              <a:gdLst/>
              <a:ahLst/>
              <a:cxnLst/>
              <a:rect l="l" t="t" r="r" b="b"/>
              <a:pathLst>
                <a:path w="1051560" h="530860">
                  <a:moveTo>
                    <a:pt x="1051560" y="530352"/>
                  </a:moveTo>
                  <a:lnTo>
                    <a:pt x="0" y="530352"/>
                  </a:lnTo>
                  <a:lnTo>
                    <a:pt x="0" y="0"/>
                  </a:lnTo>
                  <a:lnTo>
                    <a:pt x="1051560" y="0"/>
                  </a:lnTo>
                  <a:lnTo>
                    <a:pt x="1051560" y="45719"/>
                  </a:lnTo>
                  <a:lnTo>
                    <a:pt x="85072" y="45719"/>
                  </a:lnTo>
                  <a:lnTo>
                    <a:pt x="78337" y="48509"/>
                  </a:lnTo>
                  <a:lnTo>
                    <a:pt x="67178" y="59668"/>
                  </a:lnTo>
                  <a:lnTo>
                    <a:pt x="64388" y="66403"/>
                  </a:lnTo>
                  <a:lnTo>
                    <a:pt x="64388" y="425084"/>
                  </a:lnTo>
                  <a:lnTo>
                    <a:pt x="67178" y="431820"/>
                  </a:lnTo>
                  <a:lnTo>
                    <a:pt x="78337" y="442979"/>
                  </a:lnTo>
                  <a:lnTo>
                    <a:pt x="85072" y="445769"/>
                  </a:lnTo>
                  <a:lnTo>
                    <a:pt x="1051560" y="445769"/>
                  </a:lnTo>
                  <a:lnTo>
                    <a:pt x="1051560" y="530352"/>
                  </a:lnTo>
                  <a:close/>
                </a:path>
                <a:path w="1051560" h="530860">
                  <a:moveTo>
                    <a:pt x="1051560" y="445769"/>
                  </a:moveTo>
                  <a:lnTo>
                    <a:pt x="967629" y="445769"/>
                  </a:lnTo>
                  <a:lnTo>
                    <a:pt x="974364" y="442979"/>
                  </a:lnTo>
                  <a:lnTo>
                    <a:pt x="985523" y="431820"/>
                  </a:lnTo>
                  <a:lnTo>
                    <a:pt x="988313" y="425084"/>
                  </a:lnTo>
                  <a:lnTo>
                    <a:pt x="988313" y="66403"/>
                  </a:lnTo>
                  <a:lnTo>
                    <a:pt x="985523" y="59668"/>
                  </a:lnTo>
                  <a:lnTo>
                    <a:pt x="974364" y="48509"/>
                  </a:lnTo>
                  <a:lnTo>
                    <a:pt x="967629" y="45719"/>
                  </a:lnTo>
                  <a:lnTo>
                    <a:pt x="1051560" y="45719"/>
                  </a:lnTo>
                  <a:lnTo>
                    <a:pt x="1051560" y="44576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57449" y="4791074"/>
              <a:ext cx="923925" cy="419100"/>
            </a:xfrm>
            <a:custGeom>
              <a:avLst/>
              <a:gdLst/>
              <a:ahLst/>
              <a:cxnLst/>
              <a:rect l="l" t="t" r="r" b="b"/>
              <a:pathLst>
                <a:path w="923925" h="419100">
                  <a:moveTo>
                    <a:pt x="890877" y="419099"/>
                  </a:moveTo>
                  <a:lnTo>
                    <a:pt x="16523" y="419099"/>
                  </a:lnTo>
                  <a:lnTo>
                    <a:pt x="14093" y="418132"/>
                  </a:lnTo>
                  <a:lnTo>
                    <a:pt x="0" y="386052"/>
                  </a:lnTo>
                  <a:lnTo>
                    <a:pt x="0" y="380999"/>
                  </a:lnTo>
                  <a:lnTo>
                    <a:pt x="0" y="33047"/>
                  </a:lnTo>
                  <a:lnTo>
                    <a:pt x="16523" y="0"/>
                  </a:lnTo>
                  <a:lnTo>
                    <a:pt x="890877" y="0"/>
                  </a:lnTo>
                  <a:lnTo>
                    <a:pt x="922957" y="28186"/>
                  </a:lnTo>
                  <a:lnTo>
                    <a:pt x="923924" y="33047"/>
                  </a:lnTo>
                  <a:lnTo>
                    <a:pt x="923924" y="386052"/>
                  </a:lnTo>
                  <a:lnTo>
                    <a:pt x="895737" y="418132"/>
                  </a:lnTo>
                  <a:lnTo>
                    <a:pt x="890877" y="4190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38399" y="4791075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2789" y="395625"/>
                  </a:lnTo>
                  <a:lnTo>
                    <a:pt x="0" y="3809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6702" y="4921249"/>
              <a:ext cx="152400" cy="1587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901652" y="4877815"/>
            <a:ext cx="29972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105" dirty="0">
                <a:solidFill>
                  <a:srgbClr val="334054"/>
                </a:solidFill>
                <a:latin typeface="Times New Roman"/>
                <a:cs typeface="Times New Roman"/>
              </a:rPr>
              <a:t>POO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77767" y="4754880"/>
            <a:ext cx="1691639" cy="530860"/>
            <a:chOff x="3477767" y="4754880"/>
            <a:chExt cx="1691639" cy="530860"/>
          </a:xfrm>
        </p:grpSpPr>
        <p:sp>
          <p:nvSpPr>
            <p:cNvPr id="18" name="object 18"/>
            <p:cNvSpPr/>
            <p:nvPr/>
          </p:nvSpPr>
          <p:spPr>
            <a:xfrm>
              <a:off x="3477767" y="4754880"/>
              <a:ext cx="1691639" cy="530860"/>
            </a:xfrm>
            <a:custGeom>
              <a:avLst/>
              <a:gdLst/>
              <a:ahLst/>
              <a:cxnLst/>
              <a:rect l="l" t="t" r="r" b="b"/>
              <a:pathLst>
                <a:path w="1691639" h="530860">
                  <a:moveTo>
                    <a:pt x="1691640" y="530352"/>
                  </a:moveTo>
                  <a:lnTo>
                    <a:pt x="0" y="530352"/>
                  </a:lnTo>
                  <a:lnTo>
                    <a:pt x="0" y="0"/>
                  </a:lnTo>
                  <a:lnTo>
                    <a:pt x="1691640" y="0"/>
                  </a:lnTo>
                  <a:lnTo>
                    <a:pt x="1691640" y="45719"/>
                  </a:lnTo>
                  <a:lnTo>
                    <a:pt x="86215" y="45719"/>
                  </a:lnTo>
                  <a:lnTo>
                    <a:pt x="79480" y="48509"/>
                  </a:lnTo>
                  <a:lnTo>
                    <a:pt x="68321" y="59668"/>
                  </a:lnTo>
                  <a:lnTo>
                    <a:pt x="65531" y="66403"/>
                  </a:lnTo>
                  <a:lnTo>
                    <a:pt x="65531" y="425084"/>
                  </a:lnTo>
                  <a:lnTo>
                    <a:pt x="68321" y="431820"/>
                  </a:lnTo>
                  <a:lnTo>
                    <a:pt x="79480" y="442979"/>
                  </a:lnTo>
                  <a:lnTo>
                    <a:pt x="86215" y="445769"/>
                  </a:lnTo>
                  <a:lnTo>
                    <a:pt x="1691640" y="445769"/>
                  </a:lnTo>
                  <a:lnTo>
                    <a:pt x="1691640" y="530352"/>
                  </a:lnTo>
                  <a:close/>
                </a:path>
                <a:path w="1691639" h="530860">
                  <a:moveTo>
                    <a:pt x="1691640" y="445769"/>
                  </a:moveTo>
                  <a:lnTo>
                    <a:pt x="1606947" y="445769"/>
                  </a:lnTo>
                  <a:lnTo>
                    <a:pt x="1613682" y="442979"/>
                  </a:lnTo>
                  <a:lnTo>
                    <a:pt x="1624841" y="431820"/>
                  </a:lnTo>
                  <a:lnTo>
                    <a:pt x="1627631" y="425084"/>
                  </a:lnTo>
                  <a:lnTo>
                    <a:pt x="1627631" y="66403"/>
                  </a:lnTo>
                  <a:lnTo>
                    <a:pt x="1624841" y="59668"/>
                  </a:lnTo>
                  <a:lnTo>
                    <a:pt x="1613682" y="48509"/>
                  </a:lnTo>
                  <a:lnTo>
                    <a:pt x="1606947" y="45719"/>
                  </a:lnTo>
                  <a:lnTo>
                    <a:pt x="1691640" y="45719"/>
                  </a:lnTo>
                  <a:lnTo>
                    <a:pt x="1691640" y="44576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52824" y="4791074"/>
              <a:ext cx="1562100" cy="419100"/>
            </a:xfrm>
            <a:custGeom>
              <a:avLst/>
              <a:gdLst/>
              <a:ahLst/>
              <a:cxnLst/>
              <a:rect l="l" t="t" r="r" b="b"/>
              <a:pathLst>
                <a:path w="1562100" h="419100">
                  <a:moveTo>
                    <a:pt x="1529052" y="419099"/>
                  </a:moveTo>
                  <a:lnTo>
                    <a:pt x="16523" y="419099"/>
                  </a:lnTo>
                  <a:lnTo>
                    <a:pt x="14093" y="418132"/>
                  </a:lnTo>
                  <a:lnTo>
                    <a:pt x="0" y="386052"/>
                  </a:lnTo>
                  <a:lnTo>
                    <a:pt x="0" y="380999"/>
                  </a:lnTo>
                  <a:lnTo>
                    <a:pt x="0" y="33047"/>
                  </a:lnTo>
                  <a:lnTo>
                    <a:pt x="16523" y="0"/>
                  </a:lnTo>
                  <a:lnTo>
                    <a:pt x="1529052" y="0"/>
                  </a:lnTo>
                  <a:lnTo>
                    <a:pt x="1561132" y="28186"/>
                  </a:lnTo>
                  <a:lnTo>
                    <a:pt x="1562099" y="33047"/>
                  </a:lnTo>
                  <a:lnTo>
                    <a:pt x="1562099" y="386052"/>
                  </a:lnTo>
                  <a:lnTo>
                    <a:pt x="1533911" y="418132"/>
                  </a:lnTo>
                  <a:lnTo>
                    <a:pt x="1529052" y="4190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33774" y="4791075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2789" y="395625"/>
                  </a:lnTo>
                  <a:lnTo>
                    <a:pt x="0" y="380999"/>
                  </a:lnTo>
                  <a:lnTo>
                    <a:pt x="0" y="38099"/>
                  </a:lnTo>
                  <a:lnTo>
                    <a:pt x="23474" y="2789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0291" y="4924424"/>
              <a:ext cx="152400" cy="1524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995241" y="4877815"/>
            <a:ext cx="93980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135" dirty="0">
                <a:solidFill>
                  <a:srgbClr val="334054"/>
                </a:solidFill>
                <a:latin typeface="Times New Roman"/>
                <a:cs typeface="Times New Roman"/>
              </a:rPr>
              <a:t>Génériques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12080" y="4754880"/>
            <a:ext cx="1454150" cy="530860"/>
            <a:chOff x="5212080" y="4754880"/>
            <a:chExt cx="1454150" cy="530860"/>
          </a:xfrm>
        </p:grpSpPr>
        <p:sp>
          <p:nvSpPr>
            <p:cNvPr id="24" name="object 24"/>
            <p:cNvSpPr/>
            <p:nvPr/>
          </p:nvSpPr>
          <p:spPr>
            <a:xfrm>
              <a:off x="5212080" y="4754880"/>
              <a:ext cx="1454150" cy="530860"/>
            </a:xfrm>
            <a:custGeom>
              <a:avLst/>
              <a:gdLst/>
              <a:ahLst/>
              <a:cxnLst/>
              <a:rect l="l" t="t" r="r" b="b"/>
              <a:pathLst>
                <a:path w="1454150" h="530860">
                  <a:moveTo>
                    <a:pt x="1453896" y="530352"/>
                  </a:moveTo>
                  <a:lnTo>
                    <a:pt x="0" y="530352"/>
                  </a:lnTo>
                  <a:lnTo>
                    <a:pt x="0" y="0"/>
                  </a:lnTo>
                  <a:lnTo>
                    <a:pt x="1453896" y="0"/>
                  </a:lnTo>
                  <a:lnTo>
                    <a:pt x="1453896" y="45719"/>
                  </a:lnTo>
                  <a:lnTo>
                    <a:pt x="85453" y="45719"/>
                  </a:lnTo>
                  <a:lnTo>
                    <a:pt x="78718" y="48509"/>
                  </a:lnTo>
                  <a:lnTo>
                    <a:pt x="67559" y="59668"/>
                  </a:lnTo>
                  <a:lnTo>
                    <a:pt x="64769" y="66403"/>
                  </a:lnTo>
                  <a:lnTo>
                    <a:pt x="64769" y="425084"/>
                  </a:lnTo>
                  <a:lnTo>
                    <a:pt x="67559" y="431820"/>
                  </a:lnTo>
                  <a:lnTo>
                    <a:pt x="78718" y="442979"/>
                  </a:lnTo>
                  <a:lnTo>
                    <a:pt x="85453" y="445769"/>
                  </a:lnTo>
                  <a:lnTo>
                    <a:pt x="1453896" y="445769"/>
                  </a:lnTo>
                  <a:lnTo>
                    <a:pt x="1453896" y="530352"/>
                  </a:lnTo>
                  <a:close/>
                </a:path>
                <a:path w="1454150" h="530860">
                  <a:moveTo>
                    <a:pt x="1453896" y="445769"/>
                  </a:moveTo>
                  <a:lnTo>
                    <a:pt x="1368059" y="445769"/>
                  </a:lnTo>
                  <a:lnTo>
                    <a:pt x="1374794" y="442979"/>
                  </a:lnTo>
                  <a:lnTo>
                    <a:pt x="1385954" y="431820"/>
                  </a:lnTo>
                  <a:lnTo>
                    <a:pt x="1388744" y="425084"/>
                  </a:lnTo>
                  <a:lnTo>
                    <a:pt x="1388744" y="66403"/>
                  </a:lnTo>
                  <a:lnTo>
                    <a:pt x="1385954" y="59668"/>
                  </a:lnTo>
                  <a:lnTo>
                    <a:pt x="1374794" y="48509"/>
                  </a:lnTo>
                  <a:lnTo>
                    <a:pt x="1368059" y="45719"/>
                  </a:lnTo>
                  <a:lnTo>
                    <a:pt x="1453896" y="45719"/>
                  </a:lnTo>
                  <a:lnTo>
                    <a:pt x="1453896" y="44576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86374" y="4791074"/>
              <a:ext cx="1323975" cy="419100"/>
            </a:xfrm>
            <a:custGeom>
              <a:avLst/>
              <a:gdLst/>
              <a:ahLst/>
              <a:cxnLst/>
              <a:rect l="l" t="t" r="r" b="b"/>
              <a:pathLst>
                <a:path w="1323975" h="419100">
                  <a:moveTo>
                    <a:pt x="1290927" y="419099"/>
                  </a:moveTo>
                  <a:lnTo>
                    <a:pt x="16523" y="419099"/>
                  </a:lnTo>
                  <a:lnTo>
                    <a:pt x="14093" y="418132"/>
                  </a:lnTo>
                  <a:lnTo>
                    <a:pt x="0" y="386052"/>
                  </a:lnTo>
                  <a:lnTo>
                    <a:pt x="0" y="380999"/>
                  </a:lnTo>
                  <a:lnTo>
                    <a:pt x="0" y="33047"/>
                  </a:lnTo>
                  <a:lnTo>
                    <a:pt x="16523" y="0"/>
                  </a:lnTo>
                  <a:lnTo>
                    <a:pt x="1290927" y="0"/>
                  </a:lnTo>
                  <a:lnTo>
                    <a:pt x="1323008" y="28186"/>
                  </a:lnTo>
                  <a:lnTo>
                    <a:pt x="1323974" y="33047"/>
                  </a:lnTo>
                  <a:lnTo>
                    <a:pt x="1323974" y="386052"/>
                  </a:lnTo>
                  <a:lnTo>
                    <a:pt x="1295787" y="418132"/>
                  </a:lnTo>
                  <a:lnTo>
                    <a:pt x="1290927" y="4190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67324" y="4791075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2789" y="395625"/>
                  </a:lnTo>
                  <a:lnTo>
                    <a:pt x="0" y="3809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3990" y="4921249"/>
              <a:ext cx="190500" cy="15875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767040" y="4877815"/>
            <a:ext cx="66548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50" dirty="0">
                <a:solidFill>
                  <a:srgbClr val="334054"/>
                </a:solidFill>
                <a:latin typeface="Times New Roman"/>
                <a:cs typeface="Times New Roman"/>
              </a:rPr>
              <a:t>Lambdas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708647" y="4754880"/>
            <a:ext cx="3100070" cy="530860"/>
            <a:chOff x="6708647" y="4754880"/>
            <a:chExt cx="3100070" cy="530860"/>
          </a:xfrm>
        </p:grpSpPr>
        <p:sp>
          <p:nvSpPr>
            <p:cNvPr id="30" name="object 30"/>
            <p:cNvSpPr/>
            <p:nvPr/>
          </p:nvSpPr>
          <p:spPr>
            <a:xfrm>
              <a:off x="6708647" y="4754880"/>
              <a:ext cx="3100070" cy="530860"/>
            </a:xfrm>
            <a:custGeom>
              <a:avLst/>
              <a:gdLst/>
              <a:ahLst/>
              <a:cxnLst/>
              <a:rect l="l" t="t" r="r" b="b"/>
              <a:pathLst>
                <a:path w="3100070" h="530860">
                  <a:moveTo>
                    <a:pt x="3099816" y="530352"/>
                  </a:moveTo>
                  <a:lnTo>
                    <a:pt x="0" y="530352"/>
                  </a:lnTo>
                  <a:lnTo>
                    <a:pt x="0" y="0"/>
                  </a:lnTo>
                  <a:lnTo>
                    <a:pt x="3099816" y="0"/>
                  </a:lnTo>
                  <a:lnTo>
                    <a:pt x="3099816" y="45719"/>
                  </a:lnTo>
                  <a:lnTo>
                    <a:pt x="84310" y="45719"/>
                  </a:lnTo>
                  <a:lnTo>
                    <a:pt x="77575" y="48509"/>
                  </a:lnTo>
                  <a:lnTo>
                    <a:pt x="66416" y="59668"/>
                  </a:lnTo>
                  <a:lnTo>
                    <a:pt x="63626" y="66403"/>
                  </a:lnTo>
                  <a:lnTo>
                    <a:pt x="63626" y="425084"/>
                  </a:lnTo>
                  <a:lnTo>
                    <a:pt x="66416" y="431820"/>
                  </a:lnTo>
                  <a:lnTo>
                    <a:pt x="77575" y="442979"/>
                  </a:lnTo>
                  <a:lnTo>
                    <a:pt x="84310" y="445769"/>
                  </a:lnTo>
                  <a:lnTo>
                    <a:pt x="3099816" y="445769"/>
                  </a:lnTo>
                  <a:lnTo>
                    <a:pt x="3099816" y="530352"/>
                  </a:lnTo>
                  <a:close/>
                </a:path>
                <a:path w="3100070" h="530860">
                  <a:moveTo>
                    <a:pt x="3099816" y="445769"/>
                  </a:moveTo>
                  <a:lnTo>
                    <a:pt x="3014742" y="445769"/>
                  </a:lnTo>
                  <a:lnTo>
                    <a:pt x="3021477" y="442979"/>
                  </a:lnTo>
                  <a:lnTo>
                    <a:pt x="3032636" y="431820"/>
                  </a:lnTo>
                  <a:lnTo>
                    <a:pt x="3035426" y="425084"/>
                  </a:lnTo>
                  <a:lnTo>
                    <a:pt x="3035426" y="66403"/>
                  </a:lnTo>
                  <a:lnTo>
                    <a:pt x="3032636" y="59668"/>
                  </a:lnTo>
                  <a:lnTo>
                    <a:pt x="3021477" y="48509"/>
                  </a:lnTo>
                  <a:lnTo>
                    <a:pt x="3014742" y="45719"/>
                  </a:lnTo>
                  <a:lnTo>
                    <a:pt x="3099816" y="45719"/>
                  </a:lnTo>
                  <a:lnTo>
                    <a:pt x="3099816" y="44576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81798" y="4791074"/>
              <a:ext cx="2971800" cy="419100"/>
            </a:xfrm>
            <a:custGeom>
              <a:avLst/>
              <a:gdLst/>
              <a:ahLst/>
              <a:cxnLst/>
              <a:rect l="l" t="t" r="r" b="b"/>
              <a:pathLst>
                <a:path w="2971800" h="419100">
                  <a:moveTo>
                    <a:pt x="2938751" y="419099"/>
                  </a:moveTo>
                  <a:lnTo>
                    <a:pt x="16523" y="419099"/>
                  </a:lnTo>
                  <a:lnTo>
                    <a:pt x="14093" y="418132"/>
                  </a:lnTo>
                  <a:lnTo>
                    <a:pt x="0" y="386052"/>
                  </a:lnTo>
                  <a:lnTo>
                    <a:pt x="0" y="380999"/>
                  </a:lnTo>
                  <a:lnTo>
                    <a:pt x="0" y="33047"/>
                  </a:lnTo>
                  <a:lnTo>
                    <a:pt x="16523" y="0"/>
                  </a:lnTo>
                  <a:lnTo>
                    <a:pt x="2938751" y="0"/>
                  </a:lnTo>
                  <a:lnTo>
                    <a:pt x="2970832" y="28186"/>
                  </a:lnTo>
                  <a:lnTo>
                    <a:pt x="2971799" y="33047"/>
                  </a:lnTo>
                  <a:lnTo>
                    <a:pt x="2971799" y="386052"/>
                  </a:lnTo>
                  <a:lnTo>
                    <a:pt x="2943611" y="418132"/>
                  </a:lnTo>
                  <a:lnTo>
                    <a:pt x="2938751" y="4190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62749" y="4791075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2789" y="395625"/>
                  </a:lnTo>
                  <a:lnTo>
                    <a:pt x="0" y="3809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91349" y="4924424"/>
              <a:ext cx="190500" cy="15240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264400" y="4877815"/>
            <a:ext cx="231140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220" dirty="0">
                <a:solidFill>
                  <a:srgbClr val="334054"/>
                </a:solidFill>
                <a:latin typeface="Times New Roman"/>
                <a:cs typeface="Times New Roman"/>
              </a:rPr>
              <a:t>Interfaces</a:t>
            </a:r>
            <a:r>
              <a:rPr sz="1250" spc="4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50" spc="200" dirty="0">
                <a:solidFill>
                  <a:srgbClr val="334054"/>
                </a:solidFill>
                <a:latin typeface="Times New Roman"/>
                <a:cs typeface="Times New Roman"/>
              </a:rPr>
              <a:t>fonctionnelles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7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95" dirty="0"/>
              <a:t>Rappel</a:t>
            </a:r>
            <a:r>
              <a:rPr sz="2750" spc="-165" dirty="0"/>
              <a:t> </a:t>
            </a:r>
            <a:r>
              <a:rPr sz="2750" spc="-125" dirty="0"/>
              <a:t>:</a:t>
            </a:r>
            <a:r>
              <a:rPr sz="2750" spc="-165" dirty="0"/>
              <a:t> </a:t>
            </a:r>
            <a:r>
              <a:rPr sz="2750" spc="-160" dirty="0"/>
              <a:t>prérequis </a:t>
            </a:r>
            <a:r>
              <a:rPr sz="2750" spc="-125" dirty="0"/>
              <a:t>essentiels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307848" y="1164336"/>
            <a:ext cx="3764279" cy="4593590"/>
            <a:chOff x="307848" y="1164336"/>
            <a:chExt cx="3764279" cy="4593590"/>
          </a:xfrm>
        </p:grpSpPr>
        <p:sp>
          <p:nvSpPr>
            <p:cNvPr id="4" name="object 4"/>
            <p:cNvSpPr/>
            <p:nvPr/>
          </p:nvSpPr>
          <p:spPr>
            <a:xfrm>
              <a:off x="335280" y="1173480"/>
              <a:ext cx="3709670" cy="4538980"/>
            </a:xfrm>
            <a:custGeom>
              <a:avLst/>
              <a:gdLst/>
              <a:ahLst/>
              <a:cxnLst/>
              <a:rect l="l" t="t" r="r" b="b"/>
              <a:pathLst>
                <a:path w="3709670" h="4538980">
                  <a:moveTo>
                    <a:pt x="3709416" y="4538472"/>
                  </a:moveTo>
                  <a:lnTo>
                    <a:pt x="0" y="4538472"/>
                  </a:lnTo>
                  <a:lnTo>
                    <a:pt x="0" y="0"/>
                  </a:lnTo>
                  <a:lnTo>
                    <a:pt x="3709416" y="0"/>
                  </a:lnTo>
                  <a:lnTo>
                    <a:pt x="3709416" y="36194"/>
                  </a:lnTo>
                  <a:lnTo>
                    <a:pt x="160019" y="36194"/>
                  </a:lnTo>
                  <a:lnTo>
                    <a:pt x="149698" y="36693"/>
                  </a:lnTo>
                  <a:lnTo>
                    <a:pt x="110579" y="48580"/>
                  </a:lnTo>
                  <a:lnTo>
                    <a:pt x="78986" y="74533"/>
                  </a:lnTo>
                  <a:lnTo>
                    <a:pt x="59731" y="110600"/>
                  </a:lnTo>
                  <a:lnTo>
                    <a:pt x="55244" y="140969"/>
                  </a:lnTo>
                  <a:lnTo>
                    <a:pt x="55244" y="4360544"/>
                  </a:lnTo>
                  <a:lnTo>
                    <a:pt x="63220" y="4400639"/>
                  </a:lnTo>
                  <a:lnTo>
                    <a:pt x="85932" y="4434631"/>
                  </a:lnTo>
                  <a:lnTo>
                    <a:pt x="119924" y="4457343"/>
                  </a:lnTo>
                  <a:lnTo>
                    <a:pt x="160019" y="4465319"/>
                  </a:lnTo>
                  <a:lnTo>
                    <a:pt x="3709416" y="4465319"/>
                  </a:lnTo>
                  <a:lnTo>
                    <a:pt x="3709416" y="4538472"/>
                  </a:lnTo>
                  <a:close/>
                </a:path>
                <a:path w="3709670" h="4538980">
                  <a:moveTo>
                    <a:pt x="3709416" y="4465319"/>
                  </a:moveTo>
                  <a:lnTo>
                    <a:pt x="3550919" y="4465319"/>
                  </a:lnTo>
                  <a:lnTo>
                    <a:pt x="3561241" y="4464821"/>
                  </a:lnTo>
                  <a:lnTo>
                    <a:pt x="3571364" y="4463325"/>
                  </a:lnTo>
                  <a:lnTo>
                    <a:pt x="3609140" y="4447677"/>
                  </a:lnTo>
                  <a:lnTo>
                    <a:pt x="3638053" y="4418764"/>
                  </a:lnTo>
                  <a:lnTo>
                    <a:pt x="3653700" y="4380988"/>
                  </a:lnTo>
                  <a:lnTo>
                    <a:pt x="3655694" y="4360544"/>
                  </a:lnTo>
                  <a:lnTo>
                    <a:pt x="3655694" y="140969"/>
                  </a:lnTo>
                  <a:lnTo>
                    <a:pt x="3647719" y="100874"/>
                  </a:lnTo>
                  <a:lnTo>
                    <a:pt x="3625006" y="66882"/>
                  </a:lnTo>
                  <a:lnTo>
                    <a:pt x="3591014" y="44170"/>
                  </a:lnTo>
                  <a:lnTo>
                    <a:pt x="3550919" y="36194"/>
                  </a:lnTo>
                  <a:lnTo>
                    <a:pt x="3709416" y="36194"/>
                  </a:lnTo>
                  <a:lnTo>
                    <a:pt x="3709416" y="4465319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7848" y="1164336"/>
              <a:ext cx="3764279" cy="4593590"/>
            </a:xfrm>
            <a:custGeom>
              <a:avLst/>
              <a:gdLst/>
              <a:ahLst/>
              <a:cxnLst/>
              <a:rect l="l" t="t" r="r" b="b"/>
              <a:pathLst>
                <a:path w="3764279" h="4593590">
                  <a:moveTo>
                    <a:pt x="3764280" y="4593336"/>
                  </a:moveTo>
                  <a:lnTo>
                    <a:pt x="0" y="4593336"/>
                  </a:lnTo>
                  <a:lnTo>
                    <a:pt x="0" y="0"/>
                  </a:lnTo>
                  <a:lnTo>
                    <a:pt x="3764280" y="0"/>
                  </a:lnTo>
                  <a:lnTo>
                    <a:pt x="3764280" y="45338"/>
                  </a:lnTo>
                  <a:lnTo>
                    <a:pt x="187451" y="45338"/>
                  </a:lnTo>
                  <a:lnTo>
                    <a:pt x="177130" y="45837"/>
                  </a:lnTo>
                  <a:lnTo>
                    <a:pt x="138011" y="57724"/>
                  </a:lnTo>
                  <a:lnTo>
                    <a:pt x="106418" y="83677"/>
                  </a:lnTo>
                  <a:lnTo>
                    <a:pt x="87163" y="119744"/>
                  </a:lnTo>
                  <a:lnTo>
                    <a:pt x="82676" y="150113"/>
                  </a:lnTo>
                  <a:lnTo>
                    <a:pt x="82676" y="4369688"/>
                  </a:lnTo>
                  <a:lnTo>
                    <a:pt x="90652" y="4409783"/>
                  </a:lnTo>
                  <a:lnTo>
                    <a:pt x="113364" y="4443775"/>
                  </a:lnTo>
                  <a:lnTo>
                    <a:pt x="147356" y="4466487"/>
                  </a:lnTo>
                  <a:lnTo>
                    <a:pt x="187451" y="4474463"/>
                  </a:lnTo>
                  <a:lnTo>
                    <a:pt x="3764280" y="4474463"/>
                  </a:lnTo>
                  <a:lnTo>
                    <a:pt x="3764280" y="4593336"/>
                  </a:lnTo>
                  <a:close/>
                </a:path>
                <a:path w="3764279" h="4593590">
                  <a:moveTo>
                    <a:pt x="3764280" y="4474463"/>
                  </a:moveTo>
                  <a:lnTo>
                    <a:pt x="3578351" y="4474463"/>
                  </a:lnTo>
                  <a:lnTo>
                    <a:pt x="3588673" y="4473965"/>
                  </a:lnTo>
                  <a:lnTo>
                    <a:pt x="3598796" y="4472469"/>
                  </a:lnTo>
                  <a:lnTo>
                    <a:pt x="3636572" y="4456821"/>
                  </a:lnTo>
                  <a:lnTo>
                    <a:pt x="3665485" y="4427908"/>
                  </a:lnTo>
                  <a:lnTo>
                    <a:pt x="3681132" y="4390132"/>
                  </a:lnTo>
                  <a:lnTo>
                    <a:pt x="3683126" y="4369688"/>
                  </a:lnTo>
                  <a:lnTo>
                    <a:pt x="3683126" y="150113"/>
                  </a:lnTo>
                  <a:lnTo>
                    <a:pt x="3675151" y="110018"/>
                  </a:lnTo>
                  <a:lnTo>
                    <a:pt x="3652438" y="76026"/>
                  </a:lnTo>
                  <a:lnTo>
                    <a:pt x="3618446" y="53314"/>
                  </a:lnTo>
                  <a:lnTo>
                    <a:pt x="3578351" y="45338"/>
                  </a:lnTo>
                  <a:lnTo>
                    <a:pt x="3764280" y="45338"/>
                  </a:lnTo>
                  <a:lnTo>
                    <a:pt x="3764280" y="447446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1204912"/>
              <a:ext cx="3609975" cy="4438650"/>
            </a:xfrm>
            <a:custGeom>
              <a:avLst/>
              <a:gdLst/>
              <a:ahLst/>
              <a:cxnLst/>
              <a:rect l="l" t="t" r="r" b="b"/>
              <a:pathLst>
                <a:path w="3609975" h="4438650">
                  <a:moveTo>
                    <a:pt x="3507629" y="4438649"/>
                  </a:moveTo>
                  <a:lnTo>
                    <a:pt x="102345" y="4438649"/>
                  </a:lnTo>
                  <a:lnTo>
                    <a:pt x="95221" y="4437947"/>
                  </a:lnTo>
                  <a:lnTo>
                    <a:pt x="54661" y="4424183"/>
                  </a:lnTo>
                  <a:lnTo>
                    <a:pt x="22456" y="4395948"/>
                  </a:lnTo>
                  <a:lnTo>
                    <a:pt x="3507" y="4357534"/>
                  </a:lnTo>
                  <a:lnTo>
                    <a:pt x="0" y="4336304"/>
                  </a:lnTo>
                  <a:lnTo>
                    <a:pt x="0" y="43291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507629" y="0"/>
                  </a:lnTo>
                  <a:lnTo>
                    <a:pt x="3548999" y="11090"/>
                  </a:lnTo>
                  <a:lnTo>
                    <a:pt x="3582976" y="37168"/>
                  </a:lnTo>
                  <a:lnTo>
                    <a:pt x="3604388" y="74264"/>
                  </a:lnTo>
                  <a:lnTo>
                    <a:pt x="3609974" y="102345"/>
                  </a:lnTo>
                  <a:lnTo>
                    <a:pt x="3609974" y="4336304"/>
                  </a:lnTo>
                  <a:lnTo>
                    <a:pt x="3598883" y="4377675"/>
                  </a:lnTo>
                  <a:lnTo>
                    <a:pt x="3572805" y="4411651"/>
                  </a:lnTo>
                  <a:lnTo>
                    <a:pt x="3535710" y="4433063"/>
                  </a:lnTo>
                  <a:lnTo>
                    <a:pt x="3514752" y="4437947"/>
                  </a:lnTo>
                  <a:lnTo>
                    <a:pt x="3507629" y="4438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762" y="1204912"/>
              <a:ext cx="3609975" cy="4438650"/>
            </a:xfrm>
            <a:custGeom>
              <a:avLst/>
              <a:gdLst/>
              <a:ahLst/>
              <a:cxnLst/>
              <a:rect l="l" t="t" r="r" b="b"/>
              <a:pathLst>
                <a:path w="3609975" h="4438650">
                  <a:moveTo>
                    <a:pt x="0" y="43291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500437" y="0"/>
                  </a:lnTo>
                  <a:lnTo>
                    <a:pt x="3507629" y="0"/>
                  </a:lnTo>
                  <a:lnTo>
                    <a:pt x="3514752" y="701"/>
                  </a:lnTo>
                  <a:lnTo>
                    <a:pt x="3555312" y="14464"/>
                  </a:lnTo>
                  <a:lnTo>
                    <a:pt x="3587517" y="42701"/>
                  </a:lnTo>
                  <a:lnTo>
                    <a:pt x="3601636" y="67619"/>
                  </a:lnTo>
                  <a:lnTo>
                    <a:pt x="3604388" y="74264"/>
                  </a:lnTo>
                  <a:lnTo>
                    <a:pt x="3609974" y="109537"/>
                  </a:lnTo>
                  <a:lnTo>
                    <a:pt x="3609974" y="4329112"/>
                  </a:lnTo>
                  <a:lnTo>
                    <a:pt x="3601636" y="4371029"/>
                  </a:lnTo>
                  <a:lnTo>
                    <a:pt x="3577891" y="4406566"/>
                  </a:lnTo>
                  <a:lnTo>
                    <a:pt x="3542355" y="4430310"/>
                  </a:lnTo>
                  <a:lnTo>
                    <a:pt x="3500437" y="4438649"/>
                  </a:lnTo>
                  <a:lnTo>
                    <a:pt x="109537" y="4438649"/>
                  </a:lnTo>
                  <a:lnTo>
                    <a:pt x="67619" y="4430310"/>
                  </a:lnTo>
                  <a:lnTo>
                    <a:pt x="60974" y="4427557"/>
                  </a:lnTo>
                  <a:lnTo>
                    <a:pt x="26997" y="4401481"/>
                  </a:lnTo>
                  <a:lnTo>
                    <a:pt x="18460" y="4389967"/>
                  </a:lnTo>
                  <a:lnTo>
                    <a:pt x="14464" y="4383987"/>
                  </a:lnTo>
                  <a:lnTo>
                    <a:pt x="701" y="4343427"/>
                  </a:lnTo>
                  <a:lnTo>
                    <a:pt x="0" y="4336304"/>
                  </a:lnTo>
                  <a:lnTo>
                    <a:pt x="0" y="43291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6274" y="2095499"/>
              <a:ext cx="3028950" cy="19050"/>
            </a:xfrm>
            <a:custGeom>
              <a:avLst/>
              <a:gdLst/>
              <a:ahLst/>
              <a:cxnLst/>
              <a:rect l="l" t="t" r="r" b="b"/>
              <a:pathLst>
                <a:path w="3028950" h="19050">
                  <a:moveTo>
                    <a:pt x="30289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28949" y="0"/>
                  </a:lnTo>
                  <a:lnTo>
                    <a:pt x="3028949" y="190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6274" y="14954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68204" y="457199"/>
                  </a:moveTo>
                  <a:lnTo>
                    <a:pt x="88995" y="457199"/>
                  </a:lnTo>
                  <a:lnTo>
                    <a:pt x="82801" y="456589"/>
                  </a:lnTo>
                  <a:lnTo>
                    <a:pt x="37131" y="437672"/>
                  </a:lnTo>
                  <a:lnTo>
                    <a:pt x="9643" y="404178"/>
                  </a:lnTo>
                  <a:lnTo>
                    <a:pt x="0" y="368204"/>
                  </a:lnTo>
                  <a:lnTo>
                    <a:pt x="0" y="3619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368204" y="0"/>
                  </a:lnTo>
                  <a:lnTo>
                    <a:pt x="409667" y="12577"/>
                  </a:lnTo>
                  <a:lnTo>
                    <a:pt x="444622" y="47531"/>
                  </a:lnTo>
                  <a:lnTo>
                    <a:pt x="457199" y="88995"/>
                  </a:lnTo>
                  <a:lnTo>
                    <a:pt x="457199" y="368204"/>
                  </a:lnTo>
                  <a:lnTo>
                    <a:pt x="444621" y="409667"/>
                  </a:lnTo>
                  <a:lnTo>
                    <a:pt x="409667" y="444621"/>
                  </a:lnTo>
                  <a:lnTo>
                    <a:pt x="374398" y="456589"/>
                  </a:lnTo>
                  <a:lnTo>
                    <a:pt x="368204" y="4571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625" y="1622424"/>
              <a:ext cx="190500" cy="19367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263649" y="1557734"/>
            <a:ext cx="44132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-160" dirty="0">
                <a:solidFill>
                  <a:srgbClr val="334054"/>
                </a:solidFill>
                <a:latin typeface="Arial"/>
                <a:cs typeface="Arial"/>
              </a:rPr>
              <a:t>POO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175" y="2297112"/>
            <a:ext cx="12052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5"/>
              </a:spcBef>
              <a:buClr>
                <a:srgbClr val="94A2B8"/>
              </a:buClr>
              <a:buFont typeface="Arial"/>
              <a:buChar char="•"/>
              <a:tabLst>
                <a:tab pos="165100" algn="l"/>
              </a:tabLst>
            </a:pP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Identité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465469"/>
                </a:solidFill>
                <a:latin typeface="Arial"/>
                <a:cs typeface="Arial"/>
              </a:rPr>
              <a:t>objet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62124" y="2305049"/>
            <a:ext cx="1657350" cy="600075"/>
            <a:chOff x="1762124" y="2305049"/>
            <a:chExt cx="1657350" cy="600075"/>
          </a:xfrm>
        </p:grpSpPr>
        <p:sp>
          <p:nvSpPr>
            <p:cNvPr id="14" name="object 14"/>
            <p:cNvSpPr/>
            <p:nvPr/>
          </p:nvSpPr>
          <p:spPr>
            <a:xfrm>
              <a:off x="1766887" y="2309812"/>
              <a:ext cx="714375" cy="238125"/>
            </a:xfrm>
            <a:custGeom>
              <a:avLst/>
              <a:gdLst/>
              <a:ahLst/>
              <a:cxnLst/>
              <a:rect l="l" t="t" r="r" b="b"/>
              <a:pathLst>
                <a:path w="714375" h="238125">
                  <a:moveTo>
                    <a:pt x="685458" y="238124"/>
                  </a:moveTo>
                  <a:lnTo>
                    <a:pt x="28916" y="238124"/>
                  </a:lnTo>
                  <a:lnTo>
                    <a:pt x="24663" y="237278"/>
                  </a:lnTo>
                  <a:lnTo>
                    <a:pt x="0" y="209208"/>
                  </a:lnTo>
                  <a:lnTo>
                    <a:pt x="0" y="2047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685458" y="0"/>
                  </a:lnTo>
                  <a:lnTo>
                    <a:pt x="714374" y="28916"/>
                  </a:lnTo>
                  <a:lnTo>
                    <a:pt x="714374" y="209208"/>
                  </a:lnTo>
                  <a:lnTo>
                    <a:pt x="689710" y="237278"/>
                  </a:lnTo>
                  <a:lnTo>
                    <a:pt x="685458" y="2381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66887" y="2309812"/>
              <a:ext cx="714375" cy="238125"/>
            </a:xfrm>
            <a:custGeom>
              <a:avLst/>
              <a:gdLst/>
              <a:ahLst/>
              <a:cxnLst/>
              <a:rect l="l" t="t" r="r" b="b"/>
              <a:pathLst>
                <a:path w="714375" h="238125">
                  <a:moveTo>
                    <a:pt x="0" y="2047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90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681037" y="0"/>
                  </a:lnTo>
                  <a:lnTo>
                    <a:pt x="685458" y="0"/>
                  </a:lnTo>
                  <a:lnTo>
                    <a:pt x="689710" y="845"/>
                  </a:lnTo>
                  <a:lnTo>
                    <a:pt x="714375" y="33337"/>
                  </a:lnTo>
                  <a:lnTo>
                    <a:pt x="714375" y="204787"/>
                  </a:lnTo>
                  <a:lnTo>
                    <a:pt x="689710" y="237278"/>
                  </a:lnTo>
                  <a:lnTo>
                    <a:pt x="681037" y="238124"/>
                  </a:lnTo>
                  <a:lnTo>
                    <a:pt x="33337" y="238124"/>
                  </a:lnTo>
                  <a:lnTo>
                    <a:pt x="845" y="213460"/>
                  </a:lnTo>
                  <a:lnTo>
                    <a:pt x="0" y="209208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47936" y="2309812"/>
              <a:ext cx="866775" cy="238125"/>
            </a:xfrm>
            <a:custGeom>
              <a:avLst/>
              <a:gdLst/>
              <a:ahLst/>
              <a:cxnLst/>
              <a:rect l="l" t="t" r="r" b="b"/>
              <a:pathLst>
                <a:path w="866775" h="238125">
                  <a:moveTo>
                    <a:pt x="837858" y="238124"/>
                  </a:moveTo>
                  <a:lnTo>
                    <a:pt x="28916" y="238124"/>
                  </a:lnTo>
                  <a:lnTo>
                    <a:pt x="24664" y="237278"/>
                  </a:lnTo>
                  <a:lnTo>
                    <a:pt x="0" y="209208"/>
                  </a:lnTo>
                  <a:lnTo>
                    <a:pt x="0" y="2047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837858" y="0"/>
                  </a:lnTo>
                  <a:lnTo>
                    <a:pt x="866774" y="28916"/>
                  </a:lnTo>
                  <a:lnTo>
                    <a:pt x="866774" y="209208"/>
                  </a:lnTo>
                  <a:lnTo>
                    <a:pt x="842110" y="237278"/>
                  </a:lnTo>
                  <a:lnTo>
                    <a:pt x="837858" y="2381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47936" y="2309812"/>
              <a:ext cx="866775" cy="238125"/>
            </a:xfrm>
            <a:custGeom>
              <a:avLst/>
              <a:gdLst/>
              <a:ahLst/>
              <a:cxnLst/>
              <a:rect l="l" t="t" r="r" b="b"/>
              <a:pathLst>
                <a:path w="866775" h="238125">
                  <a:moveTo>
                    <a:pt x="0" y="2047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90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833437" y="0"/>
                  </a:lnTo>
                  <a:lnTo>
                    <a:pt x="837858" y="0"/>
                  </a:lnTo>
                  <a:lnTo>
                    <a:pt x="842110" y="845"/>
                  </a:lnTo>
                  <a:lnTo>
                    <a:pt x="866775" y="33337"/>
                  </a:lnTo>
                  <a:lnTo>
                    <a:pt x="866775" y="204787"/>
                  </a:lnTo>
                  <a:lnTo>
                    <a:pt x="842110" y="237278"/>
                  </a:lnTo>
                  <a:lnTo>
                    <a:pt x="833437" y="238124"/>
                  </a:lnTo>
                  <a:lnTo>
                    <a:pt x="33337" y="238124"/>
                  </a:lnTo>
                  <a:lnTo>
                    <a:pt x="9764" y="228360"/>
                  </a:lnTo>
                  <a:lnTo>
                    <a:pt x="6638" y="225234"/>
                  </a:lnTo>
                  <a:lnTo>
                    <a:pt x="4229" y="221629"/>
                  </a:lnTo>
                  <a:lnTo>
                    <a:pt x="2537" y="217544"/>
                  </a:lnTo>
                  <a:lnTo>
                    <a:pt x="845" y="213460"/>
                  </a:lnTo>
                  <a:lnTo>
                    <a:pt x="0" y="209208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85937" y="2671762"/>
              <a:ext cx="1085850" cy="228600"/>
            </a:xfrm>
            <a:custGeom>
              <a:avLst/>
              <a:gdLst/>
              <a:ahLst/>
              <a:cxnLst/>
              <a:rect l="l" t="t" r="r" b="b"/>
              <a:pathLst>
                <a:path w="1085850" h="228600">
                  <a:moveTo>
                    <a:pt x="1056933" y="228599"/>
                  </a:moveTo>
                  <a:lnTo>
                    <a:pt x="28916" y="228599"/>
                  </a:lnTo>
                  <a:lnTo>
                    <a:pt x="24664" y="227753"/>
                  </a:lnTo>
                  <a:lnTo>
                    <a:pt x="0" y="199683"/>
                  </a:lnTo>
                  <a:lnTo>
                    <a:pt x="0" y="1952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056933" y="0"/>
                  </a:lnTo>
                  <a:lnTo>
                    <a:pt x="1085849" y="28916"/>
                  </a:lnTo>
                  <a:lnTo>
                    <a:pt x="1085849" y="199683"/>
                  </a:lnTo>
                  <a:lnTo>
                    <a:pt x="1061185" y="227753"/>
                  </a:lnTo>
                  <a:lnTo>
                    <a:pt x="1056933" y="2285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85937" y="2671762"/>
              <a:ext cx="1085850" cy="228600"/>
            </a:xfrm>
            <a:custGeom>
              <a:avLst/>
              <a:gdLst/>
              <a:ahLst/>
              <a:cxnLst/>
              <a:rect l="l" t="t" r="r" b="b"/>
              <a:pathLst>
                <a:path w="1085850" h="228600">
                  <a:moveTo>
                    <a:pt x="0" y="19526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052512" y="0"/>
                  </a:lnTo>
                  <a:lnTo>
                    <a:pt x="1056933" y="0"/>
                  </a:lnTo>
                  <a:lnTo>
                    <a:pt x="1061185" y="845"/>
                  </a:lnTo>
                  <a:lnTo>
                    <a:pt x="1065270" y="2537"/>
                  </a:lnTo>
                  <a:lnTo>
                    <a:pt x="1069354" y="4229"/>
                  </a:lnTo>
                  <a:lnTo>
                    <a:pt x="1072959" y="6637"/>
                  </a:lnTo>
                  <a:lnTo>
                    <a:pt x="1076085" y="9764"/>
                  </a:lnTo>
                  <a:lnTo>
                    <a:pt x="1079211" y="12889"/>
                  </a:lnTo>
                  <a:lnTo>
                    <a:pt x="1085850" y="33337"/>
                  </a:lnTo>
                  <a:lnTo>
                    <a:pt x="1085850" y="195262"/>
                  </a:lnTo>
                  <a:lnTo>
                    <a:pt x="1065270" y="226061"/>
                  </a:lnTo>
                  <a:lnTo>
                    <a:pt x="1061185" y="227753"/>
                  </a:lnTo>
                  <a:lnTo>
                    <a:pt x="1056933" y="228599"/>
                  </a:lnTo>
                  <a:lnTo>
                    <a:pt x="1052512" y="228599"/>
                  </a:lnTo>
                  <a:lnTo>
                    <a:pt x="33337" y="228599"/>
                  </a:lnTo>
                  <a:lnTo>
                    <a:pt x="28916" y="228599"/>
                  </a:lnTo>
                  <a:lnTo>
                    <a:pt x="24664" y="227753"/>
                  </a:lnTo>
                  <a:lnTo>
                    <a:pt x="20579" y="226061"/>
                  </a:lnTo>
                  <a:lnTo>
                    <a:pt x="16495" y="224370"/>
                  </a:lnTo>
                  <a:lnTo>
                    <a:pt x="2537" y="208019"/>
                  </a:lnTo>
                  <a:lnTo>
                    <a:pt x="845" y="203935"/>
                  </a:lnTo>
                  <a:lnTo>
                    <a:pt x="0" y="199683"/>
                  </a:lnTo>
                  <a:lnTo>
                    <a:pt x="0" y="1952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1175" y="2649537"/>
            <a:ext cx="122301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5"/>
              </a:spcBef>
              <a:buClr>
                <a:srgbClr val="94A2B8"/>
              </a:buClr>
              <a:buFont typeface="Arial"/>
              <a:buChar char="•"/>
              <a:tabLst>
                <a:tab pos="165100" algn="l"/>
              </a:tabLst>
            </a:pP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Comparaison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14462" y="2319305"/>
            <a:ext cx="1553845" cy="5499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97560" algn="l"/>
              </a:tabLst>
            </a:pPr>
            <a:r>
              <a:rPr sz="1050" spc="150" dirty="0">
                <a:solidFill>
                  <a:srgbClr val="0E1729"/>
                </a:solidFill>
                <a:latin typeface="Times New Roman"/>
                <a:cs typeface="Times New Roman"/>
              </a:rPr>
              <a:t>equals()</a:t>
            </a:r>
            <a:r>
              <a:rPr sz="1050" dirty="0">
                <a:solidFill>
                  <a:srgbClr val="0E1729"/>
                </a:solidFill>
                <a:latin typeface="Times New Roman"/>
                <a:cs typeface="Times New Roman"/>
              </a:rPr>
              <a:t>	</a:t>
            </a:r>
            <a:r>
              <a:rPr sz="1050" spc="85" dirty="0">
                <a:solidFill>
                  <a:srgbClr val="0E1729"/>
                </a:solidFill>
                <a:latin typeface="Times New Roman"/>
                <a:cs typeface="Times New Roman"/>
              </a:rPr>
              <a:t>hashCode()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</a:pPr>
            <a:r>
              <a:rPr sz="1050" spc="40" dirty="0">
                <a:solidFill>
                  <a:srgbClr val="0E1729"/>
                </a:solidFill>
                <a:latin typeface="Times New Roman"/>
                <a:cs typeface="Times New Roman"/>
              </a:rPr>
              <a:t>Comparable</a:t>
            </a:r>
            <a:r>
              <a:rPr sz="950" spc="40" dirty="0">
                <a:solidFill>
                  <a:srgbClr val="0E1729"/>
                </a:solidFill>
                <a:latin typeface="Times New Roman"/>
                <a:cs typeface="Times New Roman"/>
              </a:rPr>
              <a:t>&lt;</a:t>
            </a:r>
            <a:r>
              <a:rPr sz="1050" spc="40" dirty="0">
                <a:solidFill>
                  <a:srgbClr val="0E1729"/>
                </a:solidFill>
                <a:latin typeface="Times New Roman"/>
                <a:cs typeface="Times New Roman"/>
              </a:rPr>
              <a:t>T&gt;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1175" y="3011487"/>
            <a:ext cx="909319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5"/>
              </a:spcBef>
              <a:buClr>
                <a:srgbClr val="94A2B8"/>
              </a:buClr>
              <a:buFont typeface="Arial"/>
              <a:buChar char="•"/>
              <a:tabLst>
                <a:tab pos="165100" algn="l"/>
              </a:tabLst>
            </a:pP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Parcours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66849" y="3019424"/>
            <a:ext cx="952500" cy="247650"/>
            <a:chOff x="1466849" y="3019424"/>
            <a:chExt cx="952500" cy="247650"/>
          </a:xfrm>
        </p:grpSpPr>
        <p:sp>
          <p:nvSpPr>
            <p:cNvPr id="24" name="object 24"/>
            <p:cNvSpPr/>
            <p:nvPr/>
          </p:nvSpPr>
          <p:spPr>
            <a:xfrm>
              <a:off x="1471612" y="3024187"/>
              <a:ext cx="942975" cy="238125"/>
            </a:xfrm>
            <a:custGeom>
              <a:avLst/>
              <a:gdLst/>
              <a:ahLst/>
              <a:cxnLst/>
              <a:rect l="l" t="t" r="r" b="b"/>
              <a:pathLst>
                <a:path w="942975" h="238125">
                  <a:moveTo>
                    <a:pt x="914058" y="238124"/>
                  </a:moveTo>
                  <a:lnTo>
                    <a:pt x="28916" y="238124"/>
                  </a:lnTo>
                  <a:lnTo>
                    <a:pt x="24663" y="237278"/>
                  </a:lnTo>
                  <a:lnTo>
                    <a:pt x="0" y="209208"/>
                  </a:lnTo>
                  <a:lnTo>
                    <a:pt x="0" y="2047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914058" y="0"/>
                  </a:lnTo>
                  <a:lnTo>
                    <a:pt x="942975" y="28916"/>
                  </a:lnTo>
                  <a:lnTo>
                    <a:pt x="942975" y="209208"/>
                  </a:lnTo>
                  <a:lnTo>
                    <a:pt x="918310" y="237278"/>
                  </a:lnTo>
                  <a:lnTo>
                    <a:pt x="914058" y="2381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71612" y="3024187"/>
              <a:ext cx="942975" cy="238125"/>
            </a:xfrm>
            <a:custGeom>
              <a:avLst/>
              <a:gdLst/>
              <a:ahLst/>
              <a:cxnLst/>
              <a:rect l="l" t="t" r="r" b="b"/>
              <a:pathLst>
                <a:path w="942975" h="238125">
                  <a:moveTo>
                    <a:pt x="0" y="2047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909637" y="0"/>
                  </a:lnTo>
                  <a:lnTo>
                    <a:pt x="914058" y="0"/>
                  </a:lnTo>
                  <a:lnTo>
                    <a:pt x="918310" y="845"/>
                  </a:lnTo>
                  <a:lnTo>
                    <a:pt x="922394" y="2537"/>
                  </a:lnTo>
                  <a:lnTo>
                    <a:pt x="926479" y="4229"/>
                  </a:lnTo>
                  <a:lnTo>
                    <a:pt x="930084" y="6637"/>
                  </a:lnTo>
                  <a:lnTo>
                    <a:pt x="933210" y="9764"/>
                  </a:lnTo>
                  <a:lnTo>
                    <a:pt x="936336" y="12889"/>
                  </a:lnTo>
                  <a:lnTo>
                    <a:pt x="938745" y="16494"/>
                  </a:lnTo>
                  <a:lnTo>
                    <a:pt x="940437" y="20579"/>
                  </a:lnTo>
                  <a:lnTo>
                    <a:pt x="942129" y="24663"/>
                  </a:lnTo>
                  <a:lnTo>
                    <a:pt x="942975" y="28916"/>
                  </a:lnTo>
                  <a:lnTo>
                    <a:pt x="942975" y="33337"/>
                  </a:lnTo>
                  <a:lnTo>
                    <a:pt x="942975" y="204787"/>
                  </a:lnTo>
                  <a:lnTo>
                    <a:pt x="942975" y="209208"/>
                  </a:lnTo>
                  <a:lnTo>
                    <a:pt x="942129" y="213460"/>
                  </a:lnTo>
                  <a:lnTo>
                    <a:pt x="922395" y="235586"/>
                  </a:lnTo>
                  <a:lnTo>
                    <a:pt x="918310" y="237278"/>
                  </a:lnTo>
                  <a:lnTo>
                    <a:pt x="914058" y="238124"/>
                  </a:lnTo>
                  <a:lnTo>
                    <a:pt x="909637" y="238124"/>
                  </a:lnTo>
                  <a:lnTo>
                    <a:pt x="33337" y="238124"/>
                  </a:lnTo>
                  <a:lnTo>
                    <a:pt x="28916" y="238124"/>
                  </a:lnTo>
                  <a:lnTo>
                    <a:pt x="24663" y="237278"/>
                  </a:lnTo>
                  <a:lnTo>
                    <a:pt x="20579" y="235586"/>
                  </a:lnTo>
                  <a:lnTo>
                    <a:pt x="16495" y="233895"/>
                  </a:lnTo>
                  <a:lnTo>
                    <a:pt x="0" y="209208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18294" y="3033680"/>
            <a:ext cx="842644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20" dirty="0">
                <a:solidFill>
                  <a:srgbClr val="0E1729"/>
                </a:solidFill>
                <a:latin typeface="Times New Roman"/>
                <a:cs typeface="Times New Roman"/>
              </a:rPr>
              <a:t>Iterable</a:t>
            </a:r>
            <a:r>
              <a:rPr sz="950" spc="120" dirty="0">
                <a:solidFill>
                  <a:srgbClr val="0E1729"/>
                </a:solidFill>
                <a:latin typeface="Times New Roman"/>
                <a:cs typeface="Times New Roman"/>
              </a:rPr>
              <a:t>&lt;</a:t>
            </a:r>
            <a:r>
              <a:rPr sz="1050" spc="120" dirty="0">
                <a:solidFill>
                  <a:srgbClr val="0E1729"/>
                </a:solidFill>
                <a:latin typeface="Times New Roman"/>
                <a:cs typeface="Times New Roman"/>
              </a:rPr>
              <a:t>T&gt;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1175" y="3363912"/>
            <a:ext cx="224790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5"/>
              </a:spcBef>
              <a:buClr>
                <a:srgbClr val="94A2B8"/>
              </a:buClr>
              <a:buFont typeface="Arial"/>
              <a:buChar char="•"/>
              <a:tabLst>
                <a:tab pos="165100" algn="l"/>
              </a:tabLst>
            </a:pP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Encapsulation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45" dirty="0">
                <a:solidFill>
                  <a:srgbClr val="465469"/>
                </a:solidFill>
                <a:latin typeface="Arial"/>
                <a:cs typeface="Arial"/>
              </a:rPr>
              <a:t>&amp;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Immutabilité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12336" y="1164336"/>
            <a:ext cx="3767454" cy="4593590"/>
            <a:chOff x="4212336" y="1164336"/>
            <a:chExt cx="3767454" cy="4593590"/>
          </a:xfrm>
        </p:grpSpPr>
        <p:sp>
          <p:nvSpPr>
            <p:cNvPr id="29" name="object 29"/>
            <p:cNvSpPr/>
            <p:nvPr/>
          </p:nvSpPr>
          <p:spPr>
            <a:xfrm>
              <a:off x="4239768" y="1173480"/>
              <a:ext cx="3712845" cy="4538980"/>
            </a:xfrm>
            <a:custGeom>
              <a:avLst/>
              <a:gdLst/>
              <a:ahLst/>
              <a:cxnLst/>
              <a:rect l="l" t="t" r="r" b="b"/>
              <a:pathLst>
                <a:path w="3712845" h="4538980">
                  <a:moveTo>
                    <a:pt x="3712464" y="4538472"/>
                  </a:moveTo>
                  <a:lnTo>
                    <a:pt x="0" y="4538472"/>
                  </a:lnTo>
                  <a:lnTo>
                    <a:pt x="0" y="0"/>
                  </a:lnTo>
                  <a:lnTo>
                    <a:pt x="3712464" y="0"/>
                  </a:lnTo>
                  <a:lnTo>
                    <a:pt x="3712464" y="36194"/>
                  </a:lnTo>
                  <a:lnTo>
                    <a:pt x="160781" y="36194"/>
                  </a:lnTo>
                  <a:lnTo>
                    <a:pt x="150460" y="36693"/>
                  </a:lnTo>
                  <a:lnTo>
                    <a:pt x="111340" y="48580"/>
                  </a:lnTo>
                  <a:lnTo>
                    <a:pt x="79748" y="74533"/>
                  </a:lnTo>
                  <a:lnTo>
                    <a:pt x="60492" y="110600"/>
                  </a:lnTo>
                  <a:lnTo>
                    <a:pt x="56006" y="140969"/>
                  </a:lnTo>
                  <a:lnTo>
                    <a:pt x="56006" y="4360544"/>
                  </a:lnTo>
                  <a:lnTo>
                    <a:pt x="63981" y="4400639"/>
                  </a:lnTo>
                  <a:lnTo>
                    <a:pt x="86694" y="4434631"/>
                  </a:lnTo>
                  <a:lnTo>
                    <a:pt x="120685" y="4457343"/>
                  </a:lnTo>
                  <a:lnTo>
                    <a:pt x="160781" y="4465319"/>
                  </a:lnTo>
                  <a:lnTo>
                    <a:pt x="3712464" y="4465319"/>
                  </a:lnTo>
                  <a:lnTo>
                    <a:pt x="3712464" y="4538472"/>
                  </a:lnTo>
                  <a:close/>
                </a:path>
                <a:path w="3712845" h="4538980">
                  <a:moveTo>
                    <a:pt x="3712464" y="4465319"/>
                  </a:moveTo>
                  <a:lnTo>
                    <a:pt x="3551681" y="4465319"/>
                  </a:lnTo>
                  <a:lnTo>
                    <a:pt x="3562002" y="4464821"/>
                  </a:lnTo>
                  <a:lnTo>
                    <a:pt x="3572125" y="4463325"/>
                  </a:lnTo>
                  <a:lnTo>
                    <a:pt x="3609901" y="4447677"/>
                  </a:lnTo>
                  <a:lnTo>
                    <a:pt x="3638815" y="4418764"/>
                  </a:lnTo>
                  <a:lnTo>
                    <a:pt x="3654462" y="4380988"/>
                  </a:lnTo>
                  <a:lnTo>
                    <a:pt x="3656456" y="4360544"/>
                  </a:lnTo>
                  <a:lnTo>
                    <a:pt x="3656456" y="140969"/>
                  </a:lnTo>
                  <a:lnTo>
                    <a:pt x="3648480" y="100874"/>
                  </a:lnTo>
                  <a:lnTo>
                    <a:pt x="3625768" y="66882"/>
                  </a:lnTo>
                  <a:lnTo>
                    <a:pt x="3591776" y="44170"/>
                  </a:lnTo>
                  <a:lnTo>
                    <a:pt x="3551681" y="36194"/>
                  </a:lnTo>
                  <a:lnTo>
                    <a:pt x="3712464" y="36194"/>
                  </a:lnTo>
                  <a:lnTo>
                    <a:pt x="3712464" y="4465319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12336" y="1164336"/>
              <a:ext cx="3767454" cy="4593590"/>
            </a:xfrm>
            <a:custGeom>
              <a:avLst/>
              <a:gdLst/>
              <a:ahLst/>
              <a:cxnLst/>
              <a:rect l="l" t="t" r="r" b="b"/>
              <a:pathLst>
                <a:path w="3767454" h="4593590">
                  <a:moveTo>
                    <a:pt x="3767328" y="4593336"/>
                  </a:moveTo>
                  <a:lnTo>
                    <a:pt x="0" y="4593336"/>
                  </a:lnTo>
                  <a:lnTo>
                    <a:pt x="0" y="0"/>
                  </a:lnTo>
                  <a:lnTo>
                    <a:pt x="3767328" y="0"/>
                  </a:lnTo>
                  <a:lnTo>
                    <a:pt x="3767328" y="45338"/>
                  </a:lnTo>
                  <a:lnTo>
                    <a:pt x="188213" y="45338"/>
                  </a:lnTo>
                  <a:lnTo>
                    <a:pt x="177892" y="45837"/>
                  </a:lnTo>
                  <a:lnTo>
                    <a:pt x="138772" y="57724"/>
                  </a:lnTo>
                  <a:lnTo>
                    <a:pt x="107180" y="83677"/>
                  </a:lnTo>
                  <a:lnTo>
                    <a:pt x="87924" y="119744"/>
                  </a:lnTo>
                  <a:lnTo>
                    <a:pt x="83438" y="150113"/>
                  </a:lnTo>
                  <a:lnTo>
                    <a:pt x="83438" y="4369688"/>
                  </a:lnTo>
                  <a:lnTo>
                    <a:pt x="91413" y="4409783"/>
                  </a:lnTo>
                  <a:lnTo>
                    <a:pt x="114126" y="4443775"/>
                  </a:lnTo>
                  <a:lnTo>
                    <a:pt x="148117" y="4466487"/>
                  </a:lnTo>
                  <a:lnTo>
                    <a:pt x="188213" y="4474463"/>
                  </a:lnTo>
                  <a:lnTo>
                    <a:pt x="3767328" y="4474463"/>
                  </a:lnTo>
                  <a:lnTo>
                    <a:pt x="3767328" y="4593336"/>
                  </a:lnTo>
                  <a:close/>
                </a:path>
                <a:path w="3767454" h="4593590">
                  <a:moveTo>
                    <a:pt x="3767328" y="4474463"/>
                  </a:moveTo>
                  <a:lnTo>
                    <a:pt x="3579113" y="4474463"/>
                  </a:lnTo>
                  <a:lnTo>
                    <a:pt x="3589434" y="4473965"/>
                  </a:lnTo>
                  <a:lnTo>
                    <a:pt x="3599557" y="4472469"/>
                  </a:lnTo>
                  <a:lnTo>
                    <a:pt x="3637333" y="4456821"/>
                  </a:lnTo>
                  <a:lnTo>
                    <a:pt x="3666247" y="4427908"/>
                  </a:lnTo>
                  <a:lnTo>
                    <a:pt x="3681894" y="4390132"/>
                  </a:lnTo>
                  <a:lnTo>
                    <a:pt x="3683888" y="4369688"/>
                  </a:lnTo>
                  <a:lnTo>
                    <a:pt x="3683888" y="150113"/>
                  </a:lnTo>
                  <a:lnTo>
                    <a:pt x="3675912" y="110018"/>
                  </a:lnTo>
                  <a:lnTo>
                    <a:pt x="3653200" y="76026"/>
                  </a:lnTo>
                  <a:lnTo>
                    <a:pt x="3619208" y="53314"/>
                  </a:lnTo>
                  <a:lnTo>
                    <a:pt x="3579113" y="45338"/>
                  </a:lnTo>
                  <a:lnTo>
                    <a:pt x="3767328" y="45338"/>
                  </a:lnTo>
                  <a:lnTo>
                    <a:pt x="3767328" y="447446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91012" y="1204912"/>
              <a:ext cx="3609975" cy="4438650"/>
            </a:xfrm>
            <a:custGeom>
              <a:avLst/>
              <a:gdLst/>
              <a:ahLst/>
              <a:cxnLst/>
              <a:rect l="l" t="t" r="r" b="b"/>
              <a:pathLst>
                <a:path w="3609975" h="4438650">
                  <a:moveTo>
                    <a:pt x="3507629" y="4438649"/>
                  </a:moveTo>
                  <a:lnTo>
                    <a:pt x="102345" y="4438649"/>
                  </a:lnTo>
                  <a:lnTo>
                    <a:pt x="95222" y="4437947"/>
                  </a:lnTo>
                  <a:lnTo>
                    <a:pt x="54661" y="4424183"/>
                  </a:lnTo>
                  <a:lnTo>
                    <a:pt x="22456" y="4395948"/>
                  </a:lnTo>
                  <a:lnTo>
                    <a:pt x="3507" y="4357534"/>
                  </a:lnTo>
                  <a:lnTo>
                    <a:pt x="0" y="4336304"/>
                  </a:lnTo>
                  <a:lnTo>
                    <a:pt x="0" y="43291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507629" y="0"/>
                  </a:lnTo>
                  <a:lnTo>
                    <a:pt x="3548999" y="11090"/>
                  </a:lnTo>
                  <a:lnTo>
                    <a:pt x="3582977" y="37168"/>
                  </a:lnTo>
                  <a:lnTo>
                    <a:pt x="3604388" y="74264"/>
                  </a:lnTo>
                  <a:lnTo>
                    <a:pt x="3609974" y="102345"/>
                  </a:lnTo>
                  <a:lnTo>
                    <a:pt x="3609974" y="4336304"/>
                  </a:lnTo>
                  <a:lnTo>
                    <a:pt x="3598883" y="4377675"/>
                  </a:lnTo>
                  <a:lnTo>
                    <a:pt x="3572805" y="4411651"/>
                  </a:lnTo>
                  <a:lnTo>
                    <a:pt x="3535709" y="4433063"/>
                  </a:lnTo>
                  <a:lnTo>
                    <a:pt x="3514752" y="4437947"/>
                  </a:lnTo>
                  <a:lnTo>
                    <a:pt x="3507629" y="4438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91012" y="1204912"/>
              <a:ext cx="3609975" cy="4438650"/>
            </a:xfrm>
            <a:custGeom>
              <a:avLst/>
              <a:gdLst/>
              <a:ahLst/>
              <a:cxnLst/>
              <a:rect l="l" t="t" r="r" b="b"/>
              <a:pathLst>
                <a:path w="3609975" h="4438650">
                  <a:moveTo>
                    <a:pt x="0" y="43291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500437" y="0"/>
                  </a:lnTo>
                  <a:lnTo>
                    <a:pt x="3507629" y="0"/>
                  </a:lnTo>
                  <a:lnTo>
                    <a:pt x="3514752" y="701"/>
                  </a:lnTo>
                  <a:lnTo>
                    <a:pt x="3555311" y="14464"/>
                  </a:lnTo>
                  <a:lnTo>
                    <a:pt x="3561291" y="18460"/>
                  </a:lnTo>
                  <a:lnTo>
                    <a:pt x="3567272" y="22456"/>
                  </a:lnTo>
                  <a:lnTo>
                    <a:pt x="3572805" y="26996"/>
                  </a:lnTo>
                  <a:lnTo>
                    <a:pt x="3577891" y="32082"/>
                  </a:lnTo>
                  <a:lnTo>
                    <a:pt x="3582977" y="37168"/>
                  </a:lnTo>
                  <a:lnTo>
                    <a:pt x="3601635" y="67619"/>
                  </a:lnTo>
                  <a:lnTo>
                    <a:pt x="3604388" y="74264"/>
                  </a:lnTo>
                  <a:lnTo>
                    <a:pt x="3609974" y="109537"/>
                  </a:lnTo>
                  <a:lnTo>
                    <a:pt x="3609974" y="4329112"/>
                  </a:lnTo>
                  <a:lnTo>
                    <a:pt x="3609974" y="4336304"/>
                  </a:lnTo>
                  <a:lnTo>
                    <a:pt x="3609272" y="4343427"/>
                  </a:lnTo>
                  <a:lnTo>
                    <a:pt x="3607869" y="4350481"/>
                  </a:lnTo>
                  <a:lnTo>
                    <a:pt x="3606465" y="4357534"/>
                  </a:lnTo>
                  <a:lnTo>
                    <a:pt x="3604388" y="4364384"/>
                  </a:lnTo>
                  <a:lnTo>
                    <a:pt x="3601635" y="4371029"/>
                  </a:lnTo>
                  <a:lnTo>
                    <a:pt x="3598883" y="4377675"/>
                  </a:lnTo>
                  <a:lnTo>
                    <a:pt x="3572805" y="4411651"/>
                  </a:lnTo>
                  <a:lnTo>
                    <a:pt x="3535709" y="4433063"/>
                  </a:lnTo>
                  <a:lnTo>
                    <a:pt x="3500437" y="4438649"/>
                  </a:lnTo>
                  <a:lnTo>
                    <a:pt x="109537" y="4438649"/>
                  </a:lnTo>
                  <a:lnTo>
                    <a:pt x="67619" y="4430310"/>
                  </a:lnTo>
                  <a:lnTo>
                    <a:pt x="60974" y="4427557"/>
                  </a:lnTo>
                  <a:lnTo>
                    <a:pt x="26997" y="4401481"/>
                  </a:lnTo>
                  <a:lnTo>
                    <a:pt x="18460" y="4389967"/>
                  </a:lnTo>
                  <a:lnTo>
                    <a:pt x="14464" y="4383987"/>
                  </a:lnTo>
                  <a:lnTo>
                    <a:pt x="2104" y="4350481"/>
                  </a:lnTo>
                  <a:lnTo>
                    <a:pt x="701" y="4343427"/>
                  </a:lnTo>
                  <a:lnTo>
                    <a:pt x="0" y="4336304"/>
                  </a:lnTo>
                  <a:lnTo>
                    <a:pt x="0" y="43291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81524" y="2095499"/>
              <a:ext cx="3028950" cy="19050"/>
            </a:xfrm>
            <a:custGeom>
              <a:avLst/>
              <a:gdLst/>
              <a:ahLst/>
              <a:cxnLst/>
              <a:rect l="l" t="t" r="r" b="b"/>
              <a:pathLst>
                <a:path w="3028950" h="19050">
                  <a:moveTo>
                    <a:pt x="30289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28949" y="0"/>
                  </a:lnTo>
                  <a:lnTo>
                    <a:pt x="3028949" y="190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81524" y="14954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68203" y="457199"/>
                  </a:moveTo>
                  <a:lnTo>
                    <a:pt x="88995" y="457199"/>
                  </a:lnTo>
                  <a:lnTo>
                    <a:pt x="82801" y="456589"/>
                  </a:lnTo>
                  <a:lnTo>
                    <a:pt x="37131" y="437672"/>
                  </a:lnTo>
                  <a:lnTo>
                    <a:pt x="9643" y="404178"/>
                  </a:lnTo>
                  <a:lnTo>
                    <a:pt x="0" y="368204"/>
                  </a:lnTo>
                  <a:lnTo>
                    <a:pt x="0" y="3619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368203" y="0"/>
                  </a:lnTo>
                  <a:lnTo>
                    <a:pt x="409667" y="12577"/>
                  </a:lnTo>
                  <a:lnTo>
                    <a:pt x="444621" y="47531"/>
                  </a:lnTo>
                  <a:lnTo>
                    <a:pt x="457200" y="88995"/>
                  </a:lnTo>
                  <a:lnTo>
                    <a:pt x="457200" y="368204"/>
                  </a:lnTo>
                  <a:lnTo>
                    <a:pt x="444621" y="409667"/>
                  </a:lnTo>
                  <a:lnTo>
                    <a:pt x="409667" y="444621"/>
                  </a:lnTo>
                  <a:lnTo>
                    <a:pt x="374398" y="456589"/>
                  </a:lnTo>
                  <a:lnTo>
                    <a:pt x="368203" y="4571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4874" y="1622424"/>
              <a:ext cx="190500" cy="193675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5168899" y="1557734"/>
            <a:ext cx="108966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-100" dirty="0">
                <a:solidFill>
                  <a:srgbClr val="334054"/>
                </a:solidFill>
                <a:latin typeface="Arial"/>
                <a:cs typeface="Arial"/>
              </a:rPr>
              <a:t>Génériques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16425" y="2297112"/>
            <a:ext cx="156464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5"/>
              </a:spcBef>
              <a:buClr>
                <a:srgbClr val="94A2B8"/>
              </a:buClr>
              <a:buFont typeface="Arial"/>
              <a:buChar char="•"/>
              <a:tabLst>
                <a:tab pos="165100" algn="l"/>
              </a:tabLst>
            </a:pPr>
            <a:r>
              <a:rPr sz="1350" spc="-60" dirty="0">
                <a:solidFill>
                  <a:srgbClr val="465469"/>
                </a:solidFill>
                <a:latin typeface="Arial"/>
                <a:cs typeface="Arial"/>
              </a:rPr>
              <a:t>Types</a:t>
            </a:r>
            <a:r>
              <a:rPr sz="1350" spc="-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paramétrés</a:t>
            </a:r>
            <a:r>
              <a:rPr sz="1350" spc="-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029323" y="2305049"/>
            <a:ext cx="647700" cy="247650"/>
            <a:chOff x="6029323" y="2305049"/>
            <a:chExt cx="647700" cy="247650"/>
          </a:xfrm>
        </p:grpSpPr>
        <p:sp>
          <p:nvSpPr>
            <p:cNvPr id="39" name="object 39"/>
            <p:cNvSpPr/>
            <p:nvPr/>
          </p:nvSpPr>
          <p:spPr>
            <a:xfrm>
              <a:off x="6034086" y="2309812"/>
              <a:ext cx="638175" cy="238125"/>
            </a:xfrm>
            <a:custGeom>
              <a:avLst/>
              <a:gdLst/>
              <a:ahLst/>
              <a:cxnLst/>
              <a:rect l="l" t="t" r="r" b="b"/>
              <a:pathLst>
                <a:path w="638175" h="238125">
                  <a:moveTo>
                    <a:pt x="609258" y="238124"/>
                  </a:moveTo>
                  <a:lnTo>
                    <a:pt x="28916" y="238124"/>
                  </a:lnTo>
                  <a:lnTo>
                    <a:pt x="24664" y="237278"/>
                  </a:lnTo>
                  <a:lnTo>
                    <a:pt x="0" y="209208"/>
                  </a:lnTo>
                  <a:lnTo>
                    <a:pt x="0" y="2047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609258" y="0"/>
                  </a:lnTo>
                  <a:lnTo>
                    <a:pt x="638174" y="28916"/>
                  </a:lnTo>
                  <a:lnTo>
                    <a:pt x="638174" y="209208"/>
                  </a:lnTo>
                  <a:lnTo>
                    <a:pt x="613510" y="237278"/>
                  </a:lnTo>
                  <a:lnTo>
                    <a:pt x="609258" y="2381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34086" y="2309812"/>
              <a:ext cx="638175" cy="238125"/>
            </a:xfrm>
            <a:custGeom>
              <a:avLst/>
              <a:gdLst/>
              <a:ahLst/>
              <a:cxnLst/>
              <a:rect l="l" t="t" r="r" b="b"/>
              <a:pathLst>
                <a:path w="638175" h="238125">
                  <a:moveTo>
                    <a:pt x="0" y="2047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90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6" y="4229"/>
                  </a:lnTo>
                  <a:lnTo>
                    <a:pt x="20580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604838" y="0"/>
                  </a:lnTo>
                  <a:lnTo>
                    <a:pt x="609258" y="0"/>
                  </a:lnTo>
                  <a:lnTo>
                    <a:pt x="613510" y="845"/>
                  </a:lnTo>
                  <a:lnTo>
                    <a:pt x="638175" y="33337"/>
                  </a:lnTo>
                  <a:lnTo>
                    <a:pt x="638175" y="204787"/>
                  </a:lnTo>
                  <a:lnTo>
                    <a:pt x="613510" y="237278"/>
                  </a:lnTo>
                  <a:lnTo>
                    <a:pt x="604838" y="238124"/>
                  </a:lnTo>
                  <a:lnTo>
                    <a:pt x="33338" y="238124"/>
                  </a:lnTo>
                  <a:lnTo>
                    <a:pt x="845" y="213460"/>
                  </a:lnTo>
                  <a:lnTo>
                    <a:pt x="0" y="209208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079132" y="2319305"/>
            <a:ext cx="54546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85" dirty="0">
                <a:solidFill>
                  <a:srgbClr val="0E1729"/>
                </a:solidFill>
                <a:latin typeface="Times New Roman"/>
                <a:cs typeface="Times New Roman"/>
              </a:rPr>
              <a:t>List</a:t>
            </a:r>
            <a:r>
              <a:rPr sz="950" spc="85" dirty="0">
                <a:solidFill>
                  <a:srgbClr val="0E1729"/>
                </a:solidFill>
                <a:latin typeface="Times New Roman"/>
                <a:cs typeface="Times New Roman"/>
              </a:rPr>
              <a:t>&lt;</a:t>
            </a:r>
            <a:r>
              <a:rPr sz="1050" spc="85" dirty="0">
                <a:solidFill>
                  <a:srgbClr val="0E1729"/>
                </a:solidFill>
                <a:latin typeface="Times New Roman"/>
                <a:cs typeface="Times New Roman"/>
              </a:rPr>
              <a:t>E&gt;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16425" y="2649537"/>
            <a:ext cx="1020444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5"/>
              </a:spcBef>
              <a:buClr>
                <a:srgbClr val="94A2B8"/>
              </a:buClr>
              <a:buFont typeface="Arial"/>
              <a:buChar char="•"/>
              <a:tabLst>
                <a:tab pos="165100" algn="l"/>
              </a:tabLst>
            </a:pP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Clé-</a:t>
            </a:r>
            <a:r>
              <a:rPr sz="1350" spc="-65" dirty="0">
                <a:solidFill>
                  <a:srgbClr val="465469"/>
                </a:solidFill>
                <a:latin typeface="Arial"/>
                <a:cs typeface="Arial"/>
              </a:rPr>
              <a:t>Valeur</a:t>
            </a:r>
            <a:r>
              <a:rPr sz="1350" spc="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476873" y="2666999"/>
            <a:ext cx="733425" cy="238125"/>
            <a:chOff x="5476873" y="2666999"/>
            <a:chExt cx="733425" cy="238125"/>
          </a:xfrm>
        </p:grpSpPr>
        <p:sp>
          <p:nvSpPr>
            <p:cNvPr id="44" name="object 44"/>
            <p:cNvSpPr/>
            <p:nvPr/>
          </p:nvSpPr>
          <p:spPr>
            <a:xfrm>
              <a:off x="5481636" y="2671762"/>
              <a:ext cx="723900" cy="228600"/>
            </a:xfrm>
            <a:custGeom>
              <a:avLst/>
              <a:gdLst/>
              <a:ahLst/>
              <a:cxnLst/>
              <a:rect l="l" t="t" r="r" b="b"/>
              <a:pathLst>
                <a:path w="723900" h="228600">
                  <a:moveTo>
                    <a:pt x="694983" y="228599"/>
                  </a:moveTo>
                  <a:lnTo>
                    <a:pt x="28916" y="228599"/>
                  </a:lnTo>
                  <a:lnTo>
                    <a:pt x="24664" y="227753"/>
                  </a:lnTo>
                  <a:lnTo>
                    <a:pt x="0" y="199683"/>
                  </a:lnTo>
                  <a:lnTo>
                    <a:pt x="0" y="1952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694983" y="0"/>
                  </a:lnTo>
                  <a:lnTo>
                    <a:pt x="723899" y="28916"/>
                  </a:lnTo>
                  <a:lnTo>
                    <a:pt x="723899" y="199683"/>
                  </a:lnTo>
                  <a:lnTo>
                    <a:pt x="699235" y="227753"/>
                  </a:lnTo>
                  <a:lnTo>
                    <a:pt x="694983" y="2285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81636" y="2671762"/>
              <a:ext cx="723900" cy="228600"/>
            </a:xfrm>
            <a:custGeom>
              <a:avLst/>
              <a:gdLst/>
              <a:ahLst/>
              <a:cxnLst/>
              <a:rect l="l" t="t" r="r" b="b"/>
              <a:pathLst>
                <a:path w="723900" h="228600">
                  <a:moveTo>
                    <a:pt x="0" y="19526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690563" y="0"/>
                  </a:lnTo>
                  <a:lnTo>
                    <a:pt x="694983" y="0"/>
                  </a:lnTo>
                  <a:lnTo>
                    <a:pt x="699235" y="845"/>
                  </a:lnTo>
                  <a:lnTo>
                    <a:pt x="723900" y="33337"/>
                  </a:lnTo>
                  <a:lnTo>
                    <a:pt x="723900" y="195262"/>
                  </a:lnTo>
                  <a:lnTo>
                    <a:pt x="703319" y="226061"/>
                  </a:lnTo>
                  <a:lnTo>
                    <a:pt x="699235" y="227753"/>
                  </a:lnTo>
                  <a:lnTo>
                    <a:pt x="694983" y="228599"/>
                  </a:lnTo>
                  <a:lnTo>
                    <a:pt x="690563" y="228599"/>
                  </a:lnTo>
                  <a:lnTo>
                    <a:pt x="33338" y="228599"/>
                  </a:lnTo>
                  <a:lnTo>
                    <a:pt x="28916" y="228599"/>
                  </a:lnTo>
                  <a:lnTo>
                    <a:pt x="24664" y="227753"/>
                  </a:lnTo>
                  <a:lnTo>
                    <a:pt x="20579" y="226061"/>
                  </a:lnTo>
                  <a:lnTo>
                    <a:pt x="16495" y="224370"/>
                  </a:lnTo>
                  <a:lnTo>
                    <a:pt x="0" y="199683"/>
                  </a:lnTo>
                  <a:lnTo>
                    <a:pt x="0" y="1952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535166" y="2681255"/>
            <a:ext cx="61976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20" dirty="0">
                <a:solidFill>
                  <a:srgbClr val="0E1729"/>
                </a:solidFill>
                <a:latin typeface="Times New Roman"/>
                <a:cs typeface="Times New Roman"/>
              </a:rPr>
              <a:t>Map</a:t>
            </a:r>
            <a:r>
              <a:rPr sz="950" spc="-20" dirty="0">
                <a:solidFill>
                  <a:srgbClr val="0E1729"/>
                </a:solidFill>
                <a:latin typeface="Times New Roman"/>
                <a:cs typeface="Times New Roman"/>
              </a:rPr>
              <a:t>&lt;</a:t>
            </a:r>
            <a:r>
              <a:rPr sz="1050" spc="-20" dirty="0">
                <a:solidFill>
                  <a:srgbClr val="0E1729"/>
                </a:solidFill>
                <a:latin typeface="Times New Roman"/>
                <a:cs typeface="Times New Roman"/>
              </a:rPr>
              <a:t>K,V&gt;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416425" y="3001962"/>
            <a:ext cx="17513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5"/>
              </a:spcBef>
              <a:buClr>
                <a:srgbClr val="94A2B8"/>
              </a:buClr>
              <a:buFont typeface="Arial"/>
              <a:buChar char="•"/>
              <a:tabLst>
                <a:tab pos="165100" algn="l"/>
              </a:tabLst>
            </a:pP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Méthodes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génériques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16425" y="3354387"/>
            <a:ext cx="267081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5"/>
              </a:spcBef>
              <a:buClr>
                <a:srgbClr val="94A2B8"/>
              </a:buClr>
              <a:buFont typeface="Arial"/>
              <a:buChar char="•"/>
              <a:tabLst>
                <a:tab pos="165100" algn="l"/>
              </a:tabLst>
            </a:pPr>
            <a:r>
              <a:rPr sz="1350" spc="-60" dirty="0">
                <a:solidFill>
                  <a:srgbClr val="465469"/>
                </a:solidFill>
                <a:latin typeface="Arial"/>
                <a:cs typeface="Arial"/>
              </a:rPr>
              <a:t>Type</a:t>
            </a:r>
            <a:r>
              <a:rPr sz="135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inference</a:t>
            </a:r>
            <a:r>
              <a:rPr sz="135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(opérateur</a:t>
            </a:r>
            <a:r>
              <a:rPr sz="135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diamant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134224" y="3362324"/>
            <a:ext cx="276225" cy="247650"/>
            <a:chOff x="7134224" y="3362324"/>
            <a:chExt cx="276225" cy="247650"/>
          </a:xfrm>
        </p:grpSpPr>
        <p:sp>
          <p:nvSpPr>
            <p:cNvPr id="50" name="object 50"/>
            <p:cNvSpPr/>
            <p:nvPr/>
          </p:nvSpPr>
          <p:spPr>
            <a:xfrm>
              <a:off x="7138986" y="3367087"/>
              <a:ext cx="266700" cy="238125"/>
            </a:xfrm>
            <a:custGeom>
              <a:avLst/>
              <a:gdLst/>
              <a:ahLst/>
              <a:cxnLst/>
              <a:rect l="l" t="t" r="r" b="b"/>
              <a:pathLst>
                <a:path w="266700" h="238125">
                  <a:moveTo>
                    <a:pt x="237783" y="238124"/>
                  </a:moveTo>
                  <a:lnTo>
                    <a:pt x="28916" y="238124"/>
                  </a:lnTo>
                  <a:lnTo>
                    <a:pt x="24664" y="237278"/>
                  </a:lnTo>
                  <a:lnTo>
                    <a:pt x="0" y="209207"/>
                  </a:lnTo>
                  <a:lnTo>
                    <a:pt x="0" y="2047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37783" y="0"/>
                  </a:lnTo>
                  <a:lnTo>
                    <a:pt x="266699" y="28916"/>
                  </a:lnTo>
                  <a:lnTo>
                    <a:pt x="266699" y="209207"/>
                  </a:lnTo>
                  <a:lnTo>
                    <a:pt x="242035" y="237278"/>
                  </a:lnTo>
                  <a:lnTo>
                    <a:pt x="237783" y="2381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38986" y="3367087"/>
              <a:ext cx="266700" cy="238125"/>
            </a:xfrm>
            <a:custGeom>
              <a:avLst/>
              <a:gdLst/>
              <a:ahLst/>
              <a:cxnLst/>
              <a:rect l="l" t="t" r="r" b="b"/>
              <a:pathLst>
                <a:path w="266700" h="238125">
                  <a:moveTo>
                    <a:pt x="0" y="2047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90"/>
                  </a:lnTo>
                  <a:lnTo>
                    <a:pt x="9764" y="9764"/>
                  </a:lnTo>
                  <a:lnTo>
                    <a:pt x="12889" y="6638"/>
                  </a:lnTo>
                  <a:lnTo>
                    <a:pt x="16494" y="4229"/>
                  </a:lnTo>
                  <a:lnTo>
                    <a:pt x="20580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233363" y="0"/>
                  </a:lnTo>
                  <a:lnTo>
                    <a:pt x="237783" y="0"/>
                  </a:lnTo>
                  <a:lnTo>
                    <a:pt x="242035" y="845"/>
                  </a:lnTo>
                  <a:lnTo>
                    <a:pt x="246119" y="2537"/>
                  </a:lnTo>
                  <a:lnTo>
                    <a:pt x="250203" y="4229"/>
                  </a:lnTo>
                  <a:lnTo>
                    <a:pt x="266700" y="33337"/>
                  </a:lnTo>
                  <a:lnTo>
                    <a:pt x="266700" y="204787"/>
                  </a:lnTo>
                  <a:lnTo>
                    <a:pt x="246119" y="235586"/>
                  </a:lnTo>
                  <a:lnTo>
                    <a:pt x="242035" y="237278"/>
                  </a:lnTo>
                  <a:lnTo>
                    <a:pt x="237783" y="238124"/>
                  </a:lnTo>
                  <a:lnTo>
                    <a:pt x="233363" y="238124"/>
                  </a:lnTo>
                  <a:lnTo>
                    <a:pt x="33338" y="238124"/>
                  </a:lnTo>
                  <a:lnTo>
                    <a:pt x="28916" y="238124"/>
                  </a:lnTo>
                  <a:lnTo>
                    <a:pt x="24664" y="237278"/>
                  </a:lnTo>
                  <a:lnTo>
                    <a:pt x="20580" y="235586"/>
                  </a:lnTo>
                  <a:lnTo>
                    <a:pt x="16494" y="233895"/>
                  </a:lnTo>
                  <a:lnTo>
                    <a:pt x="12889" y="231486"/>
                  </a:lnTo>
                  <a:lnTo>
                    <a:pt x="9764" y="228360"/>
                  </a:lnTo>
                  <a:lnTo>
                    <a:pt x="6638" y="225234"/>
                  </a:lnTo>
                  <a:lnTo>
                    <a:pt x="4229" y="221628"/>
                  </a:lnTo>
                  <a:lnTo>
                    <a:pt x="2537" y="217544"/>
                  </a:lnTo>
                  <a:lnTo>
                    <a:pt x="845" y="213460"/>
                  </a:lnTo>
                  <a:lnTo>
                    <a:pt x="0" y="209207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234118" y="3335337"/>
            <a:ext cx="27305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0E1729"/>
                </a:solidFill>
                <a:latin typeface="Times New Roman"/>
                <a:cs typeface="Times New Roman"/>
              </a:rPr>
              <a:t>&gt;</a:t>
            </a:r>
            <a:r>
              <a:rPr sz="950" spc="330" dirty="0">
                <a:solidFill>
                  <a:srgbClr val="0E1729"/>
                </a:solidFill>
                <a:latin typeface="Times New Roman"/>
                <a:cs typeface="Times New Roman"/>
              </a:rPr>
              <a:t> </a:t>
            </a:r>
            <a:r>
              <a:rPr sz="2025" spc="-75" baseline="-6172" dirty="0">
                <a:solidFill>
                  <a:srgbClr val="465469"/>
                </a:solidFill>
                <a:latin typeface="Arial"/>
                <a:cs typeface="Arial"/>
              </a:rPr>
              <a:t>)</a:t>
            </a:r>
            <a:endParaRPr sz="2025" baseline="-6172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119872" y="1164336"/>
            <a:ext cx="3764279" cy="4593590"/>
            <a:chOff x="8119872" y="1164336"/>
            <a:chExt cx="3764279" cy="4593590"/>
          </a:xfrm>
        </p:grpSpPr>
        <p:sp>
          <p:nvSpPr>
            <p:cNvPr id="54" name="object 54"/>
            <p:cNvSpPr/>
            <p:nvPr/>
          </p:nvSpPr>
          <p:spPr>
            <a:xfrm>
              <a:off x="8147304" y="1173480"/>
              <a:ext cx="3709670" cy="4538980"/>
            </a:xfrm>
            <a:custGeom>
              <a:avLst/>
              <a:gdLst/>
              <a:ahLst/>
              <a:cxnLst/>
              <a:rect l="l" t="t" r="r" b="b"/>
              <a:pathLst>
                <a:path w="3709670" h="4538980">
                  <a:moveTo>
                    <a:pt x="3709416" y="4538472"/>
                  </a:moveTo>
                  <a:lnTo>
                    <a:pt x="0" y="4538472"/>
                  </a:lnTo>
                  <a:lnTo>
                    <a:pt x="0" y="0"/>
                  </a:lnTo>
                  <a:lnTo>
                    <a:pt x="3709416" y="0"/>
                  </a:lnTo>
                  <a:lnTo>
                    <a:pt x="3709416" y="36194"/>
                  </a:lnTo>
                  <a:lnTo>
                    <a:pt x="158495" y="36194"/>
                  </a:lnTo>
                  <a:lnTo>
                    <a:pt x="148173" y="36693"/>
                  </a:lnTo>
                  <a:lnTo>
                    <a:pt x="109053" y="48580"/>
                  </a:lnTo>
                  <a:lnTo>
                    <a:pt x="77461" y="74533"/>
                  </a:lnTo>
                  <a:lnTo>
                    <a:pt x="58205" y="110600"/>
                  </a:lnTo>
                  <a:lnTo>
                    <a:pt x="53720" y="140969"/>
                  </a:lnTo>
                  <a:lnTo>
                    <a:pt x="53720" y="4360544"/>
                  </a:lnTo>
                  <a:lnTo>
                    <a:pt x="61694" y="4400639"/>
                  </a:lnTo>
                  <a:lnTo>
                    <a:pt x="84407" y="4434631"/>
                  </a:lnTo>
                  <a:lnTo>
                    <a:pt x="118399" y="4457343"/>
                  </a:lnTo>
                  <a:lnTo>
                    <a:pt x="158495" y="4465319"/>
                  </a:lnTo>
                  <a:lnTo>
                    <a:pt x="3709416" y="4465319"/>
                  </a:lnTo>
                  <a:lnTo>
                    <a:pt x="3709416" y="4538472"/>
                  </a:lnTo>
                  <a:close/>
                </a:path>
                <a:path w="3709670" h="4538980">
                  <a:moveTo>
                    <a:pt x="3709416" y="4465319"/>
                  </a:moveTo>
                  <a:lnTo>
                    <a:pt x="3549395" y="4465319"/>
                  </a:lnTo>
                  <a:lnTo>
                    <a:pt x="3559716" y="4464821"/>
                  </a:lnTo>
                  <a:lnTo>
                    <a:pt x="3569838" y="4463325"/>
                  </a:lnTo>
                  <a:lnTo>
                    <a:pt x="3607614" y="4447677"/>
                  </a:lnTo>
                  <a:lnTo>
                    <a:pt x="3636528" y="4418764"/>
                  </a:lnTo>
                  <a:lnTo>
                    <a:pt x="3652175" y="4380988"/>
                  </a:lnTo>
                  <a:lnTo>
                    <a:pt x="3654170" y="4360544"/>
                  </a:lnTo>
                  <a:lnTo>
                    <a:pt x="3654170" y="140969"/>
                  </a:lnTo>
                  <a:lnTo>
                    <a:pt x="3646194" y="100874"/>
                  </a:lnTo>
                  <a:lnTo>
                    <a:pt x="3623481" y="66882"/>
                  </a:lnTo>
                  <a:lnTo>
                    <a:pt x="3589488" y="44170"/>
                  </a:lnTo>
                  <a:lnTo>
                    <a:pt x="3549395" y="36194"/>
                  </a:lnTo>
                  <a:lnTo>
                    <a:pt x="3709416" y="36194"/>
                  </a:lnTo>
                  <a:lnTo>
                    <a:pt x="3709416" y="4465319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119872" y="1164336"/>
              <a:ext cx="3764279" cy="4593590"/>
            </a:xfrm>
            <a:custGeom>
              <a:avLst/>
              <a:gdLst/>
              <a:ahLst/>
              <a:cxnLst/>
              <a:rect l="l" t="t" r="r" b="b"/>
              <a:pathLst>
                <a:path w="3764279" h="4593590">
                  <a:moveTo>
                    <a:pt x="3764280" y="4593336"/>
                  </a:moveTo>
                  <a:lnTo>
                    <a:pt x="0" y="4593336"/>
                  </a:lnTo>
                  <a:lnTo>
                    <a:pt x="0" y="0"/>
                  </a:lnTo>
                  <a:lnTo>
                    <a:pt x="3764280" y="0"/>
                  </a:lnTo>
                  <a:lnTo>
                    <a:pt x="3764280" y="45338"/>
                  </a:lnTo>
                  <a:lnTo>
                    <a:pt x="185927" y="45338"/>
                  </a:lnTo>
                  <a:lnTo>
                    <a:pt x="175605" y="45837"/>
                  </a:lnTo>
                  <a:lnTo>
                    <a:pt x="136485" y="57724"/>
                  </a:lnTo>
                  <a:lnTo>
                    <a:pt x="104893" y="83677"/>
                  </a:lnTo>
                  <a:lnTo>
                    <a:pt x="85637" y="119744"/>
                  </a:lnTo>
                  <a:lnTo>
                    <a:pt x="81152" y="150113"/>
                  </a:lnTo>
                  <a:lnTo>
                    <a:pt x="81152" y="4369688"/>
                  </a:lnTo>
                  <a:lnTo>
                    <a:pt x="89126" y="4409783"/>
                  </a:lnTo>
                  <a:lnTo>
                    <a:pt x="111839" y="4443775"/>
                  </a:lnTo>
                  <a:lnTo>
                    <a:pt x="145831" y="4466487"/>
                  </a:lnTo>
                  <a:lnTo>
                    <a:pt x="185927" y="4474463"/>
                  </a:lnTo>
                  <a:lnTo>
                    <a:pt x="3764280" y="4474463"/>
                  </a:lnTo>
                  <a:lnTo>
                    <a:pt x="3764280" y="4593336"/>
                  </a:lnTo>
                  <a:close/>
                </a:path>
                <a:path w="3764279" h="4593590">
                  <a:moveTo>
                    <a:pt x="3764280" y="4474463"/>
                  </a:moveTo>
                  <a:lnTo>
                    <a:pt x="3576827" y="4474463"/>
                  </a:lnTo>
                  <a:lnTo>
                    <a:pt x="3587148" y="4473965"/>
                  </a:lnTo>
                  <a:lnTo>
                    <a:pt x="3597270" y="4472469"/>
                  </a:lnTo>
                  <a:lnTo>
                    <a:pt x="3635046" y="4456821"/>
                  </a:lnTo>
                  <a:lnTo>
                    <a:pt x="3663960" y="4427908"/>
                  </a:lnTo>
                  <a:lnTo>
                    <a:pt x="3679607" y="4390132"/>
                  </a:lnTo>
                  <a:lnTo>
                    <a:pt x="3681602" y="4369688"/>
                  </a:lnTo>
                  <a:lnTo>
                    <a:pt x="3681602" y="150113"/>
                  </a:lnTo>
                  <a:lnTo>
                    <a:pt x="3673626" y="110018"/>
                  </a:lnTo>
                  <a:lnTo>
                    <a:pt x="3650913" y="76026"/>
                  </a:lnTo>
                  <a:lnTo>
                    <a:pt x="3616920" y="53314"/>
                  </a:lnTo>
                  <a:lnTo>
                    <a:pt x="3576827" y="45338"/>
                  </a:lnTo>
                  <a:lnTo>
                    <a:pt x="3764280" y="45338"/>
                  </a:lnTo>
                  <a:lnTo>
                    <a:pt x="3764280" y="447446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196261" y="1204912"/>
              <a:ext cx="3609975" cy="4438650"/>
            </a:xfrm>
            <a:custGeom>
              <a:avLst/>
              <a:gdLst/>
              <a:ahLst/>
              <a:cxnLst/>
              <a:rect l="l" t="t" r="r" b="b"/>
              <a:pathLst>
                <a:path w="3609975" h="4438650">
                  <a:moveTo>
                    <a:pt x="3507629" y="4438649"/>
                  </a:moveTo>
                  <a:lnTo>
                    <a:pt x="102345" y="4438649"/>
                  </a:lnTo>
                  <a:lnTo>
                    <a:pt x="95222" y="4437947"/>
                  </a:lnTo>
                  <a:lnTo>
                    <a:pt x="54661" y="4424183"/>
                  </a:lnTo>
                  <a:lnTo>
                    <a:pt x="22455" y="4395948"/>
                  </a:lnTo>
                  <a:lnTo>
                    <a:pt x="3507" y="4357534"/>
                  </a:lnTo>
                  <a:lnTo>
                    <a:pt x="0" y="4336304"/>
                  </a:lnTo>
                  <a:lnTo>
                    <a:pt x="0" y="4329112"/>
                  </a:lnTo>
                  <a:lnTo>
                    <a:pt x="0" y="102345"/>
                  </a:lnTo>
                  <a:lnTo>
                    <a:pt x="11089" y="60974"/>
                  </a:lnTo>
                  <a:lnTo>
                    <a:pt x="37167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3507629" y="0"/>
                  </a:lnTo>
                  <a:lnTo>
                    <a:pt x="3548999" y="11090"/>
                  </a:lnTo>
                  <a:lnTo>
                    <a:pt x="3582976" y="37168"/>
                  </a:lnTo>
                  <a:lnTo>
                    <a:pt x="3604388" y="74264"/>
                  </a:lnTo>
                  <a:lnTo>
                    <a:pt x="3609974" y="102345"/>
                  </a:lnTo>
                  <a:lnTo>
                    <a:pt x="3609974" y="4336304"/>
                  </a:lnTo>
                  <a:lnTo>
                    <a:pt x="3598884" y="4377675"/>
                  </a:lnTo>
                  <a:lnTo>
                    <a:pt x="3572806" y="4411651"/>
                  </a:lnTo>
                  <a:lnTo>
                    <a:pt x="3535710" y="4433063"/>
                  </a:lnTo>
                  <a:lnTo>
                    <a:pt x="3514752" y="4437947"/>
                  </a:lnTo>
                  <a:lnTo>
                    <a:pt x="3507629" y="4438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196261" y="1204912"/>
              <a:ext cx="3609975" cy="4438650"/>
            </a:xfrm>
            <a:custGeom>
              <a:avLst/>
              <a:gdLst/>
              <a:ahLst/>
              <a:cxnLst/>
              <a:rect l="l" t="t" r="r" b="b"/>
              <a:pathLst>
                <a:path w="3609975" h="4438650">
                  <a:moveTo>
                    <a:pt x="0" y="43291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3" y="88167"/>
                  </a:lnTo>
                  <a:lnTo>
                    <a:pt x="3506" y="81113"/>
                  </a:lnTo>
                  <a:lnTo>
                    <a:pt x="5584" y="74263"/>
                  </a:lnTo>
                  <a:lnTo>
                    <a:pt x="8337" y="67619"/>
                  </a:lnTo>
                  <a:lnTo>
                    <a:pt x="11089" y="60974"/>
                  </a:lnTo>
                  <a:lnTo>
                    <a:pt x="14463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7" y="26996"/>
                  </a:lnTo>
                  <a:lnTo>
                    <a:pt x="67618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3500437" y="0"/>
                  </a:lnTo>
                  <a:lnTo>
                    <a:pt x="3507629" y="0"/>
                  </a:lnTo>
                  <a:lnTo>
                    <a:pt x="3514752" y="701"/>
                  </a:lnTo>
                  <a:lnTo>
                    <a:pt x="3521806" y="2104"/>
                  </a:lnTo>
                  <a:lnTo>
                    <a:pt x="3528860" y="3507"/>
                  </a:lnTo>
                  <a:lnTo>
                    <a:pt x="3567273" y="22456"/>
                  </a:lnTo>
                  <a:lnTo>
                    <a:pt x="3595509" y="54661"/>
                  </a:lnTo>
                  <a:lnTo>
                    <a:pt x="3601636" y="67619"/>
                  </a:lnTo>
                  <a:lnTo>
                    <a:pt x="3604388" y="74264"/>
                  </a:lnTo>
                  <a:lnTo>
                    <a:pt x="3609975" y="109537"/>
                  </a:lnTo>
                  <a:lnTo>
                    <a:pt x="3609975" y="4329112"/>
                  </a:lnTo>
                  <a:lnTo>
                    <a:pt x="3609974" y="4336304"/>
                  </a:lnTo>
                  <a:lnTo>
                    <a:pt x="3609273" y="4343427"/>
                  </a:lnTo>
                  <a:lnTo>
                    <a:pt x="3607869" y="4350481"/>
                  </a:lnTo>
                  <a:lnTo>
                    <a:pt x="3606466" y="4357534"/>
                  </a:lnTo>
                  <a:lnTo>
                    <a:pt x="3587517" y="4395948"/>
                  </a:lnTo>
                  <a:lnTo>
                    <a:pt x="3555312" y="4424183"/>
                  </a:lnTo>
                  <a:lnTo>
                    <a:pt x="3542355" y="4430310"/>
                  </a:lnTo>
                  <a:lnTo>
                    <a:pt x="3535710" y="4433063"/>
                  </a:lnTo>
                  <a:lnTo>
                    <a:pt x="3500437" y="4438649"/>
                  </a:lnTo>
                  <a:lnTo>
                    <a:pt x="109538" y="4438649"/>
                  </a:lnTo>
                  <a:lnTo>
                    <a:pt x="67618" y="4430310"/>
                  </a:lnTo>
                  <a:lnTo>
                    <a:pt x="60973" y="4427557"/>
                  </a:lnTo>
                  <a:lnTo>
                    <a:pt x="26996" y="4401481"/>
                  </a:lnTo>
                  <a:lnTo>
                    <a:pt x="8337" y="4371029"/>
                  </a:lnTo>
                  <a:lnTo>
                    <a:pt x="5584" y="4364384"/>
                  </a:lnTo>
                  <a:lnTo>
                    <a:pt x="3507" y="4357534"/>
                  </a:lnTo>
                  <a:lnTo>
                    <a:pt x="2104" y="4350481"/>
                  </a:lnTo>
                  <a:lnTo>
                    <a:pt x="701" y="4343427"/>
                  </a:lnTo>
                  <a:lnTo>
                    <a:pt x="0" y="4336304"/>
                  </a:lnTo>
                  <a:lnTo>
                    <a:pt x="0" y="43291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486774" y="2095499"/>
              <a:ext cx="3028950" cy="19050"/>
            </a:xfrm>
            <a:custGeom>
              <a:avLst/>
              <a:gdLst/>
              <a:ahLst/>
              <a:cxnLst/>
              <a:rect l="l" t="t" r="r" b="b"/>
              <a:pathLst>
                <a:path w="3028950" h="19050">
                  <a:moveTo>
                    <a:pt x="30289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28949" y="0"/>
                  </a:lnTo>
                  <a:lnTo>
                    <a:pt x="3028949" y="190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486774" y="14954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68204" y="457199"/>
                  </a:moveTo>
                  <a:lnTo>
                    <a:pt x="88995" y="457199"/>
                  </a:lnTo>
                  <a:lnTo>
                    <a:pt x="82801" y="456589"/>
                  </a:lnTo>
                  <a:lnTo>
                    <a:pt x="37130" y="437672"/>
                  </a:lnTo>
                  <a:lnTo>
                    <a:pt x="9643" y="404178"/>
                  </a:lnTo>
                  <a:lnTo>
                    <a:pt x="0" y="368204"/>
                  </a:lnTo>
                  <a:lnTo>
                    <a:pt x="0" y="3619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368204" y="0"/>
                  </a:lnTo>
                  <a:lnTo>
                    <a:pt x="409667" y="12577"/>
                  </a:lnTo>
                  <a:lnTo>
                    <a:pt x="444621" y="47531"/>
                  </a:lnTo>
                  <a:lnTo>
                    <a:pt x="457199" y="88995"/>
                  </a:lnTo>
                  <a:lnTo>
                    <a:pt x="457199" y="368204"/>
                  </a:lnTo>
                  <a:lnTo>
                    <a:pt x="444621" y="409667"/>
                  </a:lnTo>
                  <a:lnTo>
                    <a:pt x="409666" y="444621"/>
                  </a:lnTo>
                  <a:lnTo>
                    <a:pt x="374398" y="456589"/>
                  </a:lnTo>
                  <a:lnTo>
                    <a:pt x="368204" y="4571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6312" y="1622424"/>
              <a:ext cx="238125" cy="193675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9074150" y="1557734"/>
            <a:ext cx="185102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-130" dirty="0">
                <a:solidFill>
                  <a:srgbClr val="334054"/>
                </a:solidFill>
                <a:latin typeface="Arial"/>
                <a:cs typeface="Arial"/>
              </a:rPr>
              <a:t>Lambdas</a:t>
            </a:r>
            <a:r>
              <a:rPr sz="1700" b="1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b="1" spc="-254" dirty="0">
                <a:solidFill>
                  <a:srgbClr val="334054"/>
                </a:solidFill>
                <a:latin typeface="Arial"/>
                <a:cs typeface="Arial"/>
              </a:rPr>
              <a:t>&amp;</a:t>
            </a:r>
            <a:r>
              <a:rPr sz="17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b="1" spc="-95" dirty="0">
                <a:solidFill>
                  <a:srgbClr val="334054"/>
                </a:solidFill>
                <a:latin typeface="Arial"/>
                <a:cs typeface="Arial"/>
              </a:rPr>
              <a:t>Streams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791698" y="2305049"/>
            <a:ext cx="1019175" cy="247650"/>
            <a:chOff x="9791698" y="2305049"/>
            <a:chExt cx="1019175" cy="247650"/>
          </a:xfrm>
        </p:grpSpPr>
        <p:sp>
          <p:nvSpPr>
            <p:cNvPr id="63" name="object 63"/>
            <p:cNvSpPr/>
            <p:nvPr/>
          </p:nvSpPr>
          <p:spPr>
            <a:xfrm>
              <a:off x="9796460" y="2309812"/>
              <a:ext cx="1009650" cy="238125"/>
            </a:xfrm>
            <a:custGeom>
              <a:avLst/>
              <a:gdLst/>
              <a:ahLst/>
              <a:cxnLst/>
              <a:rect l="l" t="t" r="r" b="b"/>
              <a:pathLst>
                <a:path w="1009650" h="238125">
                  <a:moveTo>
                    <a:pt x="980733" y="238124"/>
                  </a:moveTo>
                  <a:lnTo>
                    <a:pt x="28916" y="238124"/>
                  </a:lnTo>
                  <a:lnTo>
                    <a:pt x="24663" y="237278"/>
                  </a:lnTo>
                  <a:lnTo>
                    <a:pt x="0" y="209208"/>
                  </a:lnTo>
                  <a:lnTo>
                    <a:pt x="1" y="2047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980733" y="0"/>
                  </a:lnTo>
                  <a:lnTo>
                    <a:pt x="1009649" y="28916"/>
                  </a:lnTo>
                  <a:lnTo>
                    <a:pt x="1009649" y="209208"/>
                  </a:lnTo>
                  <a:lnTo>
                    <a:pt x="984986" y="237278"/>
                  </a:lnTo>
                  <a:lnTo>
                    <a:pt x="980733" y="2381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796460" y="2309812"/>
              <a:ext cx="1009650" cy="238125"/>
            </a:xfrm>
            <a:custGeom>
              <a:avLst/>
              <a:gdLst/>
              <a:ahLst/>
              <a:cxnLst/>
              <a:rect l="l" t="t" r="r" b="b"/>
              <a:pathLst>
                <a:path w="1009650" h="238125">
                  <a:moveTo>
                    <a:pt x="1" y="204787"/>
                  </a:moveTo>
                  <a:lnTo>
                    <a:pt x="1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5"/>
                  </a:lnTo>
                  <a:lnTo>
                    <a:pt x="6637" y="12890"/>
                  </a:lnTo>
                  <a:lnTo>
                    <a:pt x="9764" y="9764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8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976313" y="0"/>
                  </a:lnTo>
                  <a:lnTo>
                    <a:pt x="980733" y="0"/>
                  </a:lnTo>
                  <a:lnTo>
                    <a:pt x="984986" y="845"/>
                  </a:lnTo>
                  <a:lnTo>
                    <a:pt x="1009651" y="33337"/>
                  </a:lnTo>
                  <a:lnTo>
                    <a:pt x="1009651" y="204787"/>
                  </a:lnTo>
                  <a:lnTo>
                    <a:pt x="984986" y="237278"/>
                  </a:lnTo>
                  <a:lnTo>
                    <a:pt x="976313" y="238124"/>
                  </a:lnTo>
                  <a:lnTo>
                    <a:pt x="33338" y="238124"/>
                  </a:lnTo>
                  <a:lnTo>
                    <a:pt x="9764" y="228360"/>
                  </a:lnTo>
                  <a:lnTo>
                    <a:pt x="6637" y="225234"/>
                  </a:lnTo>
                  <a:lnTo>
                    <a:pt x="4228" y="221629"/>
                  </a:lnTo>
                  <a:lnTo>
                    <a:pt x="2537" y="217544"/>
                  </a:lnTo>
                  <a:lnTo>
                    <a:pt x="845" y="213460"/>
                  </a:lnTo>
                  <a:lnTo>
                    <a:pt x="0" y="209208"/>
                  </a:lnTo>
                  <a:lnTo>
                    <a:pt x="1" y="204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9842847" y="2319305"/>
            <a:ext cx="91694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32130" algn="l"/>
              </a:tabLst>
            </a:pPr>
            <a:r>
              <a:rPr sz="1050" spc="180" dirty="0">
                <a:solidFill>
                  <a:srgbClr val="0E1729"/>
                </a:solidFill>
                <a:latin typeface="Times New Roman"/>
                <a:cs typeface="Times New Roman"/>
              </a:rPr>
              <a:t>(a,b)</a:t>
            </a:r>
            <a:r>
              <a:rPr sz="1050" dirty="0">
                <a:solidFill>
                  <a:srgbClr val="0E1729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0E1729"/>
                </a:solidFill>
                <a:latin typeface="Times New Roman"/>
                <a:cs typeface="Times New Roman"/>
              </a:rPr>
              <a:t> </a:t>
            </a:r>
            <a:r>
              <a:rPr sz="1050" spc="25" dirty="0">
                <a:solidFill>
                  <a:srgbClr val="0E1729"/>
                </a:solidFill>
                <a:latin typeface="Times New Roman"/>
                <a:cs typeface="Times New Roman"/>
              </a:rPr>
              <a:t>a+b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321675" y="2297112"/>
            <a:ext cx="1423035" cy="8178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5"/>
              </a:spcBef>
              <a:buClr>
                <a:srgbClr val="94A2B8"/>
              </a:buClr>
              <a:buFont typeface="Arial"/>
              <a:buChar char="•"/>
              <a:tabLst>
                <a:tab pos="165100" algn="l"/>
              </a:tabLst>
            </a:pP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Syntaxe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465469"/>
                </a:solidFill>
                <a:latin typeface="Arial"/>
                <a:cs typeface="Arial"/>
              </a:rPr>
              <a:t>fléchée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  <a:p>
            <a:pPr marL="128905">
              <a:lnSpc>
                <a:spcPts val="1260"/>
              </a:lnSpc>
              <a:spcBef>
                <a:spcPts val="1155"/>
              </a:spcBef>
            </a:pP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Interfaces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ts val="900"/>
              </a:lnSpc>
            </a:pPr>
            <a:r>
              <a:rPr sz="1350" b="1" spc="95" dirty="0">
                <a:solidFill>
                  <a:srgbClr val="94A2B8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  <a:p>
            <a:pPr marL="128905">
              <a:lnSpc>
                <a:spcPts val="1260"/>
              </a:lnSpc>
            </a:pP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fonctionnelles</a:t>
            </a:r>
            <a:r>
              <a:rPr sz="1350" spc="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9925048" y="2771774"/>
            <a:ext cx="809625" cy="238125"/>
            <a:chOff x="9925048" y="2771774"/>
            <a:chExt cx="809625" cy="238125"/>
          </a:xfrm>
        </p:grpSpPr>
        <p:sp>
          <p:nvSpPr>
            <p:cNvPr id="68" name="object 68"/>
            <p:cNvSpPr/>
            <p:nvPr/>
          </p:nvSpPr>
          <p:spPr>
            <a:xfrm>
              <a:off x="9929810" y="2776537"/>
              <a:ext cx="800100" cy="228600"/>
            </a:xfrm>
            <a:custGeom>
              <a:avLst/>
              <a:gdLst/>
              <a:ahLst/>
              <a:cxnLst/>
              <a:rect l="l" t="t" r="r" b="b"/>
              <a:pathLst>
                <a:path w="800100" h="228600">
                  <a:moveTo>
                    <a:pt x="771183" y="228599"/>
                  </a:moveTo>
                  <a:lnTo>
                    <a:pt x="28916" y="228599"/>
                  </a:lnTo>
                  <a:lnTo>
                    <a:pt x="24663" y="227753"/>
                  </a:lnTo>
                  <a:lnTo>
                    <a:pt x="0" y="199683"/>
                  </a:lnTo>
                  <a:lnTo>
                    <a:pt x="1" y="1952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771183" y="0"/>
                  </a:lnTo>
                  <a:lnTo>
                    <a:pt x="800099" y="28916"/>
                  </a:lnTo>
                  <a:lnTo>
                    <a:pt x="800099" y="199683"/>
                  </a:lnTo>
                  <a:lnTo>
                    <a:pt x="775435" y="227753"/>
                  </a:lnTo>
                  <a:lnTo>
                    <a:pt x="771183" y="2285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929810" y="2776537"/>
              <a:ext cx="800100" cy="228600"/>
            </a:xfrm>
            <a:custGeom>
              <a:avLst/>
              <a:gdLst/>
              <a:ahLst/>
              <a:cxnLst/>
              <a:rect l="l" t="t" r="r" b="b"/>
              <a:pathLst>
                <a:path w="800100" h="228600">
                  <a:moveTo>
                    <a:pt x="1" y="195262"/>
                  </a:moveTo>
                  <a:lnTo>
                    <a:pt x="1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4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8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766763" y="0"/>
                  </a:lnTo>
                  <a:lnTo>
                    <a:pt x="771183" y="0"/>
                  </a:lnTo>
                  <a:lnTo>
                    <a:pt x="775435" y="845"/>
                  </a:lnTo>
                  <a:lnTo>
                    <a:pt x="800101" y="33337"/>
                  </a:lnTo>
                  <a:lnTo>
                    <a:pt x="800101" y="195262"/>
                  </a:lnTo>
                  <a:lnTo>
                    <a:pt x="779519" y="226062"/>
                  </a:lnTo>
                  <a:lnTo>
                    <a:pt x="775435" y="227753"/>
                  </a:lnTo>
                  <a:lnTo>
                    <a:pt x="771183" y="228599"/>
                  </a:lnTo>
                  <a:lnTo>
                    <a:pt x="766763" y="228599"/>
                  </a:lnTo>
                  <a:lnTo>
                    <a:pt x="33338" y="228599"/>
                  </a:lnTo>
                  <a:lnTo>
                    <a:pt x="28916" y="228599"/>
                  </a:lnTo>
                  <a:lnTo>
                    <a:pt x="24663" y="227753"/>
                  </a:lnTo>
                  <a:lnTo>
                    <a:pt x="20578" y="226062"/>
                  </a:lnTo>
                  <a:lnTo>
                    <a:pt x="16494" y="224370"/>
                  </a:lnTo>
                  <a:lnTo>
                    <a:pt x="12889" y="221961"/>
                  </a:lnTo>
                  <a:lnTo>
                    <a:pt x="9764" y="218835"/>
                  </a:lnTo>
                  <a:lnTo>
                    <a:pt x="6637" y="215709"/>
                  </a:lnTo>
                  <a:lnTo>
                    <a:pt x="4228" y="212104"/>
                  </a:lnTo>
                  <a:lnTo>
                    <a:pt x="2537" y="208019"/>
                  </a:lnTo>
                  <a:lnTo>
                    <a:pt x="845" y="203935"/>
                  </a:lnTo>
                  <a:lnTo>
                    <a:pt x="0" y="199683"/>
                  </a:lnTo>
                  <a:lnTo>
                    <a:pt x="1" y="1952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982745" y="2786030"/>
            <a:ext cx="69405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35" dirty="0">
                <a:solidFill>
                  <a:srgbClr val="0E1729"/>
                </a:solidFill>
                <a:latin typeface="Times New Roman"/>
                <a:cs typeface="Times New Roman"/>
              </a:rPr>
              <a:t>Predicate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0791822" y="2771774"/>
            <a:ext cx="723900" cy="238125"/>
            <a:chOff x="10791822" y="2771774"/>
            <a:chExt cx="723900" cy="238125"/>
          </a:xfrm>
        </p:grpSpPr>
        <p:sp>
          <p:nvSpPr>
            <p:cNvPr id="72" name="object 72"/>
            <p:cNvSpPr/>
            <p:nvPr/>
          </p:nvSpPr>
          <p:spPr>
            <a:xfrm>
              <a:off x="10796585" y="2776537"/>
              <a:ext cx="714375" cy="228600"/>
            </a:xfrm>
            <a:custGeom>
              <a:avLst/>
              <a:gdLst/>
              <a:ahLst/>
              <a:cxnLst/>
              <a:rect l="l" t="t" r="r" b="b"/>
              <a:pathLst>
                <a:path w="714375" h="228600">
                  <a:moveTo>
                    <a:pt x="685458" y="228599"/>
                  </a:moveTo>
                  <a:lnTo>
                    <a:pt x="28916" y="228599"/>
                  </a:lnTo>
                  <a:lnTo>
                    <a:pt x="24663" y="227753"/>
                  </a:lnTo>
                  <a:lnTo>
                    <a:pt x="0" y="199683"/>
                  </a:lnTo>
                  <a:lnTo>
                    <a:pt x="1" y="1952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685458" y="0"/>
                  </a:lnTo>
                  <a:lnTo>
                    <a:pt x="714374" y="28916"/>
                  </a:lnTo>
                  <a:lnTo>
                    <a:pt x="714374" y="199683"/>
                  </a:lnTo>
                  <a:lnTo>
                    <a:pt x="689710" y="227753"/>
                  </a:lnTo>
                  <a:lnTo>
                    <a:pt x="685458" y="2285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796585" y="2776537"/>
              <a:ext cx="714375" cy="228600"/>
            </a:xfrm>
            <a:custGeom>
              <a:avLst/>
              <a:gdLst/>
              <a:ahLst/>
              <a:cxnLst/>
              <a:rect l="l" t="t" r="r" b="b"/>
              <a:pathLst>
                <a:path w="714375" h="228600">
                  <a:moveTo>
                    <a:pt x="1" y="195262"/>
                  </a:moveTo>
                  <a:lnTo>
                    <a:pt x="1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8" y="20579"/>
                  </a:lnTo>
                  <a:lnTo>
                    <a:pt x="4229" y="16494"/>
                  </a:lnTo>
                  <a:lnTo>
                    <a:pt x="6637" y="12889"/>
                  </a:lnTo>
                  <a:lnTo>
                    <a:pt x="9764" y="9764"/>
                  </a:lnTo>
                  <a:lnTo>
                    <a:pt x="12891" y="6637"/>
                  </a:lnTo>
                  <a:lnTo>
                    <a:pt x="16495" y="4229"/>
                  </a:lnTo>
                  <a:lnTo>
                    <a:pt x="20578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681038" y="0"/>
                  </a:lnTo>
                  <a:lnTo>
                    <a:pt x="685458" y="0"/>
                  </a:lnTo>
                  <a:lnTo>
                    <a:pt x="689710" y="845"/>
                  </a:lnTo>
                  <a:lnTo>
                    <a:pt x="693794" y="2537"/>
                  </a:lnTo>
                  <a:lnTo>
                    <a:pt x="697879" y="4229"/>
                  </a:lnTo>
                  <a:lnTo>
                    <a:pt x="701485" y="6637"/>
                  </a:lnTo>
                  <a:lnTo>
                    <a:pt x="704611" y="9764"/>
                  </a:lnTo>
                  <a:lnTo>
                    <a:pt x="707738" y="12889"/>
                  </a:lnTo>
                  <a:lnTo>
                    <a:pt x="714376" y="33337"/>
                  </a:lnTo>
                  <a:lnTo>
                    <a:pt x="714376" y="195262"/>
                  </a:lnTo>
                  <a:lnTo>
                    <a:pt x="693794" y="226062"/>
                  </a:lnTo>
                  <a:lnTo>
                    <a:pt x="689710" y="227753"/>
                  </a:lnTo>
                  <a:lnTo>
                    <a:pt x="685458" y="228599"/>
                  </a:lnTo>
                  <a:lnTo>
                    <a:pt x="681038" y="228599"/>
                  </a:lnTo>
                  <a:lnTo>
                    <a:pt x="33338" y="228599"/>
                  </a:lnTo>
                  <a:lnTo>
                    <a:pt x="2538" y="208019"/>
                  </a:lnTo>
                  <a:lnTo>
                    <a:pt x="845" y="203935"/>
                  </a:lnTo>
                  <a:lnTo>
                    <a:pt x="0" y="199683"/>
                  </a:lnTo>
                  <a:lnTo>
                    <a:pt x="1" y="1952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0841929" y="2786030"/>
            <a:ext cx="61976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5" dirty="0">
                <a:solidFill>
                  <a:srgbClr val="0E1729"/>
                </a:solidFill>
                <a:latin typeface="Times New Roman"/>
                <a:cs typeface="Times New Roman"/>
              </a:rPr>
              <a:t>Function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321675" y="3221037"/>
            <a:ext cx="19037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5"/>
              </a:spcBef>
              <a:buClr>
                <a:srgbClr val="94A2B8"/>
              </a:buClr>
              <a:buFont typeface="Arial"/>
              <a:buChar char="•"/>
              <a:tabLst>
                <a:tab pos="165100" algn="l"/>
              </a:tabLst>
            </a:pPr>
            <a:r>
              <a:rPr sz="1350" spc="-55" dirty="0">
                <a:solidFill>
                  <a:srgbClr val="465469"/>
                </a:solidFill>
                <a:latin typeface="Arial"/>
                <a:cs typeface="Arial"/>
              </a:rPr>
              <a:t>Référence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méthode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0267947" y="3238499"/>
            <a:ext cx="1104900" cy="238125"/>
            <a:chOff x="10267947" y="3238499"/>
            <a:chExt cx="1104900" cy="238125"/>
          </a:xfrm>
        </p:grpSpPr>
        <p:sp>
          <p:nvSpPr>
            <p:cNvPr id="77" name="object 77"/>
            <p:cNvSpPr/>
            <p:nvPr/>
          </p:nvSpPr>
          <p:spPr>
            <a:xfrm>
              <a:off x="10272710" y="3243262"/>
              <a:ext cx="1095375" cy="228600"/>
            </a:xfrm>
            <a:custGeom>
              <a:avLst/>
              <a:gdLst/>
              <a:ahLst/>
              <a:cxnLst/>
              <a:rect l="l" t="t" r="r" b="b"/>
              <a:pathLst>
                <a:path w="1095375" h="228600">
                  <a:moveTo>
                    <a:pt x="1066458" y="228599"/>
                  </a:moveTo>
                  <a:lnTo>
                    <a:pt x="28916" y="228599"/>
                  </a:lnTo>
                  <a:lnTo>
                    <a:pt x="24664" y="227753"/>
                  </a:lnTo>
                  <a:lnTo>
                    <a:pt x="0" y="199682"/>
                  </a:lnTo>
                  <a:lnTo>
                    <a:pt x="1" y="1952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066458" y="0"/>
                  </a:lnTo>
                  <a:lnTo>
                    <a:pt x="1095374" y="28916"/>
                  </a:lnTo>
                  <a:lnTo>
                    <a:pt x="1095374" y="199682"/>
                  </a:lnTo>
                  <a:lnTo>
                    <a:pt x="1070710" y="227753"/>
                  </a:lnTo>
                  <a:lnTo>
                    <a:pt x="1066458" y="2285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0272710" y="3243262"/>
              <a:ext cx="1095375" cy="228600"/>
            </a:xfrm>
            <a:custGeom>
              <a:avLst/>
              <a:gdLst/>
              <a:ahLst/>
              <a:cxnLst/>
              <a:rect l="l" t="t" r="r" b="b"/>
              <a:pathLst>
                <a:path w="1095375" h="228600">
                  <a:moveTo>
                    <a:pt x="1" y="195262"/>
                  </a:moveTo>
                  <a:lnTo>
                    <a:pt x="1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5" y="4229"/>
                  </a:lnTo>
                  <a:lnTo>
                    <a:pt x="20580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062038" y="0"/>
                  </a:lnTo>
                  <a:lnTo>
                    <a:pt x="1066458" y="0"/>
                  </a:lnTo>
                  <a:lnTo>
                    <a:pt x="1070710" y="845"/>
                  </a:lnTo>
                  <a:lnTo>
                    <a:pt x="1074794" y="2537"/>
                  </a:lnTo>
                  <a:lnTo>
                    <a:pt x="1078879" y="4229"/>
                  </a:lnTo>
                  <a:lnTo>
                    <a:pt x="1082483" y="6637"/>
                  </a:lnTo>
                  <a:lnTo>
                    <a:pt x="1085610" y="9763"/>
                  </a:lnTo>
                  <a:lnTo>
                    <a:pt x="1088736" y="12889"/>
                  </a:lnTo>
                  <a:lnTo>
                    <a:pt x="1095376" y="33337"/>
                  </a:lnTo>
                  <a:lnTo>
                    <a:pt x="1095376" y="195262"/>
                  </a:lnTo>
                  <a:lnTo>
                    <a:pt x="1095374" y="199682"/>
                  </a:lnTo>
                  <a:lnTo>
                    <a:pt x="1094528" y="203935"/>
                  </a:lnTo>
                  <a:lnTo>
                    <a:pt x="1092836" y="208019"/>
                  </a:lnTo>
                  <a:lnTo>
                    <a:pt x="1091144" y="212103"/>
                  </a:lnTo>
                  <a:lnTo>
                    <a:pt x="1062038" y="228599"/>
                  </a:lnTo>
                  <a:lnTo>
                    <a:pt x="33338" y="228599"/>
                  </a:lnTo>
                  <a:lnTo>
                    <a:pt x="9764" y="218835"/>
                  </a:lnTo>
                  <a:lnTo>
                    <a:pt x="6637" y="215709"/>
                  </a:lnTo>
                  <a:lnTo>
                    <a:pt x="4228" y="212103"/>
                  </a:lnTo>
                  <a:lnTo>
                    <a:pt x="2537" y="208019"/>
                  </a:lnTo>
                  <a:lnTo>
                    <a:pt x="845" y="203935"/>
                  </a:lnTo>
                  <a:lnTo>
                    <a:pt x="0" y="199682"/>
                  </a:lnTo>
                  <a:lnTo>
                    <a:pt x="1" y="1952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0323562" y="3252755"/>
            <a:ext cx="99123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25" dirty="0">
                <a:solidFill>
                  <a:srgbClr val="0E1729"/>
                </a:solidFill>
                <a:latin typeface="Times New Roman"/>
                <a:cs typeface="Times New Roman"/>
              </a:rPr>
              <a:t>Class</a:t>
            </a:r>
            <a:r>
              <a:rPr sz="1050" spc="335" dirty="0">
                <a:solidFill>
                  <a:srgbClr val="0E1729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0E1729"/>
                </a:solidFill>
                <a:latin typeface="Times New Roman"/>
                <a:cs typeface="Times New Roman"/>
              </a:rPr>
              <a:t>:method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380999" y="5934074"/>
            <a:ext cx="11430000" cy="542925"/>
            <a:chOff x="380999" y="5934074"/>
            <a:chExt cx="11430000" cy="542925"/>
          </a:xfrm>
        </p:grpSpPr>
        <p:sp>
          <p:nvSpPr>
            <p:cNvPr id="81" name="object 81"/>
            <p:cNvSpPr/>
            <p:nvPr/>
          </p:nvSpPr>
          <p:spPr>
            <a:xfrm>
              <a:off x="400049" y="5934074"/>
              <a:ext cx="11410950" cy="542925"/>
            </a:xfrm>
            <a:custGeom>
              <a:avLst/>
              <a:gdLst/>
              <a:ahLst/>
              <a:cxnLst/>
              <a:rect l="l" t="t" r="r" b="b"/>
              <a:pathLst>
                <a:path w="11410950" h="542925">
                  <a:moveTo>
                    <a:pt x="11339752" y="542924"/>
                  </a:moveTo>
                  <a:lnTo>
                    <a:pt x="53397" y="542924"/>
                  </a:lnTo>
                  <a:lnTo>
                    <a:pt x="49681" y="542436"/>
                  </a:lnTo>
                  <a:lnTo>
                    <a:pt x="14085" y="517068"/>
                  </a:lnTo>
                  <a:lnTo>
                    <a:pt x="366" y="476682"/>
                  </a:lnTo>
                  <a:lnTo>
                    <a:pt x="0" y="471727"/>
                  </a:lnTo>
                  <a:lnTo>
                    <a:pt x="0" y="466724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11339752" y="0"/>
                  </a:lnTo>
                  <a:lnTo>
                    <a:pt x="11381243" y="15621"/>
                  </a:lnTo>
                  <a:lnTo>
                    <a:pt x="11407063" y="51661"/>
                  </a:lnTo>
                  <a:lnTo>
                    <a:pt x="11410949" y="71196"/>
                  </a:lnTo>
                  <a:lnTo>
                    <a:pt x="11410949" y="471727"/>
                  </a:lnTo>
                  <a:lnTo>
                    <a:pt x="11395326" y="513219"/>
                  </a:lnTo>
                  <a:lnTo>
                    <a:pt x="11359287" y="539038"/>
                  </a:lnTo>
                  <a:lnTo>
                    <a:pt x="11344707" y="542436"/>
                  </a:lnTo>
                  <a:lnTo>
                    <a:pt x="11339752" y="5429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80999" y="5934352"/>
              <a:ext cx="70485" cy="542925"/>
            </a:xfrm>
            <a:custGeom>
              <a:avLst/>
              <a:gdLst/>
              <a:ahLst/>
              <a:cxnLst/>
              <a:rect l="l" t="t" r="r" b="b"/>
              <a:pathLst>
                <a:path w="70484" h="542925">
                  <a:moveTo>
                    <a:pt x="70449" y="542369"/>
                  </a:moveTo>
                  <a:lnTo>
                    <a:pt x="33857" y="529816"/>
                  </a:lnTo>
                  <a:lnTo>
                    <a:pt x="5800" y="495607"/>
                  </a:lnTo>
                  <a:lnTo>
                    <a:pt x="0" y="466447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8"/>
                  </a:lnTo>
                  <a:lnTo>
                    <a:pt x="41000" y="46760"/>
                  </a:lnTo>
                  <a:lnTo>
                    <a:pt x="38099" y="75922"/>
                  </a:lnTo>
                  <a:lnTo>
                    <a:pt x="38099" y="466447"/>
                  </a:lnTo>
                  <a:lnTo>
                    <a:pt x="44514" y="508789"/>
                  </a:lnTo>
                  <a:lnTo>
                    <a:pt x="66287" y="540713"/>
                  </a:lnTo>
                  <a:lnTo>
                    <a:pt x="70449" y="54236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2721421" y="6052994"/>
            <a:ext cx="678751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20" dirty="0">
                <a:solidFill>
                  <a:srgbClr val="64738B"/>
                </a:solidFill>
                <a:latin typeface="Apple Color Emoji"/>
                <a:cs typeface="Apple Color Emoji"/>
              </a:rPr>
              <a:t>🚀</a:t>
            </a:r>
            <a:r>
              <a:rPr sz="1550" spc="-1175" dirty="0">
                <a:solidFill>
                  <a:srgbClr val="64738B"/>
                </a:solidFill>
                <a:latin typeface="Apple Color Emoji"/>
                <a:cs typeface="Apple Color Emoji"/>
              </a:rPr>
              <a:t> </a:t>
            </a:r>
            <a:r>
              <a:rPr sz="1550" spc="-40" dirty="0">
                <a:solidFill>
                  <a:srgbClr val="64738B"/>
                </a:solidFill>
                <a:latin typeface="Arial"/>
                <a:cs typeface="Arial"/>
              </a:rPr>
              <a:t>Aujourdʼhui,</a:t>
            </a:r>
            <a:r>
              <a:rPr sz="1550" spc="-60" dirty="0">
                <a:solidFill>
                  <a:srgbClr val="64738B"/>
                </a:solidFill>
                <a:latin typeface="Arial"/>
                <a:cs typeface="Arial"/>
              </a:rPr>
              <a:t> on</a:t>
            </a:r>
            <a:r>
              <a:rPr sz="1550" spc="-5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64738B"/>
                </a:solidFill>
                <a:latin typeface="Arial"/>
                <a:cs typeface="Arial"/>
              </a:rPr>
              <a:t>connecte</a:t>
            </a:r>
            <a:r>
              <a:rPr sz="1550" spc="-50" dirty="0">
                <a:solidFill>
                  <a:srgbClr val="64738B"/>
                </a:solidFill>
                <a:latin typeface="Arial"/>
                <a:cs typeface="Arial"/>
              </a:rPr>
              <a:t> ces </a:t>
            </a:r>
            <a:r>
              <a:rPr sz="1550" dirty="0">
                <a:solidFill>
                  <a:srgbClr val="64738B"/>
                </a:solidFill>
                <a:latin typeface="Arial"/>
                <a:cs typeface="Arial"/>
              </a:rPr>
              <a:t>3</a:t>
            </a:r>
            <a:r>
              <a:rPr sz="1550" spc="-5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64738B"/>
                </a:solidFill>
                <a:latin typeface="Arial"/>
                <a:cs typeface="Arial"/>
              </a:rPr>
              <a:t>piliers</a:t>
            </a:r>
            <a:r>
              <a:rPr sz="1550" spc="-5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spc="-35" dirty="0">
                <a:solidFill>
                  <a:srgbClr val="64738B"/>
                </a:solidFill>
                <a:latin typeface="Arial"/>
                <a:cs typeface="Arial"/>
              </a:rPr>
              <a:t>pour</a:t>
            </a:r>
            <a:r>
              <a:rPr sz="1550" spc="-50" dirty="0">
                <a:solidFill>
                  <a:srgbClr val="64738B"/>
                </a:solidFill>
                <a:latin typeface="Arial"/>
                <a:cs typeface="Arial"/>
              </a:rPr>
              <a:t> maîtriser </a:t>
            </a:r>
            <a:r>
              <a:rPr sz="1550" spc="-55" dirty="0">
                <a:solidFill>
                  <a:srgbClr val="64738B"/>
                </a:solidFill>
                <a:latin typeface="Arial"/>
                <a:cs typeface="Arial"/>
              </a:rPr>
              <a:t>les</a:t>
            </a:r>
            <a:r>
              <a:rPr sz="1550" spc="-5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64738B"/>
                </a:solidFill>
                <a:latin typeface="Arial"/>
                <a:cs typeface="Arial"/>
              </a:rPr>
              <a:t>structures</a:t>
            </a:r>
            <a:r>
              <a:rPr sz="1550" spc="-5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sz="1550" spc="-5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64738B"/>
                </a:solidFill>
                <a:latin typeface="Arial"/>
                <a:cs typeface="Arial"/>
              </a:rPr>
              <a:t>données.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85" name="object 85"/>
            <p:cNvSpPr/>
            <p:nvPr/>
          </p:nvSpPr>
          <p:spPr>
            <a:xfrm>
              <a:off x="428624" y="6800849"/>
              <a:ext cx="11763375" cy="57150"/>
            </a:xfrm>
            <a:custGeom>
              <a:avLst/>
              <a:gdLst/>
              <a:ahLst/>
              <a:cxnLst/>
              <a:rect l="l" t="t" r="r" b="b"/>
              <a:pathLst>
                <a:path w="11763375" h="57150">
                  <a:moveTo>
                    <a:pt x="0" y="57149"/>
                  </a:moveTo>
                  <a:lnTo>
                    <a:pt x="11763374" y="57149"/>
                  </a:lnTo>
                  <a:lnTo>
                    <a:pt x="117633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0" y="6800849"/>
              <a:ext cx="428625" cy="57150"/>
            </a:xfrm>
            <a:custGeom>
              <a:avLst/>
              <a:gdLst/>
              <a:ahLst/>
              <a:cxnLst/>
              <a:rect l="l" t="t" r="r" b="b"/>
              <a:pathLst>
                <a:path w="428625" h="57150">
                  <a:moveTo>
                    <a:pt x="4286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428624" y="0"/>
                  </a:lnTo>
                  <a:lnTo>
                    <a:pt x="4286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11672291" y="6551215"/>
            <a:ext cx="294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2</a:t>
            </a:fld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90" dirty="0"/>
              <a:t>Qu'est-</a:t>
            </a:r>
            <a:r>
              <a:rPr sz="2750" spc="-120" dirty="0"/>
              <a:t>ce</a:t>
            </a:r>
            <a:r>
              <a:rPr sz="2750" spc="-145" dirty="0"/>
              <a:t> </a:t>
            </a:r>
            <a:r>
              <a:rPr sz="2750" spc="-130" dirty="0"/>
              <a:t>qu'une</a:t>
            </a:r>
            <a:r>
              <a:rPr sz="2750" spc="-140" dirty="0"/>
              <a:t> structure </a:t>
            </a:r>
            <a:r>
              <a:rPr sz="2750" spc="-145" dirty="0"/>
              <a:t>de</a:t>
            </a:r>
            <a:r>
              <a:rPr sz="2750" spc="-140" dirty="0"/>
              <a:t> </a:t>
            </a:r>
            <a:r>
              <a:rPr sz="2750" spc="-180" dirty="0"/>
              <a:t>données</a:t>
            </a:r>
            <a:r>
              <a:rPr sz="2750" spc="-145" dirty="0"/>
              <a:t> </a:t>
            </a:r>
            <a:r>
              <a:rPr sz="2750" spc="-405" dirty="0"/>
              <a:t>?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380999" y="1123949"/>
            <a:ext cx="5810250" cy="952500"/>
            <a:chOff x="380999" y="1123949"/>
            <a:chExt cx="5810250" cy="952500"/>
          </a:xfrm>
        </p:grpSpPr>
        <p:sp>
          <p:nvSpPr>
            <p:cNvPr id="4" name="object 4"/>
            <p:cNvSpPr/>
            <p:nvPr/>
          </p:nvSpPr>
          <p:spPr>
            <a:xfrm>
              <a:off x="404812" y="1123949"/>
              <a:ext cx="5786755" cy="952500"/>
            </a:xfrm>
            <a:custGeom>
              <a:avLst/>
              <a:gdLst/>
              <a:ahLst/>
              <a:cxnLst/>
              <a:rect l="l" t="t" r="r" b="b"/>
              <a:pathLst>
                <a:path w="5786755" h="952500">
                  <a:moveTo>
                    <a:pt x="5715240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5715240" y="0"/>
                  </a:lnTo>
                  <a:lnTo>
                    <a:pt x="5720195" y="488"/>
                  </a:lnTo>
                  <a:lnTo>
                    <a:pt x="5756730" y="15621"/>
                  </a:lnTo>
                  <a:lnTo>
                    <a:pt x="5782550" y="51661"/>
                  </a:lnTo>
                  <a:lnTo>
                    <a:pt x="5786436" y="71196"/>
                  </a:lnTo>
                  <a:lnTo>
                    <a:pt x="5786436" y="881303"/>
                  </a:lnTo>
                  <a:lnTo>
                    <a:pt x="5770814" y="922794"/>
                  </a:lnTo>
                  <a:lnTo>
                    <a:pt x="5734774" y="948614"/>
                  </a:lnTo>
                  <a:lnTo>
                    <a:pt x="5715240" y="9524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99" y="1123949"/>
              <a:ext cx="47625" cy="952500"/>
            </a:xfrm>
            <a:custGeom>
              <a:avLst/>
              <a:gdLst/>
              <a:ahLst/>
              <a:cxnLst/>
              <a:rect l="l" t="t" r="r" b="b"/>
              <a:pathLst>
                <a:path w="47625" h="952500">
                  <a:moveTo>
                    <a:pt x="0" y="95249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952499"/>
                  </a:lnTo>
                  <a:lnTo>
                    <a:pt x="0" y="9524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4049" y="1269603"/>
            <a:ext cx="5271770" cy="596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90"/>
              </a:spcBef>
            </a:pPr>
            <a:r>
              <a:rPr sz="1700" spc="-85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700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55" dirty="0">
                <a:solidFill>
                  <a:srgbClr val="334054"/>
                </a:solidFill>
                <a:latin typeface="Arial"/>
                <a:cs typeface="Arial"/>
              </a:rPr>
              <a:t>manière</a:t>
            </a:r>
            <a:r>
              <a:rPr sz="1700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45" dirty="0">
                <a:solidFill>
                  <a:srgbClr val="334054"/>
                </a:solidFill>
                <a:latin typeface="Arial"/>
                <a:cs typeface="Arial"/>
              </a:rPr>
              <a:t>organisée</a:t>
            </a:r>
            <a:r>
              <a:rPr sz="1700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50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700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40" dirty="0">
                <a:solidFill>
                  <a:srgbClr val="334054"/>
                </a:solidFill>
                <a:latin typeface="Arial"/>
                <a:cs typeface="Arial"/>
              </a:rPr>
              <a:t>stocker,</a:t>
            </a:r>
            <a:r>
              <a:rPr sz="1700" spc="-8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30" dirty="0">
                <a:solidFill>
                  <a:srgbClr val="334054"/>
                </a:solidFill>
                <a:latin typeface="Arial"/>
                <a:cs typeface="Arial"/>
              </a:rPr>
              <a:t>gérer</a:t>
            </a:r>
            <a:r>
              <a:rPr sz="1700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sz="1700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35" dirty="0">
                <a:solidFill>
                  <a:srgbClr val="334054"/>
                </a:solidFill>
                <a:latin typeface="Arial"/>
                <a:cs typeface="Arial"/>
              </a:rPr>
              <a:t>récupérer</a:t>
            </a:r>
            <a:r>
              <a:rPr sz="1700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334054"/>
                </a:solidFill>
                <a:latin typeface="Arial"/>
                <a:cs typeface="Arial"/>
              </a:rPr>
              <a:t>des </a:t>
            </a:r>
            <a:r>
              <a:rPr sz="1700" spc="-50" dirty="0">
                <a:solidFill>
                  <a:srgbClr val="334054"/>
                </a:solidFill>
                <a:latin typeface="Arial"/>
                <a:cs typeface="Arial"/>
              </a:rPr>
              <a:t>données</a:t>
            </a:r>
            <a:r>
              <a:rPr sz="170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334054"/>
                </a:solidFill>
                <a:latin typeface="Arial"/>
                <a:cs typeface="Arial"/>
              </a:rPr>
              <a:t>efficacement</a:t>
            </a:r>
            <a:r>
              <a:rPr sz="170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sz="170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40" dirty="0">
                <a:solidFill>
                  <a:srgbClr val="334054"/>
                </a:solidFill>
                <a:latin typeface="Arial"/>
                <a:cs typeface="Arial"/>
              </a:rPr>
              <a:t>répondre</a:t>
            </a:r>
            <a:r>
              <a:rPr sz="170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100" dirty="0">
                <a:solidFill>
                  <a:srgbClr val="334054"/>
                </a:solidFill>
                <a:latin typeface="Arial"/>
                <a:cs typeface="Arial"/>
              </a:rPr>
              <a:t>à</a:t>
            </a:r>
            <a:r>
              <a:rPr sz="170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55" dirty="0">
                <a:solidFill>
                  <a:srgbClr val="334054"/>
                </a:solidFill>
                <a:latin typeface="Arial"/>
                <a:cs typeface="Arial"/>
              </a:rPr>
              <a:t>un </a:t>
            </a:r>
            <a:r>
              <a:rPr sz="1700" spc="-45" dirty="0">
                <a:solidFill>
                  <a:srgbClr val="334054"/>
                </a:solidFill>
                <a:latin typeface="Arial"/>
                <a:cs typeface="Arial"/>
              </a:rPr>
              <a:t>besoin</a:t>
            </a:r>
            <a:r>
              <a:rPr sz="170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334054"/>
                </a:solidFill>
                <a:latin typeface="Arial"/>
                <a:cs typeface="Arial"/>
              </a:rPr>
              <a:t>précis.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6136" y="2325624"/>
            <a:ext cx="5919470" cy="795655"/>
            <a:chOff x="326136" y="2325624"/>
            <a:chExt cx="5919470" cy="795655"/>
          </a:xfrm>
        </p:grpSpPr>
        <p:sp>
          <p:nvSpPr>
            <p:cNvPr id="8" name="object 8"/>
            <p:cNvSpPr/>
            <p:nvPr/>
          </p:nvSpPr>
          <p:spPr>
            <a:xfrm>
              <a:off x="326136" y="2325624"/>
              <a:ext cx="5919470" cy="795655"/>
            </a:xfrm>
            <a:custGeom>
              <a:avLst/>
              <a:gdLst/>
              <a:ahLst/>
              <a:cxnLst/>
              <a:rect l="l" t="t" r="r" b="b"/>
              <a:pathLst>
                <a:path w="5919470" h="795655">
                  <a:moveTo>
                    <a:pt x="5919216" y="795528"/>
                  </a:moveTo>
                  <a:lnTo>
                    <a:pt x="0" y="795528"/>
                  </a:lnTo>
                  <a:lnTo>
                    <a:pt x="0" y="0"/>
                  </a:lnTo>
                  <a:lnTo>
                    <a:pt x="5919216" y="0"/>
                  </a:lnTo>
                  <a:lnTo>
                    <a:pt x="5919216" y="46100"/>
                  </a:lnTo>
                  <a:lnTo>
                    <a:pt x="131063" y="46100"/>
                  </a:lnTo>
                  <a:lnTo>
                    <a:pt x="124495" y="46417"/>
                  </a:lnTo>
                  <a:lnTo>
                    <a:pt x="88786" y="61209"/>
                  </a:lnTo>
                  <a:lnTo>
                    <a:pt x="67243" y="93449"/>
                  </a:lnTo>
                  <a:lnTo>
                    <a:pt x="64388" y="112775"/>
                  </a:lnTo>
                  <a:lnTo>
                    <a:pt x="64388" y="646175"/>
                  </a:lnTo>
                  <a:lnTo>
                    <a:pt x="75615" y="683224"/>
                  </a:lnTo>
                  <a:lnTo>
                    <a:pt x="105548" y="707774"/>
                  </a:lnTo>
                  <a:lnTo>
                    <a:pt x="131063" y="712850"/>
                  </a:lnTo>
                  <a:lnTo>
                    <a:pt x="5919216" y="712850"/>
                  </a:lnTo>
                  <a:lnTo>
                    <a:pt x="5919216" y="795528"/>
                  </a:lnTo>
                  <a:close/>
                </a:path>
                <a:path w="5919470" h="795655">
                  <a:moveTo>
                    <a:pt x="5919216" y="712850"/>
                  </a:moveTo>
                  <a:lnTo>
                    <a:pt x="5788913" y="712850"/>
                  </a:lnTo>
                  <a:lnTo>
                    <a:pt x="5795481" y="712533"/>
                  </a:lnTo>
                  <a:lnTo>
                    <a:pt x="5801923" y="711581"/>
                  </a:lnTo>
                  <a:lnTo>
                    <a:pt x="5836059" y="693321"/>
                  </a:lnTo>
                  <a:lnTo>
                    <a:pt x="5854319" y="659185"/>
                  </a:lnTo>
                  <a:lnTo>
                    <a:pt x="5855588" y="646175"/>
                  </a:lnTo>
                  <a:lnTo>
                    <a:pt x="5855588" y="112775"/>
                  </a:lnTo>
                  <a:lnTo>
                    <a:pt x="5844361" y="75725"/>
                  </a:lnTo>
                  <a:lnTo>
                    <a:pt x="5814428" y="51175"/>
                  </a:lnTo>
                  <a:lnTo>
                    <a:pt x="5788913" y="46100"/>
                  </a:lnTo>
                  <a:lnTo>
                    <a:pt x="5919216" y="46100"/>
                  </a:lnTo>
                  <a:lnTo>
                    <a:pt x="5919216" y="712850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5762" y="2366962"/>
              <a:ext cx="5800725" cy="676275"/>
            </a:xfrm>
            <a:custGeom>
              <a:avLst/>
              <a:gdLst/>
              <a:ahLst/>
              <a:cxnLst/>
              <a:rect l="l" t="t" r="r" b="b"/>
              <a:pathLst>
                <a:path w="5800725" h="676275">
                  <a:moveTo>
                    <a:pt x="5733976" y="676274"/>
                  </a:moveTo>
                  <a:lnTo>
                    <a:pt x="66746" y="676274"/>
                  </a:lnTo>
                  <a:lnTo>
                    <a:pt x="62101" y="675817"/>
                  </a:lnTo>
                  <a:lnTo>
                    <a:pt x="24240" y="658667"/>
                  </a:lnTo>
                  <a:lnTo>
                    <a:pt x="2287" y="623374"/>
                  </a:lnTo>
                  <a:lnTo>
                    <a:pt x="0" y="609527"/>
                  </a:lnTo>
                  <a:lnTo>
                    <a:pt x="0" y="6048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733976" y="0"/>
                  </a:lnTo>
                  <a:lnTo>
                    <a:pt x="5772875" y="14645"/>
                  </a:lnTo>
                  <a:lnTo>
                    <a:pt x="5797080" y="48432"/>
                  </a:lnTo>
                  <a:lnTo>
                    <a:pt x="5800724" y="66746"/>
                  </a:lnTo>
                  <a:lnTo>
                    <a:pt x="5800724" y="609527"/>
                  </a:lnTo>
                  <a:lnTo>
                    <a:pt x="5786078" y="648425"/>
                  </a:lnTo>
                  <a:lnTo>
                    <a:pt x="5752290" y="672631"/>
                  </a:lnTo>
                  <a:lnTo>
                    <a:pt x="5738622" y="675817"/>
                  </a:lnTo>
                  <a:lnTo>
                    <a:pt x="5733976" y="676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762" y="2366962"/>
              <a:ext cx="5800725" cy="676275"/>
            </a:xfrm>
            <a:custGeom>
              <a:avLst/>
              <a:gdLst/>
              <a:ahLst/>
              <a:cxnLst/>
              <a:rect l="l" t="t" r="r" b="b"/>
              <a:pathLst>
                <a:path w="5800725" h="676275">
                  <a:moveTo>
                    <a:pt x="0" y="6048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29287" y="0"/>
                  </a:lnTo>
                  <a:lnTo>
                    <a:pt x="5733976" y="0"/>
                  </a:lnTo>
                  <a:lnTo>
                    <a:pt x="5738622" y="457"/>
                  </a:lnTo>
                  <a:lnTo>
                    <a:pt x="5743222" y="1372"/>
                  </a:lnTo>
                  <a:lnTo>
                    <a:pt x="5747823" y="2287"/>
                  </a:lnTo>
                  <a:lnTo>
                    <a:pt x="5779800" y="20923"/>
                  </a:lnTo>
                  <a:lnTo>
                    <a:pt x="5783117" y="24240"/>
                  </a:lnTo>
                  <a:lnTo>
                    <a:pt x="5799351" y="57500"/>
                  </a:lnTo>
                  <a:lnTo>
                    <a:pt x="5800267" y="62101"/>
                  </a:lnTo>
                  <a:lnTo>
                    <a:pt x="5800724" y="66746"/>
                  </a:lnTo>
                  <a:lnTo>
                    <a:pt x="5800724" y="71437"/>
                  </a:lnTo>
                  <a:lnTo>
                    <a:pt x="5800724" y="604837"/>
                  </a:lnTo>
                  <a:lnTo>
                    <a:pt x="5800724" y="609527"/>
                  </a:lnTo>
                  <a:lnTo>
                    <a:pt x="5800267" y="614173"/>
                  </a:lnTo>
                  <a:lnTo>
                    <a:pt x="5799351" y="618773"/>
                  </a:lnTo>
                  <a:lnTo>
                    <a:pt x="5798435" y="623374"/>
                  </a:lnTo>
                  <a:lnTo>
                    <a:pt x="5779800" y="655350"/>
                  </a:lnTo>
                  <a:lnTo>
                    <a:pt x="5776484" y="658667"/>
                  </a:lnTo>
                  <a:lnTo>
                    <a:pt x="5743222" y="674901"/>
                  </a:lnTo>
                  <a:lnTo>
                    <a:pt x="5738622" y="675817"/>
                  </a:lnTo>
                  <a:lnTo>
                    <a:pt x="5733976" y="676274"/>
                  </a:lnTo>
                  <a:lnTo>
                    <a:pt x="5729287" y="676274"/>
                  </a:lnTo>
                  <a:lnTo>
                    <a:pt x="71437" y="676274"/>
                  </a:lnTo>
                  <a:lnTo>
                    <a:pt x="66746" y="676274"/>
                  </a:lnTo>
                  <a:lnTo>
                    <a:pt x="62101" y="675817"/>
                  </a:lnTo>
                  <a:lnTo>
                    <a:pt x="57500" y="674901"/>
                  </a:lnTo>
                  <a:lnTo>
                    <a:pt x="52900" y="673986"/>
                  </a:lnTo>
                  <a:lnTo>
                    <a:pt x="31748" y="664234"/>
                  </a:lnTo>
                  <a:lnTo>
                    <a:pt x="27848" y="661629"/>
                  </a:lnTo>
                  <a:lnTo>
                    <a:pt x="24240" y="658667"/>
                  </a:lnTo>
                  <a:lnTo>
                    <a:pt x="20923" y="655350"/>
                  </a:lnTo>
                  <a:lnTo>
                    <a:pt x="17606" y="652034"/>
                  </a:lnTo>
                  <a:lnTo>
                    <a:pt x="457" y="614173"/>
                  </a:lnTo>
                  <a:lnTo>
                    <a:pt x="0" y="609527"/>
                  </a:lnTo>
                  <a:lnTo>
                    <a:pt x="0" y="6048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024" y="25145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1000" y="71196"/>
                  </a:lnTo>
                  <a:lnTo>
                    <a:pt x="381000" y="309803"/>
                  </a:lnTo>
                  <a:lnTo>
                    <a:pt x="365378" y="351294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690" y="2635249"/>
              <a:ext cx="142875" cy="14287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26136" y="3203448"/>
            <a:ext cx="5919470" cy="795655"/>
            <a:chOff x="326136" y="3203448"/>
            <a:chExt cx="5919470" cy="795655"/>
          </a:xfrm>
        </p:grpSpPr>
        <p:sp>
          <p:nvSpPr>
            <p:cNvPr id="14" name="object 14"/>
            <p:cNvSpPr/>
            <p:nvPr/>
          </p:nvSpPr>
          <p:spPr>
            <a:xfrm>
              <a:off x="326136" y="3203448"/>
              <a:ext cx="5919470" cy="795655"/>
            </a:xfrm>
            <a:custGeom>
              <a:avLst/>
              <a:gdLst/>
              <a:ahLst/>
              <a:cxnLst/>
              <a:rect l="l" t="t" r="r" b="b"/>
              <a:pathLst>
                <a:path w="5919470" h="795654">
                  <a:moveTo>
                    <a:pt x="5919216" y="795528"/>
                  </a:moveTo>
                  <a:lnTo>
                    <a:pt x="0" y="795528"/>
                  </a:lnTo>
                  <a:lnTo>
                    <a:pt x="0" y="0"/>
                  </a:lnTo>
                  <a:lnTo>
                    <a:pt x="5919216" y="0"/>
                  </a:lnTo>
                  <a:lnTo>
                    <a:pt x="5919216" y="44576"/>
                  </a:lnTo>
                  <a:lnTo>
                    <a:pt x="131063" y="44576"/>
                  </a:lnTo>
                  <a:lnTo>
                    <a:pt x="124495" y="44893"/>
                  </a:lnTo>
                  <a:lnTo>
                    <a:pt x="88786" y="59684"/>
                  </a:lnTo>
                  <a:lnTo>
                    <a:pt x="67243" y="91925"/>
                  </a:lnTo>
                  <a:lnTo>
                    <a:pt x="64388" y="111251"/>
                  </a:lnTo>
                  <a:lnTo>
                    <a:pt x="64388" y="644651"/>
                  </a:lnTo>
                  <a:lnTo>
                    <a:pt x="75615" y="681700"/>
                  </a:lnTo>
                  <a:lnTo>
                    <a:pt x="105548" y="706250"/>
                  </a:lnTo>
                  <a:lnTo>
                    <a:pt x="131063" y="711326"/>
                  </a:lnTo>
                  <a:lnTo>
                    <a:pt x="5919216" y="711326"/>
                  </a:lnTo>
                  <a:lnTo>
                    <a:pt x="5919216" y="795528"/>
                  </a:lnTo>
                  <a:close/>
                </a:path>
                <a:path w="5919470" h="795654">
                  <a:moveTo>
                    <a:pt x="5919216" y="711326"/>
                  </a:moveTo>
                  <a:lnTo>
                    <a:pt x="5788913" y="711326"/>
                  </a:lnTo>
                  <a:lnTo>
                    <a:pt x="5795481" y="711009"/>
                  </a:lnTo>
                  <a:lnTo>
                    <a:pt x="5801923" y="710057"/>
                  </a:lnTo>
                  <a:lnTo>
                    <a:pt x="5836059" y="691797"/>
                  </a:lnTo>
                  <a:lnTo>
                    <a:pt x="5854319" y="657661"/>
                  </a:lnTo>
                  <a:lnTo>
                    <a:pt x="5855588" y="644651"/>
                  </a:lnTo>
                  <a:lnTo>
                    <a:pt x="5855588" y="111251"/>
                  </a:lnTo>
                  <a:lnTo>
                    <a:pt x="5844361" y="74201"/>
                  </a:lnTo>
                  <a:lnTo>
                    <a:pt x="5814428" y="49651"/>
                  </a:lnTo>
                  <a:lnTo>
                    <a:pt x="5788913" y="44576"/>
                  </a:lnTo>
                  <a:lnTo>
                    <a:pt x="5919216" y="44576"/>
                  </a:lnTo>
                  <a:lnTo>
                    <a:pt x="5919216" y="711326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5762" y="3243262"/>
              <a:ext cx="5800725" cy="676275"/>
            </a:xfrm>
            <a:custGeom>
              <a:avLst/>
              <a:gdLst/>
              <a:ahLst/>
              <a:cxnLst/>
              <a:rect l="l" t="t" r="r" b="b"/>
              <a:pathLst>
                <a:path w="5800725" h="676275">
                  <a:moveTo>
                    <a:pt x="5733976" y="676274"/>
                  </a:moveTo>
                  <a:lnTo>
                    <a:pt x="66746" y="676274"/>
                  </a:lnTo>
                  <a:lnTo>
                    <a:pt x="62101" y="675817"/>
                  </a:lnTo>
                  <a:lnTo>
                    <a:pt x="24240" y="658667"/>
                  </a:lnTo>
                  <a:lnTo>
                    <a:pt x="2287" y="623374"/>
                  </a:lnTo>
                  <a:lnTo>
                    <a:pt x="0" y="609527"/>
                  </a:lnTo>
                  <a:lnTo>
                    <a:pt x="0" y="6048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733976" y="0"/>
                  </a:lnTo>
                  <a:lnTo>
                    <a:pt x="5772875" y="14644"/>
                  </a:lnTo>
                  <a:lnTo>
                    <a:pt x="5797080" y="48432"/>
                  </a:lnTo>
                  <a:lnTo>
                    <a:pt x="5800724" y="66746"/>
                  </a:lnTo>
                  <a:lnTo>
                    <a:pt x="5800724" y="609527"/>
                  </a:lnTo>
                  <a:lnTo>
                    <a:pt x="5786078" y="648425"/>
                  </a:lnTo>
                  <a:lnTo>
                    <a:pt x="5752290" y="672631"/>
                  </a:lnTo>
                  <a:lnTo>
                    <a:pt x="5738622" y="675817"/>
                  </a:lnTo>
                  <a:lnTo>
                    <a:pt x="5733976" y="676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5762" y="3243262"/>
              <a:ext cx="5800725" cy="676275"/>
            </a:xfrm>
            <a:custGeom>
              <a:avLst/>
              <a:gdLst/>
              <a:ahLst/>
              <a:cxnLst/>
              <a:rect l="l" t="t" r="r" b="b"/>
              <a:pathLst>
                <a:path w="5800725" h="676275">
                  <a:moveTo>
                    <a:pt x="0" y="6048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29287" y="0"/>
                  </a:lnTo>
                  <a:lnTo>
                    <a:pt x="5733976" y="0"/>
                  </a:lnTo>
                  <a:lnTo>
                    <a:pt x="5738622" y="457"/>
                  </a:lnTo>
                  <a:lnTo>
                    <a:pt x="5776484" y="17606"/>
                  </a:lnTo>
                  <a:lnTo>
                    <a:pt x="5779800" y="20923"/>
                  </a:lnTo>
                  <a:lnTo>
                    <a:pt x="5783117" y="24239"/>
                  </a:lnTo>
                  <a:lnTo>
                    <a:pt x="5799351" y="57499"/>
                  </a:lnTo>
                  <a:lnTo>
                    <a:pt x="5800267" y="62100"/>
                  </a:lnTo>
                  <a:lnTo>
                    <a:pt x="5800724" y="66746"/>
                  </a:lnTo>
                  <a:lnTo>
                    <a:pt x="5800724" y="71437"/>
                  </a:lnTo>
                  <a:lnTo>
                    <a:pt x="5800724" y="604837"/>
                  </a:lnTo>
                  <a:lnTo>
                    <a:pt x="5800724" y="609527"/>
                  </a:lnTo>
                  <a:lnTo>
                    <a:pt x="5800267" y="614173"/>
                  </a:lnTo>
                  <a:lnTo>
                    <a:pt x="5799351" y="618773"/>
                  </a:lnTo>
                  <a:lnTo>
                    <a:pt x="5798435" y="623374"/>
                  </a:lnTo>
                  <a:lnTo>
                    <a:pt x="5779800" y="655350"/>
                  </a:lnTo>
                  <a:lnTo>
                    <a:pt x="5776484" y="658667"/>
                  </a:lnTo>
                  <a:lnTo>
                    <a:pt x="5743222" y="674901"/>
                  </a:lnTo>
                  <a:lnTo>
                    <a:pt x="5738622" y="675817"/>
                  </a:lnTo>
                  <a:lnTo>
                    <a:pt x="5733976" y="676274"/>
                  </a:lnTo>
                  <a:lnTo>
                    <a:pt x="5729287" y="676274"/>
                  </a:lnTo>
                  <a:lnTo>
                    <a:pt x="71437" y="676274"/>
                  </a:lnTo>
                  <a:lnTo>
                    <a:pt x="66746" y="676274"/>
                  </a:lnTo>
                  <a:lnTo>
                    <a:pt x="62101" y="675817"/>
                  </a:lnTo>
                  <a:lnTo>
                    <a:pt x="57500" y="674901"/>
                  </a:lnTo>
                  <a:lnTo>
                    <a:pt x="52900" y="673986"/>
                  </a:lnTo>
                  <a:lnTo>
                    <a:pt x="31748" y="664234"/>
                  </a:lnTo>
                  <a:lnTo>
                    <a:pt x="27848" y="661629"/>
                  </a:lnTo>
                  <a:lnTo>
                    <a:pt x="24240" y="658667"/>
                  </a:lnTo>
                  <a:lnTo>
                    <a:pt x="20923" y="655350"/>
                  </a:lnTo>
                  <a:lnTo>
                    <a:pt x="17606" y="652034"/>
                  </a:lnTo>
                  <a:lnTo>
                    <a:pt x="14645" y="648425"/>
                  </a:lnTo>
                  <a:lnTo>
                    <a:pt x="12039" y="644525"/>
                  </a:lnTo>
                  <a:lnTo>
                    <a:pt x="9433" y="640625"/>
                  </a:lnTo>
                  <a:lnTo>
                    <a:pt x="1372" y="618773"/>
                  </a:lnTo>
                  <a:lnTo>
                    <a:pt x="457" y="614173"/>
                  </a:lnTo>
                  <a:lnTo>
                    <a:pt x="0" y="609527"/>
                  </a:lnTo>
                  <a:lnTo>
                    <a:pt x="0" y="6048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1024" y="33908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1000" y="71196"/>
                  </a:lnTo>
                  <a:lnTo>
                    <a:pt x="381000" y="309803"/>
                  </a:lnTo>
                  <a:lnTo>
                    <a:pt x="365378" y="351294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515" y="3495674"/>
              <a:ext cx="152400" cy="17462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26136" y="4078223"/>
            <a:ext cx="5919470" cy="795655"/>
            <a:chOff x="326136" y="4078223"/>
            <a:chExt cx="5919470" cy="795655"/>
          </a:xfrm>
        </p:grpSpPr>
        <p:sp>
          <p:nvSpPr>
            <p:cNvPr id="20" name="object 20"/>
            <p:cNvSpPr/>
            <p:nvPr/>
          </p:nvSpPr>
          <p:spPr>
            <a:xfrm>
              <a:off x="326136" y="4078223"/>
              <a:ext cx="5919470" cy="795655"/>
            </a:xfrm>
            <a:custGeom>
              <a:avLst/>
              <a:gdLst/>
              <a:ahLst/>
              <a:cxnLst/>
              <a:rect l="l" t="t" r="r" b="b"/>
              <a:pathLst>
                <a:path w="5919470" h="795654">
                  <a:moveTo>
                    <a:pt x="5919216" y="795528"/>
                  </a:moveTo>
                  <a:lnTo>
                    <a:pt x="0" y="795528"/>
                  </a:lnTo>
                  <a:lnTo>
                    <a:pt x="0" y="0"/>
                  </a:lnTo>
                  <a:lnTo>
                    <a:pt x="5919216" y="0"/>
                  </a:lnTo>
                  <a:lnTo>
                    <a:pt x="5919216" y="46100"/>
                  </a:lnTo>
                  <a:lnTo>
                    <a:pt x="131063" y="46100"/>
                  </a:lnTo>
                  <a:lnTo>
                    <a:pt x="124495" y="46417"/>
                  </a:lnTo>
                  <a:lnTo>
                    <a:pt x="88786" y="61208"/>
                  </a:lnTo>
                  <a:lnTo>
                    <a:pt x="67243" y="93449"/>
                  </a:lnTo>
                  <a:lnTo>
                    <a:pt x="64388" y="112775"/>
                  </a:lnTo>
                  <a:lnTo>
                    <a:pt x="64388" y="646175"/>
                  </a:lnTo>
                  <a:lnTo>
                    <a:pt x="75615" y="683224"/>
                  </a:lnTo>
                  <a:lnTo>
                    <a:pt x="105548" y="707774"/>
                  </a:lnTo>
                  <a:lnTo>
                    <a:pt x="131063" y="712850"/>
                  </a:lnTo>
                  <a:lnTo>
                    <a:pt x="5919216" y="712850"/>
                  </a:lnTo>
                  <a:lnTo>
                    <a:pt x="5919216" y="795528"/>
                  </a:lnTo>
                  <a:close/>
                </a:path>
                <a:path w="5919470" h="795654">
                  <a:moveTo>
                    <a:pt x="5919216" y="712850"/>
                  </a:moveTo>
                  <a:lnTo>
                    <a:pt x="5788913" y="712850"/>
                  </a:lnTo>
                  <a:lnTo>
                    <a:pt x="5795481" y="712533"/>
                  </a:lnTo>
                  <a:lnTo>
                    <a:pt x="5801923" y="711581"/>
                  </a:lnTo>
                  <a:lnTo>
                    <a:pt x="5836059" y="693321"/>
                  </a:lnTo>
                  <a:lnTo>
                    <a:pt x="5854319" y="659185"/>
                  </a:lnTo>
                  <a:lnTo>
                    <a:pt x="5855588" y="646175"/>
                  </a:lnTo>
                  <a:lnTo>
                    <a:pt x="5855588" y="112775"/>
                  </a:lnTo>
                  <a:lnTo>
                    <a:pt x="5844361" y="75725"/>
                  </a:lnTo>
                  <a:lnTo>
                    <a:pt x="5814428" y="51175"/>
                  </a:lnTo>
                  <a:lnTo>
                    <a:pt x="5788913" y="46100"/>
                  </a:lnTo>
                  <a:lnTo>
                    <a:pt x="5919216" y="46100"/>
                  </a:lnTo>
                  <a:lnTo>
                    <a:pt x="5919216" y="712850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5762" y="4119561"/>
              <a:ext cx="5800725" cy="676275"/>
            </a:xfrm>
            <a:custGeom>
              <a:avLst/>
              <a:gdLst/>
              <a:ahLst/>
              <a:cxnLst/>
              <a:rect l="l" t="t" r="r" b="b"/>
              <a:pathLst>
                <a:path w="5800725" h="676275">
                  <a:moveTo>
                    <a:pt x="5733976" y="676274"/>
                  </a:moveTo>
                  <a:lnTo>
                    <a:pt x="66746" y="676274"/>
                  </a:lnTo>
                  <a:lnTo>
                    <a:pt x="62101" y="675816"/>
                  </a:lnTo>
                  <a:lnTo>
                    <a:pt x="24240" y="658667"/>
                  </a:lnTo>
                  <a:lnTo>
                    <a:pt x="2287" y="623374"/>
                  </a:lnTo>
                  <a:lnTo>
                    <a:pt x="0" y="609527"/>
                  </a:lnTo>
                  <a:lnTo>
                    <a:pt x="0" y="6048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733976" y="0"/>
                  </a:lnTo>
                  <a:lnTo>
                    <a:pt x="5772875" y="14644"/>
                  </a:lnTo>
                  <a:lnTo>
                    <a:pt x="5797080" y="48432"/>
                  </a:lnTo>
                  <a:lnTo>
                    <a:pt x="5800724" y="66746"/>
                  </a:lnTo>
                  <a:lnTo>
                    <a:pt x="5800724" y="609527"/>
                  </a:lnTo>
                  <a:lnTo>
                    <a:pt x="5786078" y="648425"/>
                  </a:lnTo>
                  <a:lnTo>
                    <a:pt x="5752290" y="672631"/>
                  </a:lnTo>
                  <a:lnTo>
                    <a:pt x="5738622" y="675816"/>
                  </a:lnTo>
                  <a:lnTo>
                    <a:pt x="5733976" y="676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5762" y="4119561"/>
              <a:ext cx="5800725" cy="676275"/>
            </a:xfrm>
            <a:custGeom>
              <a:avLst/>
              <a:gdLst/>
              <a:ahLst/>
              <a:cxnLst/>
              <a:rect l="l" t="t" r="r" b="b"/>
              <a:pathLst>
                <a:path w="5800725" h="676275">
                  <a:moveTo>
                    <a:pt x="0" y="6048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29287" y="0"/>
                  </a:lnTo>
                  <a:lnTo>
                    <a:pt x="5733976" y="0"/>
                  </a:lnTo>
                  <a:lnTo>
                    <a:pt x="5738622" y="457"/>
                  </a:lnTo>
                  <a:lnTo>
                    <a:pt x="5768974" y="12038"/>
                  </a:lnTo>
                  <a:lnTo>
                    <a:pt x="5772875" y="14644"/>
                  </a:lnTo>
                  <a:lnTo>
                    <a:pt x="5776484" y="17606"/>
                  </a:lnTo>
                  <a:lnTo>
                    <a:pt x="5779800" y="20923"/>
                  </a:lnTo>
                  <a:lnTo>
                    <a:pt x="5783117" y="24239"/>
                  </a:lnTo>
                  <a:lnTo>
                    <a:pt x="5799351" y="57500"/>
                  </a:lnTo>
                  <a:lnTo>
                    <a:pt x="5800267" y="62100"/>
                  </a:lnTo>
                  <a:lnTo>
                    <a:pt x="5800724" y="66746"/>
                  </a:lnTo>
                  <a:lnTo>
                    <a:pt x="5800724" y="71437"/>
                  </a:lnTo>
                  <a:lnTo>
                    <a:pt x="5800724" y="604837"/>
                  </a:lnTo>
                  <a:lnTo>
                    <a:pt x="5800724" y="609527"/>
                  </a:lnTo>
                  <a:lnTo>
                    <a:pt x="5800267" y="614173"/>
                  </a:lnTo>
                  <a:lnTo>
                    <a:pt x="5799351" y="618773"/>
                  </a:lnTo>
                  <a:lnTo>
                    <a:pt x="5798435" y="623374"/>
                  </a:lnTo>
                  <a:lnTo>
                    <a:pt x="5776484" y="658667"/>
                  </a:lnTo>
                  <a:lnTo>
                    <a:pt x="5743222" y="674901"/>
                  </a:lnTo>
                  <a:lnTo>
                    <a:pt x="5738622" y="675816"/>
                  </a:lnTo>
                  <a:lnTo>
                    <a:pt x="5733976" y="676274"/>
                  </a:lnTo>
                  <a:lnTo>
                    <a:pt x="5729287" y="676274"/>
                  </a:lnTo>
                  <a:lnTo>
                    <a:pt x="71437" y="676274"/>
                  </a:lnTo>
                  <a:lnTo>
                    <a:pt x="66746" y="676274"/>
                  </a:lnTo>
                  <a:lnTo>
                    <a:pt x="62101" y="675816"/>
                  </a:lnTo>
                  <a:lnTo>
                    <a:pt x="57500" y="674901"/>
                  </a:lnTo>
                  <a:lnTo>
                    <a:pt x="52900" y="673986"/>
                  </a:lnTo>
                  <a:lnTo>
                    <a:pt x="48433" y="672631"/>
                  </a:lnTo>
                  <a:lnTo>
                    <a:pt x="44099" y="670836"/>
                  </a:lnTo>
                  <a:lnTo>
                    <a:pt x="39765" y="669041"/>
                  </a:lnTo>
                  <a:lnTo>
                    <a:pt x="35649" y="666840"/>
                  </a:lnTo>
                  <a:lnTo>
                    <a:pt x="31748" y="664234"/>
                  </a:lnTo>
                  <a:lnTo>
                    <a:pt x="27848" y="661628"/>
                  </a:lnTo>
                  <a:lnTo>
                    <a:pt x="3642" y="627841"/>
                  </a:lnTo>
                  <a:lnTo>
                    <a:pt x="0" y="609527"/>
                  </a:lnTo>
                  <a:lnTo>
                    <a:pt x="0" y="6048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1024" y="4267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1000" y="71196"/>
                  </a:lnTo>
                  <a:lnTo>
                    <a:pt x="381000" y="309803"/>
                  </a:lnTo>
                  <a:lnTo>
                    <a:pt x="365378" y="351294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DFF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4371974"/>
              <a:ext cx="171450" cy="174625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326136" y="4956048"/>
            <a:ext cx="5919470" cy="795655"/>
            <a:chOff x="326136" y="4956048"/>
            <a:chExt cx="5919470" cy="795655"/>
          </a:xfrm>
        </p:grpSpPr>
        <p:sp>
          <p:nvSpPr>
            <p:cNvPr id="26" name="object 26"/>
            <p:cNvSpPr/>
            <p:nvPr/>
          </p:nvSpPr>
          <p:spPr>
            <a:xfrm>
              <a:off x="326136" y="4956048"/>
              <a:ext cx="5919470" cy="795655"/>
            </a:xfrm>
            <a:custGeom>
              <a:avLst/>
              <a:gdLst/>
              <a:ahLst/>
              <a:cxnLst/>
              <a:rect l="l" t="t" r="r" b="b"/>
              <a:pathLst>
                <a:path w="5919470" h="795654">
                  <a:moveTo>
                    <a:pt x="5919216" y="795528"/>
                  </a:moveTo>
                  <a:lnTo>
                    <a:pt x="0" y="795528"/>
                  </a:lnTo>
                  <a:lnTo>
                    <a:pt x="0" y="0"/>
                  </a:lnTo>
                  <a:lnTo>
                    <a:pt x="5919216" y="0"/>
                  </a:lnTo>
                  <a:lnTo>
                    <a:pt x="5919216" y="44576"/>
                  </a:lnTo>
                  <a:lnTo>
                    <a:pt x="131063" y="44576"/>
                  </a:lnTo>
                  <a:lnTo>
                    <a:pt x="124495" y="44893"/>
                  </a:lnTo>
                  <a:lnTo>
                    <a:pt x="88786" y="59685"/>
                  </a:lnTo>
                  <a:lnTo>
                    <a:pt x="67243" y="91925"/>
                  </a:lnTo>
                  <a:lnTo>
                    <a:pt x="64388" y="111251"/>
                  </a:lnTo>
                  <a:lnTo>
                    <a:pt x="64388" y="644651"/>
                  </a:lnTo>
                  <a:lnTo>
                    <a:pt x="75615" y="681700"/>
                  </a:lnTo>
                  <a:lnTo>
                    <a:pt x="105548" y="706250"/>
                  </a:lnTo>
                  <a:lnTo>
                    <a:pt x="131063" y="711326"/>
                  </a:lnTo>
                  <a:lnTo>
                    <a:pt x="5919216" y="711326"/>
                  </a:lnTo>
                  <a:lnTo>
                    <a:pt x="5919216" y="795528"/>
                  </a:lnTo>
                  <a:close/>
                </a:path>
                <a:path w="5919470" h="795654">
                  <a:moveTo>
                    <a:pt x="5919216" y="711326"/>
                  </a:moveTo>
                  <a:lnTo>
                    <a:pt x="5788913" y="711326"/>
                  </a:lnTo>
                  <a:lnTo>
                    <a:pt x="5795481" y="711009"/>
                  </a:lnTo>
                  <a:lnTo>
                    <a:pt x="5801923" y="710057"/>
                  </a:lnTo>
                  <a:lnTo>
                    <a:pt x="5836059" y="691797"/>
                  </a:lnTo>
                  <a:lnTo>
                    <a:pt x="5854319" y="657661"/>
                  </a:lnTo>
                  <a:lnTo>
                    <a:pt x="5855588" y="644651"/>
                  </a:lnTo>
                  <a:lnTo>
                    <a:pt x="5855588" y="111251"/>
                  </a:lnTo>
                  <a:lnTo>
                    <a:pt x="5844361" y="74201"/>
                  </a:lnTo>
                  <a:lnTo>
                    <a:pt x="5814428" y="49651"/>
                  </a:lnTo>
                  <a:lnTo>
                    <a:pt x="5788913" y="44576"/>
                  </a:lnTo>
                  <a:lnTo>
                    <a:pt x="5919216" y="44576"/>
                  </a:lnTo>
                  <a:lnTo>
                    <a:pt x="5919216" y="711326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5762" y="4995862"/>
              <a:ext cx="5800725" cy="676275"/>
            </a:xfrm>
            <a:custGeom>
              <a:avLst/>
              <a:gdLst/>
              <a:ahLst/>
              <a:cxnLst/>
              <a:rect l="l" t="t" r="r" b="b"/>
              <a:pathLst>
                <a:path w="5800725" h="676275">
                  <a:moveTo>
                    <a:pt x="5733976" y="676274"/>
                  </a:moveTo>
                  <a:lnTo>
                    <a:pt x="66746" y="676274"/>
                  </a:lnTo>
                  <a:lnTo>
                    <a:pt x="62101" y="675817"/>
                  </a:lnTo>
                  <a:lnTo>
                    <a:pt x="24240" y="658667"/>
                  </a:lnTo>
                  <a:lnTo>
                    <a:pt x="2287" y="623374"/>
                  </a:lnTo>
                  <a:lnTo>
                    <a:pt x="0" y="609527"/>
                  </a:lnTo>
                  <a:lnTo>
                    <a:pt x="0" y="6048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733976" y="0"/>
                  </a:lnTo>
                  <a:lnTo>
                    <a:pt x="5772875" y="14644"/>
                  </a:lnTo>
                  <a:lnTo>
                    <a:pt x="5797080" y="48432"/>
                  </a:lnTo>
                  <a:lnTo>
                    <a:pt x="5800724" y="66746"/>
                  </a:lnTo>
                  <a:lnTo>
                    <a:pt x="5800724" y="609527"/>
                  </a:lnTo>
                  <a:lnTo>
                    <a:pt x="5786078" y="648425"/>
                  </a:lnTo>
                  <a:lnTo>
                    <a:pt x="5752290" y="672630"/>
                  </a:lnTo>
                  <a:lnTo>
                    <a:pt x="5738622" y="675817"/>
                  </a:lnTo>
                  <a:lnTo>
                    <a:pt x="5733976" y="676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5762" y="4995862"/>
              <a:ext cx="5800725" cy="676275"/>
            </a:xfrm>
            <a:custGeom>
              <a:avLst/>
              <a:gdLst/>
              <a:ahLst/>
              <a:cxnLst/>
              <a:rect l="l" t="t" r="r" b="b"/>
              <a:pathLst>
                <a:path w="5800725" h="676275">
                  <a:moveTo>
                    <a:pt x="0" y="6048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5"/>
                  </a:lnTo>
                  <a:lnTo>
                    <a:pt x="27848" y="14644"/>
                  </a:lnTo>
                  <a:lnTo>
                    <a:pt x="31748" y="12038"/>
                  </a:lnTo>
                  <a:lnTo>
                    <a:pt x="35649" y="9432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29287" y="0"/>
                  </a:lnTo>
                  <a:lnTo>
                    <a:pt x="5733976" y="0"/>
                  </a:lnTo>
                  <a:lnTo>
                    <a:pt x="5738622" y="457"/>
                  </a:lnTo>
                  <a:lnTo>
                    <a:pt x="5743222" y="1371"/>
                  </a:lnTo>
                  <a:lnTo>
                    <a:pt x="5747823" y="2287"/>
                  </a:lnTo>
                  <a:lnTo>
                    <a:pt x="5752290" y="3642"/>
                  </a:lnTo>
                  <a:lnTo>
                    <a:pt x="5756624" y="5437"/>
                  </a:lnTo>
                  <a:lnTo>
                    <a:pt x="5760957" y="7232"/>
                  </a:lnTo>
                  <a:lnTo>
                    <a:pt x="5765074" y="9433"/>
                  </a:lnTo>
                  <a:lnTo>
                    <a:pt x="5768974" y="12039"/>
                  </a:lnTo>
                  <a:lnTo>
                    <a:pt x="5772875" y="14644"/>
                  </a:lnTo>
                  <a:lnTo>
                    <a:pt x="5776484" y="17605"/>
                  </a:lnTo>
                  <a:lnTo>
                    <a:pt x="5779800" y="20923"/>
                  </a:lnTo>
                  <a:lnTo>
                    <a:pt x="5783117" y="24239"/>
                  </a:lnTo>
                  <a:lnTo>
                    <a:pt x="5799351" y="57500"/>
                  </a:lnTo>
                  <a:lnTo>
                    <a:pt x="5800267" y="62100"/>
                  </a:lnTo>
                  <a:lnTo>
                    <a:pt x="5800724" y="66746"/>
                  </a:lnTo>
                  <a:lnTo>
                    <a:pt x="5800724" y="71437"/>
                  </a:lnTo>
                  <a:lnTo>
                    <a:pt x="5800724" y="604837"/>
                  </a:lnTo>
                  <a:lnTo>
                    <a:pt x="5800724" y="609527"/>
                  </a:lnTo>
                  <a:lnTo>
                    <a:pt x="5800267" y="614173"/>
                  </a:lnTo>
                  <a:lnTo>
                    <a:pt x="5799351" y="618773"/>
                  </a:lnTo>
                  <a:lnTo>
                    <a:pt x="5798435" y="623374"/>
                  </a:lnTo>
                  <a:lnTo>
                    <a:pt x="5779800" y="655351"/>
                  </a:lnTo>
                  <a:lnTo>
                    <a:pt x="5776484" y="658667"/>
                  </a:lnTo>
                  <a:lnTo>
                    <a:pt x="5743222" y="674901"/>
                  </a:lnTo>
                  <a:lnTo>
                    <a:pt x="5738622" y="675817"/>
                  </a:lnTo>
                  <a:lnTo>
                    <a:pt x="5733976" y="676274"/>
                  </a:lnTo>
                  <a:lnTo>
                    <a:pt x="5729287" y="676274"/>
                  </a:lnTo>
                  <a:lnTo>
                    <a:pt x="71437" y="676274"/>
                  </a:lnTo>
                  <a:lnTo>
                    <a:pt x="66746" y="676274"/>
                  </a:lnTo>
                  <a:lnTo>
                    <a:pt x="62101" y="675817"/>
                  </a:lnTo>
                  <a:lnTo>
                    <a:pt x="57500" y="674901"/>
                  </a:lnTo>
                  <a:lnTo>
                    <a:pt x="52900" y="673986"/>
                  </a:lnTo>
                  <a:lnTo>
                    <a:pt x="20923" y="655351"/>
                  </a:lnTo>
                  <a:lnTo>
                    <a:pt x="17606" y="652034"/>
                  </a:lnTo>
                  <a:lnTo>
                    <a:pt x="457" y="614173"/>
                  </a:lnTo>
                  <a:lnTo>
                    <a:pt x="0" y="609527"/>
                  </a:lnTo>
                  <a:lnTo>
                    <a:pt x="0" y="6048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1024" y="5143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6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0"/>
                  </a:lnTo>
                  <a:lnTo>
                    <a:pt x="381000" y="71196"/>
                  </a:lnTo>
                  <a:lnTo>
                    <a:pt x="381000" y="309803"/>
                  </a:lnTo>
                  <a:lnTo>
                    <a:pt x="365378" y="351293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799" y="5270499"/>
              <a:ext cx="171450" cy="13017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139825" y="2560835"/>
            <a:ext cx="114046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00" dirty="0">
                <a:solidFill>
                  <a:srgbClr val="465469"/>
                </a:solidFill>
                <a:latin typeface="Arial"/>
                <a:cs typeface="Arial"/>
              </a:rPr>
              <a:t>Ajouter</a:t>
            </a:r>
            <a:r>
              <a:rPr sz="1550" b="1" spc="-7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550" b="1" spc="-65" dirty="0">
                <a:solidFill>
                  <a:srgbClr val="465469"/>
                </a:solidFill>
                <a:latin typeface="Arial"/>
                <a:cs typeface="Arial"/>
              </a:rPr>
              <a:t>(Add)</a:t>
            </a:r>
            <a:endParaRPr sz="15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39825" y="3437135"/>
            <a:ext cx="173037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14" dirty="0">
                <a:solidFill>
                  <a:srgbClr val="465469"/>
                </a:solidFill>
                <a:latin typeface="Arial"/>
                <a:cs typeface="Arial"/>
              </a:rPr>
              <a:t>Supprimer</a:t>
            </a:r>
            <a:r>
              <a:rPr sz="1550" b="1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550" b="1" spc="-95" dirty="0">
                <a:solidFill>
                  <a:srgbClr val="465469"/>
                </a:solidFill>
                <a:latin typeface="Arial"/>
                <a:cs typeface="Arial"/>
              </a:rPr>
              <a:t>(Remove)</a:t>
            </a:r>
            <a:endParaRPr sz="15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39825" y="4313435"/>
            <a:ext cx="155003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00" dirty="0">
                <a:solidFill>
                  <a:srgbClr val="465469"/>
                </a:solidFill>
                <a:latin typeface="Arial"/>
                <a:cs typeface="Arial"/>
              </a:rPr>
              <a:t>Chercher</a:t>
            </a:r>
            <a:r>
              <a:rPr sz="1550" b="1" spc="-70" dirty="0">
                <a:solidFill>
                  <a:srgbClr val="465469"/>
                </a:solidFill>
                <a:latin typeface="Arial"/>
                <a:cs typeface="Arial"/>
              </a:rPr>
              <a:t> (Search)</a:t>
            </a:r>
            <a:endParaRPr sz="15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39825" y="5189735"/>
            <a:ext cx="168592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10" dirty="0">
                <a:solidFill>
                  <a:srgbClr val="465469"/>
                </a:solidFill>
                <a:latin typeface="Arial"/>
                <a:cs typeface="Arial"/>
              </a:rPr>
              <a:t>Parcourir</a:t>
            </a:r>
            <a:r>
              <a:rPr sz="1550" b="1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550" b="1" spc="-75" dirty="0">
                <a:solidFill>
                  <a:srgbClr val="465469"/>
                </a:solidFill>
                <a:latin typeface="Arial"/>
                <a:cs typeface="Arial"/>
              </a:rPr>
              <a:t>(Traverse)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572250" y="1123950"/>
            <a:ext cx="5238750" cy="3400425"/>
            <a:chOff x="6572250" y="1123950"/>
            <a:chExt cx="5238750" cy="3400425"/>
          </a:xfrm>
        </p:grpSpPr>
        <p:sp>
          <p:nvSpPr>
            <p:cNvPr id="36" name="object 36"/>
            <p:cNvSpPr/>
            <p:nvPr/>
          </p:nvSpPr>
          <p:spPr>
            <a:xfrm>
              <a:off x="6572250" y="1123950"/>
              <a:ext cx="5238750" cy="3400425"/>
            </a:xfrm>
            <a:custGeom>
              <a:avLst/>
              <a:gdLst/>
              <a:ahLst/>
              <a:cxnLst/>
              <a:rect l="l" t="t" r="r" b="b"/>
              <a:pathLst>
                <a:path w="5238750" h="3400425">
                  <a:moveTo>
                    <a:pt x="5124450" y="3400424"/>
                  </a:moveTo>
                  <a:lnTo>
                    <a:pt x="114299" y="3400424"/>
                  </a:lnTo>
                  <a:lnTo>
                    <a:pt x="103039" y="3399880"/>
                  </a:lnTo>
                  <a:lnTo>
                    <a:pt x="60363" y="3386912"/>
                  </a:lnTo>
                  <a:lnTo>
                    <a:pt x="25899" y="3358600"/>
                  </a:lnTo>
                  <a:lnTo>
                    <a:pt x="4893" y="3319254"/>
                  </a:lnTo>
                  <a:lnTo>
                    <a:pt x="0" y="114297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5124449" y="0"/>
                  </a:lnTo>
                  <a:lnTo>
                    <a:pt x="5168189" y="8700"/>
                  </a:lnTo>
                  <a:lnTo>
                    <a:pt x="5205271" y="33477"/>
                  </a:lnTo>
                  <a:lnTo>
                    <a:pt x="5230048" y="70559"/>
                  </a:lnTo>
                  <a:lnTo>
                    <a:pt x="5238749" y="114297"/>
                  </a:lnTo>
                  <a:lnTo>
                    <a:pt x="5238749" y="3286127"/>
                  </a:lnTo>
                  <a:lnTo>
                    <a:pt x="5230048" y="3329865"/>
                  </a:lnTo>
                  <a:lnTo>
                    <a:pt x="5205271" y="3366946"/>
                  </a:lnTo>
                  <a:lnTo>
                    <a:pt x="5168188" y="3391724"/>
                  </a:lnTo>
                  <a:lnTo>
                    <a:pt x="5124450" y="34004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72237" y="1123949"/>
              <a:ext cx="5238750" cy="3400425"/>
            </a:xfrm>
            <a:custGeom>
              <a:avLst/>
              <a:gdLst/>
              <a:ahLst/>
              <a:cxnLst/>
              <a:rect l="l" t="t" r="r" b="b"/>
              <a:pathLst>
                <a:path w="5238750" h="3400425">
                  <a:moveTo>
                    <a:pt x="9525" y="3253511"/>
                  </a:moveTo>
                  <a:lnTo>
                    <a:pt x="0" y="3253511"/>
                  </a:lnTo>
                  <a:lnTo>
                    <a:pt x="0" y="3282086"/>
                  </a:lnTo>
                  <a:lnTo>
                    <a:pt x="9525" y="3282086"/>
                  </a:lnTo>
                  <a:lnTo>
                    <a:pt x="9525" y="3253511"/>
                  </a:lnTo>
                  <a:close/>
                </a:path>
                <a:path w="5238750" h="3400425">
                  <a:moveTo>
                    <a:pt x="9525" y="3205835"/>
                  </a:moveTo>
                  <a:lnTo>
                    <a:pt x="0" y="3205835"/>
                  </a:lnTo>
                  <a:lnTo>
                    <a:pt x="0" y="3234410"/>
                  </a:lnTo>
                  <a:lnTo>
                    <a:pt x="9525" y="3234410"/>
                  </a:lnTo>
                  <a:lnTo>
                    <a:pt x="9525" y="3205835"/>
                  </a:lnTo>
                  <a:close/>
                </a:path>
                <a:path w="5238750" h="3400425">
                  <a:moveTo>
                    <a:pt x="9525" y="3158159"/>
                  </a:moveTo>
                  <a:lnTo>
                    <a:pt x="0" y="3158159"/>
                  </a:lnTo>
                  <a:lnTo>
                    <a:pt x="0" y="3186734"/>
                  </a:lnTo>
                  <a:lnTo>
                    <a:pt x="9525" y="3186734"/>
                  </a:lnTo>
                  <a:lnTo>
                    <a:pt x="9525" y="3158159"/>
                  </a:lnTo>
                  <a:close/>
                </a:path>
                <a:path w="5238750" h="3400425">
                  <a:moveTo>
                    <a:pt x="9525" y="3110471"/>
                  </a:moveTo>
                  <a:lnTo>
                    <a:pt x="0" y="3110471"/>
                  </a:lnTo>
                  <a:lnTo>
                    <a:pt x="0" y="3139046"/>
                  </a:lnTo>
                  <a:lnTo>
                    <a:pt x="9525" y="3139046"/>
                  </a:lnTo>
                  <a:lnTo>
                    <a:pt x="9525" y="3110471"/>
                  </a:lnTo>
                  <a:close/>
                </a:path>
                <a:path w="5238750" h="3400425">
                  <a:moveTo>
                    <a:pt x="9525" y="3062795"/>
                  </a:moveTo>
                  <a:lnTo>
                    <a:pt x="0" y="3062795"/>
                  </a:lnTo>
                  <a:lnTo>
                    <a:pt x="0" y="3091370"/>
                  </a:lnTo>
                  <a:lnTo>
                    <a:pt x="9525" y="3091370"/>
                  </a:lnTo>
                  <a:lnTo>
                    <a:pt x="9525" y="3062795"/>
                  </a:lnTo>
                  <a:close/>
                </a:path>
                <a:path w="5238750" h="3400425">
                  <a:moveTo>
                    <a:pt x="9525" y="3015119"/>
                  </a:moveTo>
                  <a:lnTo>
                    <a:pt x="0" y="3015119"/>
                  </a:lnTo>
                  <a:lnTo>
                    <a:pt x="0" y="3043694"/>
                  </a:lnTo>
                  <a:lnTo>
                    <a:pt x="9525" y="3043694"/>
                  </a:lnTo>
                  <a:lnTo>
                    <a:pt x="9525" y="3015119"/>
                  </a:lnTo>
                  <a:close/>
                </a:path>
                <a:path w="5238750" h="3400425">
                  <a:moveTo>
                    <a:pt x="9525" y="2967444"/>
                  </a:moveTo>
                  <a:lnTo>
                    <a:pt x="0" y="2967444"/>
                  </a:lnTo>
                  <a:lnTo>
                    <a:pt x="0" y="2996019"/>
                  </a:lnTo>
                  <a:lnTo>
                    <a:pt x="9525" y="2996019"/>
                  </a:lnTo>
                  <a:lnTo>
                    <a:pt x="9525" y="2967444"/>
                  </a:lnTo>
                  <a:close/>
                </a:path>
                <a:path w="5238750" h="3400425">
                  <a:moveTo>
                    <a:pt x="9525" y="2919768"/>
                  </a:moveTo>
                  <a:lnTo>
                    <a:pt x="0" y="2919768"/>
                  </a:lnTo>
                  <a:lnTo>
                    <a:pt x="0" y="2948343"/>
                  </a:lnTo>
                  <a:lnTo>
                    <a:pt x="9525" y="2948343"/>
                  </a:lnTo>
                  <a:lnTo>
                    <a:pt x="9525" y="2919768"/>
                  </a:lnTo>
                  <a:close/>
                </a:path>
                <a:path w="5238750" h="3400425">
                  <a:moveTo>
                    <a:pt x="9525" y="2872079"/>
                  </a:moveTo>
                  <a:lnTo>
                    <a:pt x="0" y="2872079"/>
                  </a:lnTo>
                  <a:lnTo>
                    <a:pt x="0" y="2900654"/>
                  </a:lnTo>
                  <a:lnTo>
                    <a:pt x="9525" y="2900654"/>
                  </a:lnTo>
                  <a:lnTo>
                    <a:pt x="9525" y="2872079"/>
                  </a:lnTo>
                  <a:close/>
                </a:path>
                <a:path w="5238750" h="3400425">
                  <a:moveTo>
                    <a:pt x="9525" y="2824403"/>
                  </a:moveTo>
                  <a:lnTo>
                    <a:pt x="0" y="2824403"/>
                  </a:lnTo>
                  <a:lnTo>
                    <a:pt x="0" y="2852978"/>
                  </a:lnTo>
                  <a:lnTo>
                    <a:pt x="9525" y="2852978"/>
                  </a:lnTo>
                  <a:lnTo>
                    <a:pt x="9525" y="2824403"/>
                  </a:lnTo>
                  <a:close/>
                </a:path>
                <a:path w="5238750" h="3400425">
                  <a:moveTo>
                    <a:pt x="9525" y="2776728"/>
                  </a:moveTo>
                  <a:lnTo>
                    <a:pt x="0" y="2776728"/>
                  </a:lnTo>
                  <a:lnTo>
                    <a:pt x="0" y="2805303"/>
                  </a:lnTo>
                  <a:lnTo>
                    <a:pt x="9525" y="2805303"/>
                  </a:lnTo>
                  <a:lnTo>
                    <a:pt x="9525" y="2776728"/>
                  </a:lnTo>
                  <a:close/>
                </a:path>
                <a:path w="5238750" h="3400425">
                  <a:moveTo>
                    <a:pt x="9525" y="2729052"/>
                  </a:moveTo>
                  <a:lnTo>
                    <a:pt x="0" y="2729052"/>
                  </a:lnTo>
                  <a:lnTo>
                    <a:pt x="0" y="2757627"/>
                  </a:lnTo>
                  <a:lnTo>
                    <a:pt x="9525" y="2757627"/>
                  </a:lnTo>
                  <a:lnTo>
                    <a:pt x="9525" y="2729052"/>
                  </a:lnTo>
                  <a:close/>
                </a:path>
                <a:path w="5238750" h="3400425">
                  <a:moveTo>
                    <a:pt x="9525" y="2681376"/>
                  </a:moveTo>
                  <a:lnTo>
                    <a:pt x="0" y="2681376"/>
                  </a:lnTo>
                  <a:lnTo>
                    <a:pt x="0" y="2709951"/>
                  </a:lnTo>
                  <a:lnTo>
                    <a:pt x="9525" y="2709951"/>
                  </a:lnTo>
                  <a:lnTo>
                    <a:pt x="9525" y="2681376"/>
                  </a:lnTo>
                  <a:close/>
                </a:path>
                <a:path w="5238750" h="3400425">
                  <a:moveTo>
                    <a:pt x="9525" y="2633700"/>
                  </a:moveTo>
                  <a:lnTo>
                    <a:pt x="0" y="2633700"/>
                  </a:lnTo>
                  <a:lnTo>
                    <a:pt x="0" y="2662275"/>
                  </a:lnTo>
                  <a:lnTo>
                    <a:pt x="9525" y="2662275"/>
                  </a:lnTo>
                  <a:lnTo>
                    <a:pt x="9525" y="2633700"/>
                  </a:lnTo>
                  <a:close/>
                </a:path>
                <a:path w="5238750" h="3400425">
                  <a:moveTo>
                    <a:pt x="9525" y="2586012"/>
                  </a:moveTo>
                  <a:lnTo>
                    <a:pt x="0" y="2586012"/>
                  </a:lnTo>
                  <a:lnTo>
                    <a:pt x="0" y="2614587"/>
                  </a:lnTo>
                  <a:lnTo>
                    <a:pt x="9525" y="2614587"/>
                  </a:lnTo>
                  <a:lnTo>
                    <a:pt x="9525" y="2586012"/>
                  </a:lnTo>
                  <a:close/>
                </a:path>
                <a:path w="5238750" h="3400425">
                  <a:moveTo>
                    <a:pt x="9525" y="2538336"/>
                  </a:moveTo>
                  <a:lnTo>
                    <a:pt x="0" y="2538336"/>
                  </a:lnTo>
                  <a:lnTo>
                    <a:pt x="0" y="2566911"/>
                  </a:lnTo>
                  <a:lnTo>
                    <a:pt x="9525" y="2566911"/>
                  </a:lnTo>
                  <a:lnTo>
                    <a:pt x="9525" y="2538336"/>
                  </a:lnTo>
                  <a:close/>
                </a:path>
                <a:path w="5238750" h="3400425">
                  <a:moveTo>
                    <a:pt x="9525" y="2490660"/>
                  </a:moveTo>
                  <a:lnTo>
                    <a:pt x="0" y="2490660"/>
                  </a:lnTo>
                  <a:lnTo>
                    <a:pt x="0" y="2519235"/>
                  </a:lnTo>
                  <a:lnTo>
                    <a:pt x="9525" y="2519235"/>
                  </a:lnTo>
                  <a:lnTo>
                    <a:pt x="9525" y="2490660"/>
                  </a:lnTo>
                  <a:close/>
                </a:path>
                <a:path w="5238750" h="3400425">
                  <a:moveTo>
                    <a:pt x="9525" y="2442984"/>
                  </a:moveTo>
                  <a:lnTo>
                    <a:pt x="0" y="2442984"/>
                  </a:lnTo>
                  <a:lnTo>
                    <a:pt x="0" y="2471559"/>
                  </a:lnTo>
                  <a:lnTo>
                    <a:pt x="9525" y="2471559"/>
                  </a:lnTo>
                  <a:lnTo>
                    <a:pt x="9525" y="2442984"/>
                  </a:lnTo>
                  <a:close/>
                </a:path>
                <a:path w="5238750" h="3400425">
                  <a:moveTo>
                    <a:pt x="9525" y="2395309"/>
                  </a:moveTo>
                  <a:lnTo>
                    <a:pt x="0" y="2395309"/>
                  </a:lnTo>
                  <a:lnTo>
                    <a:pt x="0" y="2423884"/>
                  </a:lnTo>
                  <a:lnTo>
                    <a:pt x="9525" y="2423884"/>
                  </a:lnTo>
                  <a:lnTo>
                    <a:pt x="9525" y="2395309"/>
                  </a:lnTo>
                  <a:close/>
                </a:path>
                <a:path w="5238750" h="3400425">
                  <a:moveTo>
                    <a:pt x="9525" y="2347620"/>
                  </a:moveTo>
                  <a:lnTo>
                    <a:pt x="0" y="2347620"/>
                  </a:lnTo>
                  <a:lnTo>
                    <a:pt x="0" y="2376195"/>
                  </a:lnTo>
                  <a:lnTo>
                    <a:pt x="9525" y="2376195"/>
                  </a:lnTo>
                  <a:lnTo>
                    <a:pt x="9525" y="2347620"/>
                  </a:lnTo>
                  <a:close/>
                </a:path>
                <a:path w="5238750" h="3400425">
                  <a:moveTo>
                    <a:pt x="9525" y="2299944"/>
                  </a:moveTo>
                  <a:lnTo>
                    <a:pt x="0" y="2299944"/>
                  </a:lnTo>
                  <a:lnTo>
                    <a:pt x="0" y="2328519"/>
                  </a:lnTo>
                  <a:lnTo>
                    <a:pt x="9525" y="2328519"/>
                  </a:lnTo>
                  <a:lnTo>
                    <a:pt x="9525" y="2299944"/>
                  </a:lnTo>
                  <a:close/>
                </a:path>
                <a:path w="5238750" h="3400425">
                  <a:moveTo>
                    <a:pt x="9525" y="2252268"/>
                  </a:moveTo>
                  <a:lnTo>
                    <a:pt x="0" y="2252268"/>
                  </a:lnTo>
                  <a:lnTo>
                    <a:pt x="0" y="2280843"/>
                  </a:lnTo>
                  <a:lnTo>
                    <a:pt x="9525" y="2280843"/>
                  </a:lnTo>
                  <a:lnTo>
                    <a:pt x="9525" y="2252268"/>
                  </a:lnTo>
                  <a:close/>
                </a:path>
                <a:path w="5238750" h="3400425">
                  <a:moveTo>
                    <a:pt x="9525" y="2204593"/>
                  </a:moveTo>
                  <a:lnTo>
                    <a:pt x="0" y="2204593"/>
                  </a:lnTo>
                  <a:lnTo>
                    <a:pt x="0" y="2233168"/>
                  </a:lnTo>
                  <a:lnTo>
                    <a:pt x="9525" y="2233168"/>
                  </a:lnTo>
                  <a:lnTo>
                    <a:pt x="9525" y="2204593"/>
                  </a:lnTo>
                  <a:close/>
                </a:path>
                <a:path w="5238750" h="3400425">
                  <a:moveTo>
                    <a:pt x="9525" y="2156917"/>
                  </a:moveTo>
                  <a:lnTo>
                    <a:pt x="0" y="2156917"/>
                  </a:lnTo>
                  <a:lnTo>
                    <a:pt x="0" y="2185492"/>
                  </a:lnTo>
                  <a:lnTo>
                    <a:pt x="9525" y="2185492"/>
                  </a:lnTo>
                  <a:lnTo>
                    <a:pt x="9525" y="2156917"/>
                  </a:lnTo>
                  <a:close/>
                </a:path>
                <a:path w="5238750" h="3400425">
                  <a:moveTo>
                    <a:pt x="9525" y="2109228"/>
                  </a:moveTo>
                  <a:lnTo>
                    <a:pt x="0" y="2109228"/>
                  </a:lnTo>
                  <a:lnTo>
                    <a:pt x="0" y="2137803"/>
                  </a:lnTo>
                  <a:lnTo>
                    <a:pt x="9525" y="2137803"/>
                  </a:lnTo>
                  <a:lnTo>
                    <a:pt x="9525" y="2109228"/>
                  </a:lnTo>
                  <a:close/>
                </a:path>
                <a:path w="5238750" h="3400425">
                  <a:moveTo>
                    <a:pt x="9525" y="2061552"/>
                  </a:moveTo>
                  <a:lnTo>
                    <a:pt x="0" y="2061552"/>
                  </a:lnTo>
                  <a:lnTo>
                    <a:pt x="0" y="2090127"/>
                  </a:lnTo>
                  <a:lnTo>
                    <a:pt x="9525" y="2090127"/>
                  </a:lnTo>
                  <a:lnTo>
                    <a:pt x="9525" y="2061552"/>
                  </a:lnTo>
                  <a:close/>
                </a:path>
                <a:path w="5238750" h="3400425">
                  <a:moveTo>
                    <a:pt x="9525" y="2013877"/>
                  </a:moveTo>
                  <a:lnTo>
                    <a:pt x="0" y="2013877"/>
                  </a:lnTo>
                  <a:lnTo>
                    <a:pt x="0" y="2042452"/>
                  </a:lnTo>
                  <a:lnTo>
                    <a:pt x="9525" y="2042452"/>
                  </a:lnTo>
                  <a:lnTo>
                    <a:pt x="9525" y="2013877"/>
                  </a:lnTo>
                  <a:close/>
                </a:path>
                <a:path w="5238750" h="3400425">
                  <a:moveTo>
                    <a:pt x="9525" y="1966201"/>
                  </a:moveTo>
                  <a:lnTo>
                    <a:pt x="0" y="1966201"/>
                  </a:lnTo>
                  <a:lnTo>
                    <a:pt x="0" y="1994776"/>
                  </a:lnTo>
                  <a:lnTo>
                    <a:pt x="9525" y="1994776"/>
                  </a:lnTo>
                  <a:lnTo>
                    <a:pt x="9525" y="1966201"/>
                  </a:lnTo>
                  <a:close/>
                </a:path>
                <a:path w="5238750" h="3400425">
                  <a:moveTo>
                    <a:pt x="9525" y="1918525"/>
                  </a:moveTo>
                  <a:lnTo>
                    <a:pt x="0" y="1918525"/>
                  </a:lnTo>
                  <a:lnTo>
                    <a:pt x="0" y="1947100"/>
                  </a:lnTo>
                  <a:lnTo>
                    <a:pt x="9525" y="1947100"/>
                  </a:lnTo>
                  <a:lnTo>
                    <a:pt x="9525" y="1918525"/>
                  </a:lnTo>
                  <a:close/>
                </a:path>
                <a:path w="5238750" h="3400425">
                  <a:moveTo>
                    <a:pt x="9525" y="1870837"/>
                  </a:moveTo>
                  <a:lnTo>
                    <a:pt x="0" y="1870837"/>
                  </a:lnTo>
                  <a:lnTo>
                    <a:pt x="0" y="1899412"/>
                  </a:lnTo>
                  <a:lnTo>
                    <a:pt x="9525" y="1899412"/>
                  </a:lnTo>
                  <a:lnTo>
                    <a:pt x="9525" y="1870837"/>
                  </a:lnTo>
                  <a:close/>
                </a:path>
                <a:path w="5238750" h="3400425">
                  <a:moveTo>
                    <a:pt x="9525" y="1823161"/>
                  </a:moveTo>
                  <a:lnTo>
                    <a:pt x="0" y="1823161"/>
                  </a:lnTo>
                  <a:lnTo>
                    <a:pt x="0" y="1851736"/>
                  </a:lnTo>
                  <a:lnTo>
                    <a:pt x="9525" y="1851736"/>
                  </a:lnTo>
                  <a:lnTo>
                    <a:pt x="9525" y="1823161"/>
                  </a:lnTo>
                  <a:close/>
                </a:path>
                <a:path w="5238750" h="3400425">
                  <a:moveTo>
                    <a:pt x="9525" y="1775485"/>
                  </a:moveTo>
                  <a:lnTo>
                    <a:pt x="0" y="1775485"/>
                  </a:lnTo>
                  <a:lnTo>
                    <a:pt x="0" y="1804060"/>
                  </a:lnTo>
                  <a:lnTo>
                    <a:pt x="9525" y="1804060"/>
                  </a:lnTo>
                  <a:lnTo>
                    <a:pt x="9525" y="1775485"/>
                  </a:lnTo>
                  <a:close/>
                </a:path>
                <a:path w="5238750" h="3400425">
                  <a:moveTo>
                    <a:pt x="9525" y="1727809"/>
                  </a:moveTo>
                  <a:lnTo>
                    <a:pt x="0" y="1727809"/>
                  </a:lnTo>
                  <a:lnTo>
                    <a:pt x="0" y="1756384"/>
                  </a:lnTo>
                  <a:lnTo>
                    <a:pt x="9525" y="1756384"/>
                  </a:lnTo>
                  <a:lnTo>
                    <a:pt x="9525" y="1727809"/>
                  </a:lnTo>
                  <a:close/>
                </a:path>
                <a:path w="5238750" h="3400425">
                  <a:moveTo>
                    <a:pt x="9525" y="1680133"/>
                  </a:moveTo>
                  <a:lnTo>
                    <a:pt x="0" y="1680133"/>
                  </a:lnTo>
                  <a:lnTo>
                    <a:pt x="0" y="1708708"/>
                  </a:lnTo>
                  <a:lnTo>
                    <a:pt x="9525" y="1708708"/>
                  </a:lnTo>
                  <a:lnTo>
                    <a:pt x="9525" y="1680133"/>
                  </a:lnTo>
                  <a:close/>
                </a:path>
                <a:path w="5238750" h="3400425">
                  <a:moveTo>
                    <a:pt x="9525" y="1632458"/>
                  </a:moveTo>
                  <a:lnTo>
                    <a:pt x="0" y="1632458"/>
                  </a:lnTo>
                  <a:lnTo>
                    <a:pt x="0" y="1661033"/>
                  </a:lnTo>
                  <a:lnTo>
                    <a:pt x="9525" y="1661033"/>
                  </a:lnTo>
                  <a:lnTo>
                    <a:pt x="9525" y="1632458"/>
                  </a:lnTo>
                  <a:close/>
                </a:path>
                <a:path w="5238750" h="3400425">
                  <a:moveTo>
                    <a:pt x="9525" y="1584769"/>
                  </a:moveTo>
                  <a:lnTo>
                    <a:pt x="0" y="1584769"/>
                  </a:lnTo>
                  <a:lnTo>
                    <a:pt x="0" y="1613344"/>
                  </a:lnTo>
                  <a:lnTo>
                    <a:pt x="9525" y="1613344"/>
                  </a:lnTo>
                  <a:lnTo>
                    <a:pt x="9525" y="1584769"/>
                  </a:lnTo>
                  <a:close/>
                </a:path>
                <a:path w="5238750" h="3400425">
                  <a:moveTo>
                    <a:pt x="9525" y="1537093"/>
                  </a:moveTo>
                  <a:lnTo>
                    <a:pt x="0" y="1537093"/>
                  </a:lnTo>
                  <a:lnTo>
                    <a:pt x="0" y="1565668"/>
                  </a:lnTo>
                  <a:lnTo>
                    <a:pt x="9525" y="1565668"/>
                  </a:lnTo>
                  <a:lnTo>
                    <a:pt x="9525" y="1537093"/>
                  </a:lnTo>
                  <a:close/>
                </a:path>
                <a:path w="5238750" h="3400425">
                  <a:moveTo>
                    <a:pt x="9525" y="1489417"/>
                  </a:moveTo>
                  <a:lnTo>
                    <a:pt x="0" y="1489417"/>
                  </a:lnTo>
                  <a:lnTo>
                    <a:pt x="0" y="1517992"/>
                  </a:lnTo>
                  <a:lnTo>
                    <a:pt x="9525" y="1517992"/>
                  </a:lnTo>
                  <a:lnTo>
                    <a:pt x="9525" y="1489417"/>
                  </a:lnTo>
                  <a:close/>
                </a:path>
                <a:path w="5238750" h="3400425">
                  <a:moveTo>
                    <a:pt x="9525" y="1441742"/>
                  </a:moveTo>
                  <a:lnTo>
                    <a:pt x="0" y="1441742"/>
                  </a:lnTo>
                  <a:lnTo>
                    <a:pt x="0" y="1470317"/>
                  </a:lnTo>
                  <a:lnTo>
                    <a:pt x="9525" y="1470317"/>
                  </a:lnTo>
                  <a:lnTo>
                    <a:pt x="9525" y="1441742"/>
                  </a:lnTo>
                  <a:close/>
                </a:path>
                <a:path w="5238750" h="3400425">
                  <a:moveTo>
                    <a:pt x="9525" y="1394066"/>
                  </a:moveTo>
                  <a:lnTo>
                    <a:pt x="0" y="1394066"/>
                  </a:lnTo>
                  <a:lnTo>
                    <a:pt x="0" y="1422641"/>
                  </a:lnTo>
                  <a:lnTo>
                    <a:pt x="9525" y="1422641"/>
                  </a:lnTo>
                  <a:lnTo>
                    <a:pt x="9525" y="1394066"/>
                  </a:lnTo>
                  <a:close/>
                </a:path>
                <a:path w="5238750" h="3400425">
                  <a:moveTo>
                    <a:pt x="9525" y="1346377"/>
                  </a:moveTo>
                  <a:lnTo>
                    <a:pt x="0" y="1346377"/>
                  </a:lnTo>
                  <a:lnTo>
                    <a:pt x="0" y="1374952"/>
                  </a:lnTo>
                  <a:lnTo>
                    <a:pt x="9525" y="1374952"/>
                  </a:lnTo>
                  <a:lnTo>
                    <a:pt x="9525" y="1346377"/>
                  </a:lnTo>
                  <a:close/>
                </a:path>
                <a:path w="5238750" h="3400425">
                  <a:moveTo>
                    <a:pt x="9525" y="1298702"/>
                  </a:moveTo>
                  <a:lnTo>
                    <a:pt x="0" y="1298702"/>
                  </a:lnTo>
                  <a:lnTo>
                    <a:pt x="0" y="1327277"/>
                  </a:lnTo>
                  <a:lnTo>
                    <a:pt x="9525" y="1327277"/>
                  </a:lnTo>
                  <a:lnTo>
                    <a:pt x="9525" y="1298702"/>
                  </a:lnTo>
                  <a:close/>
                </a:path>
                <a:path w="5238750" h="3400425">
                  <a:moveTo>
                    <a:pt x="9525" y="1251026"/>
                  </a:moveTo>
                  <a:lnTo>
                    <a:pt x="0" y="1251026"/>
                  </a:lnTo>
                  <a:lnTo>
                    <a:pt x="0" y="1279601"/>
                  </a:lnTo>
                  <a:lnTo>
                    <a:pt x="9525" y="1279601"/>
                  </a:lnTo>
                  <a:lnTo>
                    <a:pt x="9525" y="1251026"/>
                  </a:lnTo>
                  <a:close/>
                </a:path>
                <a:path w="5238750" h="3400425">
                  <a:moveTo>
                    <a:pt x="9525" y="1203350"/>
                  </a:moveTo>
                  <a:lnTo>
                    <a:pt x="0" y="1203350"/>
                  </a:lnTo>
                  <a:lnTo>
                    <a:pt x="0" y="1231925"/>
                  </a:lnTo>
                  <a:lnTo>
                    <a:pt x="9525" y="1231925"/>
                  </a:lnTo>
                  <a:lnTo>
                    <a:pt x="9525" y="1203350"/>
                  </a:lnTo>
                  <a:close/>
                </a:path>
                <a:path w="5238750" h="3400425">
                  <a:moveTo>
                    <a:pt x="9525" y="1155674"/>
                  </a:moveTo>
                  <a:lnTo>
                    <a:pt x="0" y="1155674"/>
                  </a:lnTo>
                  <a:lnTo>
                    <a:pt x="0" y="1184249"/>
                  </a:lnTo>
                  <a:lnTo>
                    <a:pt x="9525" y="1184249"/>
                  </a:lnTo>
                  <a:lnTo>
                    <a:pt x="9525" y="1155674"/>
                  </a:lnTo>
                  <a:close/>
                </a:path>
                <a:path w="5238750" h="3400425">
                  <a:moveTo>
                    <a:pt x="9525" y="1107986"/>
                  </a:moveTo>
                  <a:lnTo>
                    <a:pt x="0" y="1107986"/>
                  </a:lnTo>
                  <a:lnTo>
                    <a:pt x="0" y="1136561"/>
                  </a:lnTo>
                  <a:lnTo>
                    <a:pt x="9525" y="1136561"/>
                  </a:lnTo>
                  <a:lnTo>
                    <a:pt x="9525" y="1107986"/>
                  </a:lnTo>
                  <a:close/>
                </a:path>
                <a:path w="5238750" h="3400425">
                  <a:moveTo>
                    <a:pt x="9525" y="1060310"/>
                  </a:moveTo>
                  <a:lnTo>
                    <a:pt x="0" y="1060310"/>
                  </a:lnTo>
                  <a:lnTo>
                    <a:pt x="0" y="1088885"/>
                  </a:lnTo>
                  <a:lnTo>
                    <a:pt x="9525" y="1088885"/>
                  </a:lnTo>
                  <a:lnTo>
                    <a:pt x="9525" y="1060310"/>
                  </a:lnTo>
                  <a:close/>
                </a:path>
                <a:path w="5238750" h="3400425">
                  <a:moveTo>
                    <a:pt x="9525" y="1012634"/>
                  </a:moveTo>
                  <a:lnTo>
                    <a:pt x="0" y="1012634"/>
                  </a:lnTo>
                  <a:lnTo>
                    <a:pt x="0" y="1041209"/>
                  </a:lnTo>
                  <a:lnTo>
                    <a:pt x="9525" y="1041209"/>
                  </a:lnTo>
                  <a:lnTo>
                    <a:pt x="9525" y="1012634"/>
                  </a:lnTo>
                  <a:close/>
                </a:path>
                <a:path w="5238750" h="3400425">
                  <a:moveTo>
                    <a:pt x="9525" y="964958"/>
                  </a:moveTo>
                  <a:lnTo>
                    <a:pt x="0" y="964958"/>
                  </a:lnTo>
                  <a:lnTo>
                    <a:pt x="0" y="993533"/>
                  </a:lnTo>
                  <a:lnTo>
                    <a:pt x="9525" y="993533"/>
                  </a:lnTo>
                  <a:lnTo>
                    <a:pt x="9525" y="964958"/>
                  </a:lnTo>
                  <a:close/>
                </a:path>
                <a:path w="5238750" h="3400425">
                  <a:moveTo>
                    <a:pt x="9525" y="917282"/>
                  </a:moveTo>
                  <a:lnTo>
                    <a:pt x="0" y="917282"/>
                  </a:lnTo>
                  <a:lnTo>
                    <a:pt x="0" y="945857"/>
                  </a:lnTo>
                  <a:lnTo>
                    <a:pt x="9525" y="945857"/>
                  </a:lnTo>
                  <a:lnTo>
                    <a:pt x="9525" y="917282"/>
                  </a:lnTo>
                  <a:close/>
                </a:path>
                <a:path w="5238750" h="3400425">
                  <a:moveTo>
                    <a:pt x="9525" y="869607"/>
                  </a:moveTo>
                  <a:lnTo>
                    <a:pt x="0" y="869607"/>
                  </a:lnTo>
                  <a:lnTo>
                    <a:pt x="0" y="898182"/>
                  </a:lnTo>
                  <a:lnTo>
                    <a:pt x="9525" y="898182"/>
                  </a:lnTo>
                  <a:lnTo>
                    <a:pt x="9525" y="869607"/>
                  </a:lnTo>
                  <a:close/>
                </a:path>
                <a:path w="5238750" h="3400425">
                  <a:moveTo>
                    <a:pt x="9525" y="821918"/>
                  </a:moveTo>
                  <a:lnTo>
                    <a:pt x="0" y="821918"/>
                  </a:lnTo>
                  <a:lnTo>
                    <a:pt x="0" y="850493"/>
                  </a:lnTo>
                  <a:lnTo>
                    <a:pt x="9525" y="850493"/>
                  </a:lnTo>
                  <a:lnTo>
                    <a:pt x="9525" y="821918"/>
                  </a:lnTo>
                  <a:close/>
                </a:path>
                <a:path w="5238750" h="3400425">
                  <a:moveTo>
                    <a:pt x="9525" y="774242"/>
                  </a:moveTo>
                  <a:lnTo>
                    <a:pt x="0" y="774242"/>
                  </a:lnTo>
                  <a:lnTo>
                    <a:pt x="0" y="802817"/>
                  </a:lnTo>
                  <a:lnTo>
                    <a:pt x="9525" y="802817"/>
                  </a:lnTo>
                  <a:lnTo>
                    <a:pt x="9525" y="774242"/>
                  </a:lnTo>
                  <a:close/>
                </a:path>
                <a:path w="5238750" h="3400425">
                  <a:moveTo>
                    <a:pt x="9525" y="726567"/>
                  </a:moveTo>
                  <a:lnTo>
                    <a:pt x="0" y="726567"/>
                  </a:lnTo>
                  <a:lnTo>
                    <a:pt x="0" y="755142"/>
                  </a:lnTo>
                  <a:lnTo>
                    <a:pt x="9525" y="755142"/>
                  </a:lnTo>
                  <a:lnTo>
                    <a:pt x="9525" y="726567"/>
                  </a:lnTo>
                  <a:close/>
                </a:path>
                <a:path w="5238750" h="3400425">
                  <a:moveTo>
                    <a:pt x="9525" y="678891"/>
                  </a:moveTo>
                  <a:lnTo>
                    <a:pt x="0" y="678891"/>
                  </a:lnTo>
                  <a:lnTo>
                    <a:pt x="0" y="707466"/>
                  </a:lnTo>
                  <a:lnTo>
                    <a:pt x="9525" y="707466"/>
                  </a:lnTo>
                  <a:lnTo>
                    <a:pt x="9525" y="678891"/>
                  </a:lnTo>
                  <a:close/>
                </a:path>
                <a:path w="5238750" h="3400425">
                  <a:moveTo>
                    <a:pt x="9525" y="631215"/>
                  </a:moveTo>
                  <a:lnTo>
                    <a:pt x="0" y="631215"/>
                  </a:lnTo>
                  <a:lnTo>
                    <a:pt x="0" y="659790"/>
                  </a:lnTo>
                  <a:lnTo>
                    <a:pt x="9525" y="659790"/>
                  </a:lnTo>
                  <a:lnTo>
                    <a:pt x="9525" y="631215"/>
                  </a:lnTo>
                  <a:close/>
                </a:path>
                <a:path w="5238750" h="3400425">
                  <a:moveTo>
                    <a:pt x="9525" y="583526"/>
                  </a:moveTo>
                  <a:lnTo>
                    <a:pt x="0" y="583526"/>
                  </a:lnTo>
                  <a:lnTo>
                    <a:pt x="0" y="612101"/>
                  </a:lnTo>
                  <a:lnTo>
                    <a:pt x="9525" y="612101"/>
                  </a:lnTo>
                  <a:lnTo>
                    <a:pt x="9525" y="583526"/>
                  </a:lnTo>
                  <a:close/>
                </a:path>
                <a:path w="5238750" h="3400425">
                  <a:moveTo>
                    <a:pt x="9525" y="535851"/>
                  </a:moveTo>
                  <a:lnTo>
                    <a:pt x="0" y="535851"/>
                  </a:lnTo>
                  <a:lnTo>
                    <a:pt x="0" y="564426"/>
                  </a:lnTo>
                  <a:lnTo>
                    <a:pt x="9525" y="564426"/>
                  </a:lnTo>
                  <a:lnTo>
                    <a:pt x="9525" y="535851"/>
                  </a:lnTo>
                  <a:close/>
                </a:path>
                <a:path w="5238750" h="3400425">
                  <a:moveTo>
                    <a:pt x="9525" y="488175"/>
                  </a:moveTo>
                  <a:lnTo>
                    <a:pt x="0" y="488175"/>
                  </a:lnTo>
                  <a:lnTo>
                    <a:pt x="0" y="516750"/>
                  </a:lnTo>
                  <a:lnTo>
                    <a:pt x="9525" y="516750"/>
                  </a:lnTo>
                  <a:lnTo>
                    <a:pt x="9525" y="488175"/>
                  </a:lnTo>
                  <a:close/>
                </a:path>
                <a:path w="5238750" h="3400425">
                  <a:moveTo>
                    <a:pt x="9525" y="440499"/>
                  </a:moveTo>
                  <a:lnTo>
                    <a:pt x="0" y="440499"/>
                  </a:lnTo>
                  <a:lnTo>
                    <a:pt x="0" y="469074"/>
                  </a:lnTo>
                  <a:lnTo>
                    <a:pt x="9525" y="469074"/>
                  </a:lnTo>
                  <a:lnTo>
                    <a:pt x="9525" y="440499"/>
                  </a:lnTo>
                  <a:close/>
                </a:path>
                <a:path w="5238750" h="3400425">
                  <a:moveTo>
                    <a:pt x="9525" y="392823"/>
                  </a:moveTo>
                  <a:lnTo>
                    <a:pt x="0" y="392823"/>
                  </a:lnTo>
                  <a:lnTo>
                    <a:pt x="0" y="421398"/>
                  </a:lnTo>
                  <a:lnTo>
                    <a:pt x="9525" y="421398"/>
                  </a:lnTo>
                  <a:lnTo>
                    <a:pt x="9525" y="392823"/>
                  </a:lnTo>
                  <a:close/>
                </a:path>
                <a:path w="5238750" h="3400425">
                  <a:moveTo>
                    <a:pt x="9525" y="345135"/>
                  </a:moveTo>
                  <a:lnTo>
                    <a:pt x="0" y="345135"/>
                  </a:lnTo>
                  <a:lnTo>
                    <a:pt x="0" y="373710"/>
                  </a:lnTo>
                  <a:lnTo>
                    <a:pt x="9525" y="373710"/>
                  </a:lnTo>
                  <a:lnTo>
                    <a:pt x="9525" y="345135"/>
                  </a:lnTo>
                  <a:close/>
                </a:path>
                <a:path w="5238750" h="3400425">
                  <a:moveTo>
                    <a:pt x="9525" y="297459"/>
                  </a:moveTo>
                  <a:lnTo>
                    <a:pt x="0" y="297459"/>
                  </a:lnTo>
                  <a:lnTo>
                    <a:pt x="0" y="326034"/>
                  </a:lnTo>
                  <a:lnTo>
                    <a:pt x="9525" y="326034"/>
                  </a:lnTo>
                  <a:lnTo>
                    <a:pt x="9525" y="297459"/>
                  </a:lnTo>
                  <a:close/>
                </a:path>
                <a:path w="5238750" h="3400425">
                  <a:moveTo>
                    <a:pt x="9525" y="249783"/>
                  </a:moveTo>
                  <a:lnTo>
                    <a:pt x="0" y="249783"/>
                  </a:lnTo>
                  <a:lnTo>
                    <a:pt x="0" y="278358"/>
                  </a:lnTo>
                  <a:lnTo>
                    <a:pt x="9525" y="278358"/>
                  </a:lnTo>
                  <a:lnTo>
                    <a:pt x="9525" y="249783"/>
                  </a:lnTo>
                  <a:close/>
                </a:path>
                <a:path w="5238750" h="3400425">
                  <a:moveTo>
                    <a:pt x="9525" y="202107"/>
                  </a:moveTo>
                  <a:lnTo>
                    <a:pt x="0" y="202107"/>
                  </a:lnTo>
                  <a:lnTo>
                    <a:pt x="0" y="230682"/>
                  </a:lnTo>
                  <a:lnTo>
                    <a:pt x="9525" y="230682"/>
                  </a:lnTo>
                  <a:lnTo>
                    <a:pt x="9525" y="202107"/>
                  </a:lnTo>
                  <a:close/>
                </a:path>
                <a:path w="5238750" h="3400425">
                  <a:moveTo>
                    <a:pt x="9525" y="154432"/>
                  </a:moveTo>
                  <a:lnTo>
                    <a:pt x="0" y="154432"/>
                  </a:lnTo>
                  <a:lnTo>
                    <a:pt x="0" y="183007"/>
                  </a:lnTo>
                  <a:lnTo>
                    <a:pt x="9525" y="183007"/>
                  </a:lnTo>
                  <a:lnTo>
                    <a:pt x="9525" y="154432"/>
                  </a:lnTo>
                  <a:close/>
                </a:path>
                <a:path w="5238750" h="3400425">
                  <a:moveTo>
                    <a:pt x="9855" y="107696"/>
                  </a:moveTo>
                  <a:lnTo>
                    <a:pt x="355" y="107099"/>
                  </a:lnTo>
                  <a:lnTo>
                    <a:pt x="0" y="114300"/>
                  </a:lnTo>
                  <a:lnTo>
                    <a:pt x="0" y="135318"/>
                  </a:lnTo>
                  <a:lnTo>
                    <a:pt x="9525" y="135318"/>
                  </a:lnTo>
                  <a:lnTo>
                    <a:pt x="9525" y="114300"/>
                  </a:lnTo>
                  <a:lnTo>
                    <a:pt x="9855" y="107696"/>
                  </a:lnTo>
                  <a:close/>
                </a:path>
                <a:path w="5238750" h="3400425">
                  <a:moveTo>
                    <a:pt x="17195" y="3325355"/>
                  </a:moveTo>
                  <a:lnTo>
                    <a:pt x="14020" y="3316503"/>
                  </a:lnTo>
                  <a:lnTo>
                    <a:pt x="11518" y="3306572"/>
                  </a:lnTo>
                  <a:lnTo>
                    <a:pt x="10464" y="3299434"/>
                  </a:lnTo>
                  <a:lnTo>
                    <a:pt x="1028" y="3300641"/>
                  </a:lnTo>
                  <a:lnTo>
                    <a:pt x="2184" y="3308439"/>
                  </a:lnTo>
                  <a:lnTo>
                    <a:pt x="4902" y="3319259"/>
                  </a:lnTo>
                  <a:lnTo>
                    <a:pt x="8369" y="3328911"/>
                  </a:lnTo>
                  <a:lnTo>
                    <a:pt x="17195" y="3325355"/>
                  </a:lnTo>
                  <a:close/>
                </a:path>
                <a:path w="5238750" h="3400425">
                  <a:moveTo>
                    <a:pt x="21602" y="65532"/>
                  </a:moveTo>
                  <a:lnTo>
                    <a:pt x="13169" y="61099"/>
                  </a:lnTo>
                  <a:lnTo>
                    <a:pt x="8699" y="70561"/>
                  </a:lnTo>
                  <a:lnTo>
                    <a:pt x="4902" y="81178"/>
                  </a:lnTo>
                  <a:lnTo>
                    <a:pt x="3098" y="88315"/>
                  </a:lnTo>
                  <a:lnTo>
                    <a:pt x="12369" y="90487"/>
                  </a:lnTo>
                  <a:lnTo>
                    <a:pt x="14020" y="83934"/>
                  </a:lnTo>
                  <a:lnTo>
                    <a:pt x="17500" y="74206"/>
                  </a:lnTo>
                  <a:lnTo>
                    <a:pt x="21602" y="65532"/>
                  </a:lnTo>
                  <a:close/>
                </a:path>
                <a:path w="5238750" h="3400425">
                  <a:moveTo>
                    <a:pt x="41694" y="3361550"/>
                  </a:moveTo>
                  <a:lnTo>
                    <a:pt x="40220" y="3360216"/>
                  </a:lnTo>
                  <a:lnTo>
                    <a:pt x="33274" y="3352571"/>
                  </a:lnTo>
                  <a:lnTo>
                    <a:pt x="27178" y="3344354"/>
                  </a:lnTo>
                  <a:lnTo>
                    <a:pt x="25082" y="3340849"/>
                  </a:lnTo>
                  <a:lnTo>
                    <a:pt x="16967" y="3345827"/>
                  </a:lnTo>
                  <a:lnTo>
                    <a:pt x="19253" y="3349650"/>
                  </a:lnTo>
                  <a:lnTo>
                    <a:pt x="25908" y="3358604"/>
                  </a:lnTo>
                  <a:lnTo>
                    <a:pt x="33477" y="3366947"/>
                  </a:lnTo>
                  <a:lnTo>
                    <a:pt x="35090" y="3368408"/>
                  </a:lnTo>
                  <a:lnTo>
                    <a:pt x="41694" y="3361550"/>
                  </a:lnTo>
                  <a:close/>
                </a:path>
                <a:path w="5238750" h="3400425">
                  <a:moveTo>
                    <a:pt x="49872" y="31788"/>
                  </a:moveTo>
                  <a:lnTo>
                    <a:pt x="44018" y="24282"/>
                  </a:lnTo>
                  <a:lnTo>
                    <a:pt x="41833" y="25908"/>
                  </a:lnTo>
                  <a:lnTo>
                    <a:pt x="33489" y="33489"/>
                  </a:lnTo>
                  <a:lnTo>
                    <a:pt x="25908" y="41833"/>
                  </a:lnTo>
                  <a:lnTo>
                    <a:pt x="23596" y="44932"/>
                  </a:lnTo>
                  <a:lnTo>
                    <a:pt x="31153" y="50723"/>
                  </a:lnTo>
                  <a:lnTo>
                    <a:pt x="33274" y="47866"/>
                  </a:lnTo>
                  <a:lnTo>
                    <a:pt x="40220" y="40220"/>
                  </a:lnTo>
                  <a:lnTo>
                    <a:pt x="47866" y="33274"/>
                  </a:lnTo>
                  <a:lnTo>
                    <a:pt x="49872" y="31788"/>
                  </a:lnTo>
                  <a:close/>
                </a:path>
                <a:path w="5238750" h="3400425">
                  <a:moveTo>
                    <a:pt x="78892" y="3384613"/>
                  </a:moveTo>
                  <a:lnTo>
                    <a:pt x="74206" y="3382924"/>
                  </a:lnTo>
                  <a:lnTo>
                    <a:pt x="64871" y="3378517"/>
                  </a:lnTo>
                  <a:lnTo>
                    <a:pt x="56083" y="3373259"/>
                  </a:lnTo>
                  <a:lnTo>
                    <a:pt x="55473" y="3372802"/>
                  </a:lnTo>
                  <a:lnTo>
                    <a:pt x="50126" y="3380689"/>
                  </a:lnTo>
                  <a:lnTo>
                    <a:pt x="50787" y="3381184"/>
                  </a:lnTo>
                  <a:lnTo>
                    <a:pt x="60375" y="3386925"/>
                  </a:lnTo>
                  <a:lnTo>
                    <a:pt x="70561" y="3391725"/>
                  </a:lnTo>
                  <a:lnTo>
                    <a:pt x="75679" y="3393567"/>
                  </a:lnTo>
                  <a:lnTo>
                    <a:pt x="78892" y="3384613"/>
                  </a:lnTo>
                  <a:close/>
                </a:path>
                <a:path w="5238750" h="3400425">
                  <a:moveTo>
                    <a:pt x="89458" y="12636"/>
                  </a:moveTo>
                  <a:lnTo>
                    <a:pt x="87198" y="3390"/>
                  </a:lnTo>
                  <a:lnTo>
                    <a:pt x="81178" y="4902"/>
                  </a:lnTo>
                  <a:lnTo>
                    <a:pt x="70561" y="8712"/>
                  </a:lnTo>
                  <a:lnTo>
                    <a:pt x="60375" y="13512"/>
                  </a:lnTo>
                  <a:lnTo>
                    <a:pt x="60083" y="13690"/>
                  </a:lnTo>
                  <a:lnTo>
                    <a:pt x="64604" y="22072"/>
                  </a:lnTo>
                  <a:lnTo>
                    <a:pt x="64871" y="21920"/>
                  </a:lnTo>
                  <a:lnTo>
                    <a:pt x="74206" y="17500"/>
                  </a:lnTo>
                  <a:lnTo>
                    <a:pt x="83934" y="14020"/>
                  </a:lnTo>
                  <a:lnTo>
                    <a:pt x="89458" y="12636"/>
                  </a:lnTo>
                  <a:close/>
                </a:path>
                <a:path w="5238750" h="3400425">
                  <a:moveTo>
                    <a:pt x="122593" y="3390900"/>
                  </a:moveTo>
                  <a:lnTo>
                    <a:pt x="114300" y="3390900"/>
                  </a:lnTo>
                  <a:lnTo>
                    <a:pt x="103987" y="3390404"/>
                  </a:lnTo>
                  <a:lnTo>
                    <a:pt x="96278" y="3389274"/>
                  </a:lnTo>
                  <a:lnTo>
                    <a:pt x="94640" y="3398647"/>
                  </a:lnTo>
                  <a:lnTo>
                    <a:pt x="103047" y="3399891"/>
                  </a:lnTo>
                  <a:lnTo>
                    <a:pt x="114300" y="3400425"/>
                  </a:lnTo>
                  <a:lnTo>
                    <a:pt x="122593" y="3400425"/>
                  </a:lnTo>
                  <a:lnTo>
                    <a:pt x="122593" y="3390900"/>
                  </a:lnTo>
                  <a:close/>
                </a:path>
                <a:path w="5238750" h="3400425">
                  <a:moveTo>
                    <a:pt x="142875" y="0"/>
                  </a:moveTo>
                  <a:lnTo>
                    <a:pt x="114300" y="0"/>
                  </a:lnTo>
                  <a:lnTo>
                    <a:pt x="105994" y="406"/>
                  </a:lnTo>
                  <a:lnTo>
                    <a:pt x="106692" y="9893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5238750" h="3400425">
                  <a:moveTo>
                    <a:pt x="170268" y="3390900"/>
                  </a:moveTo>
                  <a:lnTo>
                    <a:pt x="141693" y="3390900"/>
                  </a:lnTo>
                  <a:lnTo>
                    <a:pt x="141693" y="3400425"/>
                  </a:lnTo>
                  <a:lnTo>
                    <a:pt x="170268" y="3400425"/>
                  </a:lnTo>
                  <a:lnTo>
                    <a:pt x="170268" y="3390900"/>
                  </a:lnTo>
                  <a:close/>
                </a:path>
                <a:path w="5238750" h="3400425">
                  <a:moveTo>
                    <a:pt x="190563" y="0"/>
                  </a:moveTo>
                  <a:lnTo>
                    <a:pt x="161988" y="0"/>
                  </a:lnTo>
                  <a:lnTo>
                    <a:pt x="161988" y="9525"/>
                  </a:lnTo>
                  <a:lnTo>
                    <a:pt x="190563" y="9525"/>
                  </a:lnTo>
                  <a:lnTo>
                    <a:pt x="190563" y="0"/>
                  </a:lnTo>
                  <a:close/>
                </a:path>
                <a:path w="5238750" h="3400425">
                  <a:moveTo>
                    <a:pt x="217944" y="3390900"/>
                  </a:moveTo>
                  <a:lnTo>
                    <a:pt x="189369" y="3390900"/>
                  </a:lnTo>
                  <a:lnTo>
                    <a:pt x="189369" y="3400425"/>
                  </a:lnTo>
                  <a:lnTo>
                    <a:pt x="217944" y="3400425"/>
                  </a:lnTo>
                  <a:lnTo>
                    <a:pt x="217944" y="3390900"/>
                  </a:lnTo>
                  <a:close/>
                </a:path>
                <a:path w="5238750" h="3400425">
                  <a:moveTo>
                    <a:pt x="238239" y="0"/>
                  </a:moveTo>
                  <a:lnTo>
                    <a:pt x="209664" y="0"/>
                  </a:lnTo>
                  <a:lnTo>
                    <a:pt x="209664" y="9525"/>
                  </a:lnTo>
                  <a:lnTo>
                    <a:pt x="238239" y="9525"/>
                  </a:lnTo>
                  <a:lnTo>
                    <a:pt x="238239" y="0"/>
                  </a:lnTo>
                  <a:close/>
                </a:path>
                <a:path w="5238750" h="3400425">
                  <a:moveTo>
                    <a:pt x="265620" y="3390900"/>
                  </a:moveTo>
                  <a:lnTo>
                    <a:pt x="237045" y="3390900"/>
                  </a:lnTo>
                  <a:lnTo>
                    <a:pt x="237045" y="3400425"/>
                  </a:lnTo>
                  <a:lnTo>
                    <a:pt x="265620" y="3400425"/>
                  </a:lnTo>
                  <a:lnTo>
                    <a:pt x="265620" y="3390900"/>
                  </a:lnTo>
                  <a:close/>
                </a:path>
                <a:path w="5238750" h="3400425">
                  <a:moveTo>
                    <a:pt x="285915" y="0"/>
                  </a:moveTo>
                  <a:lnTo>
                    <a:pt x="257340" y="0"/>
                  </a:lnTo>
                  <a:lnTo>
                    <a:pt x="257340" y="9525"/>
                  </a:lnTo>
                  <a:lnTo>
                    <a:pt x="285915" y="9525"/>
                  </a:lnTo>
                  <a:lnTo>
                    <a:pt x="285915" y="0"/>
                  </a:lnTo>
                  <a:close/>
                </a:path>
                <a:path w="5238750" h="3400425">
                  <a:moveTo>
                    <a:pt x="313309" y="3390900"/>
                  </a:moveTo>
                  <a:lnTo>
                    <a:pt x="284734" y="3390900"/>
                  </a:lnTo>
                  <a:lnTo>
                    <a:pt x="284734" y="3400425"/>
                  </a:lnTo>
                  <a:lnTo>
                    <a:pt x="313309" y="3400425"/>
                  </a:lnTo>
                  <a:lnTo>
                    <a:pt x="313309" y="3390900"/>
                  </a:lnTo>
                  <a:close/>
                </a:path>
                <a:path w="5238750" h="3400425">
                  <a:moveTo>
                    <a:pt x="333590" y="0"/>
                  </a:moveTo>
                  <a:lnTo>
                    <a:pt x="305015" y="0"/>
                  </a:lnTo>
                  <a:lnTo>
                    <a:pt x="305015" y="9525"/>
                  </a:lnTo>
                  <a:lnTo>
                    <a:pt x="333590" y="9525"/>
                  </a:lnTo>
                  <a:lnTo>
                    <a:pt x="333590" y="0"/>
                  </a:lnTo>
                  <a:close/>
                </a:path>
                <a:path w="5238750" h="3400425">
                  <a:moveTo>
                    <a:pt x="360984" y="3390900"/>
                  </a:moveTo>
                  <a:lnTo>
                    <a:pt x="332409" y="3390900"/>
                  </a:lnTo>
                  <a:lnTo>
                    <a:pt x="332409" y="3400425"/>
                  </a:lnTo>
                  <a:lnTo>
                    <a:pt x="360984" y="3400425"/>
                  </a:lnTo>
                  <a:lnTo>
                    <a:pt x="360984" y="3390900"/>
                  </a:lnTo>
                  <a:close/>
                </a:path>
                <a:path w="5238750" h="3400425">
                  <a:moveTo>
                    <a:pt x="381266" y="0"/>
                  </a:moveTo>
                  <a:lnTo>
                    <a:pt x="352691" y="0"/>
                  </a:lnTo>
                  <a:lnTo>
                    <a:pt x="352691" y="9525"/>
                  </a:lnTo>
                  <a:lnTo>
                    <a:pt x="381266" y="9525"/>
                  </a:lnTo>
                  <a:lnTo>
                    <a:pt x="381266" y="0"/>
                  </a:lnTo>
                  <a:close/>
                </a:path>
                <a:path w="5238750" h="3400425">
                  <a:moveTo>
                    <a:pt x="408660" y="3390900"/>
                  </a:moveTo>
                  <a:lnTo>
                    <a:pt x="380085" y="3390900"/>
                  </a:lnTo>
                  <a:lnTo>
                    <a:pt x="380085" y="3400425"/>
                  </a:lnTo>
                  <a:lnTo>
                    <a:pt x="408660" y="3400425"/>
                  </a:lnTo>
                  <a:lnTo>
                    <a:pt x="408660" y="3390900"/>
                  </a:lnTo>
                  <a:close/>
                </a:path>
                <a:path w="5238750" h="3400425">
                  <a:moveTo>
                    <a:pt x="428955" y="0"/>
                  </a:moveTo>
                  <a:lnTo>
                    <a:pt x="400380" y="0"/>
                  </a:lnTo>
                  <a:lnTo>
                    <a:pt x="400380" y="9525"/>
                  </a:lnTo>
                  <a:lnTo>
                    <a:pt x="428955" y="9525"/>
                  </a:lnTo>
                  <a:lnTo>
                    <a:pt x="428955" y="0"/>
                  </a:lnTo>
                  <a:close/>
                </a:path>
                <a:path w="5238750" h="3400425">
                  <a:moveTo>
                    <a:pt x="456336" y="3390900"/>
                  </a:moveTo>
                  <a:lnTo>
                    <a:pt x="427761" y="3390900"/>
                  </a:lnTo>
                  <a:lnTo>
                    <a:pt x="427761" y="3400425"/>
                  </a:lnTo>
                  <a:lnTo>
                    <a:pt x="456336" y="3400425"/>
                  </a:lnTo>
                  <a:lnTo>
                    <a:pt x="456336" y="3390900"/>
                  </a:lnTo>
                  <a:close/>
                </a:path>
                <a:path w="5238750" h="3400425">
                  <a:moveTo>
                    <a:pt x="476631" y="0"/>
                  </a:moveTo>
                  <a:lnTo>
                    <a:pt x="448056" y="0"/>
                  </a:lnTo>
                  <a:lnTo>
                    <a:pt x="448056" y="9525"/>
                  </a:lnTo>
                  <a:lnTo>
                    <a:pt x="476631" y="9525"/>
                  </a:lnTo>
                  <a:lnTo>
                    <a:pt x="476631" y="0"/>
                  </a:lnTo>
                  <a:close/>
                </a:path>
                <a:path w="5238750" h="3400425">
                  <a:moveTo>
                    <a:pt x="504012" y="3390900"/>
                  </a:moveTo>
                  <a:lnTo>
                    <a:pt x="475437" y="3390900"/>
                  </a:lnTo>
                  <a:lnTo>
                    <a:pt x="475437" y="3400425"/>
                  </a:lnTo>
                  <a:lnTo>
                    <a:pt x="504012" y="3400425"/>
                  </a:lnTo>
                  <a:lnTo>
                    <a:pt x="504012" y="3390900"/>
                  </a:lnTo>
                  <a:close/>
                </a:path>
                <a:path w="5238750" h="3400425">
                  <a:moveTo>
                    <a:pt x="524306" y="0"/>
                  </a:moveTo>
                  <a:lnTo>
                    <a:pt x="495731" y="0"/>
                  </a:lnTo>
                  <a:lnTo>
                    <a:pt x="495731" y="9525"/>
                  </a:lnTo>
                  <a:lnTo>
                    <a:pt x="524306" y="9525"/>
                  </a:lnTo>
                  <a:lnTo>
                    <a:pt x="524306" y="0"/>
                  </a:lnTo>
                  <a:close/>
                </a:path>
                <a:path w="5238750" h="3400425">
                  <a:moveTo>
                    <a:pt x="551688" y="3390900"/>
                  </a:moveTo>
                  <a:lnTo>
                    <a:pt x="523113" y="3390900"/>
                  </a:lnTo>
                  <a:lnTo>
                    <a:pt x="523113" y="3400425"/>
                  </a:lnTo>
                  <a:lnTo>
                    <a:pt x="551688" y="3400425"/>
                  </a:lnTo>
                  <a:lnTo>
                    <a:pt x="551688" y="3390900"/>
                  </a:lnTo>
                  <a:close/>
                </a:path>
                <a:path w="5238750" h="3400425">
                  <a:moveTo>
                    <a:pt x="571982" y="0"/>
                  </a:moveTo>
                  <a:lnTo>
                    <a:pt x="543407" y="0"/>
                  </a:lnTo>
                  <a:lnTo>
                    <a:pt x="543407" y="9525"/>
                  </a:lnTo>
                  <a:lnTo>
                    <a:pt x="571982" y="9525"/>
                  </a:lnTo>
                  <a:lnTo>
                    <a:pt x="571982" y="0"/>
                  </a:lnTo>
                  <a:close/>
                </a:path>
                <a:path w="5238750" h="3400425">
                  <a:moveTo>
                    <a:pt x="599376" y="3390900"/>
                  </a:moveTo>
                  <a:lnTo>
                    <a:pt x="570801" y="3390900"/>
                  </a:lnTo>
                  <a:lnTo>
                    <a:pt x="570801" y="3400425"/>
                  </a:lnTo>
                  <a:lnTo>
                    <a:pt x="599376" y="3400425"/>
                  </a:lnTo>
                  <a:lnTo>
                    <a:pt x="599376" y="3390900"/>
                  </a:lnTo>
                  <a:close/>
                </a:path>
                <a:path w="5238750" h="3400425">
                  <a:moveTo>
                    <a:pt x="619658" y="0"/>
                  </a:moveTo>
                  <a:lnTo>
                    <a:pt x="591083" y="0"/>
                  </a:lnTo>
                  <a:lnTo>
                    <a:pt x="591083" y="9525"/>
                  </a:lnTo>
                  <a:lnTo>
                    <a:pt x="619658" y="9525"/>
                  </a:lnTo>
                  <a:lnTo>
                    <a:pt x="619658" y="0"/>
                  </a:lnTo>
                  <a:close/>
                </a:path>
                <a:path w="5238750" h="3400425">
                  <a:moveTo>
                    <a:pt x="647052" y="3390900"/>
                  </a:moveTo>
                  <a:lnTo>
                    <a:pt x="618477" y="3390900"/>
                  </a:lnTo>
                  <a:lnTo>
                    <a:pt x="618477" y="3400425"/>
                  </a:lnTo>
                  <a:lnTo>
                    <a:pt x="647052" y="3400425"/>
                  </a:lnTo>
                  <a:lnTo>
                    <a:pt x="647052" y="3390900"/>
                  </a:lnTo>
                  <a:close/>
                </a:path>
                <a:path w="5238750" h="3400425">
                  <a:moveTo>
                    <a:pt x="667346" y="0"/>
                  </a:moveTo>
                  <a:lnTo>
                    <a:pt x="638771" y="0"/>
                  </a:lnTo>
                  <a:lnTo>
                    <a:pt x="638771" y="9525"/>
                  </a:lnTo>
                  <a:lnTo>
                    <a:pt x="667346" y="9525"/>
                  </a:lnTo>
                  <a:lnTo>
                    <a:pt x="667346" y="0"/>
                  </a:lnTo>
                  <a:close/>
                </a:path>
                <a:path w="5238750" h="3400425">
                  <a:moveTo>
                    <a:pt x="694728" y="3390900"/>
                  </a:moveTo>
                  <a:lnTo>
                    <a:pt x="666153" y="3390900"/>
                  </a:lnTo>
                  <a:lnTo>
                    <a:pt x="666153" y="3400425"/>
                  </a:lnTo>
                  <a:lnTo>
                    <a:pt x="694728" y="3400425"/>
                  </a:lnTo>
                  <a:lnTo>
                    <a:pt x="694728" y="3390900"/>
                  </a:lnTo>
                  <a:close/>
                </a:path>
                <a:path w="5238750" h="3400425">
                  <a:moveTo>
                    <a:pt x="715022" y="0"/>
                  </a:moveTo>
                  <a:lnTo>
                    <a:pt x="686447" y="0"/>
                  </a:lnTo>
                  <a:lnTo>
                    <a:pt x="686447" y="9525"/>
                  </a:lnTo>
                  <a:lnTo>
                    <a:pt x="715022" y="9525"/>
                  </a:lnTo>
                  <a:lnTo>
                    <a:pt x="715022" y="0"/>
                  </a:lnTo>
                  <a:close/>
                </a:path>
                <a:path w="5238750" h="3400425">
                  <a:moveTo>
                    <a:pt x="742403" y="3390900"/>
                  </a:moveTo>
                  <a:lnTo>
                    <a:pt x="713828" y="3390900"/>
                  </a:lnTo>
                  <a:lnTo>
                    <a:pt x="713828" y="3400425"/>
                  </a:lnTo>
                  <a:lnTo>
                    <a:pt x="742403" y="3400425"/>
                  </a:lnTo>
                  <a:lnTo>
                    <a:pt x="742403" y="3390900"/>
                  </a:lnTo>
                  <a:close/>
                </a:path>
                <a:path w="5238750" h="3400425">
                  <a:moveTo>
                    <a:pt x="762698" y="0"/>
                  </a:moveTo>
                  <a:lnTo>
                    <a:pt x="734123" y="0"/>
                  </a:lnTo>
                  <a:lnTo>
                    <a:pt x="734123" y="9525"/>
                  </a:lnTo>
                  <a:lnTo>
                    <a:pt x="762698" y="9525"/>
                  </a:lnTo>
                  <a:lnTo>
                    <a:pt x="762698" y="0"/>
                  </a:lnTo>
                  <a:close/>
                </a:path>
                <a:path w="5238750" h="3400425">
                  <a:moveTo>
                    <a:pt x="790079" y="3390900"/>
                  </a:moveTo>
                  <a:lnTo>
                    <a:pt x="761504" y="3390900"/>
                  </a:lnTo>
                  <a:lnTo>
                    <a:pt x="761504" y="3400425"/>
                  </a:lnTo>
                  <a:lnTo>
                    <a:pt x="790079" y="3400425"/>
                  </a:lnTo>
                  <a:lnTo>
                    <a:pt x="790079" y="3390900"/>
                  </a:lnTo>
                  <a:close/>
                </a:path>
                <a:path w="5238750" h="3400425">
                  <a:moveTo>
                    <a:pt x="810374" y="0"/>
                  </a:moveTo>
                  <a:lnTo>
                    <a:pt x="781799" y="0"/>
                  </a:lnTo>
                  <a:lnTo>
                    <a:pt x="781799" y="9525"/>
                  </a:lnTo>
                  <a:lnTo>
                    <a:pt x="810374" y="9525"/>
                  </a:lnTo>
                  <a:lnTo>
                    <a:pt x="810374" y="0"/>
                  </a:lnTo>
                  <a:close/>
                </a:path>
                <a:path w="5238750" h="3400425">
                  <a:moveTo>
                    <a:pt x="837768" y="3390900"/>
                  </a:moveTo>
                  <a:lnTo>
                    <a:pt x="809193" y="3390900"/>
                  </a:lnTo>
                  <a:lnTo>
                    <a:pt x="809193" y="3400425"/>
                  </a:lnTo>
                  <a:lnTo>
                    <a:pt x="837768" y="3400425"/>
                  </a:lnTo>
                  <a:lnTo>
                    <a:pt x="837768" y="3390900"/>
                  </a:lnTo>
                  <a:close/>
                </a:path>
                <a:path w="5238750" h="3400425">
                  <a:moveTo>
                    <a:pt x="858050" y="0"/>
                  </a:moveTo>
                  <a:lnTo>
                    <a:pt x="829475" y="0"/>
                  </a:lnTo>
                  <a:lnTo>
                    <a:pt x="829475" y="9525"/>
                  </a:lnTo>
                  <a:lnTo>
                    <a:pt x="858050" y="9525"/>
                  </a:lnTo>
                  <a:lnTo>
                    <a:pt x="858050" y="0"/>
                  </a:lnTo>
                  <a:close/>
                </a:path>
                <a:path w="5238750" h="3400425">
                  <a:moveTo>
                    <a:pt x="885444" y="3390900"/>
                  </a:moveTo>
                  <a:lnTo>
                    <a:pt x="856869" y="3390900"/>
                  </a:lnTo>
                  <a:lnTo>
                    <a:pt x="856869" y="3400425"/>
                  </a:lnTo>
                  <a:lnTo>
                    <a:pt x="885444" y="3400425"/>
                  </a:lnTo>
                  <a:lnTo>
                    <a:pt x="885444" y="3390900"/>
                  </a:lnTo>
                  <a:close/>
                </a:path>
                <a:path w="5238750" h="3400425">
                  <a:moveTo>
                    <a:pt x="905725" y="0"/>
                  </a:moveTo>
                  <a:lnTo>
                    <a:pt x="877150" y="0"/>
                  </a:lnTo>
                  <a:lnTo>
                    <a:pt x="877150" y="9525"/>
                  </a:lnTo>
                  <a:lnTo>
                    <a:pt x="905725" y="9525"/>
                  </a:lnTo>
                  <a:lnTo>
                    <a:pt x="905725" y="0"/>
                  </a:lnTo>
                  <a:close/>
                </a:path>
                <a:path w="5238750" h="3400425">
                  <a:moveTo>
                    <a:pt x="933119" y="3390900"/>
                  </a:moveTo>
                  <a:lnTo>
                    <a:pt x="904544" y="3390900"/>
                  </a:lnTo>
                  <a:lnTo>
                    <a:pt x="904544" y="3400425"/>
                  </a:lnTo>
                  <a:lnTo>
                    <a:pt x="933119" y="3400425"/>
                  </a:lnTo>
                  <a:lnTo>
                    <a:pt x="933119" y="3390900"/>
                  </a:lnTo>
                  <a:close/>
                </a:path>
                <a:path w="5238750" h="3400425">
                  <a:moveTo>
                    <a:pt x="953414" y="0"/>
                  </a:moveTo>
                  <a:lnTo>
                    <a:pt x="924839" y="0"/>
                  </a:lnTo>
                  <a:lnTo>
                    <a:pt x="924839" y="9525"/>
                  </a:lnTo>
                  <a:lnTo>
                    <a:pt x="953414" y="9525"/>
                  </a:lnTo>
                  <a:lnTo>
                    <a:pt x="953414" y="0"/>
                  </a:lnTo>
                  <a:close/>
                </a:path>
                <a:path w="5238750" h="3400425">
                  <a:moveTo>
                    <a:pt x="980795" y="3390900"/>
                  </a:moveTo>
                  <a:lnTo>
                    <a:pt x="952220" y="3390900"/>
                  </a:lnTo>
                  <a:lnTo>
                    <a:pt x="952220" y="3400425"/>
                  </a:lnTo>
                  <a:lnTo>
                    <a:pt x="980795" y="3400425"/>
                  </a:lnTo>
                  <a:lnTo>
                    <a:pt x="980795" y="3390900"/>
                  </a:lnTo>
                  <a:close/>
                </a:path>
                <a:path w="5238750" h="3400425">
                  <a:moveTo>
                    <a:pt x="1001090" y="0"/>
                  </a:moveTo>
                  <a:lnTo>
                    <a:pt x="972515" y="0"/>
                  </a:lnTo>
                  <a:lnTo>
                    <a:pt x="972515" y="9525"/>
                  </a:lnTo>
                  <a:lnTo>
                    <a:pt x="1001090" y="9525"/>
                  </a:lnTo>
                  <a:lnTo>
                    <a:pt x="1001090" y="0"/>
                  </a:lnTo>
                  <a:close/>
                </a:path>
                <a:path w="5238750" h="3400425">
                  <a:moveTo>
                    <a:pt x="1028471" y="3390900"/>
                  </a:moveTo>
                  <a:lnTo>
                    <a:pt x="999896" y="3390900"/>
                  </a:lnTo>
                  <a:lnTo>
                    <a:pt x="999896" y="3400425"/>
                  </a:lnTo>
                  <a:lnTo>
                    <a:pt x="1028471" y="3400425"/>
                  </a:lnTo>
                  <a:lnTo>
                    <a:pt x="1028471" y="3390900"/>
                  </a:lnTo>
                  <a:close/>
                </a:path>
                <a:path w="5238750" h="3400425">
                  <a:moveTo>
                    <a:pt x="1048766" y="0"/>
                  </a:moveTo>
                  <a:lnTo>
                    <a:pt x="1020191" y="0"/>
                  </a:lnTo>
                  <a:lnTo>
                    <a:pt x="1020191" y="9525"/>
                  </a:lnTo>
                  <a:lnTo>
                    <a:pt x="1048766" y="9525"/>
                  </a:lnTo>
                  <a:lnTo>
                    <a:pt x="1048766" y="0"/>
                  </a:lnTo>
                  <a:close/>
                </a:path>
                <a:path w="5238750" h="3400425">
                  <a:moveTo>
                    <a:pt x="1076159" y="3390900"/>
                  </a:moveTo>
                  <a:lnTo>
                    <a:pt x="1047584" y="3390900"/>
                  </a:lnTo>
                  <a:lnTo>
                    <a:pt x="1047584" y="3400425"/>
                  </a:lnTo>
                  <a:lnTo>
                    <a:pt x="1076159" y="3400425"/>
                  </a:lnTo>
                  <a:lnTo>
                    <a:pt x="1076159" y="3390900"/>
                  </a:lnTo>
                  <a:close/>
                </a:path>
                <a:path w="5238750" h="3400425">
                  <a:moveTo>
                    <a:pt x="1096441" y="0"/>
                  </a:moveTo>
                  <a:lnTo>
                    <a:pt x="1067866" y="0"/>
                  </a:lnTo>
                  <a:lnTo>
                    <a:pt x="1067866" y="9525"/>
                  </a:lnTo>
                  <a:lnTo>
                    <a:pt x="1096441" y="9525"/>
                  </a:lnTo>
                  <a:lnTo>
                    <a:pt x="1096441" y="0"/>
                  </a:lnTo>
                  <a:close/>
                </a:path>
                <a:path w="5238750" h="3400425">
                  <a:moveTo>
                    <a:pt x="1123835" y="3390900"/>
                  </a:moveTo>
                  <a:lnTo>
                    <a:pt x="1095260" y="3390900"/>
                  </a:lnTo>
                  <a:lnTo>
                    <a:pt x="1095260" y="3400425"/>
                  </a:lnTo>
                  <a:lnTo>
                    <a:pt x="1123835" y="3400425"/>
                  </a:lnTo>
                  <a:lnTo>
                    <a:pt x="1123835" y="3390900"/>
                  </a:lnTo>
                  <a:close/>
                </a:path>
                <a:path w="5238750" h="3400425">
                  <a:moveTo>
                    <a:pt x="1144117" y="0"/>
                  </a:moveTo>
                  <a:lnTo>
                    <a:pt x="1115542" y="0"/>
                  </a:lnTo>
                  <a:lnTo>
                    <a:pt x="1115542" y="9525"/>
                  </a:lnTo>
                  <a:lnTo>
                    <a:pt x="1144117" y="9525"/>
                  </a:lnTo>
                  <a:lnTo>
                    <a:pt x="1144117" y="0"/>
                  </a:lnTo>
                  <a:close/>
                </a:path>
                <a:path w="5238750" h="3400425">
                  <a:moveTo>
                    <a:pt x="1171511" y="3390900"/>
                  </a:moveTo>
                  <a:lnTo>
                    <a:pt x="1142936" y="3390900"/>
                  </a:lnTo>
                  <a:lnTo>
                    <a:pt x="1142936" y="3400425"/>
                  </a:lnTo>
                  <a:lnTo>
                    <a:pt x="1171511" y="3400425"/>
                  </a:lnTo>
                  <a:lnTo>
                    <a:pt x="1171511" y="3390900"/>
                  </a:lnTo>
                  <a:close/>
                </a:path>
                <a:path w="5238750" h="3400425">
                  <a:moveTo>
                    <a:pt x="1191806" y="0"/>
                  </a:moveTo>
                  <a:lnTo>
                    <a:pt x="1163231" y="0"/>
                  </a:lnTo>
                  <a:lnTo>
                    <a:pt x="1163231" y="9525"/>
                  </a:lnTo>
                  <a:lnTo>
                    <a:pt x="1191806" y="9525"/>
                  </a:lnTo>
                  <a:lnTo>
                    <a:pt x="1191806" y="0"/>
                  </a:lnTo>
                  <a:close/>
                </a:path>
                <a:path w="5238750" h="3400425">
                  <a:moveTo>
                    <a:pt x="1219187" y="3390900"/>
                  </a:moveTo>
                  <a:lnTo>
                    <a:pt x="1190612" y="3390900"/>
                  </a:lnTo>
                  <a:lnTo>
                    <a:pt x="1190612" y="3400425"/>
                  </a:lnTo>
                  <a:lnTo>
                    <a:pt x="1219187" y="3400425"/>
                  </a:lnTo>
                  <a:lnTo>
                    <a:pt x="1219187" y="3390900"/>
                  </a:lnTo>
                  <a:close/>
                </a:path>
                <a:path w="5238750" h="3400425">
                  <a:moveTo>
                    <a:pt x="1239481" y="0"/>
                  </a:moveTo>
                  <a:lnTo>
                    <a:pt x="1210906" y="0"/>
                  </a:lnTo>
                  <a:lnTo>
                    <a:pt x="1210906" y="9525"/>
                  </a:lnTo>
                  <a:lnTo>
                    <a:pt x="1239481" y="9525"/>
                  </a:lnTo>
                  <a:lnTo>
                    <a:pt x="1239481" y="0"/>
                  </a:lnTo>
                  <a:close/>
                </a:path>
                <a:path w="5238750" h="3400425">
                  <a:moveTo>
                    <a:pt x="1266863" y="3390900"/>
                  </a:moveTo>
                  <a:lnTo>
                    <a:pt x="1238288" y="3390900"/>
                  </a:lnTo>
                  <a:lnTo>
                    <a:pt x="1238288" y="3400425"/>
                  </a:lnTo>
                  <a:lnTo>
                    <a:pt x="1266863" y="3400425"/>
                  </a:lnTo>
                  <a:lnTo>
                    <a:pt x="1266863" y="3390900"/>
                  </a:lnTo>
                  <a:close/>
                </a:path>
                <a:path w="5238750" h="3400425">
                  <a:moveTo>
                    <a:pt x="1287157" y="0"/>
                  </a:moveTo>
                  <a:lnTo>
                    <a:pt x="1258582" y="0"/>
                  </a:lnTo>
                  <a:lnTo>
                    <a:pt x="1258582" y="9525"/>
                  </a:lnTo>
                  <a:lnTo>
                    <a:pt x="1287157" y="9525"/>
                  </a:lnTo>
                  <a:lnTo>
                    <a:pt x="1287157" y="0"/>
                  </a:lnTo>
                  <a:close/>
                </a:path>
                <a:path w="5238750" h="3400425">
                  <a:moveTo>
                    <a:pt x="1314551" y="3390900"/>
                  </a:moveTo>
                  <a:lnTo>
                    <a:pt x="1285976" y="3390900"/>
                  </a:lnTo>
                  <a:lnTo>
                    <a:pt x="1285976" y="3400425"/>
                  </a:lnTo>
                  <a:lnTo>
                    <a:pt x="1314551" y="3400425"/>
                  </a:lnTo>
                  <a:lnTo>
                    <a:pt x="1314551" y="3390900"/>
                  </a:lnTo>
                  <a:close/>
                </a:path>
                <a:path w="5238750" h="3400425">
                  <a:moveTo>
                    <a:pt x="1334833" y="0"/>
                  </a:moveTo>
                  <a:lnTo>
                    <a:pt x="1306258" y="0"/>
                  </a:lnTo>
                  <a:lnTo>
                    <a:pt x="1306258" y="9525"/>
                  </a:lnTo>
                  <a:lnTo>
                    <a:pt x="1334833" y="9525"/>
                  </a:lnTo>
                  <a:lnTo>
                    <a:pt x="1334833" y="0"/>
                  </a:lnTo>
                  <a:close/>
                </a:path>
                <a:path w="5238750" h="3400425">
                  <a:moveTo>
                    <a:pt x="1362227" y="3390900"/>
                  </a:moveTo>
                  <a:lnTo>
                    <a:pt x="1333652" y="3390900"/>
                  </a:lnTo>
                  <a:lnTo>
                    <a:pt x="1333652" y="3400425"/>
                  </a:lnTo>
                  <a:lnTo>
                    <a:pt x="1362227" y="3400425"/>
                  </a:lnTo>
                  <a:lnTo>
                    <a:pt x="1362227" y="3390900"/>
                  </a:lnTo>
                  <a:close/>
                </a:path>
                <a:path w="5238750" h="3400425">
                  <a:moveTo>
                    <a:pt x="1382509" y="0"/>
                  </a:moveTo>
                  <a:lnTo>
                    <a:pt x="1353934" y="0"/>
                  </a:lnTo>
                  <a:lnTo>
                    <a:pt x="1353934" y="9525"/>
                  </a:lnTo>
                  <a:lnTo>
                    <a:pt x="1382509" y="9525"/>
                  </a:lnTo>
                  <a:lnTo>
                    <a:pt x="1382509" y="0"/>
                  </a:lnTo>
                  <a:close/>
                </a:path>
                <a:path w="5238750" h="3400425">
                  <a:moveTo>
                    <a:pt x="1409903" y="3390900"/>
                  </a:moveTo>
                  <a:lnTo>
                    <a:pt x="1381328" y="3390900"/>
                  </a:lnTo>
                  <a:lnTo>
                    <a:pt x="1381328" y="3400425"/>
                  </a:lnTo>
                  <a:lnTo>
                    <a:pt x="1409903" y="3400425"/>
                  </a:lnTo>
                  <a:lnTo>
                    <a:pt x="1409903" y="3390900"/>
                  </a:lnTo>
                  <a:close/>
                </a:path>
                <a:path w="5238750" h="3400425">
                  <a:moveTo>
                    <a:pt x="1430197" y="0"/>
                  </a:moveTo>
                  <a:lnTo>
                    <a:pt x="1401622" y="0"/>
                  </a:lnTo>
                  <a:lnTo>
                    <a:pt x="1401622" y="9525"/>
                  </a:lnTo>
                  <a:lnTo>
                    <a:pt x="1430197" y="9525"/>
                  </a:lnTo>
                  <a:lnTo>
                    <a:pt x="1430197" y="0"/>
                  </a:lnTo>
                  <a:close/>
                </a:path>
                <a:path w="5238750" h="3400425">
                  <a:moveTo>
                    <a:pt x="1457579" y="3390900"/>
                  </a:moveTo>
                  <a:lnTo>
                    <a:pt x="1429004" y="3390900"/>
                  </a:lnTo>
                  <a:lnTo>
                    <a:pt x="1429004" y="3400425"/>
                  </a:lnTo>
                  <a:lnTo>
                    <a:pt x="1457579" y="3400425"/>
                  </a:lnTo>
                  <a:lnTo>
                    <a:pt x="1457579" y="3390900"/>
                  </a:lnTo>
                  <a:close/>
                </a:path>
                <a:path w="5238750" h="3400425">
                  <a:moveTo>
                    <a:pt x="1477873" y="0"/>
                  </a:moveTo>
                  <a:lnTo>
                    <a:pt x="1449298" y="0"/>
                  </a:lnTo>
                  <a:lnTo>
                    <a:pt x="1449298" y="9525"/>
                  </a:lnTo>
                  <a:lnTo>
                    <a:pt x="1477873" y="9525"/>
                  </a:lnTo>
                  <a:lnTo>
                    <a:pt x="1477873" y="0"/>
                  </a:lnTo>
                  <a:close/>
                </a:path>
                <a:path w="5238750" h="3400425">
                  <a:moveTo>
                    <a:pt x="1505254" y="3390900"/>
                  </a:moveTo>
                  <a:lnTo>
                    <a:pt x="1476679" y="3390900"/>
                  </a:lnTo>
                  <a:lnTo>
                    <a:pt x="1476679" y="3400425"/>
                  </a:lnTo>
                  <a:lnTo>
                    <a:pt x="1505254" y="3400425"/>
                  </a:lnTo>
                  <a:lnTo>
                    <a:pt x="1505254" y="3390900"/>
                  </a:lnTo>
                  <a:close/>
                </a:path>
                <a:path w="5238750" h="3400425">
                  <a:moveTo>
                    <a:pt x="1525549" y="0"/>
                  </a:moveTo>
                  <a:lnTo>
                    <a:pt x="1496974" y="0"/>
                  </a:lnTo>
                  <a:lnTo>
                    <a:pt x="1496974" y="9525"/>
                  </a:lnTo>
                  <a:lnTo>
                    <a:pt x="1525549" y="9525"/>
                  </a:lnTo>
                  <a:lnTo>
                    <a:pt x="1525549" y="0"/>
                  </a:lnTo>
                  <a:close/>
                </a:path>
                <a:path w="5238750" h="3400425">
                  <a:moveTo>
                    <a:pt x="1552930" y="3390900"/>
                  </a:moveTo>
                  <a:lnTo>
                    <a:pt x="1524355" y="3390900"/>
                  </a:lnTo>
                  <a:lnTo>
                    <a:pt x="1524355" y="3400425"/>
                  </a:lnTo>
                  <a:lnTo>
                    <a:pt x="1552930" y="3400425"/>
                  </a:lnTo>
                  <a:lnTo>
                    <a:pt x="1552930" y="3390900"/>
                  </a:lnTo>
                  <a:close/>
                </a:path>
                <a:path w="5238750" h="3400425">
                  <a:moveTo>
                    <a:pt x="1573225" y="0"/>
                  </a:moveTo>
                  <a:lnTo>
                    <a:pt x="1544650" y="0"/>
                  </a:lnTo>
                  <a:lnTo>
                    <a:pt x="1544650" y="9525"/>
                  </a:lnTo>
                  <a:lnTo>
                    <a:pt x="1573225" y="9525"/>
                  </a:lnTo>
                  <a:lnTo>
                    <a:pt x="1573225" y="0"/>
                  </a:lnTo>
                  <a:close/>
                </a:path>
                <a:path w="5238750" h="3400425">
                  <a:moveTo>
                    <a:pt x="1600619" y="3390900"/>
                  </a:moveTo>
                  <a:lnTo>
                    <a:pt x="1572044" y="3390900"/>
                  </a:lnTo>
                  <a:lnTo>
                    <a:pt x="1572044" y="3400425"/>
                  </a:lnTo>
                  <a:lnTo>
                    <a:pt x="1600619" y="3400425"/>
                  </a:lnTo>
                  <a:lnTo>
                    <a:pt x="1600619" y="3390900"/>
                  </a:lnTo>
                  <a:close/>
                </a:path>
                <a:path w="5238750" h="3400425">
                  <a:moveTo>
                    <a:pt x="1620901" y="0"/>
                  </a:moveTo>
                  <a:lnTo>
                    <a:pt x="1592326" y="0"/>
                  </a:lnTo>
                  <a:lnTo>
                    <a:pt x="1592326" y="9525"/>
                  </a:lnTo>
                  <a:lnTo>
                    <a:pt x="1620901" y="9525"/>
                  </a:lnTo>
                  <a:lnTo>
                    <a:pt x="1620901" y="0"/>
                  </a:lnTo>
                  <a:close/>
                </a:path>
                <a:path w="5238750" h="3400425">
                  <a:moveTo>
                    <a:pt x="1648294" y="3390900"/>
                  </a:moveTo>
                  <a:lnTo>
                    <a:pt x="1619719" y="3390900"/>
                  </a:lnTo>
                  <a:lnTo>
                    <a:pt x="1619719" y="3400425"/>
                  </a:lnTo>
                  <a:lnTo>
                    <a:pt x="1648294" y="3400425"/>
                  </a:lnTo>
                  <a:lnTo>
                    <a:pt x="1648294" y="3390900"/>
                  </a:lnTo>
                  <a:close/>
                </a:path>
                <a:path w="5238750" h="3400425">
                  <a:moveTo>
                    <a:pt x="1668589" y="0"/>
                  </a:moveTo>
                  <a:lnTo>
                    <a:pt x="1640014" y="0"/>
                  </a:lnTo>
                  <a:lnTo>
                    <a:pt x="1640014" y="9525"/>
                  </a:lnTo>
                  <a:lnTo>
                    <a:pt x="1668589" y="9525"/>
                  </a:lnTo>
                  <a:lnTo>
                    <a:pt x="1668589" y="0"/>
                  </a:lnTo>
                  <a:close/>
                </a:path>
                <a:path w="5238750" h="3400425">
                  <a:moveTo>
                    <a:pt x="1695970" y="3390900"/>
                  </a:moveTo>
                  <a:lnTo>
                    <a:pt x="1667395" y="3390900"/>
                  </a:lnTo>
                  <a:lnTo>
                    <a:pt x="1667395" y="3400425"/>
                  </a:lnTo>
                  <a:lnTo>
                    <a:pt x="1695970" y="3400425"/>
                  </a:lnTo>
                  <a:lnTo>
                    <a:pt x="1695970" y="3390900"/>
                  </a:lnTo>
                  <a:close/>
                </a:path>
                <a:path w="5238750" h="3400425">
                  <a:moveTo>
                    <a:pt x="1716265" y="0"/>
                  </a:moveTo>
                  <a:lnTo>
                    <a:pt x="1687690" y="0"/>
                  </a:lnTo>
                  <a:lnTo>
                    <a:pt x="1687690" y="9525"/>
                  </a:lnTo>
                  <a:lnTo>
                    <a:pt x="1716265" y="9525"/>
                  </a:lnTo>
                  <a:lnTo>
                    <a:pt x="1716265" y="0"/>
                  </a:lnTo>
                  <a:close/>
                </a:path>
                <a:path w="5238750" h="3400425">
                  <a:moveTo>
                    <a:pt x="1743646" y="3390900"/>
                  </a:moveTo>
                  <a:lnTo>
                    <a:pt x="1715071" y="3390900"/>
                  </a:lnTo>
                  <a:lnTo>
                    <a:pt x="1715071" y="3400425"/>
                  </a:lnTo>
                  <a:lnTo>
                    <a:pt x="1743646" y="3400425"/>
                  </a:lnTo>
                  <a:lnTo>
                    <a:pt x="1743646" y="3390900"/>
                  </a:lnTo>
                  <a:close/>
                </a:path>
                <a:path w="5238750" h="3400425">
                  <a:moveTo>
                    <a:pt x="1763941" y="0"/>
                  </a:moveTo>
                  <a:lnTo>
                    <a:pt x="1735366" y="0"/>
                  </a:lnTo>
                  <a:lnTo>
                    <a:pt x="1735366" y="9525"/>
                  </a:lnTo>
                  <a:lnTo>
                    <a:pt x="1763941" y="9525"/>
                  </a:lnTo>
                  <a:lnTo>
                    <a:pt x="1763941" y="0"/>
                  </a:lnTo>
                  <a:close/>
                </a:path>
                <a:path w="5238750" h="3400425">
                  <a:moveTo>
                    <a:pt x="1791322" y="3390900"/>
                  </a:moveTo>
                  <a:lnTo>
                    <a:pt x="1762747" y="3390900"/>
                  </a:lnTo>
                  <a:lnTo>
                    <a:pt x="1762747" y="3400425"/>
                  </a:lnTo>
                  <a:lnTo>
                    <a:pt x="1791322" y="3400425"/>
                  </a:lnTo>
                  <a:lnTo>
                    <a:pt x="1791322" y="3390900"/>
                  </a:lnTo>
                  <a:close/>
                </a:path>
                <a:path w="5238750" h="3400425">
                  <a:moveTo>
                    <a:pt x="1811616" y="0"/>
                  </a:moveTo>
                  <a:lnTo>
                    <a:pt x="1783041" y="0"/>
                  </a:lnTo>
                  <a:lnTo>
                    <a:pt x="1783041" y="9525"/>
                  </a:lnTo>
                  <a:lnTo>
                    <a:pt x="1811616" y="9525"/>
                  </a:lnTo>
                  <a:lnTo>
                    <a:pt x="1811616" y="0"/>
                  </a:lnTo>
                  <a:close/>
                </a:path>
                <a:path w="5238750" h="3400425">
                  <a:moveTo>
                    <a:pt x="1839010" y="3390900"/>
                  </a:moveTo>
                  <a:lnTo>
                    <a:pt x="1810435" y="3390900"/>
                  </a:lnTo>
                  <a:lnTo>
                    <a:pt x="1810435" y="3400425"/>
                  </a:lnTo>
                  <a:lnTo>
                    <a:pt x="1839010" y="3400425"/>
                  </a:lnTo>
                  <a:lnTo>
                    <a:pt x="1839010" y="3390900"/>
                  </a:lnTo>
                  <a:close/>
                </a:path>
                <a:path w="5238750" h="3400425">
                  <a:moveTo>
                    <a:pt x="1859292" y="0"/>
                  </a:moveTo>
                  <a:lnTo>
                    <a:pt x="1830717" y="0"/>
                  </a:lnTo>
                  <a:lnTo>
                    <a:pt x="1830717" y="9525"/>
                  </a:lnTo>
                  <a:lnTo>
                    <a:pt x="1859292" y="9525"/>
                  </a:lnTo>
                  <a:lnTo>
                    <a:pt x="1859292" y="0"/>
                  </a:lnTo>
                  <a:close/>
                </a:path>
                <a:path w="5238750" h="3400425">
                  <a:moveTo>
                    <a:pt x="1886686" y="3390900"/>
                  </a:moveTo>
                  <a:lnTo>
                    <a:pt x="1858111" y="3390900"/>
                  </a:lnTo>
                  <a:lnTo>
                    <a:pt x="1858111" y="3400425"/>
                  </a:lnTo>
                  <a:lnTo>
                    <a:pt x="1886686" y="3400425"/>
                  </a:lnTo>
                  <a:lnTo>
                    <a:pt x="1886686" y="3390900"/>
                  </a:lnTo>
                  <a:close/>
                </a:path>
                <a:path w="5238750" h="3400425">
                  <a:moveTo>
                    <a:pt x="1906981" y="0"/>
                  </a:moveTo>
                  <a:lnTo>
                    <a:pt x="1878406" y="0"/>
                  </a:lnTo>
                  <a:lnTo>
                    <a:pt x="1878406" y="9525"/>
                  </a:lnTo>
                  <a:lnTo>
                    <a:pt x="1906981" y="9525"/>
                  </a:lnTo>
                  <a:lnTo>
                    <a:pt x="1906981" y="0"/>
                  </a:lnTo>
                  <a:close/>
                </a:path>
                <a:path w="5238750" h="3400425">
                  <a:moveTo>
                    <a:pt x="1934362" y="3390900"/>
                  </a:moveTo>
                  <a:lnTo>
                    <a:pt x="1905787" y="3390900"/>
                  </a:lnTo>
                  <a:lnTo>
                    <a:pt x="1905787" y="3400425"/>
                  </a:lnTo>
                  <a:lnTo>
                    <a:pt x="1934362" y="3400425"/>
                  </a:lnTo>
                  <a:lnTo>
                    <a:pt x="1934362" y="3390900"/>
                  </a:lnTo>
                  <a:close/>
                </a:path>
                <a:path w="5238750" h="3400425">
                  <a:moveTo>
                    <a:pt x="1954657" y="0"/>
                  </a:moveTo>
                  <a:lnTo>
                    <a:pt x="1926082" y="0"/>
                  </a:lnTo>
                  <a:lnTo>
                    <a:pt x="1926082" y="9525"/>
                  </a:lnTo>
                  <a:lnTo>
                    <a:pt x="1954657" y="9525"/>
                  </a:lnTo>
                  <a:lnTo>
                    <a:pt x="1954657" y="0"/>
                  </a:lnTo>
                  <a:close/>
                </a:path>
                <a:path w="5238750" h="3400425">
                  <a:moveTo>
                    <a:pt x="1982038" y="3390900"/>
                  </a:moveTo>
                  <a:lnTo>
                    <a:pt x="1953463" y="3390900"/>
                  </a:lnTo>
                  <a:lnTo>
                    <a:pt x="1953463" y="3400425"/>
                  </a:lnTo>
                  <a:lnTo>
                    <a:pt x="1982038" y="3400425"/>
                  </a:lnTo>
                  <a:lnTo>
                    <a:pt x="1982038" y="3390900"/>
                  </a:lnTo>
                  <a:close/>
                </a:path>
                <a:path w="5238750" h="3400425">
                  <a:moveTo>
                    <a:pt x="2002332" y="0"/>
                  </a:moveTo>
                  <a:lnTo>
                    <a:pt x="1973757" y="0"/>
                  </a:lnTo>
                  <a:lnTo>
                    <a:pt x="1973757" y="9525"/>
                  </a:lnTo>
                  <a:lnTo>
                    <a:pt x="2002332" y="9525"/>
                  </a:lnTo>
                  <a:lnTo>
                    <a:pt x="2002332" y="0"/>
                  </a:lnTo>
                  <a:close/>
                </a:path>
                <a:path w="5238750" h="3400425">
                  <a:moveTo>
                    <a:pt x="2029714" y="3390900"/>
                  </a:moveTo>
                  <a:lnTo>
                    <a:pt x="2001139" y="3390900"/>
                  </a:lnTo>
                  <a:lnTo>
                    <a:pt x="2001139" y="3400425"/>
                  </a:lnTo>
                  <a:lnTo>
                    <a:pt x="2029714" y="3400425"/>
                  </a:lnTo>
                  <a:lnTo>
                    <a:pt x="2029714" y="3390900"/>
                  </a:lnTo>
                  <a:close/>
                </a:path>
                <a:path w="5238750" h="3400425">
                  <a:moveTo>
                    <a:pt x="2050008" y="0"/>
                  </a:moveTo>
                  <a:lnTo>
                    <a:pt x="2021433" y="0"/>
                  </a:lnTo>
                  <a:lnTo>
                    <a:pt x="2021433" y="9525"/>
                  </a:lnTo>
                  <a:lnTo>
                    <a:pt x="2050008" y="9525"/>
                  </a:lnTo>
                  <a:lnTo>
                    <a:pt x="2050008" y="0"/>
                  </a:lnTo>
                  <a:close/>
                </a:path>
                <a:path w="5238750" h="3400425">
                  <a:moveTo>
                    <a:pt x="2077402" y="3390900"/>
                  </a:moveTo>
                  <a:lnTo>
                    <a:pt x="2048827" y="3390900"/>
                  </a:lnTo>
                  <a:lnTo>
                    <a:pt x="2048827" y="3400425"/>
                  </a:lnTo>
                  <a:lnTo>
                    <a:pt x="2077402" y="3400425"/>
                  </a:lnTo>
                  <a:lnTo>
                    <a:pt x="2077402" y="3390900"/>
                  </a:lnTo>
                  <a:close/>
                </a:path>
                <a:path w="5238750" h="3400425">
                  <a:moveTo>
                    <a:pt x="2097684" y="0"/>
                  </a:moveTo>
                  <a:lnTo>
                    <a:pt x="2069109" y="0"/>
                  </a:lnTo>
                  <a:lnTo>
                    <a:pt x="2069109" y="9525"/>
                  </a:lnTo>
                  <a:lnTo>
                    <a:pt x="2097684" y="9525"/>
                  </a:lnTo>
                  <a:lnTo>
                    <a:pt x="2097684" y="0"/>
                  </a:lnTo>
                  <a:close/>
                </a:path>
                <a:path w="5238750" h="3400425">
                  <a:moveTo>
                    <a:pt x="2125078" y="3390900"/>
                  </a:moveTo>
                  <a:lnTo>
                    <a:pt x="2096503" y="3390900"/>
                  </a:lnTo>
                  <a:lnTo>
                    <a:pt x="2096503" y="3400425"/>
                  </a:lnTo>
                  <a:lnTo>
                    <a:pt x="2125078" y="3400425"/>
                  </a:lnTo>
                  <a:lnTo>
                    <a:pt x="2125078" y="3390900"/>
                  </a:lnTo>
                  <a:close/>
                </a:path>
                <a:path w="5238750" h="3400425">
                  <a:moveTo>
                    <a:pt x="2145360" y="0"/>
                  </a:moveTo>
                  <a:lnTo>
                    <a:pt x="2116785" y="0"/>
                  </a:lnTo>
                  <a:lnTo>
                    <a:pt x="2116785" y="9525"/>
                  </a:lnTo>
                  <a:lnTo>
                    <a:pt x="2145360" y="9525"/>
                  </a:lnTo>
                  <a:lnTo>
                    <a:pt x="2145360" y="0"/>
                  </a:lnTo>
                  <a:close/>
                </a:path>
                <a:path w="5238750" h="3400425">
                  <a:moveTo>
                    <a:pt x="2172754" y="3390900"/>
                  </a:moveTo>
                  <a:lnTo>
                    <a:pt x="2144179" y="3390900"/>
                  </a:lnTo>
                  <a:lnTo>
                    <a:pt x="2144179" y="3400425"/>
                  </a:lnTo>
                  <a:lnTo>
                    <a:pt x="2172754" y="3400425"/>
                  </a:lnTo>
                  <a:lnTo>
                    <a:pt x="2172754" y="3390900"/>
                  </a:lnTo>
                  <a:close/>
                </a:path>
                <a:path w="5238750" h="3400425">
                  <a:moveTo>
                    <a:pt x="2193048" y="0"/>
                  </a:moveTo>
                  <a:lnTo>
                    <a:pt x="2164473" y="0"/>
                  </a:lnTo>
                  <a:lnTo>
                    <a:pt x="2164473" y="9525"/>
                  </a:lnTo>
                  <a:lnTo>
                    <a:pt x="2193048" y="9525"/>
                  </a:lnTo>
                  <a:lnTo>
                    <a:pt x="2193048" y="0"/>
                  </a:lnTo>
                  <a:close/>
                </a:path>
                <a:path w="5238750" h="3400425">
                  <a:moveTo>
                    <a:pt x="2220430" y="3390900"/>
                  </a:moveTo>
                  <a:lnTo>
                    <a:pt x="2191855" y="3390900"/>
                  </a:lnTo>
                  <a:lnTo>
                    <a:pt x="2191855" y="3400425"/>
                  </a:lnTo>
                  <a:lnTo>
                    <a:pt x="2220430" y="3400425"/>
                  </a:lnTo>
                  <a:lnTo>
                    <a:pt x="2220430" y="3390900"/>
                  </a:lnTo>
                  <a:close/>
                </a:path>
                <a:path w="5238750" h="3400425">
                  <a:moveTo>
                    <a:pt x="2240724" y="0"/>
                  </a:moveTo>
                  <a:lnTo>
                    <a:pt x="2212149" y="0"/>
                  </a:lnTo>
                  <a:lnTo>
                    <a:pt x="2212149" y="9525"/>
                  </a:lnTo>
                  <a:lnTo>
                    <a:pt x="2240724" y="9525"/>
                  </a:lnTo>
                  <a:lnTo>
                    <a:pt x="2240724" y="0"/>
                  </a:lnTo>
                  <a:close/>
                </a:path>
                <a:path w="5238750" h="3400425">
                  <a:moveTo>
                    <a:pt x="2268105" y="3390900"/>
                  </a:moveTo>
                  <a:lnTo>
                    <a:pt x="2239530" y="3390900"/>
                  </a:lnTo>
                  <a:lnTo>
                    <a:pt x="2239530" y="3400425"/>
                  </a:lnTo>
                  <a:lnTo>
                    <a:pt x="2268105" y="3400425"/>
                  </a:lnTo>
                  <a:lnTo>
                    <a:pt x="2268105" y="3390900"/>
                  </a:lnTo>
                  <a:close/>
                </a:path>
                <a:path w="5238750" h="3400425">
                  <a:moveTo>
                    <a:pt x="2288400" y="0"/>
                  </a:moveTo>
                  <a:lnTo>
                    <a:pt x="2259825" y="0"/>
                  </a:lnTo>
                  <a:lnTo>
                    <a:pt x="2259825" y="9525"/>
                  </a:lnTo>
                  <a:lnTo>
                    <a:pt x="2288400" y="9525"/>
                  </a:lnTo>
                  <a:lnTo>
                    <a:pt x="2288400" y="0"/>
                  </a:lnTo>
                  <a:close/>
                </a:path>
                <a:path w="5238750" h="3400425">
                  <a:moveTo>
                    <a:pt x="2315794" y="3390900"/>
                  </a:moveTo>
                  <a:lnTo>
                    <a:pt x="2287219" y="3390900"/>
                  </a:lnTo>
                  <a:lnTo>
                    <a:pt x="2287219" y="3400425"/>
                  </a:lnTo>
                  <a:lnTo>
                    <a:pt x="2315794" y="3400425"/>
                  </a:lnTo>
                  <a:lnTo>
                    <a:pt x="2315794" y="3390900"/>
                  </a:lnTo>
                  <a:close/>
                </a:path>
                <a:path w="5238750" h="3400425">
                  <a:moveTo>
                    <a:pt x="2336076" y="0"/>
                  </a:moveTo>
                  <a:lnTo>
                    <a:pt x="2307501" y="0"/>
                  </a:lnTo>
                  <a:lnTo>
                    <a:pt x="2307501" y="9525"/>
                  </a:lnTo>
                  <a:lnTo>
                    <a:pt x="2336076" y="9525"/>
                  </a:lnTo>
                  <a:lnTo>
                    <a:pt x="2336076" y="0"/>
                  </a:lnTo>
                  <a:close/>
                </a:path>
                <a:path w="5238750" h="3400425">
                  <a:moveTo>
                    <a:pt x="2363470" y="3390900"/>
                  </a:moveTo>
                  <a:lnTo>
                    <a:pt x="2334895" y="3390900"/>
                  </a:lnTo>
                  <a:lnTo>
                    <a:pt x="2334895" y="3400425"/>
                  </a:lnTo>
                  <a:lnTo>
                    <a:pt x="2363470" y="3400425"/>
                  </a:lnTo>
                  <a:lnTo>
                    <a:pt x="2363470" y="3390900"/>
                  </a:lnTo>
                  <a:close/>
                </a:path>
                <a:path w="5238750" h="3400425">
                  <a:moveTo>
                    <a:pt x="2383752" y="0"/>
                  </a:moveTo>
                  <a:lnTo>
                    <a:pt x="2355177" y="0"/>
                  </a:lnTo>
                  <a:lnTo>
                    <a:pt x="2355177" y="9525"/>
                  </a:lnTo>
                  <a:lnTo>
                    <a:pt x="2383752" y="9525"/>
                  </a:lnTo>
                  <a:lnTo>
                    <a:pt x="2383752" y="0"/>
                  </a:lnTo>
                  <a:close/>
                </a:path>
                <a:path w="5238750" h="3400425">
                  <a:moveTo>
                    <a:pt x="2411145" y="3390900"/>
                  </a:moveTo>
                  <a:lnTo>
                    <a:pt x="2382570" y="3390900"/>
                  </a:lnTo>
                  <a:lnTo>
                    <a:pt x="2382570" y="3400425"/>
                  </a:lnTo>
                  <a:lnTo>
                    <a:pt x="2411145" y="3400425"/>
                  </a:lnTo>
                  <a:lnTo>
                    <a:pt x="2411145" y="3390900"/>
                  </a:lnTo>
                  <a:close/>
                </a:path>
                <a:path w="5238750" h="3400425">
                  <a:moveTo>
                    <a:pt x="2431440" y="0"/>
                  </a:moveTo>
                  <a:lnTo>
                    <a:pt x="2402865" y="0"/>
                  </a:lnTo>
                  <a:lnTo>
                    <a:pt x="2402865" y="9525"/>
                  </a:lnTo>
                  <a:lnTo>
                    <a:pt x="2431440" y="9525"/>
                  </a:lnTo>
                  <a:lnTo>
                    <a:pt x="2431440" y="0"/>
                  </a:lnTo>
                  <a:close/>
                </a:path>
                <a:path w="5238750" h="3400425">
                  <a:moveTo>
                    <a:pt x="2458821" y="3390900"/>
                  </a:moveTo>
                  <a:lnTo>
                    <a:pt x="2430246" y="3390900"/>
                  </a:lnTo>
                  <a:lnTo>
                    <a:pt x="2430246" y="3400425"/>
                  </a:lnTo>
                  <a:lnTo>
                    <a:pt x="2458821" y="3400425"/>
                  </a:lnTo>
                  <a:lnTo>
                    <a:pt x="2458821" y="3390900"/>
                  </a:lnTo>
                  <a:close/>
                </a:path>
                <a:path w="5238750" h="3400425">
                  <a:moveTo>
                    <a:pt x="2479116" y="0"/>
                  </a:moveTo>
                  <a:lnTo>
                    <a:pt x="2450541" y="0"/>
                  </a:lnTo>
                  <a:lnTo>
                    <a:pt x="2450541" y="9525"/>
                  </a:lnTo>
                  <a:lnTo>
                    <a:pt x="2479116" y="9525"/>
                  </a:lnTo>
                  <a:lnTo>
                    <a:pt x="2479116" y="0"/>
                  </a:lnTo>
                  <a:close/>
                </a:path>
                <a:path w="5238750" h="3400425">
                  <a:moveTo>
                    <a:pt x="2506497" y="3390900"/>
                  </a:moveTo>
                  <a:lnTo>
                    <a:pt x="2477922" y="3390900"/>
                  </a:lnTo>
                  <a:lnTo>
                    <a:pt x="2477922" y="3400425"/>
                  </a:lnTo>
                  <a:lnTo>
                    <a:pt x="2506497" y="3400425"/>
                  </a:lnTo>
                  <a:lnTo>
                    <a:pt x="2506497" y="3390900"/>
                  </a:lnTo>
                  <a:close/>
                </a:path>
                <a:path w="5238750" h="3400425">
                  <a:moveTo>
                    <a:pt x="2526792" y="0"/>
                  </a:moveTo>
                  <a:lnTo>
                    <a:pt x="2498217" y="0"/>
                  </a:lnTo>
                  <a:lnTo>
                    <a:pt x="2498217" y="9525"/>
                  </a:lnTo>
                  <a:lnTo>
                    <a:pt x="2526792" y="9525"/>
                  </a:lnTo>
                  <a:lnTo>
                    <a:pt x="2526792" y="0"/>
                  </a:lnTo>
                  <a:close/>
                </a:path>
                <a:path w="5238750" h="3400425">
                  <a:moveTo>
                    <a:pt x="2554173" y="3390900"/>
                  </a:moveTo>
                  <a:lnTo>
                    <a:pt x="2525598" y="3390900"/>
                  </a:lnTo>
                  <a:lnTo>
                    <a:pt x="2525598" y="3400425"/>
                  </a:lnTo>
                  <a:lnTo>
                    <a:pt x="2554173" y="3400425"/>
                  </a:lnTo>
                  <a:lnTo>
                    <a:pt x="2554173" y="3390900"/>
                  </a:lnTo>
                  <a:close/>
                </a:path>
                <a:path w="5238750" h="3400425">
                  <a:moveTo>
                    <a:pt x="2574467" y="0"/>
                  </a:moveTo>
                  <a:lnTo>
                    <a:pt x="2545892" y="0"/>
                  </a:lnTo>
                  <a:lnTo>
                    <a:pt x="2545892" y="9525"/>
                  </a:lnTo>
                  <a:lnTo>
                    <a:pt x="2574467" y="9525"/>
                  </a:lnTo>
                  <a:lnTo>
                    <a:pt x="2574467" y="0"/>
                  </a:lnTo>
                  <a:close/>
                </a:path>
                <a:path w="5238750" h="3400425">
                  <a:moveTo>
                    <a:pt x="2601861" y="3390900"/>
                  </a:moveTo>
                  <a:lnTo>
                    <a:pt x="2573286" y="3390900"/>
                  </a:lnTo>
                  <a:lnTo>
                    <a:pt x="2573286" y="3400425"/>
                  </a:lnTo>
                  <a:lnTo>
                    <a:pt x="2601861" y="3400425"/>
                  </a:lnTo>
                  <a:lnTo>
                    <a:pt x="2601861" y="3390900"/>
                  </a:lnTo>
                  <a:close/>
                </a:path>
                <a:path w="5238750" h="3400425">
                  <a:moveTo>
                    <a:pt x="2622143" y="0"/>
                  </a:moveTo>
                  <a:lnTo>
                    <a:pt x="2593568" y="0"/>
                  </a:lnTo>
                  <a:lnTo>
                    <a:pt x="2593568" y="9525"/>
                  </a:lnTo>
                  <a:lnTo>
                    <a:pt x="2622143" y="9525"/>
                  </a:lnTo>
                  <a:lnTo>
                    <a:pt x="2622143" y="0"/>
                  </a:lnTo>
                  <a:close/>
                </a:path>
                <a:path w="5238750" h="3400425">
                  <a:moveTo>
                    <a:pt x="2649537" y="3390900"/>
                  </a:moveTo>
                  <a:lnTo>
                    <a:pt x="2620962" y="3390900"/>
                  </a:lnTo>
                  <a:lnTo>
                    <a:pt x="2620962" y="3400425"/>
                  </a:lnTo>
                  <a:lnTo>
                    <a:pt x="2649537" y="3400425"/>
                  </a:lnTo>
                  <a:lnTo>
                    <a:pt x="2649537" y="3390900"/>
                  </a:lnTo>
                  <a:close/>
                </a:path>
                <a:path w="5238750" h="3400425">
                  <a:moveTo>
                    <a:pt x="2669832" y="0"/>
                  </a:moveTo>
                  <a:lnTo>
                    <a:pt x="2641257" y="0"/>
                  </a:lnTo>
                  <a:lnTo>
                    <a:pt x="2641257" y="9525"/>
                  </a:lnTo>
                  <a:lnTo>
                    <a:pt x="2669832" y="9525"/>
                  </a:lnTo>
                  <a:lnTo>
                    <a:pt x="2669832" y="0"/>
                  </a:lnTo>
                  <a:close/>
                </a:path>
                <a:path w="5238750" h="3400425">
                  <a:moveTo>
                    <a:pt x="2697213" y="3390900"/>
                  </a:moveTo>
                  <a:lnTo>
                    <a:pt x="2668638" y="3390900"/>
                  </a:lnTo>
                  <a:lnTo>
                    <a:pt x="2668638" y="3400425"/>
                  </a:lnTo>
                  <a:lnTo>
                    <a:pt x="2697213" y="3400425"/>
                  </a:lnTo>
                  <a:lnTo>
                    <a:pt x="2697213" y="3390900"/>
                  </a:lnTo>
                  <a:close/>
                </a:path>
                <a:path w="5238750" h="3400425">
                  <a:moveTo>
                    <a:pt x="2717508" y="0"/>
                  </a:moveTo>
                  <a:lnTo>
                    <a:pt x="2688933" y="0"/>
                  </a:lnTo>
                  <a:lnTo>
                    <a:pt x="2688933" y="9525"/>
                  </a:lnTo>
                  <a:lnTo>
                    <a:pt x="2717508" y="9525"/>
                  </a:lnTo>
                  <a:lnTo>
                    <a:pt x="2717508" y="0"/>
                  </a:lnTo>
                  <a:close/>
                </a:path>
                <a:path w="5238750" h="3400425">
                  <a:moveTo>
                    <a:pt x="2744889" y="3390900"/>
                  </a:moveTo>
                  <a:lnTo>
                    <a:pt x="2716314" y="3390900"/>
                  </a:lnTo>
                  <a:lnTo>
                    <a:pt x="2716314" y="3400425"/>
                  </a:lnTo>
                  <a:lnTo>
                    <a:pt x="2744889" y="3400425"/>
                  </a:lnTo>
                  <a:lnTo>
                    <a:pt x="2744889" y="3390900"/>
                  </a:lnTo>
                  <a:close/>
                </a:path>
                <a:path w="5238750" h="3400425">
                  <a:moveTo>
                    <a:pt x="2765183" y="0"/>
                  </a:moveTo>
                  <a:lnTo>
                    <a:pt x="2736608" y="0"/>
                  </a:lnTo>
                  <a:lnTo>
                    <a:pt x="2736608" y="9525"/>
                  </a:lnTo>
                  <a:lnTo>
                    <a:pt x="2765183" y="9525"/>
                  </a:lnTo>
                  <a:lnTo>
                    <a:pt x="2765183" y="0"/>
                  </a:lnTo>
                  <a:close/>
                </a:path>
                <a:path w="5238750" h="3400425">
                  <a:moveTo>
                    <a:pt x="2792565" y="3390900"/>
                  </a:moveTo>
                  <a:lnTo>
                    <a:pt x="2763990" y="3390900"/>
                  </a:lnTo>
                  <a:lnTo>
                    <a:pt x="2763990" y="3400425"/>
                  </a:lnTo>
                  <a:lnTo>
                    <a:pt x="2792565" y="3400425"/>
                  </a:lnTo>
                  <a:lnTo>
                    <a:pt x="2792565" y="3390900"/>
                  </a:lnTo>
                  <a:close/>
                </a:path>
                <a:path w="5238750" h="3400425">
                  <a:moveTo>
                    <a:pt x="2812859" y="0"/>
                  </a:moveTo>
                  <a:lnTo>
                    <a:pt x="2784284" y="0"/>
                  </a:lnTo>
                  <a:lnTo>
                    <a:pt x="2784284" y="9525"/>
                  </a:lnTo>
                  <a:lnTo>
                    <a:pt x="2812859" y="9525"/>
                  </a:lnTo>
                  <a:lnTo>
                    <a:pt x="2812859" y="0"/>
                  </a:lnTo>
                  <a:close/>
                </a:path>
                <a:path w="5238750" h="3400425">
                  <a:moveTo>
                    <a:pt x="2840253" y="3390900"/>
                  </a:moveTo>
                  <a:lnTo>
                    <a:pt x="2811678" y="3390900"/>
                  </a:lnTo>
                  <a:lnTo>
                    <a:pt x="2811678" y="3400425"/>
                  </a:lnTo>
                  <a:lnTo>
                    <a:pt x="2840253" y="3400425"/>
                  </a:lnTo>
                  <a:lnTo>
                    <a:pt x="2840253" y="3390900"/>
                  </a:lnTo>
                  <a:close/>
                </a:path>
                <a:path w="5238750" h="3400425">
                  <a:moveTo>
                    <a:pt x="2860535" y="0"/>
                  </a:moveTo>
                  <a:lnTo>
                    <a:pt x="2831960" y="0"/>
                  </a:lnTo>
                  <a:lnTo>
                    <a:pt x="2831960" y="9525"/>
                  </a:lnTo>
                  <a:lnTo>
                    <a:pt x="2860535" y="9525"/>
                  </a:lnTo>
                  <a:lnTo>
                    <a:pt x="2860535" y="0"/>
                  </a:lnTo>
                  <a:close/>
                </a:path>
                <a:path w="5238750" h="3400425">
                  <a:moveTo>
                    <a:pt x="2887929" y="3390900"/>
                  </a:moveTo>
                  <a:lnTo>
                    <a:pt x="2859354" y="3390900"/>
                  </a:lnTo>
                  <a:lnTo>
                    <a:pt x="2859354" y="3400425"/>
                  </a:lnTo>
                  <a:lnTo>
                    <a:pt x="2887929" y="3400425"/>
                  </a:lnTo>
                  <a:lnTo>
                    <a:pt x="2887929" y="3390900"/>
                  </a:lnTo>
                  <a:close/>
                </a:path>
                <a:path w="5238750" h="3400425">
                  <a:moveTo>
                    <a:pt x="2908211" y="0"/>
                  </a:moveTo>
                  <a:lnTo>
                    <a:pt x="2879636" y="0"/>
                  </a:lnTo>
                  <a:lnTo>
                    <a:pt x="2879636" y="9525"/>
                  </a:lnTo>
                  <a:lnTo>
                    <a:pt x="2908211" y="9525"/>
                  </a:lnTo>
                  <a:lnTo>
                    <a:pt x="2908211" y="0"/>
                  </a:lnTo>
                  <a:close/>
                </a:path>
                <a:path w="5238750" h="3400425">
                  <a:moveTo>
                    <a:pt x="2935605" y="3390900"/>
                  </a:moveTo>
                  <a:lnTo>
                    <a:pt x="2907030" y="3390900"/>
                  </a:lnTo>
                  <a:lnTo>
                    <a:pt x="2907030" y="3400425"/>
                  </a:lnTo>
                  <a:lnTo>
                    <a:pt x="2935605" y="3400425"/>
                  </a:lnTo>
                  <a:lnTo>
                    <a:pt x="2935605" y="3390900"/>
                  </a:lnTo>
                  <a:close/>
                </a:path>
                <a:path w="5238750" h="3400425">
                  <a:moveTo>
                    <a:pt x="2955899" y="0"/>
                  </a:moveTo>
                  <a:lnTo>
                    <a:pt x="2927324" y="0"/>
                  </a:lnTo>
                  <a:lnTo>
                    <a:pt x="2927324" y="9525"/>
                  </a:lnTo>
                  <a:lnTo>
                    <a:pt x="2955899" y="9525"/>
                  </a:lnTo>
                  <a:lnTo>
                    <a:pt x="2955899" y="0"/>
                  </a:lnTo>
                  <a:close/>
                </a:path>
                <a:path w="5238750" h="3400425">
                  <a:moveTo>
                    <a:pt x="2983280" y="3390900"/>
                  </a:moveTo>
                  <a:lnTo>
                    <a:pt x="2954705" y="3390900"/>
                  </a:lnTo>
                  <a:lnTo>
                    <a:pt x="2954705" y="3400425"/>
                  </a:lnTo>
                  <a:lnTo>
                    <a:pt x="2983280" y="3400425"/>
                  </a:lnTo>
                  <a:lnTo>
                    <a:pt x="2983280" y="3390900"/>
                  </a:lnTo>
                  <a:close/>
                </a:path>
                <a:path w="5238750" h="3400425">
                  <a:moveTo>
                    <a:pt x="3003575" y="0"/>
                  </a:moveTo>
                  <a:lnTo>
                    <a:pt x="2975000" y="0"/>
                  </a:lnTo>
                  <a:lnTo>
                    <a:pt x="2975000" y="9525"/>
                  </a:lnTo>
                  <a:lnTo>
                    <a:pt x="3003575" y="9525"/>
                  </a:lnTo>
                  <a:lnTo>
                    <a:pt x="3003575" y="0"/>
                  </a:lnTo>
                  <a:close/>
                </a:path>
                <a:path w="5238750" h="3400425">
                  <a:moveTo>
                    <a:pt x="3030956" y="3390900"/>
                  </a:moveTo>
                  <a:lnTo>
                    <a:pt x="3002381" y="3390900"/>
                  </a:lnTo>
                  <a:lnTo>
                    <a:pt x="3002381" y="3400425"/>
                  </a:lnTo>
                  <a:lnTo>
                    <a:pt x="3030956" y="3400425"/>
                  </a:lnTo>
                  <a:lnTo>
                    <a:pt x="3030956" y="3390900"/>
                  </a:lnTo>
                  <a:close/>
                </a:path>
                <a:path w="5238750" h="3400425">
                  <a:moveTo>
                    <a:pt x="3051251" y="0"/>
                  </a:moveTo>
                  <a:lnTo>
                    <a:pt x="3022676" y="0"/>
                  </a:lnTo>
                  <a:lnTo>
                    <a:pt x="3022676" y="9525"/>
                  </a:lnTo>
                  <a:lnTo>
                    <a:pt x="3051251" y="9525"/>
                  </a:lnTo>
                  <a:lnTo>
                    <a:pt x="3051251" y="0"/>
                  </a:lnTo>
                  <a:close/>
                </a:path>
                <a:path w="5238750" h="3400425">
                  <a:moveTo>
                    <a:pt x="3078632" y="3390900"/>
                  </a:moveTo>
                  <a:lnTo>
                    <a:pt x="3050070" y="3390900"/>
                  </a:lnTo>
                  <a:lnTo>
                    <a:pt x="3050070" y="3400425"/>
                  </a:lnTo>
                  <a:lnTo>
                    <a:pt x="3078632" y="3400425"/>
                  </a:lnTo>
                  <a:lnTo>
                    <a:pt x="3078632" y="3390900"/>
                  </a:lnTo>
                  <a:close/>
                </a:path>
                <a:path w="5238750" h="3400425">
                  <a:moveTo>
                    <a:pt x="3098927" y="0"/>
                  </a:moveTo>
                  <a:lnTo>
                    <a:pt x="3070352" y="0"/>
                  </a:lnTo>
                  <a:lnTo>
                    <a:pt x="3070352" y="9525"/>
                  </a:lnTo>
                  <a:lnTo>
                    <a:pt x="3098927" y="9525"/>
                  </a:lnTo>
                  <a:lnTo>
                    <a:pt x="3098927" y="0"/>
                  </a:lnTo>
                  <a:close/>
                </a:path>
                <a:path w="5238750" h="3400425">
                  <a:moveTo>
                    <a:pt x="3126321" y="3390900"/>
                  </a:moveTo>
                  <a:lnTo>
                    <a:pt x="3097746" y="3390900"/>
                  </a:lnTo>
                  <a:lnTo>
                    <a:pt x="3097746" y="3400425"/>
                  </a:lnTo>
                  <a:lnTo>
                    <a:pt x="3126321" y="3400425"/>
                  </a:lnTo>
                  <a:lnTo>
                    <a:pt x="3126321" y="3390900"/>
                  </a:lnTo>
                  <a:close/>
                </a:path>
                <a:path w="5238750" h="3400425">
                  <a:moveTo>
                    <a:pt x="3146602" y="0"/>
                  </a:moveTo>
                  <a:lnTo>
                    <a:pt x="3118027" y="0"/>
                  </a:lnTo>
                  <a:lnTo>
                    <a:pt x="3118027" y="9525"/>
                  </a:lnTo>
                  <a:lnTo>
                    <a:pt x="3146602" y="9525"/>
                  </a:lnTo>
                  <a:lnTo>
                    <a:pt x="3146602" y="0"/>
                  </a:lnTo>
                  <a:close/>
                </a:path>
                <a:path w="5238750" h="3400425">
                  <a:moveTo>
                    <a:pt x="3173996" y="3390900"/>
                  </a:moveTo>
                  <a:lnTo>
                    <a:pt x="3145421" y="3390900"/>
                  </a:lnTo>
                  <a:lnTo>
                    <a:pt x="3145421" y="3400425"/>
                  </a:lnTo>
                  <a:lnTo>
                    <a:pt x="3173996" y="3400425"/>
                  </a:lnTo>
                  <a:lnTo>
                    <a:pt x="3173996" y="3390900"/>
                  </a:lnTo>
                  <a:close/>
                </a:path>
                <a:path w="5238750" h="3400425">
                  <a:moveTo>
                    <a:pt x="3194291" y="0"/>
                  </a:moveTo>
                  <a:lnTo>
                    <a:pt x="3165716" y="0"/>
                  </a:lnTo>
                  <a:lnTo>
                    <a:pt x="3165716" y="9525"/>
                  </a:lnTo>
                  <a:lnTo>
                    <a:pt x="3194291" y="9525"/>
                  </a:lnTo>
                  <a:lnTo>
                    <a:pt x="3194291" y="0"/>
                  </a:lnTo>
                  <a:close/>
                </a:path>
                <a:path w="5238750" h="3400425">
                  <a:moveTo>
                    <a:pt x="3221672" y="3390900"/>
                  </a:moveTo>
                  <a:lnTo>
                    <a:pt x="3193097" y="3390900"/>
                  </a:lnTo>
                  <a:lnTo>
                    <a:pt x="3193097" y="3400425"/>
                  </a:lnTo>
                  <a:lnTo>
                    <a:pt x="3221672" y="3400425"/>
                  </a:lnTo>
                  <a:lnTo>
                    <a:pt x="3221672" y="3390900"/>
                  </a:lnTo>
                  <a:close/>
                </a:path>
                <a:path w="5238750" h="3400425">
                  <a:moveTo>
                    <a:pt x="3241967" y="0"/>
                  </a:moveTo>
                  <a:lnTo>
                    <a:pt x="3213392" y="0"/>
                  </a:lnTo>
                  <a:lnTo>
                    <a:pt x="3213392" y="9525"/>
                  </a:lnTo>
                  <a:lnTo>
                    <a:pt x="3241967" y="9525"/>
                  </a:lnTo>
                  <a:lnTo>
                    <a:pt x="3241967" y="0"/>
                  </a:lnTo>
                  <a:close/>
                </a:path>
                <a:path w="5238750" h="3400425">
                  <a:moveTo>
                    <a:pt x="3269348" y="3390900"/>
                  </a:moveTo>
                  <a:lnTo>
                    <a:pt x="3240773" y="3390900"/>
                  </a:lnTo>
                  <a:lnTo>
                    <a:pt x="3240773" y="3400425"/>
                  </a:lnTo>
                  <a:lnTo>
                    <a:pt x="3269348" y="3400425"/>
                  </a:lnTo>
                  <a:lnTo>
                    <a:pt x="3269348" y="3390900"/>
                  </a:lnTo>
                  <a:close/>
                </a:path>
                <a:path w="5238750" h="3400425">
                  <a:moveTo>
                    <a:pt x="3289643" y="0"/>
                  </a:moveTo>
                  <a:lnTo>
                    <a:pt x="3261068" y="0"/>
                  </a:lnTo>
                  <a:lnTo>
                    <a:pt x="3261068" y="9525"/>
                  </a:lnTo>
                  <a:lnTo>
                    <a:pt x="3289643" y="9525"/>
                  </a:lnTo>
                  <a:lnTo>
                    <a:pt x="3289643" y="0"/>
                  </a:lnTo>
                  <a:close/>
                </a:path>
                <a:path w="5238750" h="3400425">
                  <a:moveTo>
                    <a:pt x="3317024" y="3390900"/>
                  </a:moveTo>
                  <a:lnTo>
                    <a:pt x="3288449" y="3390900"/>
                  </a:lnTo>
                  <a:lnTo>
                    <a:pt x="3288449" y="3400425"/>
                  </a:lnTo>
                  <a:lnTo>
                    <a:pt x="3317024" y="3400425"/>
                  </a:lnTo>
                  <a:lnTo>
                    <a:pt x="3317024" y="3390900"/>
                  </a:lnTo>
                  <a:close/>
                </a:path>
                <a:path w="5238750" h="3400425">
                  <a:moveTo>
                    <a:pt x="3337318" y="0"/>
                  </a:moveTo>
                  <a:lnTo>
                    <a:pt x="3308743" y="0"/>
                  </a:lnTo>
                  <a:lnTo>
                    <a:pt x="3308743" y="9525"/>
                  </a:lnTo>
                  <a:lnTo>
                    <a:pt x="3337318" y="9525"/>
                  </a:lnTo>
                  <a:lnTo>
                    <a:pt x="3337318" y="0"/>
                  </a:lnTo>
                  <a:close/>
                </a:path>
                <a:path w="5238750" h="3400425">
                  <a:moveTo>
                    <a:pt x="3364712" y="3390900"/>
                  </a:moveTo>
                  <a:lnTo>
                    <a:pt x="3336137" y="3390900"/>
                  </a:lnTo>
                  <a:lnTo>
                    <a:pt x="3336137" y="3400425"/>
                  </a:lnTo>
                  <a:lnTo>
                    <a:pt x="3364712" y="3400425"/>
                  </a:lnTo>
                  <a:lnTo>
                    <a:pt x="3364712" y="3390900"/>
                  </a:lnTo>
                  <a:close/>
                </a:path>
                <a:path w="5238750" h="3400425">
                  <a:moveTo>
                    <a:pt x="3384994" y="0"/>
                  </a:moveTo>
                  <a:lnTo>
                    <a:pt x="3356419" y="0"/>
                  </a:lnTo>
                  <a:lnTo>
                    <a:pt x="3356419" y="9525"/>
                  </a:lnTo>
                  <a:lnTo>
                    <a:pt x="3384994" y="9525"/>
                  </a:lnTo>
                  <a:lnTo>
                    <a:pt x="3384994" y="0"/>
                  </a:lnTo>
                  <a:close/>
                </a:path>
                <a:path w="5238750" h="3400425">
                  <a:moveTo>
                    <a:pt x="3412388" y="3390900"/>
                  </a:moveTo>
                  <a:lnTo>
                    <a:pt x="3383813" y="3390900"/>
                  </a:lnTo>
                  <a:lnTo>
                    <a:pt x="3383813" y="3400425"/>
                  </a:lnTo>
                  <a:lnTo>
                    <a:pt x="3412388" y="3400425"/>
                  </a:lnTo>
                  <a:lnTo>
                    <a:pt x="3412388" y="3390900"/>
                  </a:lnTo>
                  <a:close/>
                </a:path>
                <a:path w="5238750" h="3400425">
                  <a:moveTo>
                    <a:pt x="3432683" y="0"/>
                  </a:moveTo>
                  <a:lnTo>
                    <a:pt x="3404108" y="0"/>
                  </a:lnTo>
                  <a:lnTo>
                    <a:pt x="3404108" y="9525"/>
                  </a:lnTo>
                  <a:lnTo>
                    <a:pt x="3432683" y="9525"/>
                  </a:lnTo>
                  <a:lnTo>
                    <a:pt x="3432683" y="0"/>
                  </a:lnTo>
                  <a:close/>
                </a:path>
                <a:path w="5238750" h="3400425">
                  <a:moveTo>
                    <a:pt x="3460064" y="3390900"/>
                  </a:moveTo>
                  <a:lnTo>
                    <a:pt x="3431489" y="3390900"/>
                  </a:lnTo>
                  <a:lnTo>
                    <a:pt x="3431489" y="3400425"/>
                  </a:lnTo>
                  <a:lnTo>
                    <a:pt x="3460064" y="3400425"/>
                  </a:lnTo>
                  <a:lnTo>
                    <a:pt x="3460064" y="3390900"/>
                  </a:lnTo>
                  <a:close/>
                </a:path>
                <a:path w="5238750" h="3400425">
                  <a:moveTo>
                    <a:pt x="3480358" y="0"/>
                  </a:moveTo>
                  <a:lnTo>
                    <a:pt x="3451783" y="0"/>
                  </a:lnTo>
                  <a:lnTo>
                    <a:pt x="3451783" y="9525"/>
                  </a:lnTo>
                  <a:lnTo>
                    <a:pt x="3480358" y="9525"/>
                  </a:lnTo>
                  <a:lnTo>
                    <a:pt x="3480358" y="0"/>
                  </a:lnTo>
                  <a:close/>
                </a:path>
                <a:path w="5238750" h="3400425">
                  <a:moveTo>
                    <a:pt x="3507740" y="3390900"/>
                  </a:moveTo>
                  <a:lnTo>
                    <a:pt x="3479165" y="3390900"/>
                  </a:lnTo>
                  <a:lnTo>
                    <a:pt x="3479165" y="3400425"/>
                  </a:lnTo>
                  <a:lnTo>
                    <a:pt x="3507740" y="3400425"/>
                  </a:lnTo>
                  <a:lnTo>
                    <a:pt x="3507740" y="3390900"/>
                  </a:lnTo>
                  <a:close/>
                </a:path>
                <a:path w="5238750" h="3400425">
                  <a:moveTo>
                    <a:pt x="3528034" y="0"/>
                  </a:moveTo>
                  <a:lnTo>
                    <a:pt x="3499459" y="0"/>
                  </a:lnTo>
                  <a:lnTo>
                    <a:pt x="3499459" y="9525"/>
                  </a:lnTo>
                  <a:lnTo>
                    <a:pt x="3528034" y="9525"/>
                  </a:lnTo>
                  <a:lnTo>
                    <a:pt x="3528034" y="0"/>
                  </a:lnTo>
                  <a:close/>
                </a:path>
                <a:path w="5238750" h="3400425">
                  <a:moveTo>
                    <a:pt x="3555415" y="3390900"/>
                  </a:moveTo>
                  <a:lnTo>
                    <a:pt x="3526840" y="3390900"/>
                  </a:lnTo>
                  <a:lnTo>
                    <a:pt x="3526840" y="3400425"/>
                  </a:lnTo>
                  <a:lnTo>
                    <a:pt x="3555415" y="3400425"/>
                  </a:lnTo>
                  <a:lnTo>
                    <a:pt x="3555415" y="3390900"/>
                  </a:lnTo>
                  <a:close/>
                </a:path>
                <a:path w="5238750" h="3400425">
                  <a:moveTo>
                    <a:pt x="3575710" y="0"/>
                  </a:moveTo>
                  <a:lnTo>
                    <a:pt x="3547135" y="0"/>
                  </a:lnTo>
                  <a:lnTo>
                    <a:pt x="3547135" y="9525"/>
                  </a:lnTo>
                  <a:lnTo>
                    <a:pt x="3575710" y="9525"/>
                  </a:lnTo>
                  <a:lnTo>
                    <a:pt x="3575710" y="0"/>
                  </a:lnTo>
                  <a:close/>
                </a:path>
                <a:path w="5238750" h="3400425">
                  <a:moveTo>
                    <a:pt x="3603104" y="3390900"/>
                  </a:moveTo>
                  <a:lnTo>
                    <a:pt x="3574529" y="3390900"/>
                  </a:lnTo>
                  <a:lnTo>
                    <a:pt x="3574529" y="3400425"/>
                  </a:lnTo>
                  <a:lnTo>
                    <a:pt x="3603104" y="3400425"/>
                  </a:lnTo>
                  <a:lnTo>
                    <a:pt x="3603104" y="3390900"/>
                  </a:lnTo>
                  <a:close/>
                </a:path>
                <a:path w="5238750" h="3400425">
                  <a:moveTo>
                    <a:pt x="3623386" y="0"/>
                  </a:moveTo>
                  <a:lnTo>
                    <a:pt x="3594811" y="0"/>
                  </a:lnTo>
                  <a:lnTo>
                    <a:pt x="3594811" y="9525"/>
                  </a:lnTo>
                  <a:lnTo>
                    <a:pt x="3623386" y="9525"/>
                  </a:lnTo>
                  <a:lnTo>
                    <a:pt x="3623386" y="0"/>
                  </a:lnTo>
                  <a:close/>
                </a:path>
                <a:path w="5238750" h="3400425">
                  <a:moveTo>
                    <a:pt x="3650780" y="3390900"/>
                  </a:moveTo>
                  <a:lnTo>
                    <a:pt x="3622205" y="3390900"/>
                  </a:lnTo>
                  <a:lnTo>
                    <a:pt x="3622205" y="3400425"/>
                  </a:lnTo>
                  <a:lnTo>
                    <a:pt x="3650780" y="3400425"/>
                  </a:lnTo>
                  <a:lnTo>
                    <a:pt x="3650780" y="3390900"/>
                  </a:lnTo>
                  <a:close/>
                </a:path>
                <a:path w="5238750" h="3400425">
                  <a:moveTo>
                    <a:pt x="3671074" y="0"/>
                  </a:moveTo>
                  <a:lnTo>
                    <a:pt x="3642499" y="0"/>
                  </a:lnTo>
                  <a:lnTo>
                    <a:pt x="3642499" y="9525"/>
                  </a:lnTo>
                  <a:lnTo>
                    <a:pt x="3671074" y="9525"/>
                  </a:lnTo>
                  <a:lnTo>
                    <a:pt x="3671074" y="0"/>
                  </a:lnTo>
                  <a:close/>
                </a:path>
                <a:path w="5238750" h="3400425">
                  <a:moveTo>
                    <a:pt x="3698456" y="3390900"/>
                  </a:moveTo>
                  <a:lnTo>
                    <a:pt x="3669881" y="3390900"/>
                  </a:lnTo>
                  <a:lnTo>
                    <a:pt x="3669881" y="3400425"/>
                  </a:lnTo>
                  <a:lnTo>
                    <a:pt x="3698456" y="3400425"/>
                  </a:lnTo>
                  <a:lnTo>
                    <a:pt x="3698456" y="3390900"/>
                  </a:lnTo>
                  <a:close/>
                </a:path>
                <a:path w="5238750" h="3400425">
                  <a:moveTo>
                    <a:pt x="3718750" y="0"/>
                  </a:moveTo>
                  <a:lnTo>
                    <a:pt x="3690175" y="0"/>
                  </a:lnTo>
                  <a:lnTo>
                    <a:pt x="3690175" y="9525"/>
                  </a:lnTo>
                  <a:lnTo>
                    <a:pt x="3718750" y="9525"/>
                  </a:lnTo>
                  <a:lnTo>
                    <a:pt x="3718750" y="0"/>
                  </a:lnTo>
                  <a:close/>
                </a:path>
                <a:path w="5238750" h="3400425">
                  <a:moveTo>
                    <a:pt x="3746131" y="3390900"/>
                  </a:moveTo>
                  <a:lnTo>
                    <a:pt x="3717556" y="3390900"/>
                  </a:lnTo>
                  <a:lnTo>
                    <a:pt x="3717556" y="3400425"/>
                  </a:lnTo>
                  <a:lnTo>
                    <a:pt x="3746131" y="3400425"/>
                  </a:lnTo>
                  <a:lnTo>
                    <a:pt x="3746131" y="3390900"/>
                  </a:lnTo>
                  <a:close/>
                </a:path>
                <a:path w="5238750" h="3400425">
                  <a:moveTo>
                    <a:pt x="3766426" y="0"/>
                  </a:moveTo>
                  <a:lnTo>
                    <a:pt x="3737851" y="0"/>
                  </a:lnTo>
                  <a:lnTo>
                    <a:pt x="3737851" y="9525"/>
                  </a:lnTo>
                  <a:lnTo>
                    <a:pt x="3766426" y="9525"/>
                  </a:lnTo>
                  <a:lnTo>
                    <a:pt x="3766426" y="0"/>
                  </a:lnTo>
                  <a:close/>
                </a:path>
                <a:path w="5238750" h="3400425">
                  <a:moveTo>
                    <a:pt x="3793807" y="3390900"/>
                  </a:moveTo>
                  <a:lnTo>
                    <a:pt x="3765232" y="3390900"/>
                  </a:lnTo>
                  <a:lnTo>
                    <a:pt x="3765232" y="3400425"/>
                  </a:lnTo>
                  <a:lnTo>
                    <a:pt x="3793807" y="3400425"/>
                  </a:lnTo>
                  <a:lnTo>
                    <a:pt x="3793807" y="3390900"/>
                  </a:lnTo>
                  <a:close/>
                </a:path>
                <a:path w="5238750" h="3400425">
                  <a:moveTo>
                    <a:pt x="3814102" y="0"/>
                  </a:moveTo>
                  <a:lnTo>
                    <a:pt x="3785527" y="0"/>
                  </a:lnTo>
                  <a:lnTo>
                    <a:pt x="3785527" y="9525"/>
                  </a:lnTo>
                  <a:lnTo>
                    <a:pt x="3814102" y="9525"/>
                  </a:lnTo>
                  <a:lnTo>
                    <a:pt x="3814102" y="0"/>
                  </a:lnTo>
                  <a:close/>
                </a:path>
                <a:path w="5238750" h="3400425">
                  <a:moveTo>
                    <a:pt x="3841496" y="3390900"/>
                  </a:moveTo>
                  <a:lnTo>
                    <a:pt x="3812921" y="3390900"/>
                  </a:lnTo>
                  <a:lnTo>
                    <a:pt x="3812921" y="3400425"/>
                  </a:lnTo>
                  <a:lnTo>
                    <a:pt x="3841496" y="3400425"/>
                  </a:lnTo>
                  <a:lnTo>
                    <a:pt x="3841496" y="3390900"/>
                  </a:lnTo>
                  <a:close/>
                </a:path>
                <a:path w="5238750" h="3400425">
                  <a:moveTo>
                    <a:pt x="3861778" y="0"/>
                  </a:moveTo>
                  <a:lnTo>
                    <a:pt x="3833203" y="0"/>
                  </a:lnTo>
                  <a:lnTo>
                    <a:pt x="3833203" y="9525"/>
                  </a:lnTo>
                  <a:lnTo>
                    <a:pt x="3861778" y="9525"/>
                  </a:lnTo>
                  <a:lnTo>
                    <a:pt x="3861778" y="0"/>
                  </a:lnTo>
                  <a:close/>
                </a:path>
                <a:path w="5238750" h="3400425">
                  <a:moveTo>
                    <a:pt x="3889171" y="3390900"/>
                  </a:moveTo>
                  <a:lnTo>
                    <a:pt x="3860596" y="3390900"/>
                  </a:lnTo>
                  <a:lnTo>
                    <a:pt x="3860596" y="3400425"/>
                  </a:lnTo>
                  <a:lnTo>
                    <a:pt x="3889171" y="3400425"/>
                  </a:lnTo>
                  <a:lnTo>
                    <a:pt x="3889171" y="3390900"/>
                  </a:lnTo>
                  <a:close/>
                </a:path>
                <a:path w="5238750" h="3400425">
                  <a:moveTo>
                    <a:pt x="3909466" y="0"/>
                  </a:moveTo>
                  <a:lnTo>
                    <a:pt x="3880891" y="0"/>
                  </a:lnTo>
                  <a:lnTo>
                    <a:pt x="3880891" y="9525"/>
                  </a:lnTo>
                  <a:lnTo>
                    <a:pt x="3909466" y="9525"/>
                  </a:lnTo>
                  <a:lnTo>
                    <a:pt x="3909466" y="0"/>
                  </a:lnTo>
                  <a:close/>
                </a:path>
                <a:path w="5238750" h="3400425">
                  <a:moveTo>
                    <a:pt x="3936847" y="3390900"/>
                  </a:moveTo>
                  <a:lnTo>
                    <a:pt x="3908272" y="3390900"/>
                  </a:lnTo>
                  <a:lnTo>
                    <a:pt x="3908272" y="3400425"/>
                  </a:lnTo>
                  <a:lnTo>
                    <a:pt x="3936847" y="3400425"/>
                  </a:lnTo>
                  <a:lnTo>
                    <a:pt x="3936847" y="3390900"/>
                  </a:lnTo>
                  <a:close/>
                </a:path>
                <a:path w="5238750" h="3400425">
                  <a:moveTo>
                    <a:pt x="3957142" y="0"/>
                  </a:moveTo>
                  <a:lnTo>
                    <a:pt x="3928567" y="0"/>
                  </a:lnTo>
                  <a:lnTo>
                    <a:pt x="3928567" y="9525"/>
                  </a:lnTo>
                  <a:lnTo>
                    <a:pt x="3957142" y="9525"/>
                  </a:lnTo>
                  <a:lnTo>
                    <a:pt x="3957142" y="0"/>
                  </a:lnTo>
                  <a:close/>
                </a:path>
                <a:path w="5238750" h="3400425">
                  <a:moveTo>
                    <a:pt x="3984523" y="3390900"/>
                  </a:moveTo>
                  <a:lnTo>
                    <a:pt x="3955948" y="3390900"/>
                  </a:lnTo>
                  <a:lnTo>
                    <a:pt x="3955948" y="3400425"/>
                  </a:lnTo>
                  <a:lnTo>
                    <a:pt x="3984523" y="3400425"/>
                  </a:lnTo>
                  <a:lnTo>
                    <a:pt x="3984523" y="3390900"/>
                  </a:lnTo>
                  <a:close/>
                </a:path>
                <a:path w="5238750" h="3400425">
                  <a:moveTo>
                    <a:pt x="4004818" y="0"/>
                  </a:moveTo>
                  <a:lnTo>
                    <a:pt x="3976243" y="0"/>
                  </a:lnTo>
                  <a:lnTo>
                    <a:pt x="3976243" y="9525"/>
                  </a:lnTo>
                  <a:lnTo>
                    <a:pt x="4004818" y="9525"/>
                  </a:lnTo>
                  <a:lnTo>
                    <a:pt x="4004818" y="0"/>
                  </a:lnTo>
                  <a:close/>
                </a:path>
                <a:path w="5238750" h="3400425">
                  <a:moveTo>
                    <a:pt x="4032199" y="3390900"/>
                  </a:moveTo>
                  <a:lnTo>
                    <a:pt x="4003624" y="3390900"/>
                  </a:lnTo>
                  <a:lnTo>
                    <a:pt x="4003624" y="3400425"/>
                  </a:lnTo>
                  <a:lnTo>
                    <a:pt x="4032199" y="3400425"/>
                  </a:lnTo>
                  <a:lnTo>
                    <a:pt x="4032199" y="3390900"/>
                  </a:lnTo>
                  <a:close/>
                </a:path>
                <a:path w="5238750" h="3400425">
                  <a:moveTo>
                    <a:pt x="4052493" y="0"/>
                  </a:moveTo>
                  <a:lnTo>
                    <a:pt x="4023918" y="0"/>
                  </a:lnTo>
                  <a:lnTo>
                    <a:pt x="4023918" y="9525"/>
                  </a:lnTo>
                  <a:lnTo>
                    <a:pt x="4052493" y="9525"/>
                  </a:lnTo>
                  <a:lnTo>
                    <a:pt x="4052493" y="0"/>
                  </a:lnTo>
                  <a:close/>
                </a:path>
                <a:path w="5238750" h="3400425">
                  <a:moveTo>
                    <a:pt x="4079875" y="3390900"/>
                  </a:moveTo>
                  <a:lnTo>
                    <a:pt x="4051300" y="3390900"/>
                  </a:lnTo>
                  <a:lnTo>
                    <a:pt x="4051300" y="3400425"/>
                  </a:lnTo>
                  <a:lnTo>
                    <a:pt x="4079875" y="3400425"/>
                  </a:lnTo>
                  <a:lnTo>
                    <a:pt x="4079875" y="3390900"/>
                  </a:lnTo>
                  <a:close/>
                </a:path>
                <a:path w="5238750" h="3400425">
                  <a:moveTo>
                    <a:pt x="4100169" y="0"/>
                  </a:moveTo>
                  <a:lnTo>
                    <a:pt x="4071594" y="0"/>
                  </a:lnTo>
                  <a:lnTo>
                    <a:pt x="4071594" y="9525"/>
                  </a:lnTo>
                  <a:lnTo>
                    <a:pt x="4100169" y="9525"/>
                  </a:lnTo>
                  <a:lnTo>
                    <a:pt x="4100169" y="0"/>
                  </a:lnTo>
                  <a:close/>
                </a:path>
                <a:path w="5238750" h="3400425">
                  <a:moveTo>
                    <a:pt x="4127563" y="3390900"/>
                  </a:moveTo>
                  <a:lnTo>
                    <a:pt x="4098988" y="3390900"/>
                  </a:lnTo>
                  <a:lnTo>
                    <a:pt x="4098988" y="3400425"/>
                  </a:lnTo>
                  <a:lnTo>
                    <a:pt x="4127563" y="3400425"/>
                  </a:lnTo>
                  <a:lnTo>
                    <a:pt x="4127563" y="3390900"/>
                  </a:lnTo>
                  <a:close/>
                </a:path>
                <a:path w="5238750" h="3400425">
                  <a:moveTo>
                    <a:pt x="4147845" y="0"/>
                  </a:moveTo>
                  <a:lnTo>
                    <a:pt x="4119270" y="0"/>
                  </a:lnTo>
                  <a:lnTo>
                    <a:pt x="4119270" y="9525"/>
                  </a:lnTo>
                  <a:lnTo>
                    <a:pt x="4147845" y="9525"/>
                  </a:lnTo>
                  <a:lnTo>
                    <a:pt x="4147845" y="0"/>
                  </a:lnTo>
                  <a:close/>
                </a:path>
                <a:path w="5238750" h="3400425">
                  <a:moveTo>
                    <a:pt x="4175239" y="3390900"/>
                  </a:moveTo>
                  <a:lnTo>
                    <a:pt x="4146664" y="3390900"/>
                  </a:lnTo>
                  <a:lnTo>
                    <a:pt x="4146664" y="3400425"/>
                  </a:lnTo>
                  <a:lnTo>
                    <a:pt x="4175239" y="3400425"/>
                  </a:lnTo>
                  <a:lnTo>
                    <a:pt x="4175239" y="3390900"/>
                  </a:lnTo>
                  <a:close/>
                </a:path>
                <a:path w="5238750" h="3400425">
                  <a:moveTo>
                    <a:pt x="4195534" y="0"/>
                  </a:moveTo>
                  <a:lnTo>
                    <a:pt x="4166959" y="0"/>
                  </a:lnTo>
                  <a:lnTo>
                    <a:pt x="4166959" y="9525"/>
                  </a:lnTo>
                  <a:lnTo>
                    <a:pt x="4195534" y="9525"/>
                  </a:lnTo>
                  <a:lnTo>
                    <a:pt x="4195534" y="0"/>
                  </a:lnTo>
                  <a:close/>
                </a:path>
                <a:path w="5238750" h="3400425">
                  <a:moveTo>
                    <a:pt x="4222915" y="3390900"/>
                  </a:moveTo>
                  <a:lnTo>
                    <a:pt x="4194340" y="3390900"/>
                  </a:lnTo>
                  <a:lnTo>
                    <a:pt x="4194340" y="3400425"/>
                  </a:lnTo>
                  <a:lnTo>
                    <a:pt x="4222915" y="3400425"/>
                  </a:lnTo>
                  <a:lnTo>
                    <a:pt x="4222915" y="3390900"/>
                  </a:lnTo>
                  <a:close/>
                </a:path>
                <a:path w="5238750" h="3400425">
                  <a:moveTo>
                    <a:pt x="4243209" y="0"/>
                  </a:moveTo>
                  <a:lnTo>
                    <a:pt x="4214634" y="0"/>
                  </a:lnTo>
                  <a:lnTo>
                    <a:pt x="4214634" y="9525"/>
                  </a:lnTo>
                  <a:lnTo>
                    <a:pt x="4243209" y="9525"/>
                  </a:lnTo>
                  <a:lnTo>
                    <a:pt x="4243209" y="0"/>
                  </a:lnTo>
                  <a:close/>
                </a:path>
                <a:path w="5238750" h="3400425">
                  <a:moveTo>
                    <a:pt x="4270591" y="3390900"/>
                  </a:moveTo>
                  <a:lnTo>
                    <a:pt x="4242016" y="3390900"/>
                  </a:lnTo>
                  <a:lnTo>
                    <a:pt x="4242016" y="3400425"/>
                  </a:lnTo>
                  <a:lnTo>
                    <a:pt x="4270591" y="3400425"/>
                  </a:lnTo>
                  <a:lnTo>
                    <a:pt x="4270591" y="3390900"/>
                  </a:lnTo>
                  <a:close/>
                </a:path>
                <a:path w="5238750" h="3400425">
                  <a:moveTo>
                    <a:pt x="4290885" y="0"/>
                  </a:moveTo>
                  <a:lnTo>
                    <a:pt x="4262310" y="0"/>
                  </a:lnTo>
                  <a:lnTo>
                    <a:pt x="4262310" y="9525"/>
                  </a:lnTo>
                  <a:lnTo>
                    <a:pt x="4290885" y="9525"/>
                  </a:lnTo>
                  <a:lnTo>
                    <a:pt x="4290885" y="0"/>
                  </a:lnTo>
                  <a:close/>
                </a:path>
                <a:path w="5238750" h="3400425">
                  <a:moveTo>
                    <a:pt x="4318266" y="3390900"/>
                  </a:moveTo>
                  <a:lnTo>
                    <a:pt x="4289691" y="3390900"/>
                  </a:lnTo>
                  <a:lnTo>
                    <a:pt x="4289691" y="3400425"/>
                  </a:lnTo>
                  <a:lnTo>
                    <a:pt x="4318266" y="3400425"/>
                  </a:lnTo>
                  <a:lnTo>
                    <a:pt x="4318266" y="3390900"/>
                  </a:lnTo>
                  <a:close/>
                </a:path>
                <a:path w="5238750" h="3400425">
                  <a:moveTo>
                    <a:pt x="4338561" y="0"/>
                  </a:moveTo>
                  <a:lnTo>
                    <a:pt x="4309986" y="0"/>
                  </a:lnTo>
                  <a:lnTo>
                    <a:pt x="4309986" y="9525"/>
                  </a:lnTo>
                  <a:lnTo>
                    <a:pt x="4338561" y="9525"/>
                  </a:lnTo>
                  <a:lnTo>
                    <a:pt x="4338561" y="0"/>
                  </a:lnTo>
                  <a:close/>
                </a:path>
                <a:path w="5238750" h="3400425">
                  <a:moveTo>
                    <a:pt x="4365955" y="3390900"/>
                  </a:moveTo>
                  <a:lnTo>
                    <a:pt x="4337380" y="3390900"/>
                  </a:lnTo>
                  <a:lnTo>
                    <a:pt x="4337380" y="3400425"/>
                  </a:lnTo>
                  <a:lnTo>
                    <a:pt x="4365955" y="3400425"/>
                  </a:lnTo>
                  <a:lnTo>
                    <a:pt x="4365955" y="3390900"/>
                  </a:lnTo>
                  <a:close/>
                </a:path>
                <a:path w="5238750" h="3400425">
                  <a:moveTo>
                    <a:pt x="4386237" y="0"/>
                  </a:moveTo>
                  <a:lnTo>
                    <a:pt x="4357662" y="0"/>
                  </a:lnTo>
                  <a:lnTo>
                    <a:pt x="4357662" y="9525"/>
                  </a:lnTo>
                  <a:lnTo>
                    <a:pt x="4386237" y="9525"/>
                  </a:lnTo>
                  <a:lnTo>
                    <a:pt x="4386237" y="0"/>
                  </a:lnTo>
                  <a:close/>
                </a:path>
                <a:path w="5238750" h="3400425">
                  <a:moveTo>
                    <a:pt x="4413631" y="3390900"/>
                  </a:moveTo>
                  <a:lnTo>
                    <a:pt x="4385056" y="3390900"/>
                  </a:lnTo>
                  <a:lnTo>
                    <a:pt x="4385056" y="3400425"/>
                  </a:lnTo>
                  <a:lnTo>
                    <a:pt x="4413631" y="3400425"/>
                  </a:lnTo>
                  <a:lnTo>
                    <a:pt x="4413631" y="3390900"/>
                  </a:lnTo>
                  <a:close/>
                </a:path>
                <a:path w="5238750" h="3400425">
                  <a:moveTo>
                    <a:pt x="4433925" y="0"/>
                  </a:moveTo>
                  <a:lnTo>
                    <a:pt x="4405350" y="0"/>
                  </a:lnTo>
                  <a:lnTo>
                    <a:pt x="4405350" y="9525"/>
                  </a:lnTo>
                  <a:lnTo>
                    <a:pt x="4433925" y="9525"/>
                  </a:lnTo>
                  <a:lnTo>
                    <a:pt x="4433925" y="0"/>
                  </a:lnTo>
                  <a:close/>
                </a:path>
                <a:path w="5238750" h="3400425">
                  <a:moveTo>
                    <a:pt x="4461307" y="3390900"/>
                  </a:moveTo>
                  <a:lnTo>
                    <a:pt x="4432732" y="3390900"/>
                  </a:lnTo>
                  <a:lnTo>
                    <a:pt x="4432732" y="3400425"/>
                  </a:lnTo>
                  <a:lnTo>
                    <a:pt x="4461307" y="3400425"/>
                  </a:lnTo>
                  <a:lnTo>
                    <a:pt x="4461307" y="3390900"/>
                  </a:lnTo>
                  <a:close/>
                </a:path>
                <a:path w="5238750" h="3400425">
                  <a:moveTo>
                    <a:pt x="4481601" y="0"/>
                  </a:moveTo>
                  <a:lnTo>
                    <a:pt x="4453026" y="0"/>
                  </a:lnTo>
                  <a:lnTo>
                    <a:pt x="4453026" y="9525"/>
                  </a:lnTo>
                  <a:lnTo>
                    <a:pt x="4481601" y="9525"/>
                  </a:lnTo>
                  <a:lnTo>
                    <a:pt x="4481601" y="0"/>
                  </a:lnTo>
                  <a:close/>
                </a:path>
                <a:path w="5238750" h="3400425">
                  <a:moveTo>
                    <a:pt x="4508982" y="3390900"/>
                  </a:moveTo>
                  <a:lnTo>
                    <a:pt x="4480407" y="3390900"/>
                  </a:lnTo>
                  <a:lnTo>
                    <a:pt x="4480407" y="3400425"/>
                  </a:lnTo>
                  <a:lnTo>
                    <a:pt x="4508982" y="3400425"/>
                  </a:lnTo>
                  <a:lnTo>
                    <a:pt x="4508982" y="3390900"/>
                  </a:lnTo>
                  <a:close/>
                </a:path>
                <a:path w="5238750" h="3400425">
                  <a:moveTo>
                    <a:pt x="4529277" y="0"/>
                  </a:moveTo>
                  <a:lnTo>
                    <a:pt x="4500702" y="0"/>
                  </a:lnTo>
                  <a:lnTo>
                    <a:pt x="4500702" y="9525"/>
                  </a:lnTo>
                  <a:lnTo>
                    <a:pt x="4529277" y="9525"/>
                  </a:lnTo>
                  <a:lnTo>
                    <a:pt x="4529277" y="0"/>
                  </a:lnTo>
                  <a:close/>
                </a:path>
                <a:path w="5238750" h="3400425">
                  <a:moveTo>
                    <a:pt x="4556658" y="3390900"/>
                  </a:moveTo>
                  <a:lnTo>
                    <a:pt x="4528083" y="3390900"/>
                  </a:lnTo>
                  <a:lnTo>
                    <a:pt x="4528083" y="3400425"/>
                  </a:lnTo>
                  <a:lnTo>
                    <a:pt x="4556658" y="3400425"/>
                  </a:lnTo>
                  <a:lnTo>
                    <a:pt x="4556658" y="3390900"/>
                  </a:lnTo>
                  <a:close/>
                </a:path>
                <a:path w="5238750" h="3400425">
                  <a:moveTo>
                    <a:pt x="4576953" y="0"/>
                  </a:moveTo>
                  <a:lnTo>
                    <a:pt x="4548378" y="0"/>
                  </a:lnTo>
                  <a:lnTo>
                    <a:pt x="4548378" y="9525"/>
                  </a:lnTo>
                  <a:lnTo>
                    <a:pt x="4576953" y="9525"/>
                  </a:lnTo>
                  <a:lnTo>
                    <a:pt x="4576953" y="0"/>
                  </a:lnTo>
                  <a:close/>
                </a:path>
                <a:path w="5238750" h="3400425">
                  <a:moveTo>
                    <a:pt x="4604347" y="3390900"/>
                  </a:moveTo>
                  <a:lnTo>
                    <a:pt x="4575772" y="3390900"/>
                  </a:lnTo>
                  <a:lnTo>
                    <a:pt x="4575772" y="3400425"/>
                  </a:lnTo>
                  <a:lnTo>
                    <a:pt x="4604347" y="3400425"/>
                  </a:lnTo>
                  <a:lnTo>
                    <a:pt x="4604347" y="3390900"/>
                  </a:lnTo>
                  <a:close/>
                </a:path>
                <a:path w="5238750" h="3400425">
                  <a:moveTo>
                    <a:pt x="4624629" y="0"/>
                  </a:moveTo>
                  <a:lnTo>
                    <a:pt x="4596054" y="0"/>
                  </a:lnTo>
                  <a:lnTo>
                    <a:pt x="4596054" y="9525"/>
                  </a:lnTo>
                  <a:lnTo>
                    <a:pt x="4624629" y="9525"/>
                  </a:lnTo>
                  <a:lnTo>
                    <a:pt x="4624629" y="0"/>
                  </a:lnTo>
                  <a:close/>
                </a:path>
                <a:path w="5238750" h="3400425">
                  <a:moveTo>
                    <a:pt x="4652022" y="3390900"/>
                  </a:moveTo>
                  <a:lnTo>
                    <a:pt x="4623447" y="3390900"/>
                  </a:lnTo>
                  <a:lnTo>
                    <a:pt x="4623447" y="3400425"/>
                  </a:lnTo>
                  <a:lnTo>
                    <a:pt x="4652022" y="3400425"/>
                  </a:lnTo>
                  <a:lnTo>
                    <a:pt x="4652022" y="3390900"/>
                  </a:lnTo>
                  <a:close/>
                </a:path>
                <a:path w="5238750" h="3400425">
                  <a:moveTo>
                    <a:pt x="4672317" y="0"/>
                  </a:moveTo>
                  <a:lnTo>
                    <a:pt x="4643742" y="0"/>
                  </a:lnTo>
                  <a:lnTo>
                    <a:pt x="4643742" y="9525"/>
                  </a:lnTo>
                  <a:lnTo>
                    <a:pt x="4672317" y="9525"/>
                  </a:lnTo>
                  <a:lnTo>
                    <a:pt x="4672317" y="0"/>
                  </a:lnTo>
                  <a:close/>
                </a:path>
                <a:path w="5238750" h="3400425">
                  <a:moveTo>
                    <a:pt x="4699698" y="3390900"/>
                  </a:moveTo>
                  <a:lnTo>
                    <a:pt x="4671123" y="3390900"/>
                  </a:lnTo>
                  <a:lnTo>
                    <a:pt x="4671123" y="3400425"/>
                  </a:lnTo>
                  <a:lnTo>
                    <a:pt x="4699698" y="3400425"/>
                  </a:lnTo>
                  <a:lnTo>
                    <a:pt x="4699698" y="3390900"/>
                  </a:lnTo>
                  <a:close/>
                </a:path>
                <a:path w="5238750" h="3400425">
                  <a:moveTo>
                    <a:pt x="4719993" y="0"/>
                  </a:moveTo>
                  <a:lnTo>
                    <a:pt x="4691418" y="0"/>
                  </a:lnTo>
                  <a:lnTo>
                    <a:pt x="4691418" y="9525"/>
                  </a:lnTo>
                  <a:lnTo>
                    <a:pt x="4719993" y="9525"/>
                  </a:lnTo>
                  <a:lnTo>
                    <a:pt x="4719993" y="0"/>
                  </a:lnTo>
                  <a:close/>
                </a:path>
                <a:path w="5238750" h="3400425">
                  <a:moveTo>
                    <a:pt x="4747374" y="3390900"/>
                  </a:moveTo>
                  <a:lnTo>
                    <a:pt x="4718799" y="3390900"/>
                  </a:lnTo>
                  <a:lnTo>
                    <a:pt x="4718799" y="3400425"/>
                  </a:lnTo>
                  <a:lnTo>
                    <a:pt x="4747374" y="3400425"/>
                  </a:lnTo>
                  <a:lnTo>
                    <a:pt x="4747374" y="3390900"/>
                  </a:lnTo>
                  <a:close/>
                </a:path>
                <a:path w="5238750" h="3400425">
                  <a:moveTo>
                    <a:pt x="4767669" y="0"/>
                  </a:moveTo>
                  <a:lnTo>
                    <a:pt x="4739094" y="0"/>
                  </a:lnTo>
                  <a:lnTo>
                    <a:pt x="4739094" y="9525"/>
                  </a:lnTo>
                  <a:lnTo>
                    <a:pt x="4767669" y="9525"/>
                  </a:lnTo>
                  <a:lnTo>
                    <a:pt x="4767669" y="0"/>
                  </a:lnTo>
                  <a:close/>
                </a:path>
                <a:path w="5238750" h="3400425">
                  <a:moveTo>
                    <a:pt x="4795050" y="3390900"/>
                  </a:moveTo>
                  <a:lnTo>
                    <a:pt x="4766475" y="3390900"/>
                  </a:lnTo>
                  <a:lnTo>
                    <a:pt x="4766475" y="3400425"/>
                  </a:lnTo>
                  <a:lnTo>
                    <a:pt x="4795050" y="3400425"/>
                  </a:lnTo>
                  <a:lnTo>
                    <a:pt x="4795050" y="3390900"/>
                  </a:lnTo>
                  <a:close/>
                </a:path>
                <a:path w="5238750" h="3400425">
                  <a:moveTo>
                    <a:pt x="4815344" y="0"/>
                  </a:moveTo>
                  <a:lnTo>
                    <a:pt x="4786769" y="0"/>
                  </a:lnTo>
                  <a:lnTo>
                    <a:pt x="4786769" y="9525"/>
                  </a:lnTo>
                  <a:lnTo>
                    <a:pt x="4815344" y="9525"/>
                  </a:lnTo>
                  <a:lnTo>
                    <a:pt x="4815344" y="0"/>
                  </a:lnTo>
                  <a:close/>
                </a:path>
                <a:path w="5238750" h="3400425">
                  <a:moveTo>
                    <a:pt x="4842738" y="3390900"/>
                  </a:moveTo>
                  <a:lnTo>
                    <a:pt x="4814163" y="3390900"/>
                  </a:lnTo>
                  <a:lnTo>
                    <a:pt x="4814163" y="3400425"/>
                  </a:lnTo>
                  <a:lnTo>
                    <a:pt x="4842738" y="3400425"/>
                  </a:lnTo>
                  <a:lnTo>
                    <a:pt x="4842738" y="3390900"/>
                  </a:lnTo>
                  <a:close/>
                </a:path>
                <a:path w="5238750" h="3400425">
                  <a:moveTo>
                    <a:pt x="4863020" y="0"/>
                  </a:moveTo>
                  <a:lnTo>
                    <a:pt x="4834445" y="0"/>
                  </a:lnTo>
                  <a:lnTo>
                    <a:pt x="4834445" y="9525"/>
                  </a:lnTo>
                  <a:lnTo>
                    <a:pt x="4863020" y="9525"/>
                  </a:lnTo>
                  <a:lnTo>
                    <a:pt x="4863020" y="0"/>
                  </a:lnTo>
                  <a:close/>
                </a:path>
                <a:path w="5238750" h="3400425">
                  <a:moveTo>
                    <a:pt x="4890414" y="3390900"/>
                  </a:moveTo>
                  <a:lnTo>
                    <a:pt x="4861839" y="3390900"/>
                  </a:lnTo>
                  <a:lnTo>
                    <a:pt x="4861839" y="3400425"/>
                  </a:lnTo>
                  <a:lnTo>
                    <a:pt x="4890414" y="3400425"/>
                  </a:lnTo>
                  <a:lnTo>
                    <a:pt x="4890414" y="3390900"/>
                  </a:lnTo>
                  <a:close/>
                </a:path>
                <a:path w="5238750" h="3400425">
                  <a:moveTo>
                    <a:pt x="4910696" y="0"/>
                  </a:moveTo>
                  <a:lnTo>
                    <a:pt x="4882121" y="0"/>
                  </a:lnTo>
                  <a:lnTo>
                    <a:pt x="4882121" y="9525"/>
                  </a:lnTo>
                  <a:lnTo>
                    <a:pt x="4910696" y="9525"/>
                  </a:lnTo>
                  <a:lnTo>
                    <a:pt x="4910696" y="0"/>
                  </a:lnTo>
                  <a:close/>
                </a:path>
                <a:path w="5238750" h="3400425">
                  <a:moveTo>
                    <a:pt x="4938090" y="3390900"/>
                  </a:moveTo>
                  <a:lnTo>
                    <a:pt x="4909515" y="3390900"/>
                  </a:lnTo>
                  <a:lnTo>
                    <a:pt x="4909515" y="3400425"/>
                  </a:lnTo>
                  <a:lnTo>
                    <a:pt x="4938090" y="3400425"/>
                  </a:lnTo>
                  <a:lnTo>
                    <a:pt x="4938090" y="3390900"/>
                  </a:lnTo>
                  <a:close/>
                </a:path>
                <a:path w="5238750" h="3400425">
                  <a:moveTo>
                    <a:pt x="4958385" y="0"/>
                  </a:moveTo>
                  <a:lnTo>
                    <a:pt x="4929810" y="0"/>
                  </a:lnTo>
                  <a:lnTo>
                    <a:pt x="4929810" y="9525"/>
                  </a:lnTo>
                  <a:lnTo>
                    <a:pt x="4958385" y="9525"/>
                  </a:lnTo>
                  <a:lnTo>
                    <a:pt x="4958385" y="0"/>
                  </a:lnTo>
                  <a:close/>
                </a:path>
                <a:path w="5238750" h="3400425">
                  <a:moveTo>
                    <a:pt x="4985766" y="3390900"/>
                  </a:moveTo>
                  <a:lnTo>
                    <a:pt x="4957191" y="3390900"/>
                  </a:lnTo>
                  <a:lnTo>
                    <a:pt x="4957191" y="3400425"/>
                  </a:lnTo>
                  <a:lnTo>
                    <a:pt x="4985766" y="3400425"/>
                  </a:lnTo>
                  <a:lnTo>
                    <a:pt x="4985766" y="3390900"/>
                  </a:lnTo>
                  <a:close/>
                </a:path>
                <a:path w="5238750" h="3400425">
                  <a:moveTo>
                    <a:pt x="5006060" y="0"/>
                  </a:moveTo>
                  <a:lnTo>
                    <a:pt x="4977485" y="0"/>
                  </a:lnTo>
                  <a:lnTo>
                    <a:pt x="4977485" y="9525"/>
                  </a:lnTo>
                  <a:lnTo>
                    <a:pt x="5006060" y="9525"/>
                  </a:lnTo>
                  <a:lnTo>
                    <a:pt x="5006060" y="0"/>
                  </a:lnTo>
                  <a:close/>
                </a:path>
                <a:path w="5238750" h="3400425">
                  <a:moveTo>
                    <a:pt x="5033442" y="3390900"/>
                  </a:moveTo>
                  <a:lnTo>
                    <a:pt x="5004867" y="3390900"/>
                  </a:lnTo>
                  <a:lnTo>
                    <a:pt x="5004867" y="3400425"/>
                  </a:lnTo>
                  <a:lnTo>
                    <a:pt x="5033442" y="3400425"/>
                  </a:lnTo>
                  <a:lnTo>
                    <a:pt x="5033442" y="3390900"/>
                  </a:lnTo>
                  <a:close/>
                </a:path>
                <a:path w="5238750" h="3400425">
                  <a:moveTo>
                    <a:pt x="5053736" y="0"/>
                  </a:moveTo>
                  <a:lnTo>
                    <a:pt x="5025161" y="0"/>
                  </a:lnTo>
                  <a:lnTo>
                    <a:pt x="5025161" y="9525"/>
                  </a:lnTo>
                  <a:lnTo>
                    <a:pt x="5053736" y="9525"/>
                  </a:lnTo>
                  <a:lnTo>
                    <a:pt x="5053736" y="0"/>
                  </a:lnTo>
                  <a:close/>
                </a:path>
                <a:path w="5238750" h="3400425">
                  <a:moveTo>
                    <a:pt x="5081117" y="3390900"/>
                  </a:moveTo>
                  <a:lnTo>
                    <a:pt x="5052542" y="3390900"/>
                  </a:lnTo>
                  <a:lnTo>
                    <a:pt x="5052542" y="3400425"/>
                  </a:lnTo>
                  <a:lnTo>
                    <a:pt x="5081117" y="3400425"/>
                  </a:lnTo>
                  <a:lnTo>
                    <a:pt x="5081117" y="3390900"/>
                  </a:lnTo>
                  <a:close/>
                </a:path>
                <a:path w="5238750" h="3400425">
                  <a:moveTo>
                    <a:pt x="5101412" y="0"/>
                  </a:moveTo>
                  <a:lnTo>
                    <a:pt x="5072837" y="0"/>
                  </a:lnTo>
                  <a:lnTo>
                    <a:pt x="5072837" y="9525"/>
                  </a:lnTo>
                  <a:lnTo>
                    <a:pt x="5101412" y="9525"/>
                  </a:lnTo>
                  <a:lnTo>
                    <a:pt x="5101412" y="0"/>
                  </a:lnTo>
                  <a:close/>
                </a:path>
                <a:path w="5238750" h="3400425">
                  <a:moveTo>
                    <a:pt x="5128577" y="3400234"/>
                  </a:moveTo>
                  <a:lnTo>
                    <a:pt x="5128234" y="3390722"/>
                  </a:lnTo>
                  <a:lnTo>
                    <a:pt x="5124450" y="3390900"/>
                  </a:lnTo>
                  <a:lnTo>
                    <a:pt x="5100231" y="3390900"/>
                  </a:lnTo>
                  <a:lnTo>
                    <a:pt x="5100231" y="3400425"/>
                  </a:lnTo>
                  <a:lnTo>
                    <a:pt x="5124462" y="3400425"/>
                  </a:lnTo>
                  <a:lnTo>
                    <a:pt x="5128577" y="3400234"/>
                  </a:lnTo>
                  <a:close/>
                </a:path>
                <a:path w="5238750" h="3400425">
                  <a:moveTo>
                    <a:pt x="5148440" y="2603"/>
                  </a:moveTo>
                  <a:lnTo>
                    <a:pt x="5146764" y="2184"/>
                  </a:lnTo>
                  <a:lnTo>
                    <a:pt x="5135715" y="546"/>
                  </a:lnTo>
                  <a:lnTo>
                    <a:pt x="5124450" y="0"/>
                  </a:lnTo>
                  <a:lnTo>
                    <a:pt x="5120513" y="0"/>
                  </a:lnTo>
                  <a:lnTo>
                    <a:pt x="5120513" y="9525"/>
                  </a:lnTo>
                  <a:lnTo>
                    <a:pt x="5124450" y="9525"/>
                  </a:lnTo>
                  <a:lnTo>
                    <a:pt x="5134775" y="10033"/>
                  </a:lnTo>
                  <a:lnTo>
                    <a:pt x="5144897" y="11518"/>
                  </a:lnTo>
                  <a:lnTo>
                    <a:pt x="5146446" y="11912"/>
                  </a:lnTo>
                  <a:lnTo>
                    <a:pt x="5148440" y="2603"/>
                  </a:lnTo>
                  <a:close/>
                </a:path>
                <a:path w="5238750" h="3400425">
                  <a:moveTo>
                    <a:pt x="5174767" y="3388626"/>
                  </a:moveTo>
                  <a:lnTo>
                    <a:pt x="5170576" y="3380092"/>
                  </a:lnTo>
                  <a:lnTo>
                    <a:pt x="5164556" y="3382924"/>
                  </a:lnTo>
                  <a:lnTo>
                    <a:pt x="5154828" y="3386417"/>
                  </a:lnTo>
                  <a:lnTo>
                    <a:pt x="5145367" y="3388791"/>
                  </a:lnTo>
                  <a:lnTo>
                    <a:pt x="5147272" y="3398126"/>
                  </a:lnTo>
                  <a:lnTo>
                    <a:pt x="5157584" y="3395535"/>
                  </a:lnTo>
                  <a:lnTo>
                    <a:pt x="5168201" y="3391725"/>
                  </a:lnTo>
                  <a:lnTo>
                    <a:pt x="5174767" y="3388626"/>
                  </a:lnTo>
                  <a:close/>
                </a:path>
                <a:path w="5238750" h="3400425">
                  <a:moveTo>
                    <a:pt x="5192179" y="22377"/>
                  </a:moveTo>
                  <a:lnTo>
                    <a:pt x="5187962" y="19253"/>
                  </a:lnTo>
                  <a:lnTo>
                    <a:pt x="5178387" y="13512"/>
                  </a:lnTo>
                  <a:lnTo>
                    <a:pt x="5168201" y="8712"/>
                  </a:lnTo>
                  <a:lnTo>
                    <a:pt x="5167338" y="8394"/>
                  </a:lnTo>
                  <a:lnTo>
                    <a:pt x="5163769" y="17221"/>
                  </a:lnTo>
                  <a:lnTo>
                    <a:pt x="5164556" y="17500"/>
                  </a:lnTo>
                  <a:lnTo>
                    <a:pt x="5173891" y="21920"/>
                  </a:lnTo>
                  <a:lnTo>
                    <a:pt x="5182679" y="27178"/>
                  </a:lnTo>
                  <a:lnTo>
                    <a:pt x="5186527" y="30035"/>
                  </a:lnTo>
                  <a:lnTo>
                    <a:pt x="5192179" y="22377"/>
                  </a:lnTo>
                  <a:close/>
                </a:path>
                <a:path w="5238750" h="3400425">
                  <a:moveTo>
                    <a:pt x="5212486" y="3359010"/>
                  </a:moveTo>
                  <a:lnTo>
                    <a:pt x="5205146" y="3352939"/>
                  </a:lnTo>
                  <a:lnTo>
                    <a:pt x="5198542" y="3360216"/>
                  </a:lnTo>
                  <a:lnTo>
                    <a:pt x="5190896" y="3367163"/>
                  </a:lnTo>
                  <a:lnTo>
                    <a:pt x="5185638" y="3371062"/>
                  </a:lnTo>
                  <a:lnTo>
                    <a:pt x="5191201" y="3378784"/>
                  </a:lnTo>
                  <a:lnTo>
                    <a:pt x="5196929" y="3374529"/>
                  </a:lnTo>
                  <a:lnTo>
                    <a:pt x="5205273" y="3366947"/>
                  </a:lnTo>
                  <a:lnTo>
                    <a:pt x="5212486" y="3359010"/>
                  </a:lnTo>
                  <a:close/>
                </a:path>
                <a:path w="5238750" h="3400425">
                  <a:moveTo>
                    <a:pt x="5224030" y="58356"/>
                  </a:moveTo>
                  <a:lnTo>
                    <a:pt x="5219509" y="50787"/>
                  </a:lnTo>
                  <a:lnTo>
                    <a:pt x="5212854" y="41833"/>
                  </a:lnTo>
                  <a:lnTo>
                    <a:pt x="5206809" y="35166"/>
                  </a:lnTo>
                  <a:lnTo>
                    <a:pt x="5199939" y="41757"/>
                  </a:lnTo>
                  <a:lnTo>
                    <a:pt x="5205488" y="47866"/>
                  </a:lnTo>
                  <a:lnTo>
                    <a:pt x="5211584" y="56083"/>
                  </a:lnTo>
                  <a:lnTo>
                    <a:pt x="5215737" y="63017"/>
                  </a:lnTo>
                  <a:lnTo>
                    <a:pt x="5224030" y="58356"/>
                  </a:lnTo>
                  <a:close/>
                </a:path>
                <a:path w="5238750" h="3400425">
                  <a:moveTo>
                    <a:pt x="5234571" y="3316440"/>
                  </a:moveTo>
                  <a:lnTo>
                    <a:pt x="5225389" y="3313912"/>
                  </a:lnTo>
                  <a:lnTo>
                    <a:pt x="5224754" y="3316440"/>
                  </a:lnTo>
                  <a:lnTo>
                    <a:pt x="5221249" y="3326231"/>
                  </a:lnTo>
                  <a:lnTo>
                    <a:pt x="5216842" y="3335566"/>
                  </a:lnTo>
                  <a:lnTo>
                    <a:pt x="5215179" y="3338360"/>
                  </a:lnTo>
                  <a:lnTo>
                    <a:pt x="5223421" y="3343110"/>
                  </a:lnTo>
                  <a:lnTo>
                    <a:pt x="5225250" y="3340062"/>
                  </a:lnTo>
                  <a:lnTo>
                    <a:pt x="5230050" y="3329876"/>
                  </a:lnTo>
                  <a:lnTo>
                    <a:pt x="5233860" y="3319259"/>
                  </a:lnTo>
                  <a:lnTo>
                    <a:pt x="5234571" y="3316440"/>
                  </a:lnTo>
                  <a:close/>
                </a:path>
                <a:path w="5238750" h="3400425">
                  <a:moveTo>
                    <a:pt x="5238254" y="104038"/>
                  </a:moveTo>
                  <a:lnTo>
                    <a:pt x="5238216" y="103047"/>
                  </a:lnTo>
                  <a:lnTo>
                    <a:pt x="5236578" y="91998"/>
                  </a:lnTo>
                  <a:lnTo>
                    <a:pt x="5233860" y="81178"/>
                  </a:lnTo>
                  <a:lnTo>
                    <a:pt x="5231930" y="75780"/>
                  </a:lnTo>
                  <a:lnTo>
                    <a:pt x="5222964" y="78994"/>
                  </a:lnTo>
                  <a:lnTo>
                    <a:pt x="5224742" y="83934"/>
                  </a:lnTo>
                  <a:lnTo>
                    <a:pt x="5227231" y="93865"/>
                  </a:lnTo>
                  <a:lnTo>
                    <a:pt x="5228729" y="103987"/>
                  </a:lnTo>
                  <a:lnTo>
                    <a:pt x="5228780" y="104889"/>
                  </a:lnTo>
                  <a:lnTo>
                    <a:pt x="5238254" y="104038"/>
                  </a:lnTo>
                  <a:close/>
                </a:path>
                <a:path w="5238750" h="3400425">
                  <a:moveTo>
                    <a:pt x="5238750" y="3269462"/>
                  </a:moveTo>
                  <a:lnTo>
                    <a:pt x="5229225" y="3269462"/>
                  </a:lnTo>
                  <a:lnTo>
                    <a:pt x="5229225" y="3286137"/>
                  </a:lnTo>
                  <a:lnTo>
                    <a:pt x="5228729" y="3296450"/>
                  </a:lnTo>
                  <a:lnTo>
                    <a:pt x="5228704" y="3296615"/>
                  </a:lnTo>
                  <a:lnTo>
                    <a:pt x="5238191" y="3297567"/>
                  </a:lnTo>
                  <a:lnTo>
                    <a:pt x="5238254" y="3296450"/>
                  </a:lnTo>
                  <a:lnTo>
                    <a:pt x="5238750" y="3286137"/>
                  </a:lnTo>
                  <a:lnTo>
                    <a:pt x="5238750" y="3269462"/>
                  </a:lnTo>
                  <a:close/>
                </a:path>
                <a:path w="5238750" h="3400425">
                  <a:moveTo>
                    <a:pt x="5238750" y="3221774"/>
                  </a:moveTo>
                  <a:lnTo>
                    <a:pt x="5229225" y="3221774"/>
                  </a:lnTo>
                  <a:lnTo>
                    <a:pt x="5229225" y="3250349"/>
                  </a:lnTo>
                  <a:lnTo>
                    <a:pt x="5238750" y="3250349"/>
                  </a:lnTo>
                  <a:lnTo>
                    <a:pt x="5238750" y="3221774"/>
                  </a:lnTo>
                  <a:close/>
                </a:path>
                <a:path w="5238750" h="3400425">
                  <a:moveTo>
                    <a:pt x="5238750" y="3174098"/>
                  </a:moveTo>
                  <a:lnTo>
                    <a:pt x="5229225" y="3174098"/>
                  </a:lnTo>
                  <a:lnTo>
                    <a:pt x="5229225" y="3202673"/>
                  </a:lnTo>
                  <a:lnTo>
                    <a:pt x="5238750" y="3202673"/>
                  </a:lnTo>
                  <a:lnTo>
                    <a:pt x="5238750" y="3174098"/>
                  </a:lnTo>
                  <a:close/>
                </a:path>
                <a:path w="5238750" h="3400425">
                  <a:moveTo>
                    <a:pt x="5238750" y="3126422"/>
                  </a:moveTo>
                  <a:lnTo>
                    <a:pt x="5229225" y="3126422"/>
                  </a:lnTo>
                  <a:lnTo>
                    <a:pt x="5229225" y="3154997"/>
                  </a:lnTo>
                  <a:lnTo>
                    <a:pt x="5238750" y="3154997"/>
                  </a:lnTo>
                  <a:lnTo>
                    <a:pt x="5238750" y="3126422"/>
                  </a:lnTo>
                  <a:close/>
                </a:path>
                <a:path w="5238750" h="3400425">
                  <a:moveTo>
                    <a:pt x="5238750" y="3078746"/>
                  </a:moveTo>
                  <a:lnTo>
                    <a:pt x="5229225" y="3078746"/>
                  </a:lnTo>
                  <a:lnTo>
                    <a:pt x="5229225" y="3107321"/>
                  </a:lnTo>
                  <a:lnTo>
                    <a:pt x="5238750" y="3107321"/>
                  </a:lnTo>
                  <a:lnTo>
                    <a:pt x="5238750" y="3078746"/>
                  </a:lnTo>
                  <a:close/>
                </a:path>
                <a:path w="5238750" h="3400425">
                  <a:moveTo>
                    <a:pt x="5238750" y="3031071"/>
                  </a:moveTo>
                  <a:lnTo>
                    <a:pt x="5229225" y="3031071"/>
                  </a:lnTo>
                  <a:lnTo>
                    <a:pt x="5229225" y="3059646"/>
                  </a:lnTo>
                  <a:lnTo>
                    <a:pt x="5238750" y="3059646"/>
                  </a:lnTo>
                  <a:lnTo>
                    <a:pt x="5238750" y="3031071"/>
                  </a:lnTo>
                  <a:close/>
                </a:path>
                <a:path w="5238750" h="3400425">
                  <a:moveTo>
                    <a:pt x="5238750" y="2983382"/>
                  </a:moveTo>
                  <a:lnTo>
                    <a:pt x="5229225" y="2983382"/>
                  </a:lnTo>
                  <a:lnTo>
                    <a:pt x="5229225" y="3011957"/>
                  </a:lnTo>
                  <a:lnTo>
                    <a:pt x="5238750" y="3011957"/>
                  </a:lnTo>
                  <a:lnTo>
                    <a:pt x="5238750" y="2983382"/>
                  </a:lnTo>
                  <a:close/>
                </a:path>
                <a:path w="5238750" h="3400425">
                  <a:moveTo>
                    <a:pt x="5238750" y="2935706"/>
                  </a:moveTo>
                  <a:lnTo>
                    <a:pt x="5229225" y="2935706"/>
                  </a:lnTo>
                  <a:lnTo>
                    <a:pt x="5229225" y="2964281"/>
                  </a:lnTo>
                  <a:lnTo>
                    <a:pt x="5238750" y="2964281"/>
                  </a:lnTo>
                  <a:lnTo>
                    <a:pt x="5238750" y="2935706"/>
                  </a:lnTo>
                  <a:close/>
                </a:path>
                <a:path w="5238750" h="3400425">
                  <a:moveTo>
                    <a:pt x="5238750" y="2888030"/>
                  </a:moveTo>
                  <a:lnTo>
                    <a:pt x="5229225" y="2888030"/>
                  </a:lnTo>
                  <a:lnTo>
                    <a:pt x="5229225" y="2916605"/>
                  </a:lnTo>
                  <a:lnTo>
                    <a:pt x="5238750" y="2916605"/>
                  </a:lnTo>
                  <a:lnTo>
                    <a:pt x="5238750" y="2888030"/>
                  </a:lnTo>
                  <a:close/>
                </a:path>
                <a:path w="5238750" h="3400425">
                  <a:moveTo>
                    <a:pt x="5238750" y="2840355"/>
                  </a:moveTo>
                  <a:lnTo>
                    <a:pt x="5229225" y="2840355"/>
                  </a:lnTo>
                  <a:lnTo>
                    <a:pt x="5229225" y="2868930"/>
                  </a:lnTo>
                  <a:lnTo>
                    <a:pt x="5238750" y="2868930"/>
                  </a:lnTo>
                  <a:lnTo>
                    <a:pt x="5238750" y="2840355"/>
                  </a:lnTo>
                  <a:close/>
                </a:path>
                <a:path w="5238750" h="3400425">
                  <a:moveTo>
                    <a:pt x="5238750" y="2792679"/>
                  </a:moveTo>
                  <a:lnTo>
                    <a:pt x="5229225" y="2792679"/>
                  </a:lnTo>
                  <a:lnTo>
                    <a:pt x="5229225" y="2821254"/>
                  </a:lnTo>
                  <a:lnTo>
                    <a:pt x="5238750" y="2821254"/>
                  </a:lnTo>
                  <a:lnTo>
                    <a:pt x="5238750" y="2792679"/>
                  </a:lnTo>
                  <a:close/>
                </a:path>
                <a:path w="5238750" h="3400425">
                  <a:moveTo>
                    <a:pt x="5238750" y="2745003"/>
                  </a:moveTo>
                  <a:lnTo>
                    <a:pt x="5229225" y="2745003"/>
                  </a:lnTo>
                  <a:lnTo>
                    <a:pt x="5229225" y="2773578"/>
                  </a:lnTo>
                  <a:lnTo>
                    <a:pt x="5238750" y="2773578"/>
                  </a:lnTo>
                  <a:lnTo>
                    <a:pt x="5238750" y="2745003"/>
                  </a:lnTo>
                  <a:close/>
                </a:path>
                <a:path w="5238750" h="3400425">
                  <a:moveTo>
                    <a:pt x="5238750" y="2697315"/>
                  </a:moveTo>
                  <a:lnTo>
                    <a:pt x="5229225" y="2697315"/>
                  </a:lnTo>
                  <a:lnTo>
                    <a:pt x="5229225" y="2725890"/>
                  </a:lnTo>
                  <a:lnTo>
                    <a:pt x="5238750" y="2725890"/>
                  </a:lnTo>
                  <a:lnTo>
                    <a:pt x="5238750" y="2697315"/>
                  </a:lnTo>
                  <a:close/>
                </a:path>
                <a:path w="5238750" h="3400425">
                  <a:moveTo>
                    <a:pt x="5238750" y="2649639"/>
                  </a:moveTo>
                  <a:lnTo>
                    <a:pt x="5229225" y="2649639"/>
                  </a:lnTo>
                  <a:lnTo>
                    <a:pt x="5229225" y="2678214"/>
                  </a:lnTo>
                  <a:lnTo>
                    <a:pt x="5238750" y="2678214"/>
                  </a:lnTo>
                  <a:lnTo>
                    <a:pt x="5238750" y="2649639"/>
                  </a:lnTo>
                  <a:close/>
                </a:path>
                <a:path w="5238750" h="3400425">
                  <a:moveTo>
                    <a:pt x="5238750" y="2601963"/>
                  </a:moveTo>
                  <a:lnTo>
                    <a:pt x="5229225" y="2601963"/>
                  </a:lnTo>
                  <a:lnTo>
                    <a:pt x="5229225" y="2630538"/>
                  </a:lnTo>
                  <a:lnTo>
                    <a:pt x="5238750" y="2630538"/>
                  </a:lnTo>
                  <a:lnTo>
                    <a:pt x="5238750" y="2601963"/>
                  </a:lnTo>
                  <a:close/>
                </a:path>
                <a:path w="5238750" h="3400425">
                  <a:moveTo>
                    <a:pt x="5238750" y="2554287"/>
                  </a:moveTo>
                  <a:lnTo>
                    <a:pt x="5229225" y="2554287"/>
                  </a:lnTo>
                  <a:lnTo>
                    <a:pt x="5229225" y="2582862"/>
                  </a:lnTo>
                  <a:lnTo>
                    <a:pt x="5238750" y="2582862"/>
                  </a:lnTo>
                  <a:lnTo>
                    <a:pt x="5238750" y="2554287"/>
                  </a:lnTo>
                  <a:close/>
                </a:path>
                <a:path w="5238750" h="3400425">
                  <a:moveTo>
                    <a:pt x="5238750" y="2506611"/>
                  </a:moveTo>
                  <a:lnTo>
                    <a:pt x="5229225" y="2506611"/>
                  </a:lnTo>
                  <a:lnTo>
                    <a:pt x="5229225" y="2535186"/>
                  </a:lnTo>
                  <a:lnTo>
                    <a:pt x="5238750" y="2535186"/>
                  </a:lnTo>
                  <a:lnTo>
                    <a:pt x="5238750" y="2506611"/>
                  </a:lnTo>
                  <a:close/>
                </a:path>
                <a:path w="5238750" h="3400425">
                  <a:moveTo>
                    <a:pt x="5238750" y="2458923"/>
                  </a:moveTo>
                  <a:lnTo>
                    <a:pt x="5229225" y="2458923"/>
                  </a:lnTo>
                  <a:lnTo>
                    <a:pt x="5229225" y="2487498"/>
                  </a:lnTo>
                  <a:lnTo>
                    <a:pt x="5238750" y="2487498"/>
                  </a:lnTo>
                  <a:lnTo>
                    <a:pt x="5238750" y="2458923"/>
                  </a:lnTo>
                  <a:close/>
                </a:path>
                <a:path w="5238750" h="3400425">
                  <a:moveTo>
                    <a:pt x="5238750" y="2411247"/>
                  </a:moveTo>
                  <a:lnTo>
                    <a:pt x="5229225" y="2411247"/>
                  </a:lnTo>
                  <a:lnTo>
                    <a:pt x="5229225" y="2439822"/>
                  </a:lnTo>
                  <a:lnTo>
                    <a:pt x="5238750" y="2439822"/>
                  </a:lnTo>
                  <a:lnTo>
                    <a:pt x="5238750" y="2411247"/>
                  </a:lnTo>
                  <a:close/>
                </a:path>
                <a:path w="5238750" h="3400425">
                  <a:moveTo>
                    <a:pt x="5238750" y="2363571"/>
                  </a:moveTo>
                  <a:lnTo>
                    <a:pt x="5229225" y="2363571"/>
                  </a:lnTo>
                  <a:lnTo>
                    <a:pt x="5229225" y="2392146"/>
                  </a:lnTo>
                  <a:lnTo>
                    <a:pt x="5238750" y="2392146"/>
                  </a:lnTo>
                  <a:lnTo>
                    <a:pt x="5238750" y="2363571"/>
                  </a:lnTo>
                  <a:close/>
                </a:path>
                <a:path w="5238750" h="3400425">
                  <a:moveTo>
                    <a:pt x="5238750" y="2315895"/>
                  </a:moveTo>
                  <a:lnTo>
                    <a:pt x="5229225" y="2315895"/>
                  </a:lnTo>
                  <a:lnTo>
                    <a:pt x="5229225" y="2344470"/>
                  </a:lnTo>
                  <a:lnTo>
                    <a:pt x="5238750" y="2344470"/>
                  </a:lnTo>
                  <a:lnTo>
                    <a:pt x="5238750" y="2315895"/>
                  </a:lnTo>
                  <a:close/>
                </a:path>
                <a:path w="5238750" h="3400425">
                  <a:moveTo>
                    <a:pt x="5238750" y="2268220"/>
                  </a:moveTo>
                  <a:lnTo>
                    <a:pt x="5229225" y="2268220"/>
                  </a:lnTo>
                  <a:lnTo>
                    <a:pt x="5229225" y="2296795"/>
                  </a:lnTo>
                  <a:lnTo>
                    <a:pt x="5238750" y="2296795"/>
                  </a:lnTo>
                  <a:lnTo>
                    <a:pt x="5238750" y="2268220"/>
                  </a:lnTo>
                  <a:close/>
                </a:path>
                <a:path w="5238750" h="3400425">
                  <a:moveTo>
                    <a:pt x="5238750" y="2220531"/>
                  </a:moveTo>
                  <a:lnTo>
                    <a:pt x="5229225" y="2220531"/>
                  </a:lnTo>
                  <a:lnTo>
                    <a:pt x="5229225" y="2249106"/>
                  </a:lnTo>
                  <a:lnTo>
                    <a:pt x="5238750" y="2249106"/>
                  </a:lnTo>
                  <a:lnTo>
                    <a:pt x="5238750" y="2220531"/>
                  </a:lnTo>
                  <a:close/>
                </a:path>
                <a:path w="5238750" h="3400425">
                  <a:moveTo>
                    <a:pt x="5238750" y="2172855"/>
                  </a:moveTo>
                  <a:lnTo>
                    <a:pt x="5229225" y="2172855"/>
                  </a:lnTo>
                  <a:lnTo>
                    <a:pt x="5229225" y="2201430"/>
                  </a:lnTo>
                  <a:lnTo>
                    <a:pt x="5238750" y="2201430"/>
                  </a:lnTo>
                  <a:lnTo>
                    <a:pt x="5238750" y="2172855"/>
                  </a:lnTo>
                  <a:close/>
                </a:path>
                <a:path w="5238750" h="3400425">
                  <a:moveTo>
                    <a:pt x="5238750" y="2125180"/>
                  </a:moveTo>
                  <a:lnTo>
                    <a:pt x="5229225" y="2125180"/>
                  </a:lnTo>
                  <a:lnTo>
                    <a:pt x="5229225" y="2153755"/>
                  </a:lnTo>
                  <a:lnTo>
                    <a:pt x="5238750" y="2153755"/>
                  </a:lnTo>
                  <a:lnTo>
                    <a:pt x="5238750" y="2125180"/>
                  </a:lnTo>
                  <a:close/>
                </a:path>
                <a:path w="5238750" h="3400425">
                  <a:moveTo>
                    <a:pt x="5238750" y="2077504"/>
                  </a:moveTo>
                  <a:lnTo>
                    <a:pt x="5229225" y="2077504"/>
                  </a:lnTo>
                  <a:lnTo>
                    <a:pt x="5229225" y="2106079"/>
                  </a:lnTo>
                  <a:lnTo>
                    <a:pt x="5238750" y="2106079"/>
                  </a:lnTo>
                  <a:lnTo>
                    <a:pt x="5238750" y="2077504"/>
                  </a:lnTo>
                  <a:close/>
                </a:path>
                <a:path w="5238750" h="3400425">
                  <a:moveTo>
                    <a:pt x="5238750" y="2029828"/>
                  </a:moveTo>
                  <a:lnTo>
                    <a:pt x="5229225" y="2029828"/>
                  </a:lnTo>
                  <a:lnTo>
                    <a:pt x="5229225" y="2058403"/>
                  </a:lnTo>
                  <a:lnTo>
                    <a:pt x="5238750" y="2058403"/>
                  </a:lnTo>
                  <a:lnTo>
                    <a:pt x="5238750" y="2029828"/>
                  </a:lnTo>
                  <a:close/>
                </a:path>
                <a:path w="5238750" h="3400425">
                  <a:moveTo>
                    <a:pt x="5238750" y="1982152"/>
                  </a:moveTo>
                  <a:lnTo>
                    <a:pt x="5229225" y="1982152"/>
                  </a:lnTo>
                  <a:lnTo>
                    <a:pt x="5229225" y="2010727"/>
                  </a:lnTo>
                  <a:lnTo>
                    <a:pt x="5238750" y="2010727"/>
                  </a:lnTo>
                  <a:lnTo>
                    <a:pt x="5238750" y="1982152"/>
                  </a:lnTo>
                  <a:close/>
                </a:path>
                <a:path w="5238750" h="3400425">
                  <a:moveTo>
                    <a:pt x="5238750" y="1934464"/>
                  </a:moveTo>
                  <a:lnTo>
                    <a:pt x="5229225" y="1934464"/>
                  </a:lnTo>
                  <a:lnTo>
                    <a:pt x="5229225" y="1963039"/>
                  </a:lnTo>
                  <a:lnTo>
                    <a:pt x="5238750" y="1963039"/>
                  </a:lnTo>
                  <a:lnTo>
                    <a:pt x="5238750" y="1934464"/>
                  </a:lnTo>
                  <a:close/>
                </a:path>
                <a:path w="5238750" h="3400425">
                  <a:moveTo>
                    <a:pt x="5238750" y="1886788"/>
                  </a:moveTo>
                  <a:lnTo>
                    <a:pt x="5229225" y="1886788"/>
                  </a:lnTo>
                  <a:lnTo>
                    <a:pt x="5229225" y="1915363"/>
                  </a:lnTo>
                  <a:lnTo>
                    <a:pt x="5238750" y="1915363"/>
                  </a:lnTo>
                  <a:lnTo>
                    <a:pt x="5238750" y="1886788"/>
                  </a:lnTo>
                  <a:close/>
                </a:path>
                <a:path w="5238750" h="3400425">
                  <a:moveTo>
                    <a:pt x="5238750" y="1839112"/>
                  </a:moveTo>
                  <a:lnTo>
                    <a:pt x="5229225" y="1839112"/>
                  </a:lnTo>
                  <a:lnTo>
                    <a:pt x="5229225" y="1867687"/>
                  </a:lnTo>
                  <a:lnTo>
                    <a:pt x="5238750" y="1867687"/>
                  </a:lnTo>
                  <a:lnTo>
                    <a:pt x="5238750" y="1839112"/>
                  </a:lnTo>
                  <a:close/>
                </a:path>
                <a:path w="5238750" h="3400425">
                  <a:moveTo>
                    <a:pt x="5238750" y="1791436"/>
                  </a:moveTo>
                  <a:lnTo>
                    <a:pt x="5229225" y="1791436"/>
                  </a:lnTo>
                  <a:lnTo>
                    <a:pt x="5229225" y="1820011"/>
                  </a:lnTo>
                  <a:lnTo>
                    <a:pt x="5238750" y="1820011"/>
                  </a:lnTo>
                  <a:lnTo>
                    <a:pt x="5238750" y="1791436"/>
                  </a:lnTo>
                  <a:close/>
                </a:path>
                <a:path w="5238750" h="3400425">
                  <a:moveTo>
                    <a:pt x="5238750" y="1743760"/>
                  </a:moveTo>
                  <a:lnTo>
                    <a:pt x="5229225" y="1743760"/>
                  </a:lnTo>
                  <a:lnTo>
                    <a:pt x="5229225" y="1772335"/>
                  </a:lnTo>
                  <a:lnTo>
                    <a:pt x="5238750" y="1772335"/>
                  </a:lnTo>
                  <a:lnTo>
                    <a:pt x="5238750" y="1743760"/>
                  </a:lnTo>
                  <a:close/>
                </a:path>
                <a:path w="5238750" h="3400425">
                  <a:moveTo>
                    <a:pt x="5238750" y="1696072"/>
                  </a:moveTo>
                  <a:lnTo>
                    <a:pt x="5229225" y="1696072"/>
                  </a:lnTo>
                  <a:lnTo>
                    <a:pt x="5229225" y="1724647"/>
                  </a:lnTo>
                  <a:lnTo>
                    <a:pt x="5238750" y="1724647"/>
                  </a:lnTo>
                  <a:lnTo>
                    <a:pt x="5238750" y="1696072"/>
                  </a:lnTo>
                  <a:close/>
                </a:path>
                <a:path w="5238750" h="3400425">
                  <a:moveTo>
                    <a:pt x="5238750" y="1648396"/>
                  </a:moveTo>
                  <a:lnTo>
                    <a:pt x="5229225" y="1648396"/>
                  </a:lnTo>
                  <a:lnTo>
                    <a:pt x="5229225" y="1676971"/>
                  </a:lnTo>
                  <a:lnTo>
                    <a:pt x="5238750" y="1676971"/>
                  </a:lnTo>
                  <a:lnTo>
                    <a:pt x="5238750" y="1648396"/>
                  </a:lnTo>
                  <a:close/>
                </a:path>
                <a:path w="5238750" h="3400425">
                  <a:moveTo>
                    <a:pt x="5238750" y="1600720"/>
                  </a:moveTo>
                  <a:lnTo>
                    <a:pt x="5229225" y="1600720"/>
                  </a:lnTo>
                  <a:lnTo>
                    <a:pt x="5229225" y="1629295"/>
                  </a:lnTo>
                  <a:lnTo>
                    <a:pt x="5238750" y="1629295"/>
                  </a:lnTo>
                  <a:lnTo>
                    <a:pt x="5238750" y="1600720"/>
                  </a:lnTo>
                  <a:close/>
                </a:path>
                <a:path w="5238750" h="3400425">
                  <a:moveTo>
                    <a:pt x="5238750" y="1553044"/>
                  </a:moveTo>
                  <a:lnTo>
                    <a:pt x="5229225" y="1553044"/>
                  </a:lnTo>
                  <a:lnTo>
                    <a:pt x="5229225" y="1581619"/>
                  </a:lnTo>
                  <a:lnTo>
                    <a:pt x="5238750" y="1581619"/>
                  </a:lnTo>
                  <a:lnTo>
                    <a:pt x="5238750" y="1553044"/>
                  </a:lnTo>
                  <a:close/>
                </a:path>
                <a:path w="5238750" h="3400425">
                  <a:moveTo>
                    <a:pt x="5238750" y="1505369"/>
                  </a:moveTo>
                  <a:lnTo>
                    <a:pt x="5229225" y="1505369"/>
                  </a:lnTo>
                  <a:lnTo>
                    <a:pt x="5229225" y="1533944"/>
                  </a:lnTo>
                  <a:lnTo>
                    <a:pt x="5238750" y="1533944"/>
                  </a:lnTo>
                  <a:lnTo>
                    <a:pt x="5238750" y="1505369"/>
                  </a:lnTo>
                  <a:close/>
                </a:path>
                <a:path w="5238750" h="3400425">
                  <a:moveTo>
                    <a:pt x="5238750" y="1457680"/>
                  </a:moveTo>
                  <a:lnTo>
                    <a:pt x="5229225" y="1457680"/>
                  </a:lnTo>
                  <a:lnTo>
                    <a:pt x="5229225" y="1486255"/>
                  </a:lnTo>
                  <a:lnTo>
                    <a:pt x="5238750" y="1486255"/>
                  </a:lnTo>
                  <a:lnTo>
                    <a:pt x="5238750" y="1457680"/>
                  </a:lnTo>
                  <a:close/>
                </a:path>
                <a:path w="5238750" h="3400425">
                  <a:moveTo>
                    <a:pt x="5238750" y="1410004"/>
                  </a:moveTo>
                  <a:lnTo>
                    <a:pt x="5229225" y="1410004"/>
                  </a:lnTo>
                  <a:lnTo>
                    <a:pt x="5229225" y="1438579"/>
                  </a:lnTo>
                  <a:lnTo>
                    <a:pt x="5238750" y="1438579"/>
                  </a:lnTo>
                  <a:lnTo>
                    <a:pt x="5238750" y="1410004"/>
                  </a:lnTo>
                  <a:close/>
                </a:path>
                <a:path w="5238750" h="3400425">
                  <a:moveTo>
                    <a:pt x="5238750" y="1362329"/>
                  </a:moveTo>
                  <a:lnTo>
                    <a:pt x="5229225" y="1362329"/>
                  </a:lnTo>
                  <a:lnTo>
                    <a:pt x="5229225" y="1390904"/>
                  </a:lnTo>
                  <a:lnTo>
                    <a:pt x="5238750" y="1390904"/>
                  </a:lnTo>
                  <a:lnTo>
                    <a:pt x="5238750" y="1362329"/>
                  </a:lnTo>
                  <a:close/>
                </a:path>
                <a:path w="5238750" h="3400425">
                  <a:moveTo>
                    <a:pt x="5238750" y="1314653"/>
                  </a:moveTo>
                  <a:lnTo>
                    <a:pt x="5229225" y="1314653"/>
                  </a:lnTo>
                  <a:lnTo>
                    <a:pt x="5229225" y="1343228"/>
                  </a:lnTo>
                  <a:lnTo>
                    <a:pt x="5238750" y="1343228"/>
                  </a:lnTo>
                  <a:lnTo>
                    <a:pt x="5238750" y="1314653"/>
                  </a:lnTo>
                  <a:close/>
                </a:path>
                <a:path w="5238750" h="3400425">
                  <a:moveTo>
                    <a:pt x="5238750" y="1266977"/>
                  </a:moveTo>
                  <a:lnTo>
                    <a:pt x="5229225" y="1266977"/>
                  </a:lnTo>
                  <a:lnTo>
                    <a:pt x="5229225" y="1295552"/>
                  </a:lnTo>
                  <a:lnTo>
                    <a:pt x="5238750" y="1295552"/>
                  </a:lnTo>
                  <a:lnTo>
                    <a:pt x="5238750" y="1266977"/>
                  </a:lnTo>
                  <a:close/>
                </a:path>
                <a:path w="5238750" h="3400425">
                  <a:moveTo>
                    <a:pt x="5238750" y="1219288"/>
                  </a:moveTo>
                  <a:lnTo>
                    <a:pt x="5229225" y="1219288"/>
                  </a:lnTo>
                  <a:lnTo>
                    <a:pt x="5229225" y="1247863"/>
                  </a:lnTo>
                  <a:lnTo>
                    <a:pt x="5238750" y="1247863"/>
                  </a:lnTo>
                  <a:lnTo>
                    <a:pt x="5238750" y="1219288"/>
                  </a:lnTo>
                  <a:close/>
                </a:path>
                <a:path w="5238750" h="3400425">
                  <a:moveTo>
                    <a:pt x="5238750" y="1171613"/>
                  </a:moveTo>
                  <a:lnTo>
                    <a:pt x="5229225" y="1171613"/>
                  </a:lnTo>
                  <a:lnTo>
                    <a:pt x="5229225" y="1200188"/>
                  </a:lnTo>
                  <a:lnTo>
                    <a:pt x="5238750" y="1200188"/>
                  </a:lnTo>
                  <a:lnTo>
                    <a:pt x="5238750" y="1171613"/>
                  </a:lnTo>
                  <a:close/>
                </a:path>
                <a:path w="5238750" h="3400425">
                  <a:moveTo>
                    <a:pt x="5238750" y="1123937"/>
                  </a:moveTo>
                  <a:lnTo>
                    <a:pt x="5229225" y="1123937"/>
                  </a:lnTo>
                  <a:lnTo>
                    <a:pt x="5229225" y="1152512"/>
                  </a:lnTo>
                  <a:lnTo>
                    <a:pt x="5238750" y="1152512"/>
                  </a:lnTo>
                  <a:lnTo>
                    <a:pt x="5238750" y="1123937"/>
                  </a:lnTo>
                  <a:close/>
                </a:path>
                <a:path w="5238750" h="3400425">
                  <a:moveTo>
                    <a:pt x="5238750" y="1076261"/>
                  </a:moveTo>
                  <a:lnTo>
                    <a:pt x="5229225" y="1076261"/>
                  </a:lnTo>
                  <a:lnTo>
                    <a:pt x="5229225" y="1104836"/>
                  </a:lnTo>
                  <a:lnTo>
                    <a:pt x="5238750" y="1104836"/>
                  </a:lnTo>
                  <a:lnTo>
                    <a:pt x="5238750" y="1076261"/>
                  </a:lnTo>
                  <a:close/>
                </a:path>
                <a:path w="5238750" h="3400425">
                  <a:moveTo>
                    <a:pt x="5238750" y="1028585"/>
                  </a:moveTo>
                  <a:lnTo>
                    <a:pt x="5229225" y="1028585"/>
                  </a:lnTo>
                  <a:lnTo>
                    <a:pt x="5229225" y="1057160"/>
                  </a:lnTo>
                  <a:lnTo>
                    <a:pt x="5238750" y="1057160"/>
                  </a:lnTo>
                  <a:lnTo>
                    <a:pt x="5238750" y="1028585"/>
                  </a:lnTo>
                  <a:close/>
                </a:path>
                <a:path w="5238750" h="3400425">
                  <a:moveTo>
                    <a:pt x="5238750" y="980897"/>
                  </a:moveTo>
                  <a:lnTo>
                    <a:pt x="5229225" y="980897"/>
                  </a:lnTo>
                  <a:lnTo>
                    <a:pt x="5229225" y="1009472"/>
                  </a:lnTo>
                  <a:lnTo>
                    <a:pt x="5238750" y="1009472"/>
                  </a:lnTo>
                  <a:lnTo>
                    <a:pt x="5238750" y="980897"/>
                  </a:lnTo>
                  <a:close/>
                </a:path>
                <a:path w="5238750" h="3400425">
                  <a:moveTo>
                    <a:pt x="5238750" y="933221"/>
                  </a:moveTo>
                  <a:lnTo>
                    <a:pt x="5229225" y="933221"/>
                  </a:lnTo>
                  <a:lnTo>
                    <a:pt x="5229225" y="961796"/>
                  </a:lnTo>
                  <a:lnTo>
                    <a:pt x="5238750" y="961796"/>
                  </a:lnTo>
                  <a:lnTo>
                    <a:pt x="5238750" y="933221"/>
                  </a:lnTo>
                  <a:close/>
                </a:path>
                <a:path w="5238750" h="3400425">
                  <a:moveTo>
                    <a:pt x="5238750" y="885545"/>
                  </a:moveTo>
                  <a:lnTo>
                    <a:pt x="5229225" y="885545"/>
                  </a:lnTo>
                  <a:lnTo>
                    <a:pt x="5229225" y="914120"/>
                  </a:lnTo>
                  <a:lnTo>
                    <a:pt x="5238750" y="914120"/>
                  </a:lnTo>
                  <a:lnTo>
                    <a:pt x="5238750" y="885545"/>
                  </a:lnTo>
                  <a:close/>
                </a:path>
                <a:path w="5238750" h="3400425">
                  <a:moveTo>
                    <a:pt x="5238750" y="837869"/>
                  </a:moveTo>
                  <a:lnTo>
                    <a:pt x="5229225" y="837869"/>
                  </a:lnTo>
                  <a:lnTo>
                    <a:pt x="5229225" y="866444"/>
                  </a:lnTo>
                  <a:lnTo>
                    <a:pt x="5238750" y="866444"/>
                  </a:lnTo>
                  <a:lnTo>
                    <a:pt x="5238750" y="837869"/>
                  </a:lnTo>
                  <a:close/>
                </a:path>
                <a:path w="5238750" h="3400425">
                  <a:moveTo>
                    <a:pt x="5238750" y="790194"/>
                  </a:moveTo>
                  <a:lnTo>
                    <a:pt x="5229225" y="790194"/>
                  </a:lnTo>
                  <a:lnTo>
                    <a:pt x="5229225" y="818769"/>
                  </a:lnTo>
                  <a:lnTo>
                    <a:pt x="5238750" y="818769"/>
                  </a:lnTo>
                  <a:lnTo>
                    <a:pt x="5238750" y="790194"/>
                  </a:lnTo>
                  <a:close/>
                </a:path>
                <a:path w="5238750" h="3400425">
                  <a:moveTo>
                    <a:pt x="5238750" y="742518"/>
                  </a:moveTo>
                  <a:lnTo>
                    <a:pt x="5229225" y="742518"/>
                  </a:lnTo>
                  <a:lnTo>
                    <a:pt x="5229225" y="771093"/>
                  </a:lnTo>
                  <a:lnTo>
                    <a:pt x="5238750" y="771093"/>
                  </a:lnTo>
                  <a:lnTo>
                    <a:pt x="5238750" y="742518"/>
                  </a:lnTo>
                  <a:close/>
                </a:path>
                <a:path w="5238750" h="3400425">
                  <a:moveTo>
                    <a:pt x="5238750" y="694829"/>
                  </a:moveTo>
                  <a:lnTo>
                    <a:pt x="5229225" y="694829"/>
                  </a:lnTo>
                  <a:lnTo>
                    <a:pt x="5229225" y="723404"/>
                  </a:lnTo>
                  <a:lnTo>
                    <a:pt x="5238750" y="723404"/>
                  </a:lnTo>
                  <a:lnTo>
                    <a:pt x="5238750" y="694829"/>
                  </a:lnTo>
                  <a:close/>
                </a:path>
                <a:path w="5238750" h="3400425">
                  <a:moveTo>
                    <a:pt x="5238750" y="647153"/>
                  </a:moveTo>
                  <a:lnTo>
                    <a:pt x="5229225" y="647153"/>
                  </a:lnTo>
                  <a:lnTo>
                    <a:pt x="5229225" y="675728"/>
                  </a:lnTo>
                  <a:lnTo>
                    <a:pt x="5238750" y="675728"/>
                  </a:lnTo>
                  <a:lnTo>
                    <a:pt x="5238750" y="647153"/>
                  </a:lnTo>
                  <a:close/>
                </a:path>
                <a:path w="5238750" h="3400425">
                  <a:moveTo>
                    <a:pt x="5238750" y="599478"/>
                  </a:moveTo>
                  <a:lnTo>
                    <a:pt x="5229225" y="599478"/>
                  </a:lnTo>
                  <a:lnTo>
                    <a:pt x="5229225" y="628053"/>
                  </a:lnTo>
                  <a:lnTo>
                    <a:pt x="5238750" y="628053"/>
                  </a:lnTo>
                  <a:lnTo>
                    <a:pt x="5238750" y="599478"/>
                  </a:lnTo>
                  <a:close/>
                </a:path>
                <a:path w="5238750" h="3400425">
                  <a:moveTo>
                    <a:pt x="5238750" y="551802"/>
                  </a:moveTo>
                  <a:lnTo>
                    <a:pt x="5229225" y="551802"/>
                  </a:lnTo>
                  <a:lnTo>
                    <a:pt x="5229225" y="580377"/>
                  </a:lnTo>
                  <a:lnTo>
                    <a:pt x="5238750" y="580377"/>
                  </a:lnTo>
                  <a:lnTo>
                    <a:pt x="5238750" y="551802"/>
                  </a:lnTo>
                  <a:close/>
                </a:path>
                <a:path w="5238750" h="3400425">
                  <a:moveTo>
                    <a:pt x="5238750" y="504126"/>
                  </a:moveTo>
                  <a:lnTo>
                    <a:pt x="5229225" y="504126"/>
                  </a:lnTo>
                  <a:lnTo>
                    <a:pt x="5229225" y="532701"/>
                  </a:lnTo>
                  <a:lnTo>
                    <a:pt x="5238750" y="532701"/>
                  </a:lnTo>
                  <a:lnTo>
                    <a:pt x="5238750" y="504126"/>
                  </a:lnTo>
                  <a:close/>
                </a:path>
                <a:path w="5238750" h="3400425">
                  <a:moveTo>
                    <a:pt x="5238750" y="456438"/>
                  </a:moveTo>
                  <a:lnTo>
                    <a:pt x="5229225" y="456438"/>
                  </a:lnTo>
                  <a:lnTo>
                    <a:pt x="5229225" y="485013"/>
                  </a:lnTo>
                  <a:lnTo>
                    <a:pt x="5238750" y="485013"/>
                  </a:lnTo>
                  <a:lnTo>
                    <a:pt x="5238750" y="456438"/>
                  </a:lnTo>
                  <a:close/>
                </a:path>
                <a:path w="5238750" h="3400425">
                  <a:moveTo>
                    <a:pt x="5238750" y="408762"/>
                  </a:moveTo>
                  <a:lnTo>
                    <a:pt x="5229225" y="408762"/>
                  </a:lnTo>
                  <a:lnTo>
                    <a:pt x="5229225" y="437337"/>
                  </a:lnTo>
                  <a:lnTo>
                    <a:pt x="5238750" y="437337"/>
                  </a:lnTo>
                  <a:lnTo>
                    <a:pt x="5238750" y="408762"/>
                  </a:lnTo>
                  <a:close/>
                </a:path>
                <a:path w="5238750" h="3400425">
                  <a:moveTo>
                    <a:pt x="5238750" y="361086"/>
                  </a:moveTo>
                  <a:lnTo>
                    <a:pt x="5229225" y="361086"/>
                  </a:lnTo>
                  <a:lnTo>
                    <a:pt x="5229225" y="389661"/>
                  </a:lnTo>
                  <a:lnTo>
                    <a:pt x="5238750" y="389661"/>
                  </a:lnTo>
                  <a:lnTo>
                    <a:pt x="5238750" y="361086"/>
                  </a:lnTo>
                  <a:close/>
                </a:path>
                <a:path w="5238750" h="3400425">
                  <a:moveTo>
                    <a:pt x="5238750" y="313410"/>
                  </a:moveTo>
                  <a:lnTo>
                    <a:pt x="5229225" y="313410"/>
                  </a:lnTo>
                  <a:lnTo>
                    <a:pt x="5229225" y="341985"/>
                  </a:lnTo>
                  <a:lnTo>
                    <a:pt x="5238750" y="341985"/>
                  </a:lnTo>
                  <a:lnTo>
                    <a:pt x="5238750" y="313410"/>
                  </a:lnTo>
                  <a:close/>
                </a:path>
                <a:path w="5238750" h="3400425">
                  <a:moveTo>
                    <a:pt x="5238750" y="265734"/>
                  </a:moveTo>
                  <a:lnTo>
                    <a:pt x="5229225" y="265734"/>
                  </a:lnTo>
                  <a:lnTo>
                    <a:pt x="5229225" y="294309"/>
                  </a:lnTo>
                  <a:lnTo>
                    <a:pt x="5238750" y="294309"/>
                  </a:lnTo>
                  <a:lnTo>
                    <a:pt x="5238750" y="265734"/>
                  </a:lnTo>
                  <a:close/>
                </a:path>
                <a:path w="5238750" h="3400425">
                  <a:moveTo>
                    <a:pt x="5238750" y="218046"/>
                  </a:moveTo>
                  <a:lnTo>
                    <a:pt x="5229225" y="218046"/>
                  </a:lnTo>
                  <a:lnTo>
                    <a:pt x="5229225" y="246621"/>
                  </a:lnTo>
                  <a:lnTo>
                    <a:pt x="5238750" y="246621"/>
                  </a:lnTo>
                  <a:lnTo>
                    <a:pt x="5238750" y="218046"/>
                  </a:lnTo>
                  <a:close/>
                </a:path>
                <a:path w="5238750" h="3400425">
                  <a:moveTo>
                    <a:pt x="5238750" y="170370"/>
                  </a:moveTo>
                  <a:lnTo>
                    <a:pt x="5229225" y="170370"/>
                  </a:lnTo>
                  <a:lnTo>
                    <a:pt x="5229225" y="198945"/>
                  </a:lnTo>
                  <a:lnTo>
                    <a:pt x="5238750" y="198945"/>
                  </a:lnTo>
                  <a:lnTo>
                    <a:pt x="5238750" y="170370"/>
                  </a:lnTo>
                  <a:close/>
                </a:path>
                <a:path w="5238750" h="3400425">
                  <a:moveTo>
                    <a:pt x="5238750" y="122694"/>
                  </a:moveTo>
                  <a:lnTo>
                    <a:pt x="5229225" y="122694"/>
                  </a:lnTo>
                  <a:lnTo>
                    <a:pt x="5229225" y="151269"/>
                  </a:lnTo>
                  <a:lnTo>
                    <a:pt x="5238750" y="151269"/>
                  </a:lnTo>
                  <a:lnTo>
                    <a:pt x="5238750" y="122694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0874" y="1543049"/>
              <a:ext cx="304800" cy="26670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616825" y="1330875"/>
            <a:ext cx="3310890" cy="6032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550" b="1" spc="-130" dirty="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sz="15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334054"/>
                </a:solidFill>
                <a:latin typeface="Arial"/>
                <a:cs typeface="Arial"/>
              </a:rPr>
              <a:t>Casier </a:t>
            </a:r>
            <a:r>
              <a:rPr sz="1550" b="1" spc="-10" dirty="0">
                <a:solidFill>
                  <a:srgbClr val="334054"/>
                </a:solidFill>
                <a:latin typeface="Arial"/>
                <a:cs typeface="Arial"/>
              </a:rPr>
              <a:t>(Tableau)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350" spc="-55" dirty="0">
                <a:solidFill>
                  <a:srgbClr val="465469"/>
                </a:solidFill>
                <a:latin typeface="Arial"/>
                <a:cs typeface="Arial"/>
              </a:rPr>
              <a:t>Emplacements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numérotés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465469"/>
                </a:solidFill>
                <a:latin typeface="Arial"/>
                <a:cs typeface="Arial"/>
              </a:rPr>
              <a:t>fixes.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Accès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direct.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000875" y="2305049"/>
            <a:ext cx="304800" cy="1809750"/>
            <a:chOff x="7000875" y="2305049"/>
            <a:chExt cx="304800" cy="1809750"/>
          </a:xfrm>
        </p:grpSpPr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00875" y="2305049"/>
              <a:ext cx="304800" cy="2667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00875" y="3060699"/>
              <a:ext cx="304800" cy="2794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19925" y="3809999"/>
              <a:ext cx="285750" cy="304800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616825" y="2160785"/>
            <a:ext cx="1831339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45" dirty="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sz="1550" b="1" spc="-8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95" dirty="0">
                <a:solidFill>
                  <a:srgbClr val="334054"/>
                </a:solidFill>
                <a:latin typeface="Arial"/>
                <a:cs typeface="Arial"/>
              </a:rPr>
              <a:t>File</a:t>
            </a:r>
            <a:r>
              <a:rPr sz="1550" b="1" spc="-7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60" dirty="0">
                <a:solidFill>
                  <a:srgbClr val="334054"/>
                </a:solidFill>
                <a:latin typeface="Arial"/>
                <a:cs typeface="Arial"/>
              </a:rPr>
              <a:t>d'attente</a:t>
            </a:r>
            <a:r>
              <a:rPr sz="1550" b="1" spc="-7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334054"/>
                </a:solidFill>
                <a:latin typeface="Arial"/>
                <a:cs typeface="Arial"/>
              </a:rPr>
              <a:t>(List)</a:t>
            </a:r>
            <a:endParaRPr sz="15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16825" y="2459037"/>
            <a:ext cx="388683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L'ordre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compte.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0" dirty="0">
                <a:solidFill>
                  <a:srgbClr val="465469"/>
                </a:solidFill>
                <a:latin typeface="Arial"/>
                <a:cs typeface="Arial"/>
              </a:rPr>
              <a:t>On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ajoute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fin,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on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insère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465469"/>
                </a:solidFill>
                <a:latin typeface="Arial"/>
                <a:cs typeface="Arial"/>
              </a:rPr>
              <a:t>au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milieu.</a:t>
            </a:r>
            <a:endParaRPr sz="13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616825" y="2854875"/>
            <a:ext cx="2785745" cy="6032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550" b="1" spc="-130" dirty="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00" dirty="0">
                <a:solidFill>
                  <a:srgbClr val="334054"/>
                </a:solidFill>
                <a:latin typeface="Arial"/>
                <a:cs typeface="Arial"/>
              </a:rPr>
              <a:t>Panier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05" dirty="0">
                <a:solidFill>
                  <a:srgbClr val="334054"/>
                </a:solidFill>
                <a:latin typeface="Arial"/>
                <a:cs typeface="Arial"/>
              </a:rPr>
              <a:t>unique</a:t>
            </a:r>
            <a:r>
              <a:rPr sz="1550" b="1" spc="-8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334054"/>
                </a:solidFill>
                <a:latin typeface="Arial"/>
                <a:cs typeface="Arial"/>
              </a:rPr>
              <a:t>(Set)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350" spc="-95" dirty="0">
                <a:solidFill>
                  <a:srgbClr val="465469"/>
                </a:solidFill>
                <a:latin typeface="Arial"/>
                <a:cs typeface="Arial"/>
              </a:rPr>
              <a:t>Pas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doublons.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L'objet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465469"/>
                </a:solidFill>
                <a:latin typeface="Arial"/>
                <a:cs typeface="Arial"/>
              </a:rPr>
              <a:t>est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là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ou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465469"/>
                </a:solidFill>
                <a:latin typeface="Arial"/>
                <a:cs typeface="Arial"/>
              </a:rPr>
              <a:t>pas.</a:t>
            </a:r>
            <a:endParaRPr sz="13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16825" y="3616875"/>
            <a:ext cx="3133725" cy="6032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550" b="1" spc="-114" dirty="0">
                <a:solidFill>
                  <a:srgbClr val="334054"/>
                </a:solidFill>
                <a:latin typeface="Arial"/>
                <a:cs typeface="Arial"/>
              </a:rPr>
              <a:t>L'Annuaire</a:t>
            </a:r>
            <a:r>
              <a:rPr sz="1550" b="1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334054"/>
                </a:solidFill>
                <a:latin typeface="Arial"/>
                <a:cs typeface="Arial"/>
              </a:rPr>
              <a:t>(Map)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350" spc="-65" dirty="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clé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(Nom)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donne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valeur 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(Numéro).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181474" y="6153149"/>
            <a:ext cx="1143000" cy="371475"/>
            <a:chOff x="4181474" y="6153149"/>
            <a:chExt cx="1143000" cy="371475"/>
          </a:xfrm>
        </p:grpSpPr>
        <p:sp>
          <p:nvSpPr>
            <p:cNvPr id="49" name="object 49"/>
            <p:cNvSpPr/>
            <p:nvPr/>
          </p:nvSpPr>
          <p:spPr>
            <a:xfrm>
              <a:off x="4186237" y="6157912"/>
              <a:ext cx="1133475" cy="361950"/>
            </a:xfrm>
            <a:custGeom>
              <a:avLst/>
              <a:gdLst/>
              <a:ahLst/>
              <a:cxnLst/>
              <a:rect l="l" t="t" r="r" b="b"/>
              <a:pathLst>
                <a:path w="1133475" h="361950">
                  <a:moveTo>
                    <a:pt x="952499" y="361949"/>
                  </a:moveTo>
                  <a:lnTo>
                    <a:pt x="180974" y="361949"/>
                  </a:lnTo>
                  <a:lnTo>
                    <a:pt x="172083" y="361732"/>
                  </a:lnTo>
                  <a:lnTo>
                    <a:pt x="128439" y="354158"/>
                  </a:lnTo>
                  <a:lnTo>
                    <a:pt x="87943" y="336208"/>
                  </a:lnTo>
                  <a:lnTo>
                    <a:pt x="53006" y="308943"/>
                  </a:lnTo>
                  <a:lnTo>
                    <a:pt x="25740" y="274005"/>
                  </a:lnTo>
                  <a:lnTo>
                    <a:pt x="7790" y="233509"/>
                  </a:lnTo>
                  <a:lnTo>
                    <a:pt x="217" y="189865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90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39" y="7790"/>
                  </a:lnTo>
                  <a:lnTo>
                    <a:pt x="172083" y="217"/>
                  </a:lnTo>
                  <a:lnTo>
                    <a:pt x="180974" y="0"/>
                  </a:lnTo>
                  <a:lnTo>
                    <a:pt x="952499" y="0"/>
                  </a:lnTo>
                  <a:lnTo>
                    <a:pt x="996483" y="5424"/>
                  </a:lnTo>
                  <a:lnTo>
                    <a:pt x="1037811" y="21366"/>
                  </a:lnTo>
                  <a:lnTo>
                    <a:pt x="1074027" y="46872"/>
                  </a:lnTo>
                  <a:lnTo>
                    <a:pt x="1102974" y="80429"/>
                  </a:lnTo>
                  <a:lnTo>
                    <a:pt x="1122900" y="120015"/>
                  </a:lnTo>
                  <a:lnTo>
                    <a:pt x="1132605" y="163235"/>
                  </a:lnTo>
                  <a:lnTo>
                    <a:pt x="1133474" y="180974"/>
                  </a:lnTo>
                  <a:lnTo>
                    <a:pt x="1133257" y="189865"/>
                  </a:lnTo>
                  <a:lnTo>
                    <a:pt x="1125684" y="233509"/>
                  </a:lnTo>
                  <a:lnTo>
                    <a:pt x="1107732" y="274005"/>
                  </a:lnTo>
                  <a:lnTo>
                    <a:pt x="1080468" y="308943"/>
                  </a:lnTo>
                  <a:lnTo>
                    <a:pt x="1045529" y="336208"/>
                  </a:lnTo>
                  <a:lnTo>
                    <a:pt x="1005034" y="354158"/>
                  </a:lnTo>
                  <a:lnTo>
                    <a:pt x="961390" y="361732"/>
                  </a:lnTo>
                  <a:lnTo>
                    <a:pt x="952499" y="3619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186237" y="6157912"/>
              <a:ext cx="1133475" cy="361950"/>
            </a:xfrm>
            <a:custGeom>
              <a:avLst/>
              <a:gdLst/>
              <a:ahLst/>
              <a:cxnLst/>
              <a:rect l="l" t="t" r="r" b="b"/>
              <a:pathLst>
                <a:path w="1133475" h="361950">
                  <a:moveTo>
                    <a:pt x="0" y="180974"/>
                  </a:moveTo>
                  <a:lnTo>
                    <a:pt x="5424" y="136990"/>
                  </a:lnTo>
                  <a:lnTo>
                    <a:pt x="21366" y="95661"/>
                  </a:lnTo>
                  <a:lnTo>
                    <a:pt x="46872" y="59446"/>
                  </a:lnTo>
                  <a:lnTo>
                    <a:pt x="80430" y="30498"/>
                  </a:lnTo>
                  <a:lnTo>
                    <a:pt x="120015" y="10573"/>
                  </a:lnTo>
                  <a:lnTo>
                    <a:pt x="163235" y="869"/>
                  </a:lnTo>
                  <a:lnTo>
                    <a:pt x="180974" y="0"/>
                  </a:lnTo>
                  <a:lnTo>
                    <a:pt x="952499" y="0"/>
                  </a:lnTo>
                  <a:lnTo>
                    <a:pt x="996483" y="5424"/>
                  </a:lnTo>
                  <a:lnTo>
                    <a:pt x="1037811" y="21366"/>
                  </a:lnTo>
                  <a:lnTo>
                    <a:pt x="1074027" y="46872"/>
                  </a:lnTo>
                  <a:lnTo>
                    <a:pt x="1102974" y="80429"/>
                  </a:lnTo>
                  <a:lnTo>
                    <a:pt x="1122900" y="120015"/>
                  </a:lnTo>
                  <a:lnTo>
                    <a:pt x="1132605" y="163235"/>
                  </a:lnTo>
                  <a:lnTo>
                    <a:pt x="1133474" y="180974"/>
                  </a:lnTo>
                  <a:lnTo>
                    <a:pt x="1133257" y="189865"/>
                  </a:lnTo>
                  <a:lnTo>
                    <a:pt x="1125684" y="233509"/>
                  </a:lnTo>
                  <a:lnTo>
                    <a:pt x="1107732" y="274005"/>
                  </a:lnTo>
                  <a:lnTo>
                    <a:pt x="1080468" y="308943"/>
                  </a:lnTo>
                  <a:lnTo>
                    <a:pt x="1045529" y="336208"/>
                  </a:lnTo>
                  <a:lnTo>
                    <a:pt x="1005034" y="354158"/>
                  </a:lnTo>
                  <a:lnTo>
                    <a:pt x="961390" y="361732"/>
                  </a:lnTo>
                  <a:lnTo>
                    <a:pt x="952499" y="361949"/>
                  </a:lnTo>
                  <a:lnTo>
                    <a:pt x="180974" y="361949"/>
                  </a:lnTo>
                  <a:lnTo>
                    <a:pt x="136990" y="356524"/>
                  </a:lnTo>
                  <a:lnTo>
                    <a:pt x="95662" y="340582"/>
                  </a:lnTo>
                  <a:lnTo>
                    <a:pt x="59446" y="315076"/>
                  </a:lnTo>
                  <a:lnTo>
                    <a:pt x="30499" y="281518"/>
                  </a:lnTo>
                  <a:lnTo>
                    <a:pt x="10573" y="241933"/>
                  </a:lnTo>
                  <a:lnTo>
                    <a:pt x="868" y="198713"/>
                  </a:lnTo>
                  <a:lnTo>
                    <a:pt x="0" y="180974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7269" y="6273799"/>
              <a:ext cx="133350" cy="136525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544119" y="6224388"/>
            <a:ext cx="63309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b="1" spc="-60" dirty="0">
                <a:solidFill>
                  <a:srgbClr val="465469"/>
                </a:solidFill>
                <a:latin typeface="Arial"/>
                <a:cs typeface="Arial"/>
              </a:rPr>
              <a:t>Efficacité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514974" y="6153149"/>
            <a:ext cx="1085850" cy="371475"/>
            <a:chOff x="5514974" y="6153149"/>
            <a:chExt cx="1085850" cy="371475"/>
          </a:xfrm>
        </p:grpSpPr>
        <p:sp>
          <p:nvSpPr>
            <p:cNvPr id="54" name="object 54"/>
            <p:cNvSpPr/>
            <p:nvPr/>
          </p:nvSpPr>
          <p:spPr>
            <a:xfrm>
              <a:off x="5519737" y="6157912"/>
              <a:ext cx="1076325" cy="361950"/>
            </a:xfrm>
            <a:custGeom>
              <a:avLst/>
              <a:gdLst/>
              <a:ahLst/>
              <a:cxnLst/>
              <a:rect l="l" t="t" r="r" b="b"/>
              <a:pathLst>
                <a:path w="1076325" h="361950">
                  <a:moveTo>
                    <a:pt x="895349" y="361949"/>
                  </a:moveTo>
                  <a:lnTo>
                    <a:pt x="180974" y="361949"/>
                  </a:lnTo>
                  <a:lnTo>
                    <a:pt x="172083" y="361732"/>
                  </a:lnTo>
                  <a:lnTo>
                    <a:pt x="128439" y="354158"/>
                  </a:lnTo>
                  <a:lnTo>
                    <a:pt x="87943" y="336208"/>
                  </a:lnTo>
                  <a:lnTo>
                    <a:pt x="53006" y="308943"/>
                  </a:lnTo>
                  <a:lnTo>
                    <a:pt x="25740" y="274005"/>
                  </a:lnTo>
                  <a:lnTo>
                    <a:pt x="7790" y="233509"/>
                  </a:lnTo>
                  <a:lnTo>
                    <a:pt x="217" y="189865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90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39" y="7790"/>
                  </a:lnTo>
                  <a:lnTo>
                    <a:pt x="172083" y="217"/>
                  </a:lnTo>
                  <a:lnTo>
                    <a:pt x="180974" y="0"/>
                  </a:lnTo>
                  <a:lnTo>
                    <a:pt x="895349" y="0"/>
                  </a:lnTo>
                  <a:lnTo>
                    <a:pt x="939332" y="5424"/>
                  </a:lnTo>
                  <a:lnTo>
                    <a:pt x="980660" y="21366"/>
                  </a:lnTo>
                  <a:lnTo>
                    <a:pt x="1016877" y="46872"/>
                  </a:lnTo>
                  <a:lnTo>
                    <a:pt x="1045823" y="80429"/>
                  </a:lnTo>
                  <a:lnTo>
                    <a:pt x="1065749" y="120015"/>
                  </a:lnTo>
                  <a:lnTo>
                    <a:pt x="1075455" y="163235"/>
                  </a:lnTo>
                  <a:lnTo>
                    <a:pt x="1076324" y="180974"/>
                  </a:lnTo>
                  <a:lnTo>
                    <a:pt x="1076107" y="189865"/>
                  </a:lnTo>
                  <a:lnTo>
                    <a:pt x="1068533" y="233509"/>
                  </a:lnTo>
                  <a:lnTo>
                    <a:pt x="1050582" y="274005"/>
                  </a:lnTo>
                  <a:lnTo>
                    <a:pt x="1023317" y="308943"/>
                  </a:lnTo>
                  <a:lnTo>
                    <a:pt x="988380" y="336208"/>
                  </a:lnTo>
                  <a:lnTo>
                    <a:pt x="947883" y="354158"/>
                  </a:lnTo>
                  <a:lnTo>
                    <a:pt x="904240" y="361732"/>
                  </a:lnTo>
                  <a:lnTo>
                    <a:pt x="895349" y="3619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519737" y="6157912"/>
              <a:ext cx="1076325" cy="361950"/>
            </a:xfrm>
            <a:custGeom>
              <a:avLst/>
              <a:gdLst/>
              <a:ahLst/>
              <a:cxnLst/>
              <a:rect l="l" t="t" r="r" b="b"/>
              <a:pathLst>
                <a:path w="1076325" h="361950">
                  <a:moveTo>
                    <a:pt x="0" y="180974"/>
                  </a:moveTo>
                  <a:lnTo>
                    <a:pt x="5424" y="136990"/>
                  </a:lnTo>
                  <a:lnTo>
                    <a:pt x="21366" y="95661"/>
                  </a:lnTo>
                  <a:lnTo>
                    <a:pt x="46873" y="59446"/>
                  </a:lnTo>
                  <a:lnTo>
                    <a:pt x="80429" y="30498"/>
                  </a:lnTo>
                  <a:lnTo>
                    <a:pt x="120015" y="10573"/>
                  </a:lnTo>
                  <a:lnTo>
                    <a:pt x="163235" y="869"/>
                  </a:lnTo>
                  <a:lnTo>
                    <a:pt x="180974" y="0"/>
                  </a:lnTo>
                  <a:lnTo>
                    <a:pt x="895349" y="0"/>
                  </a:lnTo>
                  <a:lnTo>
                    <a:pt x="939332" y="5424"/>
                  </a:lnTo>
                  <a:lnTo>
                    <a:pt x="980660" y="21366"/>
                  </a:lnTo>
                  <a:lnTo>
                    <a:pt x="1016877" y="46872"/>
                  </a:lnTo>
                  <a:lnTo>
                    <a:pt x="1045823" y="80429"/>
                  </a:lnTo>
                  <a:lnTo>
                    <a:pt x="1065749" y="120015"/>
                  </a:lnTo>
                  <a:lnTo>
                    <a:pt x="1075455" y="163235"/>
                  </a:lnTo>
                  <a:lnTo>
                    <a:pt x="1076324" y="180974"/>
                  </a:lnTo>
                  <a:lnTo>
                    <a:pt x="1076107" y="189865"/>
                  </a:lnTo>
                  <a:lnTo>
                    <a:pt x="1068533" y="233509"/>
                  </a:lnTo>
                  <a:lnTo>
                    <a:pt x="1050582" y="274005"/>
                  </a:lnTo>
                  <a:lnTo>
                    <a:pt x="1023317" y="308943"/>
                  </a:lnTo>
                  <a:lnTo>
                    <a:pt x="988380" y="336208"/>
                  </a:lnTo>
                  <a:lnTo>
                    <a:pt x="947883" y="354158"/>
                  </a:lnTo>
                  <a:lnTo>
                    <a:pt x="904240" y="361732"/>
                  </a:lnTo>
                  <a:lnTo>
                    <a:pt x="895349" y="361949"/>
                  </a:lnTo>
                  <a:lnTo>
                    <a:pt x="180974" y="361949"/>
                  </a:lnTo>
                  <a:lnTo>
                    <a:pt x="136990" y="356524"/>
                  </a:lnTo>
                  <a:lnTo>
                    <a:pt x="95662" y="340582"/>
                  </a:lnTo>
                  <a:lnTo>
                    <a:pt x="59446" y="315076"/>
                  </a:lnTo>
                  <a:lnTo>
                    <a:pt x="30499" y="281518"/>
                  </a:lnTo>
                  <a:lnTo>
                    <a:pt x="10573" y="241933"/>
                  </a:lnTo>
                  <a:lnTo>
                    <a:pt x="868" y="198713"/>
                  </a:lnTo>
                  <a:lnTo>
                    <a:pt x="0" y="180974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5361" y="6280149"/>
              <a:ext cx="155575" cy="120650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5892055" y="6224388"/>
            <a:ext cx="55689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b="1" spc="-70" dirty="0">
                <a:solidFill>
                  <a:srgbClr val="465469"/>
                </a:solidFill>
                <a:latin typeface="Arial"/>
                <a:cs typeface="Arial"/>
              </a:rPr>
              <a:t>Lisibilité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791324" y="6153149"/>
            <a:ext cx="1219200" cy="371475"/>
            <a:chOff x="6791324" y="6153149"/>
            <a:chExt cx="1219200" cy="371475"/>
          </a:xfrm>
        </p:grpSpPr>
        <p:sp>
          <p:nvSpPr>
            <p:cNvPr id="59" name="object 59"/>
            <p:cNvSpPr/>
            <p:nvPr/>
          </p:nvSpPr>
          <p:spPr>
            <a:xfrm>
              <a:off x="6796086" y="6157912"/>
              <a:ext cx="1209675" cy="361950"/>
            </a:xfrm>
            <a:custGeom>
              <a:avLst/>
              <a:gdLst/>
              <a:ahLst/>
              <a:cxnLst/>
              <a:rect l="l" t="t" r="r" b="b"/>
              <a:pathLst>
                <a:path w="1209675" h="361950">
                  <a:moveTo>
                    <a:pt x="1028699" y="361949"/>
                  </a:moveTo>
                  <a:lnTo>
                    <a:pt x="180974" y="361949"/>
                  </a:lnTo>
                  <a:lnTo>
                    <a:pt x="172084" y="361732"/>
                  </a:lnTo>
                  <a:lnTo>
                    <a:pt x="128439" y="354158"/>
                  </a:lnTo>
                  <a:lnTo>
                    <a:pt x="87943" y="336208"/>
                  </a:lnTo>
                  <a:lnTo>
                    <a:pt x="53006" y="308943"/>
                  </a:lnTo>
                  <a:lnTo>
                    <a:pt x="25740" y="274005"/>
                  </a:lnTo>
                  <a:lnTo>
                    <a:pt x="7789" y="233509"/>
                  </a:lnTo>
                  <a:lnTo>
                    <a:pt x="217" y="189865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89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39" y="7790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028699" y="0"/>
                  </a:lnTo>
                  <a:lnTo>
                    <a:pt x="1072683" y="5424"/>
                  </a:lnTo>
                  <a:lnTo>
                    <a:pt x="1114011" y="21366"/>
                  </a:lnTo>
                  <a:lnTo>
                    <a:pt x="1150227" y="46872"/>
                  </a:lnTo>
                  <a:lnTo>
                    <a:pt x="1179174" y="80429"/>
                  </a:lnTo>
                  <a:lnTo>
                    <a:pt x="1199099" y="120015"/>
                  </a:lnTo>
                  <a:lnTo>
                    <a:pt x="1208804" y="163235"/>
                  </a:lnTo>
                  <a:lnTo>
                    <a:pt x="1209674" y="180974"/>
                  </a:lnTo>
                  <a:lnTo>
                    <a:pt x="1209457" y="189865"/>
                  </a:lnTo>
                  <a:lnTo>
                    <a:pt x="1201883" y="233509"/>
                  </a:lnTo>
                  <a:lnTo>
                    <a:pt x="1183933" y="274005"/>
                  </a:lnTo>
                  <a:lnTo>
                    <a:pt x="1156668" y="308943"/>
                  </a:lnTo>
                  <a:lnTo>
                    <a:pt x="1121730" y="336208"/>
                  </a:lnTo>
                  <a:lnTo>
                    <a:pt x="1081234" y="354158"/>
                  </a:lnTo>
                  <a:lnTo>
                    <a:pt x="1037590" y="361732"/>
                  </a:lnTo>
                  <a:lnTo>
                    <a:pt x="1028699" y="3619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796086" y="6157912"/>
              <a:ext cx="1209675" cy="361950"/>
            </a:xfrm>
            <a:custGeom>
              <a:avLst/>
              <a:gdLst/>
              <a:ahLst/>
              <a:cxnLst/>
              <a:rect l="l" t="t" r="r" b="b"/>
              <a:pathLst>
                <a:path w="1209675" h="361950">
                  <a:moveTo>
                    <a:pt x="0" y="180974"/>
                  </a:moveTo>
                  <a:lnTo>
                    <a:pt x="5424" y="136990"/>
                  </a:lnTo>
                  <a:lnTo>
                    <a:pt x="21366" y="95661"/>
                  </a:lnTo>
                  <a:lnTo>
                    <a:pt x="46872" y="59446"/>
                  </a:lnTo>
                  <a:lnTo>
                    <a:pt x="80430" y="30498"/>
                  </a:lnTo>
                  <a:lnTo>
                    <a:pt x="120015" y="10573"/>
                  </a:lnTo>
                  <a:lnTo>
                    <a:pt x="163236" y="869"/>
                  </a:lnTo>
                  <a:lnTo>
                    <a:pt x="180974" y="0"/>
                  </a:lnTo>
                  <a:lnTo>
                    <a:pt x="1028699" y="0"/>
                  </a:lnTo>
                  <a:lnTo>
                    <a:pt x="1072683" y="5424"/>
                  </a:lnTo>
                  <a:lnTo>
                    <a:pt x="1114011" y="21366"/>
                  </a:lnTo>
                  <a:lnTo>
                    <a:pt x="1150227" y="46872"/>
                  </a:lnTo>
                  <a:lnTo>
                    <a:pt x="1179174" y="80429"/>
                  </a:lnTo>
                  <a:lnTo>
                    <a:pt x="1199099" y="120015"/>
                  </a:lnTo>
                  <a:lnTo>
                    <a:pt x="1208804" y="163235"/>
                  </a:lnTo>
                  <a:lnTo>
                    <a:pt x="1209674" y="180974"/>
                  </a:lnTo>
                  <a:lnTo>
                    <a:pt x="1209457" y="189865"/>
                  </a:lnTo>
                  <a:lnTo>
                    <a:pt x="1201883" y="233509"/>
                  </a:lnTo>
                  <a:lnTo>
                    <a:pt x="1183933" y="274005"/>
                  </a:lnTo>
                  <a:lnTo>
                    <a:pt x="1156668" y="308943"/>
                  </a:lnTo>
                  <a:lnTo>
                    <a:pt x="1121730" y="336208"/>
                  </a:lnTo>
                  <a:lnTo>
                    <a:pt x="1081234" y="354158"/>
                  </a:lnTo>
                  <a:lnTo>
                    <a:pt x="1037590" y="361732"/>
                  </a:lnTo>
                  <a:lnTo>
                    <a:pt x="1028699" y="361949"/>
                  </a:lnTo>
                  <a:lnTo>
                    <a:pt x="180974" y="361949"/>
                  </a:lnTo>
                  <a:lnTo>
                    <a:pt x="136990" y="356524"/>
                  </a:lnTo>
                  <a:lnTo>
                    <a:pt x="95662" y="340582"/>
                  </a:lnTo>
                  <a:lnTo>
                    <a:pt x="59446" y="315076"/>
                  </a:lnTo>
                  <a:lnTo>
                    <a:pt x="30499" y="281518"/>
                  </a:lnTo>
                  <a:lnTo>
                    <a:pt x="10573" y="241933"/>
                  </a:lnTo>
                  <a:lnTo>
                    <a:pt x="869" y="198713"/>
                  </a:lnTo>
                  <a:lnTo>
                    <a:pt x="0" y="180974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50124" y="6273799"/>
              <a:ext cx="133350" cy="136525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7146974" y="6224388"/>
            <a:ext cx="71056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b="1" spc="-70" dirty="0">
                <a:solidFill>
                  <a:srgbClr val="465469"/>
                </a:solidFill>
                <a:latin typeface="Arial"/>
                <a:cs typeface="Arial"/>
              </a:rPr>
              <a:t>Correction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64" name="object 64"/>
            <p:cNvSpPr/>
            <p:nvPr/>
          </p:nvSpPr>
          <p:spPr>
            <a:xfrm>
              <a:off x="647699" y="6800849"/>
              <a:ext cx="11544300" cy="57150"/>
            </a:xfrm>
            <a:custGeom>
              <a:avLst/>
              <a:gdLst/>
              <a:ahLst/>
              <a:cxnLst/>
              <a:rect l="l" t="t" r="r" b="b"/>
              <a:pathLst>
                <a:path w="11544300" h="57150">
                  <a:moveTo>
                    <a:pt x="0" y="57149"/>
                  </a:moveTo>
                  <a:lnTo>
                    <a:pt x="11544299" y="57149"/>
                  </a:lnTo>
                  <a:lnTo>
                    <a:pt x="115442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0" y="6800849"/>
              <a:ext cx="647700" cy="57150"/>
            </a:xfrm>
            <a:custGeom>
              <a:avLst/>
              <a:gdLst/>
              <a:ahLst/>
              <a:cxnLst/>
              <a:rect l="l" t="t" r="r" b="b"/>
              <a:pathLst>
                <a:path w="647700" h="57150">
                  <a:moveTo>
                    <a:pt x="6476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647699" y="0"/>
                  </a:lnTo>
                  <a:lnTo>
                    <a:pt x="64769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11672291" y="6551215"/>
            <a:ext cx="294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3</a:t>
            </a:fld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7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30" dirty="0"/>
              <a:t>Vue</a:t>
            </a:r>
            <a:r>
              <a:rPr sz="2750" spc="-175" dirty="0"/>
              <a:t> </a:t>
            </a:r>
            <a:r>
              <a:rPr sz="2750" spc="-140" dirty="0"/>
              <a:t>d'ensemble</a:t>
            </a:r>
            <a:r>
              <a:rPr sz="2750" spc="-175" dirty="0"/>
              <a:t> </a:t>
            </a:r>
            <a:r>
              <a:rPr sz="2750" spc="-125" dirty="0"/>
              <a:t>:</a:t>
            </a:r>
            <a:r>
              <a:rPr sz="2750" spc="-170" dirty="0"/>
              <a:t> </a:t>
            </a:r>
            <a:r>
              <a:rPr sz="2750" spc="-55" dirty="0"/>
              <a:t>5</a:t>
            </a:r>
            <a:r>
              <a:rPr sz="2750" spc="-175" dirty="0"/>
              <a:t> </a:t>
            </a:r>
            <a:r>
              <a:rPr sz="2750" spc="-114" dirty="0"/>
              <a:t>structures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307848" y="1164336"/>
            <a:ext cx="11576685" cy="4234180"/>
            <a:chOff x="307848" y="1164336"/>
            <a:chExt cx="11576685" cy="4234180"/>
          </a:xfrm>
        </p:grpSpPr>
        <p:sp>
          <p:nvSpPr>
            <p:cNvPr id="4" name="object 4"/>
            <p:cNvSpPr/>
            <p:nvPr/>
          </p:nvSpPr>
          <p:spPr>
            <a:xfrm>
              <a:off x="335280" y="1173480"/>
              <a:ext cx="11521440" cy="4175760"/>
            </a:xfrm>
            <a:custGeom>
              <a:avLst/>
              <a:gdLst/>
              <a:ahLst/>
              <a:cxnLst/>
              <a:rect l="l" t="t" r="r" b="b"/>
              <a:pathLst>
                <a:path w="11521440" h="4175760">
                  <a:moveTo>
                    <a:pt x="11521440" y="4175760"/>
                  </a:moveTo>
                  <a:lnTo>
                    <a:pt x="0" y="4175760"/>
                  </a:lnTo>
                  <a:lnTo>
                    <a:pt x="0" y="0"/>
                  </a:lnTo>
                  <a:lnTo>
                    <a:pt x="11521440" y="0"/>
                  </a:lnTo>
                  <a:lnTo>
                    <a:pt x="11521440" y="26669"/>
                  </a:lnTo>
                  <a:lnTo>
                    <a:pt x="160019" y="26669"/>
                  </a:lnTo>
                  <a:lnTo>
                    <a:pt x="148760" y="27213"/>
                  </a:lnTo>
                  <a:lnTo>
                    <a:pt x="106084" y="40181"/>
                  </a:lnTo>
                  <a:lnTo>
                    <a:pt x="71620" y="68493"/>
                  </a:lnTo>
                  <a:lnTo>
                    <a:pt x="50613" y="107839"/>
                  </a:lnTo>
                  <a:lnTo>
                    <a:pt x="45719" y="140969"/>
                  </a:lnTo>
                  <a:lnTo>
                    <a:pt x="45719" y="3998594"/>
                  </a:lnTo>
                  <a:lnTo>
                    <a:pt x="54420" y="4042335"/>
                  </a:lnTo>
                  <a:lnTo>
                    <a:pt x="79197" y="4079416"/>
                  </a:lnTo>
                  <a:lnTo>
                    <a:pt x="116280" y="4104193"/>
                  </a:lnTo>
                  <a:lnTo>
                    <a:pt x="160019" y="4112894"/>
                  </a:lnTo>
                  <a:lnTo>
                    <a:pt x="11521440" y="4112894"/>
                  </a:lnTo>
                  <a:lnTo>
                    <a:pt x="11521440" y="4175760"/>
                  </a:lnTo>
                  <a:close/>
                </a:path>
                <a:path w="11521440" h="4175760">
                  <a:moveTo>
                    <a:pt x="11521440" y="4112894"/>
                  </a:moveTo>
                  <a:lnTo>
                    <a:pt x="11361419" y="4112894"/>
                  </a:lnTo>
                  <a:lnTo>
                    <a:pt x="11372678" y="4112350"/>
                  </a:lnTo>
                  <a:lnTo>
                    <a:pt x="11383721" y="4110719"/>
                  </a:lnTo>
                  <a:lnTo>
                    <a:pt x="11424932" y="4093648"/>
                  </a:lnTo>
                  <a:lnTo>
                    <a:pt x="11456473" y="4062107"/>
                  </a:lnTo>
                  <a:lnTo>
                    <a:pt x="11473543" y="4020897"/>
                  </a:lnTo>
                  <a:lnTo>
                    <a:pt x="11475719" y="3998594"/>
                  </a:lnTo>
                  <a:lnTo>
                    <a:pt x="11475719" y="140969"/>
                  </a:lnTo>
                  <a:lnTo>
                    <a:pt x="11467018" y="97228"/>
                  </a:lnTo>
                  <a:lnTo>
                    <a:pt x="11442241" y="60147"/>
                  </a:lnTo>
                  <a:lnTo>
                    <a:pt x="11405159" y="35370"/>
                  </a:lnTo>
                  <a:lnTo>
                    <a:pt x="11361419" y="26669"/>
                  </a:lnTo>
                  <a:lnTo>
                    <a:pt x="11521440" y="26669"/>
                  </a:lnTo>
                  <a:lnTo>
                    <a:pt x="11521440" y="411289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7848" y="1164336"/>
              <a:ext cx="11576685" cy="4234180"/>
            </a:xfrm>
            <a:custGeom>
              <a:avLst/>
              <a:gdLst/>
              <a:ahLst/>
              <a:cxnLst/>
              <a:rect l="l" t="t" r="r" b="b"/>
              <a:pathLst>
                <a:path w="11576685" h="4234180">
                  <a:moveTo>
                    <a:pt x="11576304" y="4233672"/>
                  </a:moveTo>
                  <a:lnTo>
                    <a:pt x="0" y="4233672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35813"/>
                  </a:lnTo>
                  <a:lnTo>
                    <a:pt x="187451" y="35813"/>
                  </a:lnTo>
                  <a:lnTo>
                    <a:pt x="176192" y="36357"/>
                  </a:lnTo>
                  <a:lnTo>
                    <a:pt x="133516" y="49325"/>
                  </a:lnTo>
                  <a:lnTo>
                    <a:pt x="99052" y="77637"/>
                  </a:lnTo>
                  <a:lnTo>
                    <a:pt x="78045" y="116983"/>
                  </a:lnTo>
                  <a:lnTo>
                    <a:pt x="73151" y="150113"/>
                  </a:lnTo>
                  <a:lnTo>
                    <a:pt x="73151" y="4007738"/>
                  </a:lnTo>
                  <a:lnTo>
                    <a:pt x="81852" y="4051479"/>
                  </a:lnTo>
                  <a:lnTo>
                    <a:pt x="106629" y="4088560"/>
                  </a:lnTo>
                  <a:lnTo>
                    <a:pt x="143712" y="4113337"/>
                  </a:lnTo>
                  <a:lnTo>
                    <a:pt x="187451" y="4122038"/>
                  </a:lnTo>
                  <a:lnTo>
                    <a:pt x="11576304" y="4122038"/>
                  </a:lnTo>
                  <a:lnTo>
                    <a:pt x="11576304" y="4233672"/>
                  </a:lnTo>
                  <a:close/>
                </a:path>
                <a:path w="11576685" h="4234180">
                  <a:moveTo>
                    <a:pt x="11576304" y="4122038"/>
                  </a:moveTo>
                  <a:lnTo>
                    <a:pt x="11388851" y="4122038"/>
                  </a:lnTo>
                  <a:lnTo>
                    <a:pt x="11400110" y="4121494"/>
                  </a:lnTo>
                  <a:lnTo>
                    <a:pt x="11411153" y="4119863"/>
                  </a:lnTo>
                  <a:lnTo>
                    <a:pt x="11452364" y="4102792"/>
                  </a:lnTo>
                  <a:lnTo>
                    <a:pt x="11483905" y="4071251"/>
                  </a:lnTo>
                  <a:lnTo>
                    <a:pt x="11500975" y="4030041"/>
                  </a:lnTo>
                  <a:lnTo>
                    <a:pt x="11503151" y="4007738"/>
                  </a:lnTo>
                  <a:lnTo>
                    <a:pt x="11503151" y="150113"/>
                  </a:lnTo>
                  <a:lnTo>
                    <a:pt x="11494450" y="106372"/>
                  </a:lnTo>
                  <a:lnTo>
                    <a:pt x="11469673" y="69291"/>
                  </a:lnTo>
                  <a:lnTo>
                    <a:pt x="11432591" y="44514"/>
                  </a:lnTo>
                  <a:lnTo>
                    <a:pt x="11388851" y="35813"/>
                  </a:lnTo>
                  <a:lnTo>
                    <a:pt x="11576304" y="35813"/>
                  </a:lnTo>
                  <a:lnTo>
                    <a:pt x="11576304" y="412203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1204912"/>
              <a:ext cx="11420475" cy="4076700"/>
            </a:xfrm>
            <a:custGeom>
              <a:avLst/>
              <a:gdLst/>
              <a:ahLst/>
              <a:cxnLst/>
              <a:rect l="l" t="t" r="r" b="b"/>
              <a:pathLst>
                <a:path w="11420475" h="4076700">
                  <a:moveTo>
                    <a:pt x="0" y="39671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1310936" y="0"/>
                  </a:lnTo>
                  <a:lnTo>
                    <a:pt x="11318127" y="0"/>
                  </a:lnTo>
                  <a:lnTo>
                    <a:pt x="11325250" y="701"/>
                  </a:lnTo>
                  <a:lnTo>
                    <a:pt x="11332305" y="2104"/>
                  </a:lnTo>
                  <a:lnTo>
                    <a:pt x="11339359" y="3507"/>
                  </a:lnTo>
                  <a:lnTo>
                    <a:pt x="11377772" y="22456"/>
                  </a:lnTo>
                  <a:lnTo>
                    <a:pt x="11406008" y="54661"/>
                  </a:lnTo>
                  <a:lnTo>
                    <a:pt x="11412135" y="67619"/>
                  </a:lnTo>
                  <a:lnTo>
                    <a:pt x="11414887" y="74264"/>
                  </a:lnTo>
                  <a:lnTo>
                    <a:pt x="11420474" y="109537"/>
                  </a:lnTo>
                  <a:lnTo>
                    <a:pt x="11420474" y="3967162"/>
                  </a:lnTo>
                  <a:lnTo>
                    <a:pt x="11420472" y="3974354"/>
                  </a:lnTo>
                  <a:lnTo>
                    <a:pt x="11419771" y="3981477"/>
                  </a:lnTo>
                  <a:lnTo>
                    <a:pt x="11418368" y="3988531"/>
                  </a:lnTo>
                  <a:lnTo>
                    <a:pt x="11416964" y="3995585"/>
                  </a:lnTo>
                  <a:lnTo>
                    <a:pt x="11402012" y="4028017"/>
                  </a:lnTo>
                  <a:lnTo>
                    <a:pt x="11398016" y="4033997"/>
                  </a:lnTo>
                  <a:lnTo>
                    <a:pt x="11365811" y="4062234"/>
                  </a:lnTo>
                  <a:lnTo>
                    <a:pt x="11352853" y="4068360"/>
                  </a:lnTo>
                  <a:lnTo>
                    <a:pt x="11346208" y="4071113"/>
                  </a:lnTo>
                  <a:lnTo>
                    <a:pt x="11339359" y="4073191"/>
                  </a:lnTo>
                  <a:lnTo>
                    <a:pt x="11332305" y="4074594"/>
                  </a:lnTo>
                  <a:lnTo>
                    <a:pt x="11325250" y="4075997"/>
                  </a:lnTo>
                  <a:lnTo>
                    <a:pt x="11318127" y="4076699"/>
                  </a:lnTo>
                  <a:lnTo>
                    <a:pt x="11310936" y="4076699"/>
                  </a:lnTo>
                  <a:lnTo>
                    <a:pt x="109537" y="4076699"/>
                  </a:lnTo>
                  <a:lnTo>
                    <a:pt x="102345" y="4076699"/>
                  </a:lnTo>
                  <a:lnTo>
                    <a:pt x="95221" y="4075997"/>
                  </a:lnTo>
                  <a:lnTo>
                    <a:pt x="88167" y="4074594"/>
                  </a:lnTo>
                  <a:lnTo>
                    <a:pt x="81113" y="4073191"/>
                  </a:lnTo>
                  <a:lnTo>
                    <a:pt x="74264" y="4071113"/>
                  </a:lnTo>
                  <a:lnTo>
                    <a:pt x="67619" y="4068360"/>
                  </a:lnTo>
                  <a:lnTo>
                    <a:pt x="60974" y="4065607"/>
                  </a:lnTo>
                  <a:lnTo>
                    <a:pt x="32082" y="4044616"/>
                  </a:lnTo>
                  <a:lnTo>
                    <a:pt x="26997" y="4039531"/>
                  </a:lnTo>
                  <a:lnTo>
                    <a:pt x="5585" y="4002435"/>
                  </a:lnTo>
                  <a:lnTo>
                    <a:pt x="0" y="3974354"/>
                  </a:lnTo>
                  <a:lnTo>
                    <a:pt x="0" y="39671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0512" y="1209674"/>
              <a:ext cx="11410950" cy="542925"/>
            </a:xfrm>
            <a:custGeom>
              <a:avLst/>
              <a:gdLst/>
              <a:ahLst/>
              <a:cxnLst/>
              <a:rect l="l" t="t" r="r" b="b"/>
              <a:pathLst>
                <a:path w="11410950" h="542925">
                  <a:moveTo>
                    <a:pt x="11410950" y="104775"/>
                  </a:moveTo>
                  <a:lnTo>
                    <a:pt x="11402974" y="64681"/>
                  </a:lnTo>
                  <a:lnTo>
                    <a:pt x="11380267" y="30695"/>
                  </a:lnTo>
                  <a:lnTo>
                    <a:pt x="11346269" y="7975"/>
                  </a:lnTo>
                  <a:lnTo>
                    <a:pt x="11306175" y="0"/>
                  </a:lnTo>
                  <a:lnTo>
                    <a:pt x="8562975" y="0"/>
                  </a:lnTo>
                  <a:lnTo>
                    <a:pt x="2857500" y="0"/>
                  </a:lnTo>
                  <a:lnTo>
                    <a:pt x="104775" y="0"/>
                  </a:lnTo>
                  <a:lnTo>
                    <a:pt x="94462" y="508"/>
                  </a:lnTo>
                  <a:lnTo>
                    <a:pt x="55346" y="12395"/>
                  </a:lnTo>
                  <a:lnTo>
                    <a:pt x="23749" y="38341"/>
                  </a:lnTo>
                  <a:lnTo>
                    <a:pt x="4495" y="74409"/>
                  </a:lnTo>
                  <a:lnTo>
                    <a:pt x="0" y="104775"/>
                  </a:lnTo>
                  <a:lnTo>
                    <a:pt x="0" y="542925"/>
                  </a:lnTo>
                  <a:lnTo>
                    <a:pt x="2857500" y="542925"/>
                  </a:lnTo>
                  <a:lnTo>
                    <a:pt x="8562975" y="542925"/>
                  </a:lnTo>
                  <a:lnTo>
                    <a:pt x="11410950" y="542925"/>
                  </a:lnTo>
                  <a:lnTo>
                    <a:pt x="11410950" y="104775"/>
                  </a:lnTo>
                  <a:close/>
                </a:path>
              </a:pathLst>
            </a:custGeom>
            <a:solidFill>
              <a:srgbClr val="1D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0512" y="2371724"/>
              <a:ext cx="11410950" cy="2076450"/>
            </a:xfrm>
            <a:custGeom>
              <a:avLst/>
              <a:gdLst/>
              <a:ahLst/>
              <a:cxnLst/>
              <a:rect l="l" t="t" r="r" b="b"/>
              <a:pathLst>
                <a:path w="11410950" h="2076450">
                  <a:moveTo>
                    <a:pt x="11410950" y="1247775"/>
                  </a:moveTo>
                  <a:lnTo>
                    <a:pt x="8562975" y="1247775"/>
                  </a:lnTo>
                  <a:lnTo>
                    <a:pt x="2857500" y="1247775"/>
                  </a:lnTo>
                  <a:lnTo>
                    <a:pt x="0" y="1247775"/>
                  </a:lnTo>
                  <a:lnTo>
                    <a:pt x="0" y="2076450"/>
                  </a:lnTo>
                  <a:lnTo>
                    <a:pt x="2857500" y="2076450"/>
                  </a:lnTo>
                  <a:lnTo>
                    <a:pt x="8562975" y="2076450"/>
                  </a:lnTo>
                  <a:lnTo>
                    <a:pt x="11410950" y="2076450"/>
                  </a:lnTo>
                  <a:lnTo>
                    <a:pt x="11410950" y="1247775"/>
                  </a:lnTo>
                  <a:close/>
                </a:path>
                <a:path w="11410950" h="2076450">
                  <a:moveTo>
                    <a:pt x="11410950" y="0"/>
                  </a:moveTo>
                  <a:lnTo>
                    <a:pt x="8562975" y="0"/>
                  </a:lnTo>
                  <a:lnTo>
                    <a:pt x="2857500" y="0"/>
                  </a:lnTo>
                  <a:lnTo>
                    <a:pt x="0" y="0"/>
                  </a:lnTo>
                  <a:lnTo>
                    <a:pt x="0" y="628650"/>
                  </a:lnTo>
                  <a:lnTo>
                    <a:pt x="2857500" y="628650"/>
                  </a:lnTo>
                  <a:lnTo>
                    <a:pt x="8562975" y="628650"/>
                  </a:lnTo>
                  <a:lnTo>
                    <a:pt x="11410950" y="628650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0512" y="2371724"/>
              <a:ext cx="11410950" cy="2085975"/>
            </a:xfrm>
            <a:custGeom>
              <a:avLst/>
              <a:gdLst/>
              <a:ahLst/>
              <a:cxnLst/>
              <a:rect l="l" t="t" r="r" b="b"/>
              <a:pathLst>
                <a:path w="11410950" h="2085975">
                  <a:moveTo>
                    <a:pt x="11410950" y="2076450"/>
                  </a:moveTo>
                  <a:lnTo>
                    <a:pt x="8562975" y="2076450"/>
                  </a:lnTo>
                  <a:lnTo>
                    <a:pt x="2857500" y="2076450"/>
                  </a:lnTo>
                  <a:lnTo>
                    <a:pt x="0" y="2076450"/>
                  </a:lnTo>
                  <a:lnTo>
                    <a:pt x="0" y="2085975"/>
                  </a:lnTo>
                  <a:lnTo>
                    <a:pt x="2857500" y="2085975"/>
                  </a:lnTo>
                  <a:lnTo>
                    <a:pt x="8562975" y="2085975"/>
                  </a:lnTo>
                  <a:lnTo>
                    <a:pt x="11410950" y="2085975"/>
                  </a:lnTo>
                  <a:lnTo>
                    <a:pt x="11410950" y="2076450"/>
                  </a:lnTo>
                  <a:close/>
                </a:path>
                <a:path w="11410950" h="2085975">
                  <a:moveTo>
                    <a:pt x="11410950" y="1247775"/>
                  </a:moveTo>
                  <a:lnTo>
                    <a:pt x="8562975" y="1247775"/>
                  </a:lnTo>
                  <a:lnTo>
                    <a:pt x="2857500" y="1247775"/>
                  </a:lnTo>
                  <a:lnTo>
                    <a:pt x="0" y="1247775"/>
                  </a:lnTo>
                  <a:lnTo>
                    <a:pt x="0" y="1257300"/>
                  </a:lnTo>
                  <a:lnTo>
                    <a:pt x="2857500" y="1257300"/>
                  </a:lnTo>
                  <a:lnTo>
                    <a:pt x="8562975" y="1257300"/>
                  </a:lnTo>
                  <a:lnTo>
                    <a:pt x="11410950" y="1257300"/>
                  </a:lnTo>
                  <a:lnTo>
                    <a:pt x="11410950" y="1247775"/>
                  </a:lnTo>
                  <a:close/>
                </a:path>
                <a:path w="11410950" h="2085975">
                  <a:moveTo>
                    <a:pt x="11410950" y="619125"/>
                  </a:moveTo>
                  <a:lnTo>
                    <a:pt x="8562975" y="619125"/>
                  </a:lnTo>
                  <a:lnTo>
                    <a:pt x="2857500" y="619125"/>
                  </a:lnTo>
                  <a:lnTo>
                    <a:pt x="0" y="619125"/>
                  </a:lnTo>
                  <a:lnTo>
                    <a:pt x="0" y="628650"/>
                  </a:lnTo>
                  <a:lnTo>
                    <a:pt x="2857500" y="628650"/>
                  </a:lnTo>
                  <a:lnTo>
                    <a:pt x="8562975" y="628650"/>
                  </a:lnTo>
                  <a:lnTo>
                    <a:pt x="11410950" y="628650"/>
                  </a:lnTo>
                  <a:lnTo>
                    <a:pt x="11410950" y="619125"/>
                  </a:lnTo>
                  <a:close/>
                </a:path>
                <a:path w="11410950" h="2085975">
                  <a:moveTo>
                    <a:pt x="11410950" y="0"/>
                  </a:moveTo>
                  <a:lnTo>
                    <a:pt x="8562975" y="0"/>
                  </a:lnTo>
                  <a:lnTo>
                    <a:pt x="28575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2857500" y="9525"/>
                  </a:lnTo>
                  <a:lnTo>
                    <a:pt x="8562975" y="9525"/>
                  </a:lnTo>
                  <a:lnTo>
                    <a:pt x="11410950" y="9525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6424" y="1361234"/>
            <a:ext cx="890269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0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59162" y="1361234"/>
            <a:ext cx="1793239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25" dirty="0">
                <a:solidFill>
                  <a:srgbClr val="FFFFFF"/>
                </a:solidFill>
                <a:latin typeface="Arial"/>
                <a:cs typeface="Arial"/>
              </a:rPr>
              <a:t>CAS</a:t>
            </a:r>
            <a:r>
              <a:rPr sz="125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1" spc="-1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200" b="1" spc="-100" dirty="0">
                <a:solidFill>
                  <a:srgbClr val="FFFFFF"/>
                </a:solidFill>
                <a:latin typeface="Arial"/>
                <a:cs typeface="Arial"/>
              </a:rPr>
              <a:t>'</a:t>
            </a:r>
            <a:r>
              <a:rPr sz="1250" b="1" spc="-100" dirty="0">
                <a:solidFill>
                  <a:srgbClr val="FFFFFF"/>
                </a:solidFill>
                <a:latin typeface="Arial"/>
                <a:cs typeface="Arial"/>
              </a:rPr>
              <a:t>USAGE</a:t>
            </a:r>
            <a:r>
              <a:rPr sz="12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1" spc="-90" dirty="0">
                <a:solidFill>
                  <a:srgbClr val="FFFFFF"/>
                </a:solidFill>
                <a:latin typeface="Arial"/>
                <a:cs typeface="Arial"/>
              </a:rPr>
              <a:t>PRINCIPAL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4637" y="1361234"/>
            <a:ext cx="109601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40" dirty="0">
                <a:solidFill>
                  <a:srgbClr val="FFFFFF"/>
                </a:solidFill>
                <a:latin typeface="Arial"/>
                <a:cs typeface="Arial"/>
              </a:rPr>
              <a:t>MOT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250" b="1" spc="-140" dirty="0">
                <a:solidFill>
                  <a:srgbClr val="FFFFFF"/>
                </a:solidFill>
                <a:latin typeface="Arial"/>
                <a:cs typeface="Arial"/>
              </a:rPr>
              <a:t>CLÉ</a:t>
            </a:r>
            <a:r>
              <a:rPr sz="125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1" spc="-95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9124" y="1904999"/>
            <a:ext cx="9286875" cy="314325"/>
            <a:chOff x="619124" y="1904999"/>
            <a:chExt cx="9286875" cy="314325"/>
          </a:xfrm>
        </p:grpSpPr>
        <p:sp>
          <p:nvSpPr>
            <p:cNvPr id="14" name="object 14"/>
            <p:cNvSpPr/>
            <p:nvPr/>
          </p:nvSpPr>
          <p:spPr>
            <a:xfrm>
              <a:off x="619124" y="1904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51402" y="304799"/>
                  </a:moveTo>
                  <a:lnTo>
                    <a:pt x="53397" y="304799"/>
                  </a:lnTo>
                  <a:lnTo>
                    <a:pt x="49681" y="304433"/>
                  </a:lnTo>
                  <a:lnTo>
                    <a:pt x="14085" y="285407"/>
                  </a:lnTo>
                  <a:lnTo>
                    <a:pt x="0" y="251402"/>
                  </a:lnTo>
                  <a:lnTo>
                    <a:pt x="0" y="24764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251402" y="0"/>
                  </a:lnTo>
                  <a:lnTo>
                    <a:pt x="290714" y="19392"/>
                  </a:lnTo>
                  <a:lnTo>
                    <a:pt x="304800" y="53397"/>
                  </a:lnTo>
                  <a:lnTo>
                    <a:pt x="304800" y="251402"/>
                  </a:lnTo>
                  <a:lnTo>
                    <a:pt x="285407" y="290714"/>
                  </a:lnTo>
                  <a:lnTo>
                    <a:pt x="255119" y="304433"/>
                  </a:lnTo>
                  <a:lnTo>
                    <a:pt x="251402" y="3047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24" y="1990724"/>
              <a:ext cx="152400" cy="13335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86860" y="1909762"/>
              <a:ext cx="714375" cy="304800"/>
            </a:xfrm>
            <a:custGeom>
              <a:avLst/>
              <a:gdLst/>
              <a:ahLst/>
              <a:cxnLst/>
              <a:rect l="l" t="t" r="r" b="b"/>
              <a:pathLst>
                <a:path w="714375" h="304800">
                  <a:moveTo>
                    <a:pt x="665427" y="304799"/>
                  </a:moveTo>
                  <a:lnTo>
                    <a:pt x="48947" y="304799"/>
                  </a:lnTo>
                  <a:lnTo>
                    <a:pt x="45540" y="304464"/>
                  </a:lnTo>
                  <a:lnTo>
                    <a:pt x="10738" y="284377"/>
                  </a:lnTo>
                  <a:lnTo>
                    <a:pt x="0" y="255852"/>
                  </a:lnTo>
                  <a:lnTo>
                    <a:pt x="0" y="25241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665427" y="0"/>
                  </a:lnTo>
                  <a:lnTo>
                    <a:pt x="701462" y="17776"/>
                  </a:lnTo>
                  <a:lnTo>
                    <a:pt x="714374" y="48947"/>
                  </a:lnTo>
                  <a:lnTo>
                    <a:pt x="714374" y="255852"/>
                  </a:lnTo>
                  <a:lnTo>
                    <a:pt x="696598" y="291888"/>
                  </a:lnTo>
                  <a:lnTo>
                    <a:pt x="668834" y="304464"/>
                  </a:lnTo>
                  <a:lnTo>
                    <a:pt x="665427" y="304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86860" y="1909762"/>
              <a:ext cx="714375" cy="304800"/>
            </a:xfrm>
            <a:custGeom>
              <a:avLst/>
              <a:gdLst/>
              <a:ahLst/>
              <a:cxnLst/>
              <a:rect l="l" t="t" r="r" b="b"/>
              <a:pathLst>
                <a:path w="714375" h="304800">
                  <a:moveTo>
                    <a:pt x="0" y="252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5" y="42166"/>
                  </a:lnTo>
                  <a:lnTo>
                    <a:pt x="1677" y="38793"/>
                  </a:lnTo>
                  <a:lnTo>
                    <a:pt x="2670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8" y="0"/>
                  </a:lnTo>
                  <a:lnTo>
                    <a:pt x="661988" y="0"/>
                  </a:lnTo>
                  <a:lnTo>
                    <a:pt x="665427" y="0"/>
                  </a:lnTo>
                  <a:lnTo>
                    <a:pt x="668834" y="335"/>
                  </a:lnTo>
                  <a:lnTo>
                    <a:pt x="672207" y="1006"/>
                  </a:lnTo>
                  <a:lnTo>
                    <a:pt x="675581" y="1677"/>
                  </a:lnTo>
                  <a:lnTo>
                    <a:pt x="678856" y="2671"/>
                  </a:lnTo>
                  <a:lnTo>
                    <a:pt x="682034" y="3987"/>
                  </a:lnTo>
                  <a:lnTo>
                    <a:pt x="685212" y="5303"/>
                  </a:lnTo>
                  <a:lnTo>
                    <a:pt x="705544" y="23282"/>
                  </a:lnTo>
                  <a:lnTo>
                    <a:pt x="707456" y="26142"/>
                  </a:lnTo>
                  <a:lnTo>
                    <a:pt x="714375" y="52387"/>
                  </a:lnTo>
                  <a:lnTo>
                    <a:pt x="714375" y="252412"/>
                  </a:lnTo>
                  <a:lnTo>
                    <a:pt x="705544" y="281517"/>
                  </a:lnTo>
                  <a:lnTo>
                    <a:pt x="703634" y="284377"/>
                  </a:lnTo>
                  <a:lnTo>
                    <a:pt x="682034" y="300812"/>
                  </a:lnTo>
                  <a:lnTo>
                    <a:pt x="678856" y="302128"/>
                  </a:lnTo>
                  <a:lnTo>
                    <a:pt x="675581" y="303122"/>
                  </a:lnTo>
                  <a:lnTo>
                    <a:pt x="672207" y="303793"/>
                  </a:lnTo>
                  <a:lnTo>
                    <a:pt x="668834" y="304464"/>
                  </a:lnTo>
                  <a:lnTo>
                    <a:pt x="665427" y="304799"/>
                  </a:lnTo>
                  <a:lnTo>
                    <a:pt x="661988" y="304799"/>
                  </a:lnTo>
                  <a:lnTo>
                    <a:pt x="52388" y="304799"/>
                  </a:lnTo>
                  <a:lnTo>
                    <a:pt x="15343" y="289455"/>
                  </a:lnTo>
                  <a:lnTo>
                    <a:pt x="8827" y="281517"/>
                  </a:lnTo>
                  <a:lnTo>
                    <a:pt x="6917" y="278656"/>
                  </a:lnTo>
                  <a:lnTo>
                    <a:pt x="0" y="255852"/>
                  </a:lnTo>
                  <a:lnTo>
                    <a:pt x="0" y="252412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25525" y="1913135"/>
            <a:ext cx="69151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90" dirty="0">
                <a:solidFill>
                  <a:srgbClr val="1D3A8A"/>
                </a:solidFill>
                <a:latin typeface="Arial"/>
                <a:cs typeface="Arial"/>
              </a:rPr>
              <a:t>Tableau</a:t>
            </a:r>
            <a:endParaRPr sz="15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59162" y="1913135"/>
            <a:ext cx="457517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65" dirty="0">
                <a:solidFill>
                  <a:srgbClr val="334054"/>
                </a:solidFill>
                <a:latin typeface="Arial"/>
                <a:cs typeface="Arial"/>
              </a:rPr>
              <a:t>Stockage</a:t>
            </a:r>
            <a:r>
              <a:rPr sz="15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334054"/>
                </a:solidFill>
                <a:latin typeface="Arial"/>
                <a:cs typeface="Arial"/>
              </a:rPr>
              <a:t>simple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120" dirty="0">
                <a:solidFill>
                  <a:srgbClr val="334054"/>
                </a:solidFill>
                <a:latin typeface="Arial"/>
                <a:cs typeface="Arial"/>
              </a:rPr>
              <a:t>à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334054"/>
                </a:solidFill>
                <a:latin typeface="Arial"/>
                <a:cs typeface="Arial"/>
              </a:rPr>
              <a:t>taille </a:t>
            </a:r>
            <a:r>
              <a:rPr sz="1550" spc="-25" dirty="0">
                <a:solidFill>
                  <a:srgbClr val="334054"/>
                </a:solidFill>
                <a:latin typeface="Arial"/>
                <a:cs typeface="Arial"/>
              </a:rPr>
              <a:t>fixe,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accès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très</a:t>
            </a:r>
            <a:r>
              <a:rPr sz="15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rapide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par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334054"/>
                </a:solidFill>
                <a:latin typeface="Arial"/>
                <a:cs typeface="Arial"/>
              </a:rPr>
              <a:t>index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69412" y="1936591"/>
            <a:ext cx="53975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114" dirty="0">
                <a:solidFill>
                  <a:srgbClr val="2562EB"/>
                </a:solidFill>
                <a:latin typeface="Times New Roman"/>
                <a:cs typeface="Times New Roman"/>
              </a:rPr>
              <a:t>Type[]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9124" y="2533649"/>
            <a:ext cx="9544050" cy="304800"/>
            <a:chOff x="619124" y="2533649"/>
            <a:chExt cx="9544050" cy="304800"/>
          </a:xfrm>
        </p:grpSpPr>
        <p:sp>
          <p:nvSpPr>
            <p:cNvPr id="22" name="object 22"/>
            <p:cNvSpPr/>
            <p:nvPr/>
          </p:nvSpPr>
          <p:spPr>
            <a:xfrm>
              <a:off x="619124" y="253364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51402" y="304799"/>
                  </a:moveTo>
                  <a:lnTo>
                    <a:pt x="53397" y="304799"/>
                  </a:lnTo>
                  <a:lnTo>
                    <a:pt x="49681" y="304433"/>
                  </a:lnTo>
                  <a:lnTo>
                    <a:pt x="14085" y="285407"/>
                  </a:lnTo>
                  <a:lnTo>
                    <a:pt x="0" y="251402"/>
                  </a:lnTo>
                  <a:lnTo>
                    <a:pt x="0" y="24764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251402" y="0"/>
                  </a:lnTo>
                  <a:lnTo>
                    <a:pt x="290714" y="19391"/>
                  </a:lnTo>
                  <a:lnTo>
                    <a:pt x="304800" y="53397"/>
                  </a:lnTo>
                  <a:lnTo>
                    <a:pt x="304800" y="251402"/>
                  </a:lnTo>
                  <a:lnTo>
                    <a:pt x="285407" y="290714"/>
                  </a:lnTo>
                  <a:lnTo>
                    <a:pt x="255119" y="304433"/>
                  </a:lnTo>
                  <a:lnTo>
                    <a:pt x="251402" y="3047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4" y="2619374"/>
              <a:ext cx="152400" cy="1333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186860" y="2538412"/>
              <a:ext cx="971550" cy="295275"/>
            </a:xfrm>
            <a:custGeom>
              <a:avLst/>
              <a:gdLst/>
              <a:ahLst/>
              <a:cxnLst/>
              <a:rect l="l" t="t" r="r" b="b"/>
              <a:pathLst>
                <a:path w="971550" h="295275">
                  <a:moveTo>
                    <a:pt x="922602" y="295274"/>
                  </a:moveTo>
                  <a:lnTo>
                    <a:pt x="48947" y="295274"/>
                  </a:lnTo>
                  <a:lnTo>
                    <a:pt x="45540" y="294939"/>
                  </a:lnTo>
                  <a:lnTo>
                    <a:pt x="10738" y="274852"/>
                  </a:lnTo>
                  <a:lnTo>
                    <a:pt x="0" y="246327"/>
                  </a:lnTo>
                  <a:lnTo>
                    <a:pt x="0" y="242887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922602" y="0"/>
                  </a:lnTo>
                  <a:lnTo>
                    <a:pt x="958637" y="17775"/>
                  </a:lnTo>
                  <a:lnTo>
                    <a:pt x="971550" y="48947"/>
                  </a:lnTo>
                  <a:lnTo>
                    <a:pt x="971550" y="246327"/>
                  </a:lnTo>
                  <a:lnTo>
                    <a:pt x="953772" y="282362"/>
                  </a:lnTo>
                  <a:lnTo>
                    <a:pt x="926009" y="294939"/>
                  </a:lnTo>
                  <a:lnTo>
                    <a:pt x="922602" y="2952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86860" y="2538412"/>
              <a:ext cx="971550" cy="295275"/>
            </a:xfrm>
            <a:custGeom>
              <a:avLst/>
              <a:gdLst/>
              <a:ahLst/>
              <a:cxnLst/>
              <a:rect l="l" t="t" r="r" b="b"/>
              <a:pathLst>
                <a:path w="971550" h="295275">
                  <a:moveTo>
                    <a:pt x="0" y="2428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5" y="42166"/>
                  </a:lnTo>
                  <a:lnTo>
                    <a:pt x="1677" y="38792"/>
                  </a:lnTo>
                  <a:lnTo>
                    <a:pt x="2670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0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8" y="0"/>
                  </a:lnTo>
                  <a:lnTo>
                    <a:pt x="919162" y="0"/>
                  </a:lnTo>
                  <a:lnTo>
                    <a:pt x="922602" y="0"/>
                  </a:lnTo>
                  <a:lnTo>
                    <a:pt x="926009" y="335"/>
                  </a:lnTo>
                  <a:lnTo>
                    <a:pt x="929382" y="1006"/>
                  </a:lnTo>
                  <a:lnTo>
                    <a:pt x="932755" y="1677"/>
                  </a:lnTo>
                  <a:lnTo>
                    <a:pt x="964632" y="26142"/>
                  </a:lnTo>
                  <a:lnTo>
                    <a:pt x="971550" y="48947"/>
                  </a:lnTo>
                  <a:lnTo>
                    <a:pt x="971550" y="52387"/>
                  </a:lnTo>
                  <a:lnTo>
                    <a:pt x="971550" y="242887"/>
                  </a:lnTo>
                  <a:lnTo>
                    <a:pt x="971550" y="246327"/>
                  </a:lnTo>
                  <a:lnTo>
                    <a:pt x="971215" y="249733"/>
                  </a:lnTo>
                  <a:lnTo>
                    <a:pt x="970544" y="253107"/>
                  </a:lnTo>
                  <a:lnTo>
                    <a:pt x="969872" y="256481"/>
                  </a:lnTo>
                  <a:lnTo>
                    <a:pt x="968878" y="259757"/>
                  </a:lnTo>
                  <a:lnTo>
                    <a:pt x="967562" y="262934"/>
                  </a:lnTo>
                  <a:lnTo>
                    <a:pt x="966246" y="266112"/>
                  </a:lnTo>
                  <a:lnTo>
                    <a:pt x="964632" y="269131"/>
                  </a:lnTo>
                  <a:lnTo>
                    <a:pt x="962720" y="271991"/>
                  </a:lnTo>
                  <a:lnTo>
                    <a:pt x="960809" y="274852"/>
                  </a:lnTo>
                  <a:lnTo>
                    <a:pt x="926009" y="294939"/>
                  </a:lnTo>
                  <a:lnTo>
                    <a:pt x="919162" y="295274"/>
                  </a:lnTo>
                  <a:lnTo>
                    <a:pt x="52388" y="295274"/>
                  </a:lnTo>
                  <a:lnTo>
                    <a:pt x="15343" y="279930"/>
                  </a:lnTo>
                  <a:lnTo>
                    <a:pt x="8827" y="271991"/>
                  </a:lnTo>
                  <a:lnTo>
                    <a:pt x="6917" y="269131"/>
                  </a:lnTo>
                  <a:lnTo>
                    <a:pt x="0" y="246327"/>
                  </a:lnTo>
                  <a:lnTo>
                    <a:pt x="0" y="242887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25525" y="2532260"/>
            <a:ext cx="32766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90" dirty="0">
                <a:solidFill>
                  <a:srgbClr val="1D3A8A"/>
                </a:solidFill>
                <a:latin typeface="Arial"/>
                <a:cs typeface="Arial"/>
              </a:rPr>
              <a:t>List</a:t>
            </a:r>
            <a:endParaRPr sz="15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59162" y="2532260"/>
            <a:ext cx="510349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Collection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334054"/>
                </a:solidFill>
                <a:latin typeface="Arial"/>
                <a:cs typeface="Arial"/>
              </a:rPr>
              <a:t>ordonnée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120" dirty="0">
                <a:solidFill>
                  <a:srgbClr val="334054"/>
                </a:solidFill>
                <a:latin typeface="Arial"/>
                <a:cs typeface="Arial"/>
              </a:rPr>
              <a:t>à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334054"/>
                </a:solidFill>
                <a:latin typeface="Arial"/>
                <a:cs typeface="Arial"/>
              </a:rPr>
              <a:t>taille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334054"/>
                </a:solidFill>
                <a:latin typeface="Arial"/>
                <a:cs typeface="Arial"/>
              </a:rPr>
              <a:t>variable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334054"/>
                </a:solidFill>
                <a:latin typeface="Arial"/>
                <a:cs typeface="Arial"/>
              </a:rPr>
              <a:t>(comme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5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334054"/>
                </a:solidFill>
                <a:latin typeface="Arial"/>
                <a:cs typeface="Arial"/>
              </a:rPr>
              <a:t>file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334054"/>
                </a:solidFill>
                <a:latin typeface="Arial"/>
                <a:cs typeface="Arial"/>
              </a:rPr>
              <a:t>d'attente)</a:t>
            </a:r>
            <a:endParaRPr sz="15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69412" y="2565241"/>
            <a:ext cx="79692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140" dirty="0">
                <a:solidFill>
                  <a:srgbClr val="2562EB"/>
                </a:solidFill>
                <a:latin typeface="Times New Roman"/>
                <a:cs typeface="Times New Roman"/>
              </a:rPr>
              <a:t>ArrayList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19124" y="3152774"/>
            <a:ext cx="9372600" cy="314325"/>
            <a:chOff x="619124" y="3152774"/>
            <a:chExt cx="9372600" cy="314325"/>
          </a:xfrm>
        </p:grpSpPr>
        <p:sp>
          <p:nvSpPr>
            <p:cNvPr id="30" name="object 30"/>
            <p:cNvSpPr/>
            <p:nvPr/>
          </p:nvSpPr>
          <p:spPr>
            <a:xfrm>
              <a:off x="619124" y="31527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51402" y="304799"/>
                  </a:moveTo>
                  <a:lnTo>
                    <a:pt x="53397" y="304799"/>
                  </a:lnTo>
                  <a:lnTo>
                    <a:pt x="49681" y="304433"/>
                  </a:lnTo>
                  <a:lnTo>
                    <a:pt x="14085" y="285407"/>
                  </a:lnTo>
                  <a:lnTo>
                    <a:pt x="0" y="251402"/>
                  </a:lnTo>
                  <a:lnTo>
                    <a:pt x="0" y="24764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251402" y="0"/>
                  </a:lnTo>
                  <a:lnTo>
                    <a:pt x="290714" y="19392"/>
                  </a:lnTo>
                  <a:lnTo>
                    <a:pt x="304800" y="53397"/>
                  </a:lnTo>
                  <a:lnTo>
                    <a:pt x="304800" y="251402"/>
                  </a:lnTo>
                  <a:lnTo>
                    <a:pt x="285407" y="290714"/>
                  </a:lnTo>
                  <a:lnTo>
                    <a:pt x="255119" y="304433"/>
                  </a:lnTo>
                  <a:lnTo>
                    <a:pt x="251402" y="304799"/>
                  </a:lnTo>
                  <a:close/>
                </a:path>
              </a:pathLst>
            </a:custGeom>
            <a:solidFill>
              <a:srgbClr val="FEF9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324" y="3235324"/>
              <a:ext cx="152400" cy="1397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186860" y="3157537"/>
              <a:ext cx="800100" cy="304800"/>
            </a:xfrm>
            <a:custGeom>
              <a:avLst/>
              <a:gdLst/>
              <a:ahLst/>
              <a:cxnLst/>
              <a:rect l="l" t="t" r="r" b="b"/>
              <a:pathLst>
                <a:path w="800100" h="304800">
                  <a:moveTo>
                    <a:pt x="751152" y="304799"/>
                  </a:moveTo>
                  <a:lnTo>
                    <a:pt x="48947" y="304799"/>
                  </a:lnTo>
                  <a:lnTo>
                    <a:pt x="45540" y="304463"/>
                  </a:lnTo>
                  <a:lnTo>
                    <a:pt x="10738" y="284376"/>
                  </a:lnTo>
                  <a:lnTo>
                    <a:pt x="0" y="255851"/>
                  </a:lnTo>
                  <a:lnTo>
                    <a:pt x="0" y="252412"/>
                  </a:lnTo>
                  <a:lnTo>
                    <a:pt x="0" y="48947"/>
                  </a:lnTo>
                  <a:lnTo>
                    <a:pt x="17775" y="12910"/>
                  </a:lnTo>
                  <a:lnTo>
                    <a:pt x="48947" y="0"/>
                  </a:lnTo>
                  <a:lnTo>
                    <a:pt x="751152" y="0"/>
                  </a:lnTo>
                  <a:lnTo>
                    <a:pt x="787187" y="17775"/>
                  </a:lnTo>
                  <a:lnTo>
                    <a:pt x="800099" y="48947"/>
                  </a:lnTo>
                  <a:lnTo>
                    <a:pt x="800099" y="255851"/>
                  </a:lnTo>
                  <a:lnTo>
                    <a:pt x="782321" y="291887"/>
                  </a:lnTo>
                  <a:lnTo>
                    <a:pt x="754559" y="304463"/>
                  </a:lnTo>
                  <a:lnTo>
                    <a:pt x="751152" y="304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186860" y="3157537"/>
              <a:ext cx="800100" cy="304800"/>
            </a:xfrm>
            <a:custGeom>
              <a:avLst/>
              <a:gdLst/>
              <a:ahLst/>
              <a:cxnLst/>
              <a:rect l="l" t="t" r="r" b="b"/>
              <a:pathLst>
                <a:path w="800100" h="304800">
                  <a:moveTo>
                    <a:pt x="0" y="252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1"/>
                  </a:lnTo>
                  <a:lnTo>
                    <a:pt x="1005" y="42167"/>
                  </a:lnTo>
                  <a:lnTo>
                    <a:pt x="1677" y="38793"/>
                  </a:lnTo>
                  <a:lnTo>
                    <a:pt x="2670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0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52388" y="0"/>
                  </a:lnTo>
                  <a:lnTo>
                    <a:pt x="747713" y="0"/>
                  </a:lnTo>
                  <a:lnTo>
                    <a:pt x="751152" y="0"/>
                  </a:lnTo>
                  <a:lnTo>
                    <a:pt x="754559" y="335"/>
                  </a:lnTo>
                  <a:lnTo>
                    <a:pt x="757932" y="1006"/>
                  </a:lnTo>
                  <a:lnTo>
                    <a:pt x="761306" y="1677"/>
                  </a:lnTo>
                  <a:lnTo>
                    <a:pt x="764581" y="2671"/>
                  </a:lnTo>
                  <a:lnTo>
                    <a:pt x="767759" y="3987"/>
                  </a:lnTo>
                  <a:lnTo>
                    <a:pt x="770937" y="5303"/>
                  </a:lnTo>
                  <a:lnTo>
                    <a:pt x="791269" y="23282"/>
                  </a:lnTo>
                  <a:lnTo>
                    <a:pt x="793181" y="26142"/>
                  </a:lnTo>
                  <a:lnTo>
                    <a:pt x="794794" y="29161"/>
                  </a:lnTo>
                  <a:lnTo>
                    <a:pt x="796111" y="32339"/>
                  </a:lnTo>
                  <a:lnTo>
                    <a:pt x="797428" y="35517"/>
                  </a:lnTo>
                  <a:lnTo>
                    <a:pt x="800100" y="52387"/>
                  </a:lnTo>
                  <a:lnTo>
                    <a:pt x="800100" y="252412"/>
                  </a:lnTo>
                  <a:lnTo>
                    <a:pt x="796111" y="272459"/>
                  </a:lnTo>
                  <a:lnTo>
                    <a:pt x="794794" y="275637"/>
                  </a:lnTo>
                  <a:lnTo>
                    <a:pt x="793181" y="278656"/>
                  </a:lnTo>
                  <a:lnTo>
                    <a:pt x="791269" y="281516"/>
                  </a:lnTo>
                  <a:lnTo>
                    <a:pt x="789359" y="284377"/>
                  </a:lnTo>
                  <a:lnTo>
                    <a:pt x="776815" y="295970"/>
                  </a:lnTo>
                  <a:lnTo>
                    <a:pt x="773956" y="297881"/>
                  </a:lnTo>
                  <a:lnTo>
                    <a:pt x="757932" y="303793"/>
                  </a:lnTo>
                  <a:lnTo>
                    <a:pt x="754559" y="304464"/>
                  </a:lnTo>
                  <a:lnTo>
                    <a:pt x="751152" y="304799"/>
                  </a:lnTo>
                  <a:lnTo>
                    <a:pt x="747713" y="304799"/>
                  </a:lnTo>
                  <a:lnTo>
                    <a:pt x="52388" y="304799"/>
                  </a:lnTo>
                  <a:lnTo>
                    <a:pt x="48947" y="304799"/>
                  </a:lnTo>
                  <a:lnTo>
                    <a:pt x="45540" y="304464"/>
                  </a:lnTo>
                  <a:lnTo>
                    <a:pt x="10738" y="284377"/>
                  </a:lnTo>
                  <a:lnTo>
                    <a:pt x="0" y="255852"/>
                  </a:lnTo>
                  <a:lnTo>
                    <a:pt x="0" y="252412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25525" y="3160910"/>
            <a:ext cx="30289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65" dirty="0">
                <a:solidFill>
                  <a:srgbClr val="1D3A8A"/>
                </a:solidFill>
                <a:latin typeface="Arial"/>
                <a:cs typeface="Arial"/>
              </a:rPr>
              <a:t>Set</a:t>
            </a:r>
            <a:endParaRPr sz="15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59162" y="3160910"/>
            <a:ext cx="506412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Collection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d'éléments</a:t>
            </a:r>
            <a:r>
              <a:rPr sz="15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uniques,</a:t>
            </a:r>
            <a:r>
              <a:rPr sz="15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334054"/>
                </a:solidFill>
                <a:latin typeface="Arial"/>
                <a:cs typeface="Arial"/>
              </a:rPr>
              <a:t>garantit</a:t>
            </a:r>
            <a:r>
              <a:rPr sz="15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334054"/>
                </a:solidFill>
                <a:latin typeface="Arial"/>
                <a:cs typeface="Arial"/>
              </a:rPr>
              <a:t>l'absence</a:t>
            </a:r>
            <a:r>
              <a:rPr sz="15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5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334054"/>
                </a:solidFill>
                <a:latin typeface="Arial"/>
                <a:cs typeface="Arial"/>
              </a:rPr>
              <a:t>doublons</a:t>
            </a:r>
            <a:endParaRPr sz="15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69412" y="3184366"/>
            <a:ext cx="62547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90" dirty="0">
                <a:solidFill>
                  <a:srgbClr val="2562EB"/>
                </a:solidFill>
                <a:latin typeface="Times New Roman"/>
                <a:cs typeface="Times New Roman"/>
              </a:rPr>
              <a:t>HashSet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19124" y="3876674"/>
            <a:ext cx="9372600" cy="314325"/>
            <a:chOff x="619124" y="3876674"/>
            <a:chExt cx="9372600" cy="314325"/>
          </a:xfrm>
        </p:grpSpPr>
        <p:sp>
          <p:nvSpPr>
            <p:cNvPr id="38" name="object 38"/>
            <p:cNvSpPr/>
            <p:nvPr/>
          </p:nvSpPr>
          <p:spPr>
            <a:xfrm>
              <a:off x="619124" y="3886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51402" y="304799"/>
                  </a:moveTo>
                  <a:lnTo>
                    <a:pt x="53397" y="304799"/>
                  </a:lnTo>
                  <a:lnTo>
                    <a:pt x="49681" y="304433"/>
                  </a:lnTo>
                  <a:lnTo>
                    <a:pt x="14085" y="285406"/>
                  </a:lnTo>
                  <a:lnTo>
                    <a:pt x="0" y="251402"/>
                  </a:lnTo>
                  <a:lnTo>
                    <a:pt x="0" y="24764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251402" y="0"/>
                  </a:lnTo>
                  <a:lnTo>
                    <a:pt x="290714" y="19392"/>
                  </a:lnTo>
                  <a:lnTo>
                    <a:pt x="304800" y="53397"/>
                  </a:lnTo>
                  <a:lnTo>
                    <a:pt x="304800" y="251402"/>
                  </a:lnTo>
                  <a:lnTo>
                    <a:pt x="285407" y="290713"/>
                  </a:lnTo>
                  <a:lnTo>
                    <a:pt x="255119" y="304433"/>
                  </a:lnTo>
                  <a:lnTo>
                    <a:pt x="251402" y="3047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324" y="3962399"/>
              <a:ext cx="152400" cy="1524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186860" y="3881437"/>
              <a:ext cx="800100" cy="304800"/>
            </a:xfrm>
            <a:custGeom>
              <a:avLst/>
              <a:gdLst/>
              <a:ahLst/>
              <a:cxnLst/>
              <a:rect l="l" t="t" r="r" b="b"/>
              <a:pathLst>
                <a:path w="800100" h="304800">
                  <a:moveTo>
                    <a:pt x="751152" y="304799"/>
                  </a:moveTo>
                  <a:lnTo>
                    <a:pt x="48947" y="304799"/>
                  </a:lnTo>
                  <a:lnTo>
                    <a:pt x="45540" y="304464"/>
                  </a:lnTo>
                  <a:lnTo>
                    <a:pt x="10738" y="284377"/>
                  </a:lnTo>
                  <a:lnTo>
                    <a:pt x="0" y="255852"/>
                  </a:lnTo>
                  <a:lnTo>
                    <a:pt x="0" y="25241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751152" y="0"/>
                  </a:lnTo>
                  <a:lnTo>
                    <a:pt x="787187" y="17775"/>
                  </a:lnTo>
                  <a:lnTo>
                    <a:pt x="800099" y="48947"/>
                  </a:lnTo>
                  <a:lnTo>
                    <a:pt x="800099" y="255852"/>
                  </a:lnTo>
                  <a:lnTo>
                    <a:pt x="782321" y="291887"/>
                  </a:lnTo>
                  <a:lnTo>
                    <a:pt x="754559" y="304464"/>
                  </a:lnTo>
                  <a:lnTo>
                    <a:pt x="751152" y="304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186860" y="3881437"/>
              <a:ext cx="800100" cy="304800"/>
            </a:xfrm>
            <a:custGeom>
              <a:avLst/>
              <a:gdLst/>
              <a:ahLst/>
              <a:cxnLst/>
              <a:rect l="l" t="t" r="r" b="b"/>
              <a:pathLst>
                <a:path w="800100" h="304800">
                  <a:moveTo>
                    <a:pt x="0" y="252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5" y="42167"/>
                  </a:lnTo>
                  <a:lnTo>
                    <a:pt x="1677" y="38793"/>
                  </a:lnTo>
                  <a:lnTo>
                    <a:pt x="2670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0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8" y="0"/>
                  </a:lnTo>
                  <a:lnTo>
                    <a:pt x="747713" y="0"/>
                  </a:lnTo>
                  <a:lnTo>
                    <a:pt x="751152" y="0"/>
                  </a:lnTo>
                  <a:lnTo>
                    <a:pt x="754559" y="335"/>
                  </a:lnTo>
                  <a:lnTo>
                    <a:pt x="757932" y="1006"/>
                  </a:lnTo>
                  <a:lnTo>
                    <a:pt x="761306" y="1677"/>
                  </a:lnTo>
                  <a:lnTo>
                    <a:pt x="764581" y="2671"/>
                  </a:lnTo>
                  <a:lnTo>
                    <a:pt x="767759" y="3987"/>
                  </a:lnTo>
                  <a:lnTo>
                    <a:pt x="770937" y="5303"/>
                  </a:lnTo>
                  <a:lnTo>
                    <a:pt x="773956" y="6917"/>
                  </a:lnTo>
                  <a:lnTo>
                    <a:pt x="776815" y="8828"/>
                  </a:lnTo>
                  <a:lnTo>
                    <a:pt x="779675" y="10739"/>
                  </a:lnTo>
                  <a:lnTo>
                    <a:pt x="791269" y="23282"/>
                  </a:lnTo>
                  <a:lnTo>
                    <a:pt x="793181" y="26142"/>
                  </a:lnTo>
                  <a:lnTo>
                    <a:pt x="794794" y="29161"/>
                  </a:lnTo>
                  <a:lnTo>
                    <a:pt x="796111" y="32339"/>
                  </a:lnTo>
                  <a:lnTo>
                    <a:pt x="797428" y="35517"/>
                  </a:lnTo>
                  <a:lnTo>
                    <a:pt x="800100" y="52387"/>
                  </a:lnTo>
                  <a:lnTo>
                    <a:pt x="800100" y="252412"/>
                  </a:lnTo>
                  <a:lnTo>
                    <a:pt x="796111" y="272459"/>
                  </a:lnTo>
                  <a:lnTo>
                    <a:pt x="794794" y="275637"/>
                  </a:lnTo>
                  <a:lnTo>
                    <a:pt x="793181" y="278656"/>
                  </a:lnTo>
                  <a:lnTo>
                    <a:pt x="791269" y="281516"/>
                  </a:lnTo>
                  <a:lnTo>
                    <a:pt x="789359" y="284377"/>
                  </a:lnTo>
                  <a:lnTo>
                    <a:pt x="757932" y="303793"/>
                  </a:lnTo>
                  <a:lnTo>
                    <a:pt x="754559" y="304464"/>
                  </a:lnTo>
                  <a:lnTo>
                    <a:pt x="751152" y="304799"/>
                  </a:lnTo>
                  <a:lnTo>
                    <a:pt x="747713" y="304799"/>
                  </a:lnTo>
                  <a:lnTo>
                    <a:pt x="52388" y="304799"/>
                  </a:lnTo>
                  <a:lnTo>
                    <a:pt x="15343" y="289455"/>
                  </a:lnTo>
                  <a:lnTo>
                    <a:pt x="0" y="255852"/>
                  </a:lnTo>
                  <a:lnTo>
                    <a:pt x="0" y="252412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038225" y="3884810"/>
            <a:ext cx="38036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550" b="1" spc="-60" dirty="0">
                <a:solidFill>
                  <a:srgbClr val="1D3A8A"/>
                </a:solidFill>
                <a:latin typeface="Arial"/>
                <a:cs typeface="Arial"/>
              </a:rPr>
              <a:t>Map</a:t>
            </a:r>
            <a:endParaRPr sz="15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71862" y="3741697"/>
            <a:ext cx="4269105" cy="539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8900"/>
              </a:lnSpc>
              <a:spcBef>
                <a:spcPts val="95"/>
              </a:spcBef>
            </a:pPr>
            <a:r>
              <a:rPr sz="1550" spc="-55" dirty="0">
                <a:solidFill>
                  <a:srgbClr val="334054"/>
                </a:solidFill>
                <a:latin typeface="Arial"/>
                <a:cs typeface="Arial"/>
              </a:rPr>
              <a:t>Association</a:t>
            </a:r>
            <a:r>
              <a:rPr sz="15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85" dirty="0">
                <a:solidFill>
                  <a:srgbClr val="334054"/>
                </a:solidFill>
                <a:latin typeface="Arial"/>
                <a:cs typeface="Arial"/>
              </a:rPr>
              <a:t>Clé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→</a:t>
            </a:r>
            <a:r>
              <a:rPr sz="1350" spc="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85" dirty="0">
                <a:solidFill>
                  <a:srgbClr val="334054"/>
                </a:solidFill>
                <a:latin typeface="Arial"/>
                <a:cs typeface="Arial"/>
              </a:rPr>
              <a:t>Valeur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334054"/>
                </a:solidFill>
                <a:latin typeface="Arial"/>
                <a:cs typeface="Arial"/>
              </a:rPr>
              <a:t>retrouver</a:t>
            </a:r>
            <a:r>
              <a:rPr sz="15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5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334054"/>
                </a:solidFill>
                <a:latin typeface="Arial"/>
                <a:cs typeface="Arial"/>
              </a:rPr>
              <a:t>donnée </a:t>
            </a:r>
            <a:r>
              <a:rPr sz="1550" spc="-10" dirty="0">
                <a:solidFill>
                  <a:srgbClr val="334054"/>
                </a:solidFill>
                <a:latin typeface="Arial"/>
                <a:cs typeface="Arial"/>
              </a:rPr>
              <a:t>instantanément</a:t>
            </a:r>
            <a:endParaRPr sz="15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282112" y="3908266"/>
            <a:ext cx="61277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solidFill>
                  <a:srgbClr val="2562EB"/>
                </a:solidFill>
                <a:latin typeface="Times New Roman"/>
                <a:cs typeface="Times New Roman"/>
              </a:rPr>
              <a:t>HashMap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19124" y="4705349"/>
            <a:ext cx="9544050" cy="314325"/>
            <a:chOff x="619124" y="4705349"/>
            <a:chExt cx="9544050" cy="314325"/>
          </a:xfrm>
        </p:grpSpPr>
        <p:sp>
          <p:nvSpPr>
            <p:cNvPr id="46" name="object 46"/>
            <p:cNvSpPr/>
            <p:nvPr/>
          </p:nvSpPr>
          <p:spPr>
            <a:xfrm>
              <a:off x="619124" y="47148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51402" y="304799"/>
                  </a:moveTo>
                  <a:lnTo>
                    <a:pt x="53397" y="304799"/>
                  </a:lnTo>
                  <a:lnTo>
                    <a:pt x="49681" y="304432"/>
                  </a:lnTo>
                  <a:lnTo>
                    <a:pt x="14085" y="285406"/>
                  </a:lnTo>
                  <a:lnTo>
                    <a:pt x="0" y="251402"/>
                  </a:lnTo>
                  <a:lnTo>
                    <a:pt x="0" y="247649"/>
                  </a:lnTo>
                  <a:lnTo>
                    <a:pt x="0" y="53396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251402" y="0"/>
                  </a:lnTo>
                  <a:lnTo>
                    <a:pt x="290714" y="19391"/>
                  </a:lnTo>
                  <a:lnTo>
                    <a:pt x="304800" y="53396"/>
                  </a:lnTo>
                  <a:lnTo>
                    <a:pt x="304800" y="251402"/>
                  </a:lnTo>
                  <a:lnTo>
                    <a:pt x="285407" y="290713"/>
                  </a:lnTo>
                  <a:lnTo>
                    <a:pt x="255119" y="304432"/>
                  </a:lnTo>
                  <a:lnTo>
                    <a:pt x="251402" y="3047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2624" y="4806949"/>
              <a:ext cx="177800" cy="12065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186860" y="4710112"/>
              <a:ext cx="971550" cy="304800"/>
            </a:xfrm>
            <a:custGeom>
              <a:avLst/>
              <a:gdLst/>
              <a:ahLst/>
              <a:cxnLst/>
              <a:rect l="l" t="t" r="r" b="b"/>
              <a:pathLst>
                <a:path w="971550" h="304800">
                  <a:moveTo>
                    <a:pt x="922602" y="304799"/>
                  </a:moveTo>
                  <a:lnTo>
                    <a:pt x="48947" y="304799"/>
                  </a:lnTo>
                  <a:lnTo>
                    <a:pt x="45540" y="304464"/>
                  </a:lnTo>
                  <a:lnTo>
                    <a:pt x="10738" y="284377"/>
                  </a:lnTo>
                  <a:lnTo>
                    <a:pt x="0" y="255852"/>
                  </a:lnTo>
                  <a:lnTo>
                    <a:pt x="0" y="25241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922602" y="0"/>
                  </a:lnTo>
                  <a:lnTo>
                    <a:pt x="958637" y="17775"/>
                  </a:lnTo>
                  <a:lnTo>
                    <a:pt x="971550" y="48947"/>
                  </a:lnTo>
                  <a:lnTo>
                    <a:pt x="971550" y="255852"/>
                  </a:lnTo>
                  <a:lnTo>
                    <a:pt x="953772" y="291887"/>
                  </a:lnTo>
                  <a:lnTo>
                    <a:pt x="926009" y="304464"/>
                  </a:lnTo>
                  <a:lnTo>
                    <a:pt x="922602" y="304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186860" y="4710112"/>
              <a:ext cx="971550" cy="304800"/>
            </a:xfrm>
            <a:custGeom>
              <a:avLst/>
              <a:gdLst/>
              <a:ahLst/>
              <a:cxnLst/>
              <a:rect l="l" t="t" r="r" b="b"/>
              <a:pathLst>
                <a:path w="971550" h="304800">
                  <a:moveTo>
                    <a:pt x="0" y="252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5" y="42166"/>
                  </a:lnTo>
                  <a:lnTo>
                    <a:pt x="1677" y="38792"/>
                  </a:lnTo>
                  <a:lnTo>
                    <a:pt x="2670" y="35516"/>
                  </a:lnTo>
                  <a:lnTo>
                    <a:pt x="3987" y="32338"/>
                  </a:lnTo>
                  <a:lnTo>
                    <a:pt x="5303" y="29160"/>
                  </a:lnTo>
                  <a:lnTo>
                    <a:pt x="6917" y="26141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8" y="0"/>
                  </a:lnTo>
                  <a:lnTo>
                    <a:pt x="919162" y="0"/>
                  </a:lnTo>
                  <a:lnTo>
                    <a:pt x="922602" y="0"/>
                  </a:lnTo>
                  <a:lnTo>
                    <a:pt x="926009" y="335"/>
                  </a:lnTo>
                  <a:lnTo>
                    <a:pt x="960809" y="20421"/>
                  </a:lnTo>
                  <a:lnTo>
                    <a:pt x="971550" y="48947"/>
                  </a:lnTo>
                  <a:lnTo>
                    <a:pt x="971550" y="52387"/>
                  </a:lnTo>
                  <a:lnTo>
                    <a:pt x="971550" y="252412"/>
                  </a:lnTo>
                  <a:lnTo>
                    <a:pt x="971550" y="255852"/>
                  </a:lnTo>
                  <a:lnTo>
                    <a:pt x="971215" y="259259"/>
                  </a:lnTo>
                  <a:lnTo>
                    <a:pt x="951126" y="294059"/>
                  </a:lnTo>
                  <a:lnTo>
                    <a:pt x="929382" y="303793"/>
                  </a:lnTo>
                  <a:lnTo>
                    <a:pt x="926009" y="304464"/>
                  </a:lnTo>
                  <a:lnTo>
                    <a:pt x="922602" y="304799"/>
                  </a:lnTo>
                  <a:lnTo>
                    <a:pt x="919162" y="304799"/>
                  </a:lnTo>
                  <a:lnTo>
                    <a:pt x="52388" y="304799"/>
                  </a:lnTo>
                  <a:lnTo>
                    <a:pt x="48947" y="304799"/>
                  </a:lnTo>
                  <a:lnTo>
                    <a:pt x="45540" y="304464"/>
                  </a:lnTo>
                  <a:lnTo>
                    <a:pt x="42166" y="303793"/>
                  </a:lnTo>
                  <a:lnTo>
                    <a:pt x="38792" y="303122"/>
                  </a:lnTo>
                  <a:lnTo>
                    <a:pt x="8827" y="281517"/>
                  </a:lnTo>
                  <a:lnTo>
                    <a:pt x="6917" y="278656"/>
                  </a:lnTo>
                  <a:lnTo>
                    <a:pt x="0" y="255852"/>
                  </a:lnTo>
                  <a:lnTo>
                    <a:pt x="0" y="252412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025525" y="4713485"/>
            <a:ext cx="62611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85" dirty="0">
                <a:solidFill>
                  <a:srgbClr val="1D3A8A"/>
                </a:solidFill>
                <a:latin typeface="Arial"/>
                <a:cs typeface="Arial"/>
              </a:rPr>
              <a:t>Stream</a:t>
            </a:r>
            <a:endParaRPr sz="15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459162" y="4570372"/>
            <a:ext cx="4577715" cy="539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900"/>
              </a:lnSpc>
              <a:spcBef>
                <a:spcPts val="95"/>
              </a:spcBef>
            </a:pPr>
            <a:r>
              <a:rPr sz="1550" spc="-65" dirty="0">
                <a:solidFill>
                  <a:srgbClr val="334054"/>
                </a:solidFill>
                <a:latin typeface="Arial"/>
                <a:cs typeface="Arial"/>
              </a:rPr>
              <a:t>Pipeline</a:t>
            </a:r>
            <a:r>
              <a:rPr sz="15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55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traitement</a:t>
            </a:r>
            <a:r>
              <a:rPr sz="1550" spc="-25" dirty="0">
                <a:solidFill>
                  <a:srgbClr val="334054"/>
                </a:solidFill>
                <a:latin typeface="Arial"/>
                <a:cs typeface="Arial"/>
              </a:rPr>
              <a:t> (filtrer, </a:t>
            </a:r>
            <a:r>
              <a:rPr sz="1550" spc="-55" dirty="0">
                <a:solidFill>
                  <a:srgbClr val="334054"/>
                </a:solidFill>
                <a:latin typeface="Arial"/>
                <a:cs typeface="Arial"/>
              </a:rPr>
              <a:t>transformer,</a:t>
            </a:r>
            <a:r>
              <a:rPr sz="155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agréger)</a:t>
            </a:r>
            <a:r>
              <a:rPr sz="155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334054"/>
                </a:solidFill>
                <a:latin typeface="Arial"/>
                <a:cs typeface="Arial"/>
              </a:rPr>
              <a:t>sans </a:t>
            </a:r>
            <a:r>
              <a:rPr sz="1550" spc="-10" dirty="0">
                <a:solidFill>
                  <a:srgbClr val="334054"/>
                </a:solidFill>
                <a:latin typeface="Arial"/>
                <a:cs typeface="Arial"/>
              </a:rPr>
              <a:t>stockage</a:t>
            </a:r>
            <a:endParaRPr sz="15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269412" y="4736941"/>
            <a:ext cx="79692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180" dirty="0">
                <a:solidFill>
                  <a:srgbClr val="2562EB"/>
                </a:solidFill>
                <a:latin typeface="Times New Roman"/>
                <a:cs typeface="Times New Roman"/>
              </a:rPr>
              <a:t>.stream()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54" name="object 54"/>
            <p:cNvSpPr/>
            <p:nvPr/>
          </p:nvSpPr>
          <p:spPr>
            <a:xfrm>
              <a:off x="857249" y="6800849"/>
              <a:ext cx="11334750" cy="57150"/>
            </a:xfrm>
            <a:custGeom>
              <a:avLst/>
              <a:gdLst/>
              <a:ahLst/>
              <a:cxnLst/>
              <a:rect l="l" t="t" r="r" b="b"/>
              <a:pathLst>
                <a:path w="11334750" h="57150">
                  <a:moveTo>
                    <a:pt x="0" y="57149"/>
                  </a:moveTo>
                  <a:lnTo>
                    <a:pt x="11334749" y="57149"/>
                  </a:lnTo>
                  <a:lnTo>
                    <a:pt x="113347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0" y="6800849"/>
              <a:ext cx="857250" cy="57150"/>
            </a:xfrm>
            <a:custGeom>
              <a:avLst/>
              <a:gdLst/>
              <a:ahLst/>
              <a:cxnLst/>
              <a:rect l="l" t="t" r="r" b="b"/>
              <a:pathLst>
                <a:path w="857250" h="57150">
                  <a:moveTo>
                    <a:pt x="8572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857249" y="0"/>
                  </a:lnTo>
                  <a:lnTo>
                    <a:pt x="8572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1672291" y="6551215"/>
            <a:ext cx="294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4</a:t>
            </a:fld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7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80" dirty="0"/>
              <a:t>Fil rouge </a:t>
            </a:r>
            <a:r>
              <a:rPr sz="2750" spc="-125" dirty="0"/>
              <a:t>:</a:t>
            </a:r>
            <a:r>
              <a:rPr sz="2750" spc="-175" dirty="0"/>
              <a:t> </a:t>
            </a:r>
            <a:r>
              <a:rPr sz="2750" spc="-150" dirty="0"/>
              <a:t>les</a:t>
            </a:r>
            <a:r>
              <a:rPr sz="2750" spc="-180" dirty="0"/>
              <a:t> </a:t>
            </a:r>
            <a:r>
              <a:rPr sz="2750" spc="90" dirty="0"/>
              <a:t>4</a:t>
            </a:r>
            <a:r>
              <a:rPr sz="2750" spc="-175" dirty="0"/>
              <a:t> </a:t>
            </a:r>
            <a:r>
              <a:rPr sz="2750" spc="-150" dirty="0"/>
              <a:t>besoins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368299" y="989210"/>
            <a:ext cx="571373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65" dirty="0">
                <a:solidFill>
                  <a:srgbClr val="64738B"/>
                </a:solidFill>
                <a:latin typeface="Arial"/>
                <a:cs typeface="Arial"/>
              </a:rPr>
              <a:t>Gestion</a:t>
            </a:r>
            <a:r>
              <a:rPr sz="1550" spc="-5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64738B"/>
                </a:solidFill>
                <a:latin typeface="Arial"/>
                <a:cs typeface="Arial"/>
              </a:rPr>
              <a:t>d'une</a:t>
            </a:r>
            <a:r>
              <a:rPr sz="1550" spc="-5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64738B"/>
                </a:solidFill>
                <a:latin typeface="Arial"/>
                <a:cs typeface="Arial"/>
              </a:rPr>
              <a:t>promotion</a:t>
            </a:r>
            <a:r>
              <a:rPr sz="1550" spc="-5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64738B"/>
                </a:solidFill>
                <a:latin typeface="Arial"/>
                <a:cs typeface="Arial"/>
              </a:rPr>
              <a:t>d'étudiants</a:t>
            </a:r>
            <a:r>
              <a:rPr sz="1550" spc="-5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64738B"/>
                </a:solidFill>
                <a:latin typeface="Arial"/>
                <a:cs typeface="Arial"/>
              </a:rPr>
              <a:t>:</a:t>
            </a:r>
            <a:r>
              <a:rPr sz="1550" spc="-55" dirty="0">
                <a:solidFill>
                  <a:srgbClr val="64738B"/>
                </a:solidFill>
                <a:latin typeface="Arial"/>
                <a:cs typeface="Arial"/>
              </a:rPr>
              <a:t> chaque problème </a:t>
            </a:r>
            <a:r>
              <a:rPr sz="1550" spc="-110" dirty="0">
                <a:solidFill>
                  <a:srgbClr val="64738B"/>
                </a:solidFill>
                <a:latin typeface="Arial"/>
                <a:cs typeface="Arial"/>
              </a:rPr>
              <a:t>a</a:t>
            </a:r>
            <a:r>
              <a:rPr sz="1550" spc="-5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spc="-85" dirty="0">
                <a:solidFill>
                  <a:srgbClr val="64738B"/>
                </a:solidFill>
                <a:latin typeface="Arial"/>
                <a:cs typeface="Arial"/>
              </a:rPr>
              <a:t>sa</a:t>
            </a:r>
            <a:r>
              <a:rPr sz="1550" spc="-5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64738B"/>
                </a:solidFill>
                <a:latin typeface="Arial"/>
                <a:cs typeface="Arial"/>
              </a:rPr>
              <a:t>solution.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7848" y="1469136"/>
            <a:ext cx="11576685" cy="3709670"/>
            <a:chOff x="307848" y="1469136"/>
            <a:chExt cx="11576685" cy="3709670"/>
          </a:xfrm>
        </p:grpSpPr>
        <p:sp>
          <p:nvSpPr>
            <p:cNvPr id="5" name="object 5"/>
            <p:cNvSpPr/>
            <p:nvPr/>
          </p:nvSpPr>
          <p:spPr>
            <a:xfrm>
              <a:off x="335280" y="1478280"/>
              <a:ext cx="11521440" cy="3655060"/>
            </a:xfrm>
            <a:custGeom>
              <a:avLst/>
              <a:gdLst/>
              <a:ahLst/>
              <a:cxnLst/>
              <a:rect l="l" t="t" r="r" b="b"/>
              <a:pathLst>
                <a:path w="11521440" h="3655060">
                  <a:moveTo>
                    <a:pt x="11521440" y="3654552"/>
                  </a:moveTo>
                  <a:lnTo>
                    <a:pt x="0" y="3654552"/>
                  </a:lnTo>
                  <a:lnTo>
                    <a:pt x="0" y="0"/>
                  </a:lnTo>
                  <a:lnTo>
                    <a:pt x="11521440" y="0"/>
                  </a:lnTo>
                  <a:lnTo>
                    <a:pt x="11521440" y="26669"/>
                  </a:lnTo>
                  <a:lnTo>
                    <a:pt x="160019" y="26669"/>
                  </a:lnTo>
                  <a:lnTo>
                    <a:pt x="148760" y="27213"/>
                  </a:lnTo>
                  <a:lnTo>
                    <a:pt x="106084" y="40181"/>
                  </a:lnTo>
                  <a:lnTo>
                    <a:pt x="71620" y="68493"/>
                  </a:lnTo>
                  <a:lnTo>
                    <a:pt x="50613" y="107839"/>
                  </a:lnTo>
                  <a:lnTo>
                    <a:pt x="45719" y="140969"/>
                  </a:lnTo>
                  <a:lnTo>
                    <a:pt x="45719" y="3474719"/>
                  </a:lnTo>
                  <a:lnTo>
                    <a:pt x="54420" y="3518459"/>
                  </a:lnTo>
                  <a:lnTo>
                    <a:pt x="79197" y="3555541"/>
                  </a:lnTo>
                  <a:lnTo>
                    <a:pt x="116279" y="3580318"/>
                  </a:lnTo>
                  <a:lnTo>
                    <a:pt x="160019" y="3589019"/>
                  </a:lnTo>
                  <a:lnTo>
                    <a:pt x="11521440" y="3589019"/>
                  </a:lnTo>
                  <a:lnTo>
                    <a:pt x="11521440" y="3654552"/>
                  </a:lnTo>
                  <a:close/>
                </a:path>
                <a:path w="11521440" h="3655060">
                  <a:moveTo>
                    <a:pt x="11521440" y="3589019"/>
                  </a:moveTo>
                  <a:lnTo>
                    <a:pt x="11361419" y="3589019"/>
                  </a:lnTo>
                  <a:lnTo>
                    <a:pt x="11372678" y="3588475"/>
                  </a:lnTo>
                  <a:lnTo>
                    <a:pt x="11383721" y="3586844"/>
                  </a:lnTo>
                  <a:lnTo>
                    <a:pt x="11424932" y="3569774"/>
                  </a:lnTo>
                  <a:lnTo>
                    <a:pt x="11456473" y="3538232"/>
                  </a:lnTo>
                  <a:lnTo>
                    <a:pt x="11473543" y="3497022"/>
                  </a:lnTo>
                  <a:lnTo>
                    <a:pt x="11475719" y="3474719"/>
                  </a:lnTo>
                  <a:lnTo>
                    <a:pt x="11475719" y="140969"/>
                  </a:lnTo>
                  <a:lnTo>
                    <a:pt x="11467018" y="97229"/>
                  </a:lnTo>
                  <a:lnTo>
                    <a:pt x="11442241" y="60147"/>
                  </a:lnTo>
                  <a:lnTo>
                    <a:pt x="11405159" y="35370"/>
                  </a:lnTo>
                  <a:lnTo>
                    <a:pt x="11361419" y="26669"/>
                  </a:lnTo>
                  <a:lnTo>
                    <a:pt x="11521440" y="26669"/>
                  </a:lnTo>
                  <a:lnTo>
                    <a:pt x="11521440" y="3589019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7848" y="1469136"/>
              <a:ext cx="11576685" cy="3709670"/>
            </a:xfrm>
            <a:custGeom>
              <a:avLst/>
              <a:gdLst/>
              <a:ahLst/>
              <a:cxnLst/>
              <a:rect l="l" t="t" r="r" b="b"/>
              <a:pathLst>
                <a:path w="11576685" h="3709670">
                  <a:moveTo>
                    <a:pt x="11576304" y="3709416"/>
                  </a:moveTo>
                  <a:lnTo>
                    <a:pt x="0" y="3709416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35813"/>
                  </a:lnTo>
                  <a:lnTo>
                    <a:pt x="187451" y="35813"/>
                  </a:lnTo>
                  <a:lnTo>
                    <a:pt x="176192" y="36357"/>
                  </a:lnTo>
                  <a:lnTo>
                    <a:pt x="133516" y="49325"/>
                  </a:lnTo>
                  <a:lnTo>
                    <a:pt x="99052" y="77637"/>
                  </a:lnTo>
                  <a:lnTo>
                    <a:pt x="78045" y="116983"/>
                  </a:lnTo>
                  <a:lnTo>
                    <a:pt x="73151" y="150113"/>
                  </a:lnTo>
                  <a:lnTo>
                    <a:pt x="73151" y="3483863"/>
                  </a:lnTo>
                  <a:lnTo>
                    <a:pt x="81852" y="3527603"/>
                  </a:lnTo>
                  <a:lnTo>
                    <a:pt x="106629" y="3564685"/>
                  </a:lnTo>
                  <a:lnTo>
                    <a:pt x="143711" y="3589462"/>
                  </a:lnTo>
                  <a:lnTo>
                    <a:pt x="187451" y="3598163"/>
                  </a:lnTo>
                  <a:lnTo>
                    <a:pt x="11576304" y="3598163"/>
                  </a:lnTo>
                  <a:lnTo>
                    <a:pt x="11576304" y="3709416"/>
                  </a:lnTo>
                  <a:close/>
                </a:path>
                <a:path w="11576685" h="3709670">
                  <a:moveTo>
                    <a:pt x="11576304" y="3598163"/>
                  </a:moveTo>
                  <a:lnTo>
                    <a:pt x="11388851" y="3598163"/>
                  </a:lnTo>
                  <a:lnTo>
                    <a:pt x="11400110" y="3597619"/>
                  </a:lnTo>
                  <a:lnTo>
                    <a:pt x="11411153" y="3595988"/>
                  </a:lnTo>
                  <a:lnTo>
                    <a:pt x="11452364" y="3578918"/>
                  </a:lnTo>
                  <a:lnTo>
                    <a:pt x="11483905" y="3547376"/>
                  </a:lnTo>
                  <a:lnTo>
                    <a:pt x="11500975" y="3506166"/>
                  </a:lnTo>
                  <a:lnTo>
                    <a:pt x="11503151" y="3483863"/>
                  </a:lnTo>
                  <a:lnTo>
                    <a:pt x="11503151" y="150113"/>
                  </a:lnTo>
                  <a:lnTo>
                    <a:pt x="11494450" y="106373"/>
                  </a:lnTo>
                  <a:lnTo>
                    <a:pt x="11469673" y="69291"/>
                  </a:lnTo>
                  <a:lnTo>
                    <a:pt x="11432591" y="44514"/>
                  </a:lnTo>
                  <a:lnTo>
                    <a:pt x="11388851" y="35813"/>
                  </a:lnTo>
                  <a:lnTo>
                    <a:pt x="11576304" y="35813"/>
                  </a:lnTo>
                  <a:lnTo>
                    <a:pt x="11576304" y="359816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762" y="1509712"/>
              <a:ext cx="11420475" cy="3552825"/>
            </a:xfrm>
            <a:custGeom>
              <a:avLst/>
              <a:gdLst/>
              <a:ahLst/>
              <a:cxnLst/>
              <a:rect l="l" t="t" r="r" b="b"/>
              <a:pathLst>
                <a:path w="11420475" h="3552825">
                  <a:moveTo>
                    <a:pt x="0" y="34432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1310936" y="0"/>
                  </a:lnTo>
                  <a:lnTo>
                    <a:pt x="11318127" y="0"/>
                  </a:lnTo>
                  <a:lnTo>
                    <a:pt x="11325250" y="701"/>
                  </a:lnTo>
                  <a:lnTo>
                    <a:pt x="11332305" y="2104"/>
                  </a:lnTo>
                  <a:lnTo>
                    <a:pt x="11339359" y="3507"/>
                  </a:lnTo>
                  <a:lnTo>
                    <a:pt x="11377772" y="22456"/>
                  </a:lnTo>
                  <a:lnTo>
                    <a:pt x="11406008" y="54661"/>
                  </a:lnTo>
                  <a:lnTo>
                    <a:pt x="11418368" y="88167"/>
                  </a:lnTo>
                  <a:lnTo>
                    <a:pt x="11419771" y="95221"/>
                  </a:lnTo>
                  <a:lnTo>
                    <a:pt x="11420472" y="102345"/>
                  </a:lnTo>
                  <a:lnTo>
                    <a:pt x="11420474" y="109537"/>
                  </a:lnTo>
                  <a:lnTo>
                    <a:pt x="11420474" y="3443287"/>
                  </a:lnTo>
                  <a:lnTo>
                    <a:pt x="11420472" y="3450479"/>
                  </a:lnTo>
                  <a:lnTo>
                    <a:pt x="11419771" y="3457603"/>
                  </a:lnTo>
                  <a:lnTo>
                    <a:pt x="11418368" y="3464656"/>
                  </a:lnTo>
                  <a:lnTo>
                    <a:pt x="11416964" y="3471710"/>
                  </a:lnTo>
                  <a:lnTo>
                    <a:pt x="11398016" y="3510122"/>
                  </a:lnTo>
                  <a:lnTo>
                    <a:pt x="11365811" y="3538359"/>
                  </a:lnTo>
                  <a:lnTo>
                    <a:pt x="11352853" y="3544486"/>
                  </a:lnTo>
                  <a:lnTo>
                    <a:pt x="11346208" y="3547238"/>
                  </a:lnTo>
                  <a:lnTo>
                    <a:pt x="11339359" y="3549316"/>
                  </a:lnTo>
                  <a:lnTo>
                    <a:pt x="11332305" y="3550719"/>
                  </a:lnTo>
                  <a:lnTo>
                    <a:pt x="11325250" y="3552123"/>
                  </a:lnTo>
                  <a:lnTo>
                    <a:pt x="11318127" y="3552824"/>
                  </a:lnTo>
                  <a:lnTo>
                    <a:pt x="11310936" y="3552824"/>
                  </a:lnTo>
                  <a:lnTo>
                    <a:pt x="109537" y="3552824"/>
                  </a:lnTo>
                  <a:lnTo>
                    <a:pt x="102345" y="3552824"/>
                  </a:lnTo>
                  <a:lnTo>
                    <a:pt x="95221" y="3552123"/>
                  </a:lnTo>
                  <a:lnTo>
                    <a:pt x="88167" y="3550719"/>
                  </a:lnTo>
                  <a:lnTo>
                    <a:pt x="81113" y="3549316"/>
                  </a:lnTo>
                  <a:lnTo>
                    <a:pt x="74264" y="3547238"/>
                  </a:lnTo>
                  <a:lnTo>
                    <a:pt x="67619" y="3544486"/>
                  </a:lnTo>
                  <a:lnTo>
                    <a:pt x="60974" y="3541734"/>
                  </a:lnTo>
                  <a:lnTo>
                    <a:pt x="26997" y="3515655"/>
                  </a:lnTo>
                  <a:lnTo>
                    <a:pt x="18460" y="3504142"/>
                  </a:lnTo>
                  <a:lnTo>
                    <a:pt x="14464" y="3498161"/>
                  </a:lnTo>
                  <a:lnTo>
                    <a:pt x="701" y="3457603"/>
                  </a:lnTo>
                  <a:lnTo>
                    <a:pt x="0" y="3450479"/>
                  </a:lnTo>
                  <a:lnTo>
                    <a:pt x="0" y="34432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0512" y="1514474"/>
              <a:ext cx="11410950" cy="542925"/>
            </a:xfrm>
            <a:custGeom>
              <a:avLst/>
              <a:gdLst/>
              <a:ahLst/>
              <a:cxnLst/>
              <a:rect l="l" t="t" r="r" b="b"/>
              <a:pathLst>
                <a:path w="11410950" h="542925">
                  <a:moveTo>
                    <a:pt x="11410950" y="104775"/>
                  </a:moveTo>
                  <a:lnTo>
                    <a:pt x="11402974" y="64681"/>
                  </a:lnTo>
                  <a:lnTo>
                    <a:pt x="11380267" y="30695"/>
                  </a:lnTo>
                  <a:lnTo>
                    <a:pt x="11346269" y="7975"/>
                  </a:lnTo>
                  <a:lnTo>
                    <a:pt x="11306175" y="0"/>
                  </a:lnTo>
                  <a:lnTo>
                    <a:pt x="6848475" y="0"/>
                  </a:lnTo>
                  <a:lnTo>
                    <a:pt x="104775" y="0"/>
                  </a:lnTo>
                  <a:lnTo>
                    <a:pt x="64681" y="7975"/>
                  </a:lnTo>
                  <a:lnTo>
                    <a:pt x="30695" y="30695"/>
                  </a:lnTo>
                  <a:lnTo>
                    <a:pt x="7975" y="64681"/>
                  </a:lnTo>
                  <a:lnTo>
                    <a:pt x="0" y="104775"/>
                  </a:lnTo>
                  <a:lnTo>
                    <a:pt x="0" y="542925"/>
                  </a:lnTo>
                  <a:lnTo>
                    <a:pt x="6848475" y="542925"/>
                  </a:lnTo>
                  <a:lnTo>
                    <a:pt x="11410950" y="542925"/>
                  </a:lnTo>
                  <a:lnTo>
                    <a:pt x="11410950" y="104775"/>
                  </a:lnTo>
                  <a:close/>
                </a:path>
              </a:pathLst>
            </a:custGeom>
            <a:solidFill>
              <a:srgbClr val="1D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0512" y="2809874"/>
              <a:ext cx="11410950" cy="2247900"/>
            </a:xfrm>
            <a:custGeom>
              <a:avLst/>
              <a:gdLst/>
              <a:ahLst/>
              <a:cxnLst/>
              <a:rect l="l" t="t" r="r" b="b"/>
              <a:pathLst>
                <a:path w="11410950" h="2247900">
                  <a:moveTo>
                    <a:pt x="11410950" y="1504950"/>
                  </a:moveTo>
                  <a:lnTo>
                    <a:pt x="6848475" y="1504950"/>
                  </a:lnTo>
                  <a:lnTo>
                    <a:pt x="0" y="1504950"/>
                  </a:lnTo>
                  <a:lnTo>
                    <a:pt x="0" y="2143125"/>
                  </a:lnTo>
                  <a:lnTo>
                    <a:pt x="7975" y="2183231"/>
                  </a:lnTo>
                  <a:lnTo>
                    <a:pt x="30695" y="2217216"/>
                  </a:lnTo>
                  <a:lnTo>
                    <a:pt x="64681" y="2239924"/>
                  </a:lnTo>
                  <a:lnTo>
                    <a:pt x="104775" y="2247900"/>
                  </a:lnTo>
                  <a:lnTo>
                    <a:pt x="6848475" y="2247900"/>
                  </a:lnTo>
                  <a:lnTo>
                    <a:pt x="11306188" y="2247900"/>
                  </a:lnTo>
                  <a:lnTo>
                    <a:pt x="11346282" y="2239924"/>
                  </a:lnTo>
                  <a:lnTo>
                    <a:pt x="11380267" y="2217216"/>
                  </a:lnTo>
                  <a:lnTo>
                    <a:pt x="11402974" y="2183231"/>
                  </a:lnTo>
                  <a:lnTo>
                    <a:pt x="11410950" y="2143137"/>
                  </a:lnTo>
                  <a:lnTo>
                    <a:pt x="11410950" y="1504950"/>
                  </a:lnTo>
                  <a:close/>
                </a:path>
                <a:path w="11410950" h="2247900">
                  <a:moveTo>
                    <a:pt x="11410950" y="0"/>
                  </a:moveTo>
                  <a:lnTo>
                    <a:pt x="6848475" y="0"/>
                  </a:lnTo>
                  <a:lnTo>
                    <a:pt x="0" y="0"/>
                  </a:lnTo>
                  <a:lnTo>
                    <a:pt x="0" y="752475"/>
                  </a:lnTo>
                  <a:lnTo>
                    <a:pt x="6848475" y="752475"/>
                  </a:lnTo>
                  <a:lnTo>
                    <a:pt x="11410950" y="752475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0512" y="2800349"/>
              <a:ext cx="11410950" cy="1514475"/>
            </a:xfrm>
            <a:custGeom>
              <a:avLst/>
              <a:gdLst/>
              <a:ahLst/>
              <a:cxnLst/>
              <a:rect l="l" t="t" r="r" b="b"/>
              <a:pathLst>
                <a:path w="11410950" h="1514475">
                  <a:moveTo>
                    <a:pt x="11410950" y="1504950"/>
                  </a:moveTo>
                  <a:lnTo>
                    <a:pt x="6848475" y="1504950"/>
                  </a:lnTo>
                  <a:lnTo>
                    <a:pt x="0" y="1504950"/>
                  </a:lnTo>
                  <a:lnTo>
                    <a:pt x="0" y="1514475"/>
                  </a:lnTo>
                  <a:lnTo>
                    <a:pt x="6848475" y="1514475"/>
                  </a:lnTo>
                  <a:lnTo>
                    <a:pt x="11410950" y="1514475"/>
                  </a:lnTo>
                  <a:lnTo>
                    <a:pt x="11410950" y="1504950"/>
                  </a:lnTo>
                  <a:close/>
                </a:path>
                <a:path w="11410950" h="1514475">
                  <a:moveTo>
                    <a:pt x="11410950" y="752475"/>
                  </a:moveTo>
                  <a:lnTo>
                    <a:pt x="6848475" y="752475"/>
                  </a:lnTo>
                  <a:lnTo>
                    <a:pt x="0" y="752475"/>
                  </a:lnTo>
                  <a:lnTo>
                    <a:pt x="0" y="762000"/>
                  </a:lnTo>
                  <a:lnTo>
                    <a:pt x="6848475" y="762000"/>
                  </a:lnTo>
                  <a:lnTo>
                    <a:pt x="11410950" y="762000"/>
                  </a:lnTo>
                  <a:lnTo>
                    <a:pt x="11410950" y="752475"/>
                  </a:lnTo>
                  <a:close/>
                </a:path>
                <a:path w="11410950" h="1514475">
                  <a:moveTo>
                    <a:pt x="11410950" y="0"/>
                  </a:moveTo>
                  <a:lnTo>
                    <a:pt x="68484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6848475" y="9525"/>
                  </a:lnTo>
                  <a:lnTo>
                    <a:pt x="11410950" y="9525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6424" y="1666034"/>
            <a:ext cx="113157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14" dirty="0">
                <a:solidFill>
                  <a:srgbClr val="FFFFFF"/>
                </a:solidFill>
                <a:latin typeface="Arial"/>
                <a:cs typeface="Arial"/>
              </a:rPr>
              <a:t>BESOIN</a:t>
            </a:r>
            <a:r>
              <a:rPr sz="12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1" spc="-85" dirty="0">
                <a:solidFill>
                  <a:srgbClr val="FFFFFF"/>
                </a:solidFill>
                <a:latin typeface="Arial"/>
                <a:cs typeface="Arial"/>
              </a:rPr>
              <a:t>MÉTIER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52965" y="1666034"/>
            <a:ext cx="159766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14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r>
              <a:rPr sz="125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1" spc="-100" dirty="0">
                <a:solidFill>
                  <a:srgbClr val="FFFFFF"/>
                </a:solidFill>
                <a:latin typeface="Arial"/>
                <a:cs typeface="Arial"/>
              </a:rPr>
              <a:t>ADAPTÉE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9124" y="2247899"/>
            <a:ext cx="7724775" cy="361950"/>
            <a:chOff x="619124" y="2247899"/>
            <a:chExt cx="7724775" cy="361950"/>
          </a:xfrm>
        </p:grpSpPr>
        <p:sp>
          <p:nvSpPr>
            <p:cNvPr id="14" name="object 14"/>
            <p:cNvSpPr/>
            <p:nvPr/>
          </p:nvSpPr>
          <p:spPr>
            <a:xfrm>
              <a:off x="619124" y="22574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71703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8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71703" y="0"/>
                  </a:lnTo>
                  <a:lnTo>
                    <a:pt x="313194" y="15621"/>
                  </a:lnTo>
                  <a:lnTo>
                    <a:pt x="339014" y="51661"/>
                  </a:lnTo>
                  <a:lnTo>
                    <a:pt x="342900" y="71196"/>
                  </a:lnTo>
                  <a:lnTo>
                    <a:pt x="342900" y="271703"/>
                  </a:lnTo>
                  <a:lnTo>
                    <a:pt x="327278" y="313194"/>
                  </a:lnTo>
                  <a:lnTo>
                    <a:pt x="291237" y="339014"/>
                  </a:lnTo>
                  <a:lnTo>
                    <a:pt x="276658" y="342411"/>
                  </a:lnTo>
                  <a:lnTo>
                    <a:pt x="271703" y="342899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6834" y="2352674"/>
              <a:ext cx="161925" cy="155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472361" y="2252662"/>
              <a:ext cx="866775" cy="352425"/>
            </a:xfrm>
            <a:custGeom>
              <a:avLst/>
              <a:gdLst/>
              <a:ahLst/>
              <a:cxnLst/>
              <a:rect l="l" t="t" r="r" b="b"/>
              <a:pathLst>
                <a:path w="866775" h="352425">
                  <a:moveTo>
                    <a:pt x="817827" y="352424"/>
                  </a:moveTo>
                  <a:lnTo>
                    <a:pt x="48947" y="352424"/>
                  </a:lnTo>
                  <a:lnTo>
                    <a:pt x="45540" y="352089"/>
                  </a:lnTo>
                  <a:lnTo>
                    <a:pt x="10739" y="332002"/>
                  </a:lnTo>
                  <a:lnTo>
                    <a:pt x="0" y="303477"/>
                  </a:lnTo>
                  <a:lnTo>
                    <a:pt x="0" y="300037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817827" y="0"/>
                  </a:lnTo>
                  <a:lnTo>
                    <a:pt x="853862" y="17775"/>
                  </a:lnTo>
                  <a:lnTo>
                    <a:pt x="866774" y="48947"/>
                  </a:lnTo>
                  <a:lnTo>
                    <a:pt x="866774" y="303477"/>
                  </a:lnTo>
                  <a:lnTo>
                    <a:pt x="848998" y="339513"/>
                  </a:lnTo>
                  <a:lnTo>
                    <a:pt x="821233" y="352089"/>
                  </a:lnTo>
                  <a:lnTo>
                    <a:pt x="817827" y="352424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2361" y="2252662"/>
              <a:ext cx="866775" cy="352425"/>
            </a:xfrm>
            <a:custGeom>
              <a:avLst/>
              <a:gdLst/>
              <a:ahLst/>
              <a:cxnLst/>
              <a:rect l="l" t="t" r="r" b="b"/>
              <a:pathLst>
                <a:path w="866775" h="352425">
                  <a:moveTo>
                    <a:pt x="0" y="3000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5" y="42166"/>
                  </a:lnTo>
                  <a:lnTo>
                    <a:pt x="1676" y="38793"/>
                  </a:lnTo>
                  <a:lnTo>
                    <a:pt x="2670" y="35517"/>
                  </a:lnTo>
                  <a:lnTo>
                    <a:pt x="3986" y="32339"/>
                  </a:lnTo>
                  <a:lnTo>
                    <a:pt x="5303" y="29161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814387" y="0"/>
                  </a:lnTo>
                  <a:lnTo>
                    <a:pt x="817827" y="0"/>
                  </a:lnTo>
                  <a:lnTo>
                    <a:pt x="821234" y="335"/>
                  </a:lnTo>
                  <a:lnTo>
                    <a:pt x="856034" y="20422"/>
                  </a:lnTo>
                  <a:lnTo>
                    <a:pt x="866774" y="48947"/>
                  </a:lnTo>
                  <a:lnTo>
                    <a:pt x="866774" y="52387"/>
                  </a:lnTo>
                  <a:lnTo>
                    <a:pt x="866774" y="300037"/>
                  </a:lnTo>
                  <a:lnTo>
                    <a:pt x="866774" y="303477"/>
                  </a:lnTo>
                  <a:lnTo>
                    <a:pt x="866439" y="306884"/>
                  </a:lnTo>
                  <a:lnTo>
                    <a:pt x="857945" y="329142"/>
                  </a:lnTo>
                  <a:lnTo>
                    <a:pt x="856034" y="332002"/>
                  </a:lnTo>
                  <a:lnTo>
                    <a:pt x="843491" y="343595"/>
                  </a:lnTo>
                  <a:lnTo>
                    <a:pt x="840631" y="345507"/>
                  </a:lnTo>
                  <a:lnTo>
                    <a:pt x="814387" y="352424"/>
                  </a:lnTo>
                  <a:lnTo>
                    <a:pt x="52387" y="352424"/>
                  </a:lnTo>
                  <a:lnTo>
                    <a:pt x="15343" y="337080"/>
                  </a:lnTo>
                  <a:lnTo>
                    <a:pt x="12911" y="334648"/>
                  </a:lnTo>
                  <a:lnTo>
                    <a:pt x="10739" y="332002"/>
                  </a:lnTo>
                  <a:lnTo>
                    <a:pt x="8828" y="329142"/>
                  </a:lnTo>
                  <a:lnTo>
                    <a:pt x="6917" y="326282"/>
                  </a:lnTo>
                  <a:lnTo>
                    <a:pt x="5303" y="323263"/>
                  </a:lnTo>
                  <a:lnTo>
                    <a:pt x="3987" y="320085"/>
                  </a:lnTo>
                  <a:lnTo>
                    <a:pt x="2670" y="316907"/>
                  </a:lnTo>
                  <a:lnTo>
                    <a:pt x="1677" y="313631"/>
                  </a:lnTo>
                  <a:lnTo>
                    <a:pt x="1005" y="310257"/>
                  </a:lnTo>
                  <a:lnTo>
                    <a:pt x="335" y="306884"/>
                  </a:lnTo>
                  <a:lnTo>
                    <a:pt x="0" y="303477"/>
                  </a:lnTo>
                  <a:lnTo>
                    <a:pt x="0" y="300037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8540" y="2362199"/>
              <a:ext cx="152400" cy="13335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63625" y="2277662"/>
            <a:ext cx="3128010" cy="271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140" dirty="0">
                <a:solidFill>
                  <a:srgbClr val="1D293B"/>
                </a:solidFill>
                <a:latin typeface="Arial"/>
                <a:cs typeface="Arial"/>
              </a:rPr>
              <a:t>Garder</a:t>
            </a:r>
            <a:r>
              <a:rPr sz="1600" b="1" spc="-6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05" dirty="0">
                <a:solidFill>
                  <a:srgbClr val="1D293B"/>
                </a:solidFill>
                <a:latin typeface="Arial"/>
                <a:cs typeface="Arial"/>
              </a:rPr>
              <a:t>l</a:t>
            </a:r>
            <a:r>
              <a:rPr sz="1550" b="1" spc="-105" dirty="0">
                <a:solidFill>
                  <a:srgbClr val="1D293B"/>
                </a:solidFill>
                <a:latin typeface="Arial"/>
                <a:cs typeface="Arial"/>
              </a:rPr>
              <a:t>'</a:t>
            </a:r>
            <a:r>
              <a:rPr sz="1600" b="1" spc="-105" dirty="0">
                <a:solidFill>
                  <a:srgbClr val="1D293B"/>
                </a:solidFill>
                <a:latin typeface="Arial"/>
                <a:cs typeface="Arial"/>
              </a:rPr>
              <a:t>ordre</a:t>
            </a:r>
            <a:r>
              <a:rPr sz="1600" b="1" spc="-6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1D293B"/>
                </a:solidFill>
                <a:latin typeface="Arial"/>
                <a:cs typeface="Arial"/>
              </a:rPr>
              <a:t>d</a:t>
            </a:r>
            <a:r>
              <a:rPr sz="1550" b="1" spc="-90" dirty="0">
                <a:solidFill>
                  <a:srgbClr val="1D293B"/>
                </a:solidFill>
                <a:latin typeface="Arial"/>
                <a:cs typeface="Arial"/>
              </a:rPr>
              <a:t>'</a:t>
            </a:r>
            <a:r>
              <a:rPr sz="1600" b="1" spc="-90" dirty="0">
                <a:solidFill>
                  <a:srgbClr val="1D293B"/>
                </a:solidFill>
                <a:latin typeface="Arial"/>
                <a:cs typeface="Arial"/>
              </a:rPr>
              <a:t>arrivée</a:t>
            </a:r>
            <a:r>
              <a:rPr sz="1600" b="1" spc="-6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1D293B"/>
                </a:solidFill>
                <a:latin typeface="Arial"/>
                <a:cs typeface="Arial"/>
              </a:rPr>
              <a:t>des</a:t>
            </a:r>
            <a:r>
              <a:rPr sz="1600" b="1" spc="-5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05" dirty="0">
                <a:solidFill>
                  <a:srgbClr val="1D293B"/>
                </a:solidFill>
                <a:latin typeface="Arial"/>
                <a:cs typeface="Arial"/>
              </a:rPr>
              <a:t>étudiants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24440" y="2304084"/>
            <a:ext cx="39116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210" dirty="0">
                <a:solidFill>
                  <a:srgbClr val="166533"/>
                </a:solidFill>
                <a:latin typeface="Times New Roman"/>
                <a:cs typeface="Times New Roman"/>
              </a:rPr>
              <a:t>List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9124" y="3000374"/>
            <a:ext cx="7639050" cy="361950"/>
            <a:chOff x="619124" y="3000374"/>
            <a:chExt cx="7639050" cy="361950"/>
          </a:xfrm>
        </p:grpSpPr>
        <p:sp>
          <p:nvSpPr>
            <p:cNvPr id="22" name="object 22"/>
            <p:cNvSpPr/>
            <p:nvPr/>
          </p:nvSpPr>
          <p:spPr>
            <a:xfrm>
              <a:off x="619124" y="30098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71703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7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71703" y="0"/>
                  </a:lnTo>
                  <a:lnTo>
                    <a:pt x="313194" y="15621"/>
                  </a:lnTo>
                  <a:lnTo>
                    <a:pt x="339014" y="51661"/>
                  </a:lnTo>
                  <a:lnTo>
                    <a:pt x="342900" y="71196"/>
                  </a:lnTo>
                  <a:lnTo>
                    <a:pt x="342900" y="271703"/>
                  </a:lnTo>
                  <a:lnTo>
                    <a:pt x="327278" y="313194"/>
                  </a:lnTo>
                  <a:lnTo>
                    <a:pt x="291237" y="339014"/>
                  </a:lnTo>
                  <a:lnTo>
                    <a:pt x="276658" y="342411"/>
                  </a:lnTo>
                  <a:lnTo>
                    <a:pt x="271703" y="342899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849" y="3095624"/>
              <a:ext cx="171450" cy="17462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472361" y="3005137"/>
              <a:ext cx="781050" cy="352425"/>
            </a:xfrm>
            <a:custGeom>
              <a:avLst/>
              <a:gdLst/>
              <a:ahLst/>
              <a:cxnLst/>
              <a:rect l="l" t="t" r="r" b="b"/>
              <a:pathLst>
                <a:path w="781050" h="352425">
                  <a:moveTo>
                    <a:pt x="732101" y="352424"/>
                  </a:moveTo>
                  <a:lnTo>
                    <a:pt x="48947" y="352424"/>
                  </a:lnTo>
                  <a:lnTo>
                    <a:pt x="45540" y="352089"/>
                  </a:lnTo>
                  <a:lnTo>
                    <a:pt x="10739" y="332001"/>
                  </a:lnTo>
                  <a:lnTo>
                    <a:pt x="0" y="303477"/>
                  </a:lnTo>
                  <a:lnTo>
                    <a:pt x="0" y="300037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732101" y="0"/>
                  </a:lnTo>
                  <a:lnTo>
                    <a:pt x="768137" y="17775"/>
                  </a:lnTo>
                  <a:lnTo>
                    <a:pt x="781049" y="48947"/>
                  </a:lnTo>
                  <a:lnTo>
                    <a:pt x="781049" y="303477"/>
                  </a:lnTo>
                  <a:lnTo>
                    <a:pt x="763273" y="339512"/>
                  </a:lnTo>
                  <a:lnTo>
                    <a:pt x="735507" y="352089"/>
                  </a:lnTo>
                  <a:lnTo>
                    <a:pt x="732101" y="352424"/>
                  </a:lnTo>
                  <a:close/>
                </a:path>
              </a:pathLst>
            </a:custGeom>
            <a:solidFill>
              <a:srgbClr val="FEF9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72361" y="3005137"/>
              <a:ext cx="781050" cy="352425"/>
            </a:xfrm>
            <a:custGeom>
              <a:avLst/>
              <a:gdLst/>
              <a:ahLst/>
              <a:cxnLst/>
              <a:rect l="l" t="t" r="r" b="b"/>
              <a:pathLst>
                <a:path w="781050" h="352425">
                  <a:moveTo>
                    <a:pt x="0" y="3000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5" y="42166"/>
                  </a:lnTo>
                  <a:lnTo>
                    <a:pt x="1676" y="38793"/>
                  </a:lnTo>
                  <a:lnTo>
                    <a:pt x="2670" y="35517"/>
                  </a:lnTo>
                  <a:lnTo>
                    <a:pt x="3986" y="32339"/>
                  </a:lnTo>
                  <a:lnTo>
                    <a:pt x="5303" y="29161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728662" y="0"/>
                  </a:lnTo>
                  <a:lnTo>
                    <a:pt x="732101" y="0"/>
                  </a:lnTo>
                  <a:lnTo>
                    <a:pt x="735508" y="335"/>
                  </a:lnTo>
                  <a:lnTo>
                    <a:pt x="738882" y="1006"/>
                  </a:lnTo>
                  <a:lnTo>
                    <a:pt x="742255" y="1677"/>
                  </a:lnTo>
                  <a:lnTo>
                    <a:pt x="772220" y="23282"/>
                  </a:lnTo>
                  <a:lnTo>
                    <a:pt x="774131" y="26142"/>
                  </a:lnTo>
                  <a:lnTo>
                    <a:pt x="780042" y="42166"/>
                  </a:lnTo>
                  <a:lnTo>
                    <a:pt x="780713" y="45540"/>
                  </a:lnTo>
                  <a:lnTo>
                    <a:pt x="781049" y="48947"/>
                  </a:lnTo>
                  <a:lnTo>
                    <a:pt x="781049" y="52387"/>
                  </a:lnTo>
                  <a:lnTo>
                    <a:pt x="781049" y="300037"/>
                  </a:lnTo>
                  <a:lnTo>
                    <a:pt x="781049" y="303477"/>
                  </a:lnTo>
                  <a:lnTo>
                    <a:pt x="780713" y="306883"/>
                  </a:lnTo>
                  <a:lnTo>
                    <a:pt x="780042" y="310257"/>
                  </a:lnTo>
                  <a:lnTo>
                    <a:pt x="779371" y="313630"/>
                  </a:lnTo>
                  <a:lnTo>
                    <a:pt x="754906" y="345506"/>
                  </a:lnTo>
                  <a:lnTo>
                    <a:pt x="732101" y="352424"/>
                  </a:lnTo>
                  <a:lnTo>
                    <a:pt x="728662" y="352424"/>
                  </a:lnTo>
                  <a:lnTo>
                    <a:pt x="52387" y="352424"/>
                  </a:lnTo>
                  <a:lnTo>
                    <a:pt x="48947" y="352424"/>
                  </a:lnTo>
                  <a:lnTo>
                    <a:pt x="45540" y="352089"/>
                  </a:lnTo>
                  <a:lnTo>
                    <a:pt x="15343" y="337080"/>
                  </a:lnTo>
                  <a:lnTo>
                    <a:pt x="12911" y="334648"/>
                  </a:lnTo>
                  <a:lnTo>
                    <a:pt x="10739" y="332001"/>
                  </a:lnTo>
                  <a:lnTo>
                    <a:pt x="8828" y="329141"/>
                  </a:lnTo>
                  <a:lnTo>
                    <a:pt x="6917" y="326281"/>
                  </a:lnTo>
                  <a:lnTo>
                    <a:pt x="5303" y="323262"/>
                  </a:lnTo>
                  <a:lnTo>
                    <a:pt x="3987" y="320084"/>
                  </a:lnTo>
                  <a:lnTo>
                    <a:pt x="2670" y="316906"/>
                  </a:lnTo>
                  <a:lnTo>
                    <a:pt x="1677" y="313630"/>
                  </a:lnTo>
                  <a:lnTo>
                    <a:pt x="1005" y="310257"/>
                  </a:lnTo>
                  <a:lnTo>
                    <a:pt x="335" y="306883"/>
                  </a:lnTo>
                  <a:lnTo>
                    <a:pt x="0" y="303477"/>
                  </a:lnTo>
                  <a:lnTo>
                    <a:pt x="0" y="300037"/>
                  </a:lnTo>
                </a:path>
              </a:pathLst>
            </a:custGeom>
            <a:ln w="9524">
              <a:solidFill>
                <a:srgbClr val="FDD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8540" y="3111499"/>
              <a:ext cx="152400" cy="1397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65124" y="3030137"/>
            <a:ext cx="11461750" cy="271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710565">
              <a:lnSpc>
                <a:spcPct val="100000"/>
              </a:lnSpc>
              <a:spcBef>
                <a:spcPts val="114"/>
              </a:spcBef>
              <a:tabLst>
                <a:tab pos="7471409" algn="l"/>
              </a:tabLst>
            </a:pPr>
            <a:r>
              <a:rPr sz="1600" b="1" spc="-125" dirty="0">
                <a:solidFill>
                  <a:srgbClr val="1D293B"/>
                </a:solidFill>
                <a:latin typeface="Arial"/>
                <a:cs typeface="Arial"/>
              </a:rPr>
              <a:t>Éviter</a:t>
            </a:r>
            <a:r>
              <a:rPr sz="1600" b="1" spc="-6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20" dirty="0">
                <a:solidFill>
                  <a:srgbClr val="1D293B"/>
                </a:solidFill>
                <a:latin typeface="Arial"/>
                <a:cs typeface="Arial"/>
              </a:rPr>
              <a:t>les</a:t>
            </a:r>
            <a:r>
              <a:rPr sz="1600" b="1" spc="-6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50" dirty="0">
                <a:solidFill>
                  <a:srgbClr val="1D293B"/>
                </a:solidFill>
                <a:latin typeface="Arial"/>
                <a:cs typeface="Arial"/>
              </a:rPr>
              <a:t>doublons</a:t>
            </a:r>
            <a:r>
              <a:rPr sz="1600" b="1" spc="-6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105" dirty="0">
                <a:solidFill>
                  <a:srgbClr val="1D293B"/>
                </a:solidFill>
                <a:latin typeface="Arial"/>
                <a:cs typeface="Arial"/>
              </a:rPr>
              <a:t>(</a:t>
            </a:r>
            <a:r>
              <a:rPr sz="1600" b="1" spc="-105" dirty="0">
                <a:solidFill>
                  <a:srgbClr val="1D293B"/>
                </a:solidFill>
                <a:latin typeface="Arial"/>
                <a:cs typeface="Arial"/>
              </a:rPr>
              <a:t>unicité</a:t>
            </a:r>
            <a:r>
              <a:rPr sz="1600" b="1" spc="-6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D293B"/>
                </a:solidFill>
                <a:latin typeface="Arial"/>
                <a:cs typeface="Arial"/>
              </a:rPr>
              <a:t>garantie</a:t>
            </a:r>
            <a:r>
              <a:rPr sz="1550" b="1" spc="-10" dirty="0">
                <a:solidFill>
                  <a:srgbClr val="1D293B"/>
                </a:solidFill>
                <a:latin typeface="Arial"/>
                <a:cs typeface="Arial"/>
              </a:rPr>
              <a:t>)</a:t>
            </a:r>
            <a:r>
              <a:rPr sz="1550" b="1" dirty="0">
                <a:solidFill>
                  <a:srgbClr val="1D293B"/>
                </a:solidFill>
                <a:latin typeface="Arial"/>
                <a:cs typeface="Arial"/>
              </a:rPr>
              <a:t>	</a:t>
            </a:r>
            <a:r>
              <a:rPr sz="1875" spc="232" baseline="6666" dirty="0">
                <a:solidFill>
                  <a:srgbClr val="854D0D"/>
                </a:solidFill>
                <a:latin typeface="Times New Roman"/>
                <a:cs typeface="Times New Roman"/>
              </a:rPr>
              <a:t>Set</a:t>
            </a:r>
            <a:endParaRPr sz="1875" baseline="6666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9124" y="3752849"/>
            <a:ext cx="7639050" cy="361950"/>
            <a:chOff x="619124" y="3752849"/>
            <a:chExt cx="7639050" cy="361950"/>
          </a:xfrm>
        </p:grpSpPr>
        <p:sp>
          <p:nvSpPr>
            <p:cNvPr id="29" name="object 29"/>
            <p:cNvSpPr/>
            <p:nvPr/>
          </p:nvSpPr>
          <p:spPr>
            <a:xfrm>
              <a:off x="619124" y="376237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71703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7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71703" y="0"/>
                  </a:lnTo>
                  <a:lnTo>
                    <a:pt x="313194" y="15621"/>
                  </a:lnTo>
                  <a:lnTo>
                    <a:pt x="339014" y="51661"/>
                  </a:lnTo>
                  <a:lnTo>
                    <a:pt x="342900" y="71196"/>
                  </a:lnTo>
                  <a:lnTo>
                    <a:pt x="342900" y="271703"/>
                  </a:lnTo>
                  <a:lnTo>
                    <a:pt x="327278" y="313194"/>
                  </a:lnTo>
                  <a:lnTo>
                    <a:pt x="291237" y="339013"/>
                  </a:lnTo>
                  <a:lnTo>
                    <a:pt x="276658" y="342411"/>
                  </a:lnTo>
                  <a:lnTo>
                    <a:pt x="271703" y="342899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849" y="3848099"/>
              <a:ext cx="171450" cy="17462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472361" y="3757612"/>
              <a:ext cx="781050" cy="352425"/>
            </a:xfrm>
            <a:custGeom>
              <a:avLst/>
              <a:gdLst/>
              <a:ahLst/>
              <a:cxnLst/>
              <a:rect l="l" t="t" r="r" b="b"/>
              <a:pathLst>
                <a:path w="781050" h="352425">
                  <a:moveTo>
                    <a:pt x="732101" y="352424"/>
                  </a:moveTo>
                  <a:lnTo>
                    <a:pt x="48947" y="352424"/>
                  </a:lnTo>
                  <a:lnTo>
                    <a:pt x="45540" y="352089"/>
                  </a:lnTo>
                  <a:lnTo>
                    <a:pt x="10739" y="332002"/>
                  </a:lnTo>
                  <a:lnTo>
                    <a:pt x="0" y="303477"/>
                  </a:lnTo>
                  <a:lnTo>
                    <a:pt x="0" y="300037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732101" y="0"/>
                  </a:lnTo>
                  <a:lnTo>
                    <a:pt x="768137" y="17775"/>
                  </a:lnTo>
                  <a:lnTo>
                    <a:pt x="781049" y="48947"/>
                  </a:lnTo>
                  <a:lnTo>
                    <a:pt x="781049" y="303477"/>
                  </a:lnTo>
                  <a:lnTo>
                    <a:pt x="763273" y="339512"/>
                  </a:lnTo>
                  <a:lnTo>
                    <a:pt x="735507" y="352089"/>
                  </a:lnTo>
                  <a:lnTo>
                    <a:pt x="732101" y="352424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72361" y="3757612"/>
              <a:ext cx="781050" cy="352425"/>
            </a:xfrm>
            <a:custGeom>
              <a:avLst/>
              <a:gdLst/>
              <a:ahLst/>
              <a:cxnLst/>
              <a:rect l="l" t="t" r="r" b="b"/>
              <a:pathLst>
                <a:path w="781050" h="352425">
                  <a:moveTo>
                    <a:pt x="0" y="3000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5" y="42166"/>
                  </a:lnTo>
                  <a:lnTo>
                    <a:pt x="1676" y="38792"/>
                  </a:lnTo>
                  <a:lnTo>
                    <a:pt x="2670" y="35517"/>
                  </a:lnTo>
                  <a:lnTo>
                    <a:pt x="3986" y="32338"/>
                  </a:lnTo>
                  <a:lnTo>
                    <a:pt x="5303" y="29160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728662" y="0"/>
                  </a:lnTo>
                  <a:lnTo>
                    <a:pt x="732101" y="0"/>
                  </a:lnTo>
                  <a:lnTo>
                    <a:pt x="735508" y="335"/>
                  </a:lnTo>
                  <a:lnTo>
                    <a:pt x="757766" y="8828"/>
                  </a:lnTo>
                  <a:lnTo>
                    <a:pt x="760626" y="10739"/>
                  </a:lnTo>
                  <a:lnTo>
                    <a:pt x="763273" y="12911"/>
                  </a:lnTo>
                  <a:lnTo>
                    <a:pt x="765705" y="15343"/>
                  </a:lnTo>
                  <a:lnTo>
                    <a:pt x="768137" y="17775"/>
                  </a:lnTo>
                  <a:lnTo>
                    <a:pt x="770309" y="20421"/>
                  </a:lnTo>
                  <a:lnTo>
                    <a:pt x="772220" y="23282"/>
                  </a:lnTo>
                  <a:lnTo>
                    <a:pt x="774131" y="26142"/>
                  </a:lnTo>
                  <a:lnTo>
                    <a:pt x="780042" y="42167"/>
                  </a:lnTo>
                  <a:lnTo>
                    <a:pt x="780713" y="45540"/>
                  </a:lnTo>
                  <a:lnTo>
                    <a:pt x="781049" y="48947"/>
                  </a:lnTo>
                  <a:lnTo>
                    <a:pt x="781049" y="52387"/>
                  </a:lnTo>
                  <a:lnTo>
                    <a:pt x="781049" y="300037"/>
                  </a:lnTo>
                  <a:lnTo>
                    <a:pt x="781049" y="303477"/>
                  </a:lnTo>
                  <a:lnTo>
                    <a:pt x="780713" y="306883"/>
                  </a:lnTo>
                  <a:lnTo>
                    <a:pt x="780042" y="310257"/>
                  </a:lnTo>
                  <a:lnTo>
                    <a:pt x="779371" y="313631"/>
                  </a:lnTo>
                  <a:lnTo>
                    <a:pt x="754906" y="345506"/>
                  </a:lnTo>
                  <a:lnTo>
                    <a:pt x="728662" y="352424"/>
                  </a:lnTo>
                  <a:lnTo>
                    <a:pt x="52387" y="352424"/>
                  </a:lnTo>
                  <a:lnTo>
                    <a:pt x="15343" y="337080"/>
                  </a:lnTo>
                  <a:lnTo>
                    <a:pt x="12911" y="334648"/>
                  </a:lnTo>
                  <a:lnTo>
                    <a:pt x="10739" y="332002"/>
                  </a:lnTo>
                  <a:lnTo>
                    <a:pt x="8828" y="329142"/>
                  </a:lnTo>
                  <a:lnTo>
                    <a:pt x="6917" y="326282"/>
                  </a:lnTo>
                  <a:lnTo>
                    <a:pt x="5303" y="323262"/>
                  </a:lnTo>
                  <a:lnTo>
                    <a:pt x="3987" y="320084"/>
                  </a:lnTo>
                  <a:lnTo>
                    <a:pt x="2670" y="316906"/>
                  </a:lnTo>
                  <a:lnTo>
                    <a:pt x="1677" y="313631"/>
                  </a:lnTo>
                  <a:lnTo>
                    <a:pt x="1005" y="310257"/>
                  </a:lnTo>
                  <a:lnTo>
                    <a:pt x="335" y="306883"/>
                  </a:lnTo>
                  <a:lnTo>
                    <a:pt x="0" y="303477"/>
                  </a:lnTo>
                  <a:lnTo>
                    <a:pt x="0" y="300037"/>
                  </a:lnTo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08540" y="3857624"/>
              <a:ext cx="152400" cy="15240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063625" y="3782612"/>
            <a:ext cx="3305810" cy="271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140" dirty="0">
                <a:solidFill>
                  <a:srgbClr val="1D293B"/>
                </a:solidFill>
                <a:latin typeface="Arial"/>
                <a:cs typeface="Arial"/>
              </a:rPr>
              <a:t>Retrouver</a:t>
            </a:r>
            <a:r>
              <a:rPr sz="1600" b="1" spc="-7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95" dirty="0">
                <a:solidFill>
                  <a:srgbClr val="1D293B"/>
                </a:solidFill>
                <a:latin typeface="Arial"/>
                <a:cs typeface="Arial"/>
              </a:rPr>
              <a:t>vite</a:t>
            </a:r>
            <a:r>
              <a:rPr sz="1600" b="1" spc="-7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60" dirty="0">
                <a:solidFill>
                  <a:srgbClr val="1D293B"/>
                </a:solidFill>
                <a:latin typeface="Arial"/>
                <a:cs typeface="Arial"/>
              </a:rPr>
              <a:t>un</a:t>
            </a:r>
            <a:r>
              <a:rPr sz="1600" b="1" spc="-7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14" dirty="0">
                <a:solidFill>
                  <a:srgbClr val="1D293B"/>
                </a:solidFill>
                <a:latin typeface="Arial"/>
                <a:cs typeface="Arial"/>
              </a:rPr>
              <a:t>étudiant</a:t>
            </a:r>
            <a:r>
              <a:rPr sz="1600" b="1" spc="-7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14" dirty="0">
                <a:solidFill>
                  <a:srgbClr val="1D293B"/>
                </a:solidFill>
                <a:latin typeface="Arial"/>
                <a:cs typeface="Arial"/>
              </a:rPr>
              <a:t>par</a:t>
            </a:r>
            <a:r>
              <a:rPr sz="1600" b="1" spc="-7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00" dirty="0">
                <a:solidFill>
                  <a:srgbClr val="1D293B"/>
                </a:solidFill>
                <a:latin typeface="Arial"/>
                <a:cs typeface="Arial"/>
              </a:rPr>
              <a:t>matricule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4440" y="3809034"/>
            <a:ext cx="29972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35" dirty="0">
                <a:solidFill>
                  <a:srgbClr val="991B1B"/>
                </a:solidFill>
                <a:latin typeface="Times New Roman"/>
                <a:cs typeface="Times New Roman"/>
              </a:rPr>
              <a:t>Map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9124" y="4505324"/>
            <a:ext cx="7924800" cy="361950"/>
            <a:chOff x="619124" y="4505324"/>
            <a:chExt cx="7924800" cy="361950"/>
          </a:xfrm>
        </p:grpSpPr>
        <p:sp>
          <p:nvSpPr>
            <p:cNvPr id="37" name="object 37"/>
            <p:cNvSpPr/>
            <p:nvPr/>
          </p:nvSpPr>
          <p:spPr>
            <a:xfrm>
              <a:off x="619124" y="45148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71703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7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71703" y="0"/>
                  </a:lnTo>
                  <a:lnTo>
                    <a:pt x="313194" y="15621"/>
                  </a:lnTo>
                  <a:lnTo>
                    <a:pt x="339014" y="51661"/>
                  </a:lnTo>
                  <a:lnTo>
                    <a:pt x="342900" y="71196"/>
                  </a:lnTo>
                  <a:lnTo>
                    <a:pt x="342900" y="271703"/>
                  </a:lnTo>
                  <a:lnTo>
                    <a:pt x="327278" y="313194"/>
                  </a:lnTo>
                  <a:lnTo>
                    <a:pt x="291237" y="339013"/>
                  </a:lnTo>
                  <a:lnTo>
                    <a:pt x="276658" y="342411"/>
                  </a:lnTo>
                  <a:lnTo>
                    <a:pt x="271703" y="342899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1674" y="4613274"/>
              <a:ext cx="177800" cy="1524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472361" y="4510087"/>
              <a:ext cx="1066800" cy="352425"/>
            </a:xfrm>
            <a:custGeom>
              <a:avLst/>
              <a:gdLst/>
              <a:ahLst/>
              <a:cxnLst/>
              <a:rect l="l" t="t" r="r" b="b"/>
              <a:pathLst>
                <a:path w="1066800" h="352425">
                  <a:moveTo>
                    <a:pt x="1017852" y="352424"/>
                  </a:moveTo>
                  <a:lnTo>
                    <a:pt x="48947" y="352424"/>
                  </a:lnTo>
                  <a:lnTo>
                    <a:pt x="45540" y="352089"/>
                  </a:lnTo>
                  <a:lnTo>
                    <a:pt x="10739" y="332002"/>
                  </a:lnTo>
                  <a:lnTo>
                    <a:pt x="0" y="303477"/>
                  </a:lnTo>
                  <a:lnTo>
                    <a:pt x="0" y="300037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1017852" y="0"/>
                  </a:lnTo>
                  <a:lnTo>
                    <a:pt x="1053886" y="17775"/>
                  </a:lnTo>
                  <a:lnTo>
                    <a:pt x="1066799" y="48947"/>
                  </a:lnTo>
                  <a:lnTo>
                    <a:pt x="1066799" y="303477"/>
                  </a:lnTo>
                  <a:lnTo>
                    <a:pt x="1049022" y="339512"/>
                  </a:lnTo>
                  <a:lnTo>
                    <a:pt x="1021258" y="352089"/>
                  </a:lnTo>
                  <a:lnTo>
                    <a:pt x="1017852" y="352424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72361" y="4510087"/>
              <a:ext cx="1066800" cy="352425"/>
            </a:xfrm>
            <a:custGeom>
              <a:avLst/>
              <a:gdLst/>
              <a:ahLst/>
              <a:cxnLst/>
              <a:rect l="l" t="t" r="r" b="b"/>
              <a:pathLst>
                <a:path w="1066800" h="352425">
                  <a:moveTo>
                    <a:pt x="0" y="3000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5" y="42166"/>
                  </a:lnTo>
                  <a:lnTo>
                    <a:pt x="1676" y="38792"/>
                  </a:lnTo>
                  <a:lnTo>
                    <a:pt x="2670" y="35517"/>
                  </a:lnTo>
                  <a:lnTo>
                    <a:pt x="3986" y="32338"/>
                  </a:lnTo>
                  <a:lnTo>
                    <a:pt x="5303" y="29160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14412" y="0"/>
                  </a:lnTo>
                  <a:lnTo>
                    <a:pt x="1017852" y="0"/>
                  </a:lnTo>
                  <a:lnTo>
                    <a:pt x="1021258" y="335"/>
                  </a:lnTo>
                  <a:lnTo>
                    <a:pt x="1024631" y="1006"/>
                  </a:lnTo>
                  <a:lnTo>
                    <a:pt x="1028005" y="1677"/>
                  </a:lnTo>
                  <a:lnTo>
                    <a:pt x="1031281" y="2671"/>
                  </a:lnTo>
                  <a:lnTo>
                    <a:pt x="1034458" y="3987"/>
                  </a:lnTo>
                  <a:lnTo>
                    <a:pt x="1037636" y="5303"/>
                  </a:lnTo>
                  <a:lnTo>
                    <a:pt x="1062810" y="32338"/>
                  </a:lnTo>
                  <a:lnTo>
                    <a:pt x="1064127" y="35517"/>
                  </a:lnTo>
                  <a:lnTo>
                    <a:pt x="1065120" y="38792"/>
                  </a:lnTo>
                  <a:lnTo>
                    <a:pt x="1065791" y="42166"/>
                  </a:lnTo>
                  <a:lnTo>
                    <a:pt x="1066463" y="45540"/>
                  </a:lnTo>
                  <a:lnTo>
                    <a:pt x="1066799" y="48947"/>
                  </a:lnTo>
                  <a:lnTo>
                    <a:pt x="1066799" y="52387"/>
                  </a:lnTo>
                  <a:lnTo>
                    <a:pt x="1066799" y="300037"/>
                  </a:lnTo>
                  <a:lnTo>
                    <a:pt x="1066799" y="303477"/>
                  </a:lnTo>
                  <a:lnTo>
                    <a:pt x="1066463" y="306883"/>
                  </a:lnTo>
                  <a:lnTo>
                    <a:pt x="1065791" y="310257"/>
                  </a:lnTo>
                  <a:lnTo>
                    <a:pt x="1065120" y="313631"/>
                  </a:lnTo>
                  <a:lnTo>
                    <a:pt x="1064127" y="316906"/>
                  </a:lnTo>
                  <a:lnTo>
                    <a:pt x="1062810" y="320084"/>
                  </a:lnTo>
                  <a:lnTo>
                    <a:pt x="1061494" y="323262"/>
                  </a:lnTo>
                  <a:lnTo>
                    <a:pt x="1059880" y="326282"/>
                  </a:lnTo>
                  <a:lnTo>
                    <a:pt x="1057969" y="329142"/>
                  </a:lnTo>
                  <a:lnTo>
                    <a:pt x="1056058" y="332002"/>
                  </a:lnTo>
                  <a:lnTo>
                    <a:pt x="1043515" y="343595"/>
                  </a:lnTo>
                  <a:lnTo>
                    <a:pt x="1040655" y="345506"/>
                  </a:lnTo>
                  <a:lnTo>
                    <a:pt x="1014412" y="352424"/>
                  </a:lnTo>
                  <a:lnTo>
                    <a:pt x="52387" y="352424"/>
                  </a:lnTo>
                  <a:lnTo>
                    <a:pt x="23281" y="343595"/>
                  </a:lnTo>
                  <a:lnTo>
                    <a:pt x="20421" y="341684"/>
                  </a:lnTo>
                  <a:lnTo>
                    <a:pt x="17775" y="339512"/>
                  </a:lnTo>
                  <a:lnTo>
                    <a:pt x="15343" y="337080"/>
                  </a:lnTo>
                  <a:lnTo>
                    <a:pt x="12911" y="334648"/>
                  </a:lnTo>
                  <a:lnTo>
                    <a:pt x="10739" y="332002"/>
                  </a:lnTo>
                  <a:lnTo>
                    <a:pt x="8828" y="329142"/>
                  </a:lnTo>
                  <a:lnTo>
                    <a:pt x="6917" y="326282"/>
                  </a:lnTo>
                  <a:lnTo>
                    <a:pt x="5303" y="323262"/>
                  </a:lnTo>
                  <a:lnTo>
                    <a:pt x="3987" y="320084"/>
                  </a:lnTo>
                  <a:lnTo>
                    <a:pt x="2670" y="316906"/>
                  </a:lnTo>
                  <a:lnTo>
                    <a:pt x="1677" y="313631"/>
                  </a:lnTo>
                  <a:lnTo>
                    <a:pt x="1005" y="310257"/>
                  </a:lnTo>
                  <a:lnTo>
                    <a:pt x="335" y="306883"/>
                  </a:lnTo>
                  <a:lnTo>
                    <a:pt x="0" y="303477"/>
                  </a:lnTo>
                  <a:lnTo>
                    <a:pt x="0" y="300037"/>
                  </a:lnTo>
                </a:path>
              </a:pathLst>
            </a:custGeom>
            <a:ln w="9524">
              <a:solidFill>
                <a:srgbClr val="E8D5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05365" y="4625974"/>
              <a:ext cx="177800" cy="12065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063625" y="4535087"/>
            <a:ext cx="3714750" cy="271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130" dirty="0">
                <a:solidFill>
                  <a:srgbClr val="1D293B"/>
                </a:solidFill>
                <a:latin typeface="Arial"/>
                <a:cs typeface="Arial"/>
              </a:rPr>
              <a:t>Transformer</a:t>
            </a:r>
            <a:r>
              <a:rPr sz="1550" b="1" spc="-130" dirty="0">
                <a:solidFill>
                  <a:srgbClr val="1D293B"/>
                </a:solidFill>
                <a:latin typeface="Arial"/>
                <a:cs typeface="Arial"/>
              </a:rPr>
              <a:t>,</a:t>
            </a:r>
            <a:r>
              <a:rPr sz="1550" b="1" spc="-7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1D293B"/>
                </a:solidFill>
                <a:latin typeface="Arial"/>
                <a:cs typeface="Arial"/>
              </a:rPr>
              <a:t>filtrer</a:t>
            </a:r>
            <a:r>
              <a:rPr sz="1600" b="1" spc="-5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60" dirty="0">
                <a:solidFill>
                  <a:srgbClr val="1D293B"/>
                </a:solidFill>
                <a:latin typeface="Arial"/>
                <a:cs typeface="Arial"/>
              </a:rPr>
              <a:t>ou</a:t>
            </a:r>
            <a:r>
              <a:rPr sz="1600" b="1" spc="-5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14" dirty="0">
                <a:solidFill>
                  <a:srgbClr val="1D293B"/>
                </a:solidFill>
                <a:latin typeface="Arial"/>
                <a:cs typeface="Arial"/>
              </a:rPr>
              <a:t>calculer</a:t>
            </a:r>
            <a:r>
              <a:rPr sz="1600" b="1" spc="-5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40" dirty="0">
                <a:solidFill>
                  <a:srgbClr val="1D293B"/>
                </a:solidFill>
                <a:latin typeface="Arial"/>
                <a:cs typeface="Arial"/>
              </a:rPr>
              <a:t>une</a:t>
            </a:r>
            <a:r>
              <a:rPr sz="1600" b="1" spc="-5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600" b="1" spc="-125" dirty="0">
                <a:solidFill>
                  <a:srgbClr val="1D293B"/>
                </a:solidFill>
                <a:latin typeface="Arial"/>
                <a:cs typeface="Arial"/>
              </a:rPr>
              <a:t>moyenne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43490" y="4561509"/>
            <a:ext cx="57404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114" dirty="0">
                <a:solidFill>
                  <a:srgbClr val="6A20A7"/>
                </a:solidFill>
                <a:latin typeface="Times New Roman"/>
                <a:cs typeface="Times New Roman"/>
              </a:rPr>
              <a:t>Stream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80999" y="5353049"/>
            <a:ext cx="11430000" cy="561975"/>
            <a:chOff x="380999" y="5353049"/>
            <a:chExt cx="11430000" cy="561975"/>
          </a:xfrm>
        </p:grpSpPr>
        <p:sp>
          <p:nvSpPr>
            <p:cNvPr id="45" name="object 45"/>
            <p:cNvSpPr/>
            <p:nvPr/>
          </p:nvSpPr>
          <p:spPr>
            <a:xfrm>
              <a:off x="404812" y="5353049"/>
              <a:ext cx="11406505" cy="561975"/>
            </a:xfrm>
            <a:custGeom>
              <a:avLst/>
              <a:gdLst/>
              <a:ahLst/>
              <a:cxnLst/>
              <a:rect l="l" t="t" r="r" b="b"/>
              <a:pathLst>
                <a:path w="11406505" h="561975">
                  <a:moveTo>
                    <a:pt x="11334989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1334989" y="0"/>
                  </a:lnTo>
                  <a:lnTo>
                    <a:pt x="11376481" y="15621"/>
                  </a:lnTo>
                  <a:lnTo>
                    <a:pt x="11402300" y="51661"/>
                  </a:lnTo>
                  <a:lnTo>
                    <a:pt x="11406186" y="71196"/>
                  </a:lnTo>
                  <a:lnTo>
                    <a:pt x="11406186" y="490777"/>
                  </a:lnTo>
                  <a:lnTo>
                    <a:pt x="11390564" y="532269"/>
                  </a:lnTo>
                  <a:lnTo>
                    <a:pt x="11354524" y="558087"/>
                  </a:lnTo>
                  <a:lnTo>
                    <a:pt x="11334989" y="56197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80999" y="5353049"/>
              <a:ext cx="47625" cy="561975"/>
            </a:xfrm>
            <a:custGeom>
              <a:avLst/>
              <a:gdLst/>
              <a:ahLst/>
              <a:cxnLst/>
              <a:rect l="l" t="t" r="r" b="b"/>
              <a:pathLst>
                <a:path w="47625" h="561975">
                  <a:moveTo>
                    <a:pt x="0" y="561974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561974"/>
                  </a:lnTo>
                  <a:lnTo>
                    <a:pt x="0" y="56197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5474" y="5524499"/>
              <a:ext cx="158750" cy="22860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920750" y="5478062"/>
            <a:ext cx="5975985" cy="271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150" dirty="0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sz="1600" b="1" spc="-8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13532D"/>
                </a:solidFill>
                <a:latin typeface="Arial"/>
                <a:cs typeface="Arial"/>
              </a:rPr>
              <a:t>d</a:t>
            </a:r>
            <a:r>
              <a:rPr sz="1550" b="1" spc="-90" dirty="0">
                <a:solidFill>
                  <a:srgbClr val="13532D"/>
                </a:solidFill>
                <a:latin typeface="Arial"/>
                <a:cs typeface="Arial"/>
              </a:rPr>
              <a:t>'</a:t>
            </a:r>
            <a:r>
              <a:rPr sz="1600" b="1" spc="-90" dirty="0">
                <a:solidFill>
                  <a:srgbClr val="13532D"/>
                </a:solidFill>
                <a:latin typeface="Arial"/>
                <a:cs typeface="Arial"/>
              </a:rPr>
              <a:t>or</a:t>
            </a:r>
            <a:r>
              <a:rPr sz="1600" b="1" spc="-8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550" b="1" spc="-95" dirty="0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sz="1550" b="1" spc="-6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550" b="1" spc="-120" dirty="0">
                <a:solidFill>
                  <a:srgbClr val="13532D"/>
                </a:solidFill>
                <a:latin typeface="Arial"/>
                <a:cs typeface="Arial"/>
              </a:rPr>
              <a:t>"</a:t>
            </a:r>
            <a:r>
              <a:rPr sz="1600" b="1" spc="-120" dirty="0">
                <a:solidFill>
                  <a:srgbClr val="13532D"/>
                </a:solidFill>
                <a:latin typeface="Arial"/>
                <a:cs typeface="Arial"/>
              </a:rPr>
              <a:t>Le</a:t>
            </a:r>
            <a:r>
              <a:rPr sz="1600" b="1" spc="-8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13532D"/>
                </a:solidFill>
                <a:latin typeface="Arial"/>
                <a:cs typeface="Arial"/>
              </a:rPr>
              <a:t>choix</a:t>
            </a:r>
            <a:r>
              <a:rPr sz="1600" b="1" spc="-7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600" b="1" spc="-120" dirty="0">
                <a:solidFill>
                  <a:srgbClr val="13532D"/>
                </a:solidFill>
                <a:latin typeface="Arial"/>
                <a:cs typeface="Arial"/>
              </a:rPr>
              <a:t>de</a:t>
            </a:r>
            <a:r>
              <a:rPr sz="1600" b="1" spc="-8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600" b="1" spc="-110" dirty="0">
                <a:solidFill>
                  <a:srgbClr val="13532D"/>
                </a:solidFill>
                <a:latin typeface="Arial"/>
                <a:cs typeface="Arial"/>
              </a:rPr>
              <a:t>la</a:t>
            </a:r>
            <a:r>
              <a:rPr sz="1600" b="1" spc="-7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600" b="1" spc="-114" dirty="0">
                <a:solidFill>
                  <a:srgbClr val="13532D"/>
                </a:solidFill>
                <a:latin typeface="Arial"/>
                <a:cs typeface="Arial"/>
              </a:rPr>
              <a:t>structure</a:t>
            </a:r>
            <a:r>
              <a:rPr sz="1600" b="1" spc="-8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13532D"/>
                </a:solidFill>
                <a:latin typeface="Arial"/>
                <a:cs typeface="Arial"/>
              </a:rPr>
              <a:t>dépend</a:t>
            </a:r>
            <a:r>
              <a:rPr sz="1600" b="1" spc="-8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13532D"/>
                </a:solidFill>
                <a:latin typeface="Arial"/>
                <a:cs typeface="Arial"/>
              </a:rPr>
              <a:t>toujours</a:t>
            </a:r>
            <a:r>
              <a:rPr sz="1600" b="1" spc="-7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600" b="1" spc="-150" dirty="0">
                <a:solidFill>
                  <a:srgbClr val="13532D"/>
                </a:solidFill>
                <a:latin typeface="Arial"/>
                <a:cs typeface="Arial"/>
              </a:rPr>
              <a:t>du</a:t>
            </a:r>
            <a:r>
              <a:rPr sz="1600" b="1" spc="-8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600" b="1" spc="-140" dirty="0">
                <a:solidFill>
                  <a:srgbClr val="13532D"/>
                </a:solidFill>
                <a:latin typeface="Arial"/>
                <a:cs typeface="Arial"/>
              </a:rPr>
              <a:t>besoin</a:t>
            </a:r>
            <a:r>
              <a:rPr sz="1600" b="1" spc="-7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13532D"/>
                </a:solidFill>
                <a:latin typeface="Arial"/>
                <a:cs typeface="Arial"/>
              </a:rPr>
              <a:t>métier</a:t>
            </a:r>
            <a:r>
              <a:rPr sz="1550" b="1" spc="-85" dirty="0">
                <a:solidFill>
                  <a:srgbClr val="13532D"/>
                </a:solidFill>
                <a:latin typeface="Arial"/>
                <a:cs typeface="Arial"/>
              </a:rPr>
              <a:t>."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50" name="object 50"/>
            <p:cNvSpPr/>
            <p:nvPr/>
          </p:nvSpPr>
          <p:spPr>
            <a:xfrm>
              <a:off x="1057274" y="6800849"/>
              <a:ext cx="11134725" cy="57150"/>
            </a:xfrm>
            <a:custGeom>
              <a:avLst/>
              <a:gdLst/>
              <a:ahLst/>
              <a:cxnLst/>
              <a:rect l="l" t="t" r="r" b="b"/>
              <a:pathLst>
                <a:path w="11134725" h="57150">
                  <a:moveTo>
                    <a:pt x="0" y="57149"/>
                  </a:moveTo>
                  <a:lnTo>
                    <a:pt x="11134724" y="57149"/>
                  </a:lnTo>
                  <a:lnTo>
                    <a:pt x="111347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0" y="6800849"/>
              <a:ext cx="1057275" cy="57150"/>
            </a:xfrm>
            <a:custGeom>
              <a:avLst/>
              <a:gdLst/>
              <a:ahLst/>
              <a:cxnLst/>
              <a:rect l="l" t="t" r="r" b="b"/>
              <a:pathLst>
                <a:path w="1057275" h="57150">
                  <a:moveTo>
                    <a:pt x="10572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057274" y="0"/>
                  </a:lnTo>
                  <a:lnTo>
                    <a:pt x="10572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1672291" y="6551215"/>
            <a:ext cx="294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5</a:t>
            </a:fld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7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204" dirty="0"/>
              <a:t>Pourquoi</a:t>
            </a:r>
            <a:r>
              <a:rPr sz="2750" spc="-155" dirty="0"/>
              <a:t> </a:t>
            </a:r>
            <a:r>
              <a:rPr sz="2750" spc="-165" dirty="0"/>
              <a:t>comparer</a:t>
            </a:r>
            <a:r>
              <a:rPr sz="2750" spc="-150" dirty="0"/>
              <a:t> </a:t>
            </a:r>
            <a:r>
              <a:rPr sz="2750" spc="-165" dirty="0"/>
              <a:t>des</a:t>
            </a:r>
            <a:r>
              <a:rPr sz="2750" spc="-160" dirty="0"/>
              <a:t> </a:t>
            </a:r>
            <a:r>
              <a:rPr sz="2750" spc="-155" dirty="0"/>
              <a:t>objets</a:t>
            </a:r>
            <a:r>
              <a:rPr sz="2750" spc="-150" dirty="0"/>
              <a:t> </a:t>
            </a:r>
            <a:r>
              <a:rPr sz="2750" spc="-405" dirty="0"/>
              <a:t>?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380999" y="1628774"/>
            <a:ext cx="5695950" cy="895350"/>
            <a:chOff x="380999" y="1628774"/>
            <a:chExt cx="5695950" cy="895350"/>
          </a:xfrm>
        </p:grpSpPr>
        <p:sp>
          <p:nvSpPr>
            <p:cNvPr id="4" name="object 4"/>
            <p:cNvSpPr/>
            <p:nvPr/>
          </p:nvSpPr>
          <p:spPr>
            <a:xfrm>
              <a:off x="404812" y="1628774"/>
              <a:ext cx="5672455" cy="895350"/>
            </a:xfrm>
            <a:custGeom>
              <a:avLst/>
              <a:gdLst/>
              <a:ahLst/>
              <a:cxnLst/>
              <a:rect l="l" t="t" r="r" b="b"/>
              <a:pathLst>
                <a:path w="5672455" h="895350">
                  <a:moveTo>
                    <a:pt x="5600939" y="895349"/>
                  </a:moveTo>
                  <a:lnTo>
                    <a:pt x="0" y="895349"/>
                  </a:lnTo>
                  <a:lnTo>
                    <a:pt x="0" y="0"/>
                  </a:lnTo>
                  <a:lnTo>
                    <a:pt x="5600939" y="0"/>
                  </a:lnTo>
                  <a:lnTo>
                    <a:pt x="5605895" y="488"/>
                  </a:lnTo>
                  <a:lnTo>
                    <a:pt x="5642431" y="15621"/>
                  </a:lnTo>
                  <a:lnTo>
                    <a:pt x="5668251" y="51661"/>
                  </a:lnTo>
                  <a:lnTo>
                    <a:pt x="5672136" y="71196"/>
                  </a:lnTo>
                  <a:lnTo>
                    <a:pt x="5672136" y="824153"/>
                  </a:lnTo>
                  <a:lnTo>
                    <a:pt x="5656514" y="865644"/>
                  </a:lnTo>
                  <a:lnTo>
                    <a:pt x="5620474" y="891464"/>
                  </a:lnTo>
                  <a:lnTo>
                    <a:pt x="5600939" y="8953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99" y="1628774"/>
              <a:ext cx="47625" cy="895350"/>
            </a:xfrm>
            <a:custGeom>
              <a:avLst/>
              <a:gdLst/>
              <a:ahLst/>
              <a:cxnLst/>
              <a:rect l="l" t="t" r="r" b="b"/>
              <a:pathLst>
                <a:path w="47625" h="895350">
                  <a:moveTo>
                    <a:pt x="0" y="89534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895349"/>
                  </a:lnTo>
                  <a:lnTo>
                    <a:pt x="0" y="8953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4049" y="1779547"/>
            <a:ext cx="5086350" cy="539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900"/>
              </a:lnSpc>
              <a:spcBef>
                <a:spcPts val="95"/>
              </a:spcBef>
            </a:pPr>
            <a:r>
              <a:rPr sz="1550" spc="-80" dirty="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sz="155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334054"/>
                </a:solidFill>
                <a:latin typeface="Arial"/>
                <a:cs typeface="Arial"/>
              </a:rPr>
              <a:t>trier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334054"/>
                </a:solidFill>
                <a:latin typeface="Arial"/>
                <a:cs typeface="Arial"/>
              </a:rPr>
              <a:t>collection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ou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334054"/>
                </a:solidFill>
                <a:latin typeface="Arial"/>
                <a:cs typeface="Arial"/>
              </a:rPr>
              <a:t>trouver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334054"/>
                </a:solidFill>
                <a:latin typeface="Arial"/>
                <a:cs typeface="Arial"/>
              </a:rPr>
              <a:t>maximum,</a:t>
            </a:r>
            <a:r>
              <a:rPr sz="1550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334054"/>
                </a:solidFill>
                <a:latin typeface="Arial"/>
                <a:cs typeface="Arial"/>
              </a:rPr>
              <a:t>Java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334054"/>
                </a:solidFill>
                <a:latin typeface="Arial"/>
                <a:cs typeface="Arial"/>
              </a:rPr>
              <a:t>doit </a:t>
            </a:r>
            <a:r>
              <a:rPr sz="1550" spc="-45" dirty="0">
                <a:solidFill>
                  <a:srgbClr val="334054"/>
                </a:solidFill>
                <a:latin typeface="Arial"/>
                <a:cs typeface="Arial"/>
              </a:rPr>
              <a:t>savoir</a:t>
            </a:r>
            <a:r>
              <a:rPr sz="155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05" dirty="0">
                <a:solidFill>
                  <a:srgbClr val="334054"/>
                </a:solidFill>
                <a:latin typeface="Arial"/>
                <a:cs typeface="Arial"/>
              </a:rPr>
              <a:t>comment</a:t>
            </a:r>
            <a:r>
              <a:rPr sz="1550" b="1" spc="-9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classer</a:t>
            </a:r>
            <a:r>
              <a:rPr sz="155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334054"/>
                </a:solidFill>
                <a:latin typeface="Arial"/>
                <a:cs typeface="Arial"/>
              </a:rPr>
              <a:t>deux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334054"/>
                </a:solidFill>
                <a:latin typeface="Arial"/>
                <a:cs typeface="Arial"/>
              </a:rPr>
              <a:t>objets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334054"/>
                </a:solidFill>
                <a:latin typeface="Arial"/>
                <a:cs typeface="Arial"/>
              </a:rPr>
              <a:t>l'un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 par </a:t>
            </a:r>
            <a:r>
              <a:rPr sz="1550" spc="-30" dirty="0">
                <a:solidFill>
                  <a:srgbClr val="334054"/>
                </a:solidFill>
                <a:latin typeface="Arial"/>
                <a:cs typeface="Arial"/>
              </a:rPr>
              <a:t>rapport</a:t>
            </a:r>
            <a:r>
              <a:rPr sz="15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110" dirty="0">
                <a:solidFill>
                  <a:srgbClr val="334054"/>
                </a:solidFill>
                <a:latin typeface="Arial"/>
                <a:cs typeface="Arial"/>
              </a:rPr>
              <a:t>à</a:t>
            </a:r>
            <a:r>
              <a:rPr sz="155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334054"/>
                </a:solidFill>
                <a:latin typeface="Arial"/>
                <a:cs typeface="Arial"/>
              </a:rPr>
              <a:t>l'autre.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6136" y="2727960"/>
            <a:ext cx="5806440" cy="737870"/>
            <a:chOff x="326136" y="2727960"/>
            <a:chExt cx="5806440" cy="737870"/>
          </a:xfrm>
        </p:grpSpPr>
        <p:sp>
          <p:nvSpPr>
            <p:cNvPr id="8" name="object 8"/>
            <p:cNvSpPr/>
            <p:nvPr/>
          </p:nvSpPr>
          <p:spPr>
            <a:xfrm>
              <a:off x="326136" y="2727960"/>
              <a:ext cx="5806440" cy="737870"/>
            </a:xfrm>
            <a:custGeom>
              <a:avLst/>
              <a:gdLst/>
              <a:ahLst/>
              <a:cxnLst/>
              <a:rect l="l" t="t" r="r" b="b"/>
              <a:pathLst>
                <a:path w="5806440" h="737870">
                  <a:moveTo>
                    <a:pt x="5806440" y="737616"/>
                  </a:moveTo>
                  <a:lnTo>
                    <a:pt x="0" y="737616"/>
                  </a:lnTo>
                  <a:lnTo>
                    <a:pt x="0" y="0"/>
                  </a:lnTo>
                  <a:lnTo>
                    <a:pt x="5806440" y="0"/>
                  </a:lnTo>
                  <a:lnTo>
                    <a:pt x="5806440" y="43814"/>
                  </a:lnTo>
                  <a:lnTo>
                    <a:pt x="131063" y="43814"/>
                  </a:lnTo>
                  <a:lnTo>
                    <a:pt x="124495" y="44131"/>
                  </a:lnTo>
                  <a:lnTo>
                    <a:pt x="88786" y="58922"/>
                  </a:lnTo>
                  <a:lnTo>
                    <a:pt x="67243" y="91163"/>
                  </a:lnTo>
                  <a:lnTo>
                    <a:pt x="64388" y="110489"/>
                  </a:lnTo>
                  <a:lnTo>
                    <a:pt x="64388" y="586739"/>
                  </a:lnTo>
                  <a:lnTo>
                    <a:pt x="75615" y="623788"/>
                  </a:lnTo>
                  <a:lnTo>
                    <a:pt x="105548" y="648338"/>
                  </a:lnTo>
                  <a:lnTo>
                    <a:pt x="131063" y="653414"/>
                  </a:lnTo>
                  <a:lnTo>
                    <a:pt x="5806440" y="653414"/>
                  </a:lnTo>
                  <a:lnTo>
                    <a:pt x="5806440" y="737616"/>
                  </a:lnTo>
                  <a:close/>
                </a:path>
                <a:path w="5806440" h="737870">
                  <a:moveTo>
                    <a:pt x="5806440" y="653414"/>
                  </a:moveTo>
                  <a:lnTo>
                    <a:pt x="5674613" y="653414"/>
                  </a:lnTo>
                  <a:lnTo>
                    <a:pt x="5681181" y="653097"/>
                  </a:lnTo>
                  <a:lnTo>
                    <a:pt x="5687623" y="652145"/>
                  </a:lnTo>
                  <a:lnTo>
                    <a:pt x="5721759" y="633885"/>
                  </a:lnTo>
                  <a:lnTo>
                    <a:pt x="5740019" y="599749"/>
                  </a:lnTo>
                  <a:lnTo>
                    <a:pt x="5741288" y="586739"/>
                  </a:lnTo>
                  <a:lnTo>
                    <a:pt x="5741288" y="110489"/>
                  </a:lnTo>
                  <a:lnTo>
                    <a:pt x="5730061" y="73439"/>
                  </a:lnTo>
                  <a:lnTo>
                    <a:pt x="5700128" y="48889"/>
                  </a:lnTo>
                  <a:lnTo>
                    <a:pt x="5674613" y="43814"/>
                  </a:lnTo>
                  <a:lnTo>
                    <a:pt x="5806440" y="43814"/>
                  </a:lnTo>
                  <a:lnTo>
                    <a:pt x="5806440" y="653414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5762" y="2767012"/>
              <a:ext cx="5686425" cy="619125"/>
            </a:xfrm>
            <a:custGeom>
              <a:avLst/>
              <a:gdLst/>
              <a:ahLst/>
              <a:cxnLst/>
              <a:rect l="l" t="t" r="r" b="b"/>
              <a:pathLst>
                <a:path w="5686425" h="619125">
                  <a:moveTo>
                    <a:pt x="5619677" y="619124"/>
                  </a:moveTo>
                  <a:lnTo>
                    <a:pt x="66746" y="619124"/>
                  </a:lnTo>
                  <a:lnTo>
                    <a:pt x="62101" y="618667"/>
                  </a:lnTo>
                  <a:lnTo>
                    <a:pt x="24240" y="601517"/>
                  </a:lnTo>
                  <a:lnTo>
                    <a:pt x="2287" y="566224"/>
                  </a:lnTo>
                  <a:lnTo>
                    <a:pt x="0" y="552378"/>
                  </a:lnTo>
                  <a:lnTo>
                    <a:pt x="0" y="5476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619677" y="0"/>
                  </a:lnTo>
                  <a:lnTo>
                    <a:pt x="5658575" y="14645"/>
                  </a:lnTo>
                  <a:lnTo>
                    <a:pt x="5682780" y="48433"/>
                  </a:lnTo>
                  <a:lnTo>
                    <a:pt x="5686423" y="66746"/>
                  </a:lnTo>
                  <a:lnTo>
                    <a:pt x="5686423" y="552378"/>
                  </a:lnTo>
                  <a:lnTo>
                    <a:pt x="5671778" y="591275"/>
                  </a:lnTo>
                  <a:lnTo>
                    <a:pt x="5637990" y="615481"/>
                  </a:lnTo>
                  <a:lnTo>
                    <a:pt x="5624323" y="618667"/>
                  </a:lnTo>
                  <a:lnTo>
                    <a:pt x="5619677" y="619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762" y="2767012"/>
              <a:ext cx="5686425" cy="619125"/>
            </a:xfrm>
            <a:custGeom>
              <a:avLst/>
              <a:gdLst/>
              <a:ahLst/>
              <a:cxnLst/>
              <a:rect l="l" t="t" r="r" b="b"/>
              <a:pathLst>
                <a:path w="5686425" h="619125">
                  <a:moveTo>
                    <a:pt x="0" y="5476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614987" y="0"/>
                  </a:lnTo>
                  <a:lnTo>
                    <a:pt x="5619677" y="0"/>
                  </a:lnTo>
                  <a:lnTo>
                    <a:pt x="5624323" y="457"/>
                  </a:lnTo>
                  <a:lnTo>
                    <a:pt x="5628923" y="1372"/>
                  </a:lnTo>
                  <a:lnTo>
                    <a:pt x="5633523" y="2287"/>
                  </a:lnTo>
                  <a:lnTo>
                    <a:pt x="5665500" y="20923"/>
                  </a:lnTo>
                  <a:lnTo>
                    <a:pt x="5668816" y="24240"/>
                  </a:lnTo>
                  <a:lnTo>
                    <a:pt x="5685966" y="62101"/>
                  </a:lnTo>
                  <a:lnTo>
                    <a:pt x="5686424" y="71437"/>
                  </a:lnTo>
                  <a:lnTo>
                    <a:pt x="5686424" y="547687"/>
                  </a:lnTo>
                  <a:lnTo>
                    <a:pt x="5674384" y="587375"/>
                  </a:lnTo>
                  <a:lnTo>
                    <a:pt x="5642324" y="613686"/>
                  </a:lnTo>
                  <a:lnTo>
                    <a:pt x="5628923" y="617752"/>
                  </a:lnTo>
                  <a:lnTo>
                    <a:pt x="5624323" y="618667"/>
                  </a:lnTo>
                  <a:lnTo>
                    <a:pt x="5619677" y="619124"/>
                  </a:lnTo>
                  <a:lnTo>
                    <a:pt x="5614987" y="619124"/>
                  </a:lnTo>
                  <a:lnTo>
                    <a:pt x="71437" y="619124"/>
                  </a:lnTo>
                  <a:lnTo>
                    <a:pt x="66746" y="619124"/>
                  </a:lnTo>
                  <a:lnTo>
                    <a:pt x="62101" y="618667"/>
                  </a:lnTo>
                  <a:lnTo>
                    <a:pt x="31748" y="607084"/>
                  </a:lnTo>
                  <a:lnTo>
                    <a:pt x="27848" y="604479"/>
                  </a:lnTo>
                  <a:lnTo>
                    <a:pt x="3642" y="570691"/>
                  </a:lnTo>
                  <a:lnTo>
                    <a:pt x="0" y="552378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024" y="29051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71703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7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71703" y="0"/>
                  </a:lnTo>
                  <a:lnTo>
                    <a:pt x="313194" y="15621"/>
                  </a:lnTo>
                  <a:lnTo>
                    <a:pt x="339014" y="51661"/>
                  </a:lnTo>
                  <a:lnTo>
                    <a:pt x="342900" y="71196"/>
                  </a:lnTo>
                  <a:lnTo>
                    <a:pt x="342900" y="271703"/>
                  </a:lnTo>
                  <a:lnTo>
                    <a:pt x="327278" y="313194"/>
                  </a:lnTo>
                  <a:lnTo>
                    <a:pt x="291237" y="339013"/>
                  </a:lnTo>
                  <a:lnTo>
                    <a:pt x="276658" y="342411"/>
                  </a:lnTo>
                  <a:lnTo>
                    <a:pt x="271703" y="3428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3009899"/>
              <a:ext cx="171450" cy="13335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26136" y="3526536"/>
            <a:ext cx="5806440" cy="737870"/>
            <a:chOff x="326136" y="3526536"/>
            <a:chExt cx="5806440" cy="737870"/>
          </a:xfrm>
        </p:grpSpPr>
        <p:sp>
          <p:nvSpPr>
            <p:cNvPr id="14" name="object 14"/>
            <p:cNvSpPr/>
            <p:nvPr/>
          </p:nvSpPr>
          <p:spPr>
            <a:xfrm>
              <a:off x="326136" y="3526536"/>
              <a:ext cx="5806440" cy="737870"/>
            </a:xfrm>
            <a:custGeom>
              <a:avLst/>
              <a:gdLst/>
              <a:ahLst/>
              <a:cxnLst/>
              <a:rect l="l" t="t" r="r" b="b"/>
              <a:pathLst>
                <a:path w="5806440" h="737870">
                  <a:moveTo>
                    <a:pt x="5806440" y="737616"/>
                  </a:moveTo>
                  <a:lnTo>
                    <a:pt x="0" y="737616"/>
                  </a:lnTo>
                  <a:lnTo>
                    <a:pt x="0" y="0"/>
                  </a:lnTo>
                  <a:lnTo>
                    <a:pt x="5806440" y="0"/>
                  </a:lnTo>
                  <a:lnTo>
                    <a:pt x="5806440" y="45338"/>
                  </a:lnTo>
                  <a:lnTo>
                    <a:pt x="131063" y="45338"/>
                  </a:lnTo>
                  <a:lnTo>
                    <a:pt x="124495" y="45655"/>
                  </a:lnTo>
                  <a:lnTo>
                    <a:pt x="88786" y="60447"/>
                  </a:lnTo>
                  <a:lnTo>
                    <a:pt x="67243" y="92687"/>
                  </a:lnTo>
                  <a:lnTo>
                    <a:pt x="64388" y="112013"/>
                  </a:lnTo>
                  <a:lnTo>
                    <a:pt x="64388" y="588263"/>
                  </a:lnTo>
                  <a:lnTo>
                    <a:pt x="75615" y="625312"/>
                  </a:lnTo>
                  <a:lnTo>
                    <a:pt x="105548" y="649862"/>
                  </a:lnTo>
                  <a:lnTo>
                    <a:pt x="131063" y="654938"/>
                  </a:lnTo>
                  <a:lnTo>
                    <a:pt x="5806440" y="654938"/>
                  </a:lnTo>
                  <a:lnTo>
                    <a:pt x="5806440" y="737616"/>
                  </a:lnTo>
                  <a:close/>
                </a:path>
                <a:path w="5806440" h="737870">
                  <a:moveTo>
                    <a:pt x="5806440" y="654938"/>
                  </a:moveTo>
                  <a:lnTo>
                    <a:pt x="5674613" y="654938"/>
                  </a:lnTo>
                  <a:lnTo>
                    <a:pt x="5681181" y="654621"/>
                  </a:lnTo>
                  <a:lnTo>
                    <a:pt x="5687623" y="653669"/>
                  </a:lnTo>
                  <a:lnTo>
                    <a:pt x="5721759" y="635409"/>
                  </a:lnTo>
                  <a:lnTo>
                    <a:pt x="5740019" y="601273"/>
                  </a:lnTo>
                  <a:lnTo>
                    <a:pt x="5741288" y="588263"/>
                  </a:lnTo>
                  <a:lnTo>
                    <a:pt x="5741288" y="112013"/>
                  </a:lnTo>
                  <a:lnTo>
                    <a:pt x="5730061" y="74963"/>
                  </a:lnTo>
                  <a:lnTo>
                    <a:pt x="5700128" y="50414"/>
                  </a:lnTo>
                  <a:lnTo>
                    <a:pt x="5674613" y="45338"/>
                  </a:lnTo>
                  <a:lnTo>
                    <a:pt x="5806440" y="45338"/>
                  </a:lnTo>
                  <a:lnTo>
                    <a:pt x="5806440" y="654938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5762" y="3567112"/>
              <a:ext cx="5686425" cy="619125"/>
            </a:xfrm>
            <a:custGeom>
              <a:avLst/>
              <a:gdLst/>
              <a:ahLst/>
              <a:cxnLst/>
              <a:rect l="l" t="t" r="r" b="b"/>
              <a:pathLst>
                <a:path w="5686425" h="619125">
                  <a:moveTo>
                    <a:pt x="5619677" y="619124"/>
                  </a:moveTo>
                  <a:lnTo>
                    <a:pt x="66746" y="619124"/>
                  </a:lnTo>
                  <a:lnTo>
                    <a:pt x="62101" y="618667"/>
                  </a:lnTo>
                  <a:lnTo>
                    <a:pt x="24240" y="601517"/>
                  </a:lnTo>
                  <a:lnTo>
                    <a:pt x="2287" y="566224"/>
                  </a:lnTo>
                  <a:lnTo>
                    <a:pt x="0" y="552377"/>
                  </a:lnTo>
                  <a:lnTo>
                    <a:pt x="0" y="5476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619677" y="0"/>
                  </a:lnTo>
                  <a:lnTo>
                    <a:pt x="5658575" y="14645"/>
                  </a:lnTo>
                  <a:lnTo>
                    <a:pt x="5682780" y="48433"/>
                  </a:lnTo>
                  <a:lnTo>
                    <a:pt x="5686423" y="66746"/>
                  </a:lnTo>
                  <a:lnTo>
                    <a:pt x="5686423" y="552377"/>
                  </a:lnTo>
                  <a:lnTo>
                    <a:pt x="5671778" y="591275"/>
                  </a:lnTo>
                  <a:lnTo>
                    <a:pt x="5637990" y="615481"/>
                  </a:lnTo>
                  <a:lnTo>
                    <a:pt x="5624323" y="618667"/>
                  </a:lnTo>
                  <a:lnTo>
                    <a:pt x="5619677" y="619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5762" y="3567112"/>
              <a:ext cx="5686425" cy="619125"/>
            </a:xfrm>
            <a:custGeom>
              <a:avLst/>
              <a:gdLst/>
              <a:ahLst/>
              <a:cxnLst/>
              <a:rect l="l" t="t" r="r" b="b"/>
              <a:pathLst>
                <a:path w="5686425" h="619125">
                  <a:moveTo>
                    <a:pt x="0" y="5476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614987" y="0"/>
                  </a:lnTo>
                  <a:lnTo>
                    <a:pt x="5619677" y="0"/>
                  </a:lnTo>
                  <a:lnTo>
                    <a:pt x="5624323" y="457"/>
                  </a:lnTo>
                  <a:lnTo>
                    <a:pt x="5628923" y="1372"/>
                  </a:lnTo>
                  <a:lnTo>
                    <a:pt x="5633523" y="2287"/>
                  </a:lnTo>
                  <a:lnTo>
                    <a:pt x="5665500" y="20923"/>
                  </a:lnTo>
                  <a:lnTo>
                    <a:pt x="5668816" y="24240"/>
                  </a:lnTo>
                  <a:lnTo>
                    <a:pt x="5685966" y="62101"/>
                  </a:lnTo>
                  <a:lnTo>
                    <a:pt x="5686424" y="71437"/>
                  </a:lnTo>
                  <a:lnTo>
                    <a:pt x="5686424" y="547687"/>
                  </a:lnTo>
                  <a:lnTo>
                    <a:pt x="5674384" y="587375"/>
                  </a:lnTo>
                  <a:lnTo>
                    <a:pt x="5642324" y="613686"/>
                  </a:lnTo>
                  <a:lnTo>
                    <a:pt x="5614987" y="619124"/>
                  </a:lnTo>
                  <a:lnTo>
                    <a:pt x="71437" y="619124"/>
                  </a:lnTo>
                  <a:lnTo>
                    <a:pt x="31748" y="607085"/>
                  </a:lnTo>
                  <a:lnTo>
                    <a:pt x="27848" y="604479"/>
                  </a:lnTo>
                  <a:lnTo>
                    <a:pt x="3642" y="570691"/>
                  </a:lnTo>
                  <a:lnTo>
                    <a:pt x="0" y="552377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1024" y="37052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71703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7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71703" y="0"/>
                  </a:lnTo>
                  <a:lnTo>
                    <a:pt x="313194" y="15621"/>
                  </a:lnTo>
                  <a:lnTo>
                    <a:pt x="339014" y="51661"/>
                  </a:lnTo>
                  <a:lnTo>
                    <a:pt x="342900" y="71196"/>
                  </a:lnTo>
                  <a:lnTo>
                    <a:pt x="342900" y="271703"/>
                  </a:lnTo>
                  <a:lnTo>
                    <a:pt x="327278" y="313194"/>
                  </a:lnTo>
                  <a:lnTo>
                    <a:pt x="291237" y="339013"/>
                  </a:lnTo>
                  <a:lnTo>
                    <a:pt x="276658" y="342411"/>
                  </a:lnTo>
                  <a:lnTo>
                    <a:pt x="271703" y="3428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49" y="3800475"/>
              <a:ext cx="171450" cy="15240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26136" y="4328160"/>
            <a:ext cx="5806440" cy="737870"/>
            <a:chOff x="326136" y="4328160"/>
            <a:chExt cx="5806440" cy="737870"/>
          </a:xfrm>
        </p:grpSpPr>
        <p:sp>
          <p:nvSpPr>
            <p:cNvPr id="20" name="object 20"/>
            <p:cNvSpPr/>
            <p:nvPr/>
          </p:nvSpPr>
          <p:spPr>
            <a:xfrm>
              <a:off x="326136" y="4328160"/>
              <a:ext cx="5806440" cy="737870"/>
            </a:xfrm>
            <a:custGeom>
              <a:avLst/>
              <a:gdLst/>
              <a:ahLst/>
              <a:cxnLst/>
              <a:rect l="l" t="t" r="r" b="b"/>
              <a:pathLst>
                <a:path w="5806440" h="737870">
                  <a:moveTo>
                    <a:pt x="5806440" y="737616"/>
                  </a:moveTo>
                  <a:lnTo>
                    <a:pt x="0" y="737616"/>
                  </a:lnTo>
                  <a:lnTo>
                    <a:pt x="0" y="0"/>
                  </a:lnTo>
                  <a:lnTo>
                    <a:pt x="5806440" y="0"/>
                  </a:lnTo>
                  <a:lnTo>
                    <a:pt x="5806440" y="43814"/>
                  </a:lnTo>
                  <a:lnTo>
                    <a:pt x="131063" y="43814"/>
                  </a:lnTo>
                  <a:lnTo>
                    <a:pt x="124495" y="44131"/>
                  </a:lnTo>
                  <a:lnTo>
                    <a:pt x="88786" y="58922"/>
                  </a:lnTo>
                  <a:lnTo>
                    <a:pt x="67243" y="91163"/>
                  </a:lnTo>
                  <a:lnTo>
                    <a:pt x="64388" y="110489"/>
                  </a:lnTo>
                  <a:lnTo>
                    <a:pt x="64388" y="586739"/>
                  </a:lnTo>
                  <a:lnTo>
                    <a:pt x="75615" y="623788"/>
                  </a:lnTo>
                  <a:lnTo>
                    <a:pt x="105548" y="648339"/>
                  </a:lnTo>
                  <a:lnTo>
                    <a:pt x="131063" y="653414"/>
                  </a:lnTo>
                  <a:lnTo>
                    <a:pt x="5806440" y="653414"/>
                  </a:lnTo>
                  <a:lnTo>
                    <a:pt x="5806440" y="737616"/>
                  </a:lnTo>
                  <a:close/>
                </a:path>
                <a:path w="5806440" h="737870">
                  <a:moveTo>
                    <a:pt x="5806440" y="653414"/>
                  </a:moveTo>
                  <a:lnTo>
                    <a:pt x="5674613" y="653414"/>
                  </a:lnTo>
                  <a:lnTo>
                    <a:pt x="5681181" y="653097"/>
                  </a:lnTo>
                  <a:lnTo>
                    <a:pt x="5687623" y="652145"/>
                  </a:lnTo>
                  <a:lnTo>
                    <a:pt x="5721759" y="633885"/>
                  </a:lnTo>
                  <a:lnTo>
                    <a:pt x="5740019" y="599749"/>
                  </a:lnTo>
                  <a:lnTo>
                    <a:pt x="5741288" y="586739"/>
                  </a:lnTo>
                  <a:lnTo>
                    <a:pt x="5741288" y="110489"/>
                  </a:lnTo>
                  <a:lnTo>
                    <a:pt x="5730061" y="73439"/>
                  </a:lnTo>
                  <a:lnTo>
                    <a:pt x="5700128" y="48889"/>
                  </a:lnTo>
                  <a:lnTo>
                    <a:pt x="5674613" y="43814"/>
                  </a:lnTo>
                  <a:lnTo>
                    <a:pt x="5806440" y="43814"/>
                  </a:lnTo>
                  <a:lnTo>
                    <a:pt x="5806440" y="653414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5762" y="4367212"/>
              <a:ext cx="5686425" cy="619125"/>
            </a:xfrm>
            <a:custGeom>
              <a:avLst/>
              <a:gdLst/>
              <a:ahLst/>
              <a:cxnLst/>
              <a:rect l="l" t="t" r="r" b="b"/>
              <a:pathLst>
                <a:path w="5686425" h="619125">
                  <a:moveTo>
                    <a:pt x="5619677" y="619124"/>
                  </a:moveTo>
                  <a:lnTo>
                    <a:pt x="66746" y="619124"/>
                  </a:lnTo>
                  <a:lnTo>
                    <a:pt x="62101" y="618666"/>
                  </a:lnTo>
                  <a:lnTo>
                    <a:pt x="24240" y="601517"/>
                  </a:lnTo>
                  <a:lnTo>
                    <a:pt x="2287" y="566224"/>
                  </a:lnTo>
                  <a:lnTo>
                    <a:pt x="0" y="552377"/>
                  </a:lnTo>
                  <a:lnTo>
                    <a:pt x="0" y="5476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619677" y="0"/>
                  </a:lnTo>
                  <a:lnTo>
                    <a:pt x="5658575" y="14645"/>
                  </a:lnTo>
                  <a:lnTo>
                    <a:pt x="5682780" y="48432"/>
                  </a:lnTo>
                  <a:lnTo>
                    <a:pt x="5686423" y="66746"/>
                  </a:lnTo>
                  <a:lnTo>
                    <a:pt x="5686423" y="552377"/>
                  </a:lnTo>
                  <a:lnTo>
                    <a:pt x="5671778" y="591275"/>
                  </a:lnTo>
                  <a:lnTo>
                    <a:pt x="5637990" y="615481"/>
                  </a:lnTo>
                  <a:lnTo>
                    <a:pt x="5624323" y="618666"/>
                  </a:lnTo>
                  <a:lnTo>
                    <a:pt x="5619677" y="619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5762" y="4367212"/>
              <a:ext cx="5686425" cy="619125"/>
            </a:xfrm>
            <a:custGeom>
              <a:avLst/>
              <a:gdLst/>
              <a:ahLst/>
              <a:cxnLst/>
              <a:rect l="l" t="t" r="r" b="b"/>
              <a:pathLst>
                <a:path w="5686425" h="619125">
                  <a:moveTo>
                    <a:pt x="0" y="5476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614987" y="0"/>
                  </a:lnTo>
                  <a:lnTo>
                    <a:pt x="5619677" y="0"/>
                  </a:lnTo>
                  <a:lnTo>
                    <a:pt x="5624323" y="457"/>
                  </a:lnTo>
                  <a:lnTo>
                    <a:pt x="5662183" y="17606"/>
                  </a:lnTo>
                  <a:lnTo>
                    <a:pt x="5665500" y="20923"/>
                  </a:lnTo>
                  <a:lnTo>
                    <a:pt x="5668816" y="24240"/>
                  </a:lnTo>
                  <a:lnTo>
                    <a:pt x="5685966" y="62100"/>
                  </a:lnTo>
                  <a:lnTo>
                    <a:pt x="5686424" y="71437"/>
                  </a:lnTo>
                  <a:lnTo>
                    <a:pt x="5686424" y="547687"/>
                  </a:lnTo>
                  <a:lnTo>
                    <a:pt x="5674384" y="587375"/>
                  </a:lnTo>
                  <a:lnTo>
                    <a:pt x="5642324" y="613686"/>
                  </a:lnTo>
                  <a:lnTo>
                    <a:pt x="5628923" y="617751"/>
                  </a:lnTo>
                  <a:lnTo>
                    <a:pt x="5624323" y="618666"/>
                  </a:lnTo>
                  <a:lnTo>
                    <a:pt x="5619677" y="619124"/>
                  </a:lnTo>
                  <a:lnTo>
                    <a:pt x="5614987" y="619124"/>
                  </a:lnTo>
                  <a:lnTo>
                    <a:pt x="71437" y="619124"/>
                  </a:lnTo>
                  <a:lnTo>
                    <a:pt x="66746" y="619124"/>
                  </a:lnTo>
                  <a:lnTo>
                    <a:pt x="62101" y="618666"/>
                  </a:lnTo>
                  <a:lnTo>
                    <a:pt x="57500" y="617751"/>
                  </a:lnTo>
                  <a:lnTo>
                    <a:pt x="52900" y="616836"/>
                  </a:lnTo>
                  <a:lnTo>
                    <a:pt x="31748" y="607084"/>
                  </a:lnTo>
                  <a:lnTo>
                    <a:pt x="27848" y="604479"/>
                  </a:lnTo>
                  <a:lnTo>
                    <a:pt x="3642" y="570690"/>
                  </a:lnTo>
                  <a:lnTo>
                    <a:pt x="0" y="552377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1024" y="45053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71703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7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71703" y="0"/>
                  </a:lnTo>
                  <a:lnTo>
                    <a:pt x="313194" y="15621"/>
                  </a:lnTo>
                  <a:lnTo>
                    <a:pt x="339014" y="51661"/>
                  </a:lnTo>
                  <a:lnTo>
                    <a:pt x="342900" y="71196"/>
                  </a:lnTo>
                  <a:lnTo>
                    <a:pt x="342900" y="271703"/>
                  </a:lnTo>
                  <a:lnTo>
                    <a:pt x="327278" y="313193"/>
                  </a:lnTo>
                  <a:lnTo>
                    <a:pt x="291237" y="339013"/>
                  </a:lnTo>
                  <a:lnTo>
                    <a:pt x="276658" y="342411"/>
                  </a:lnTo>
                  <a:lnTo>
                    <a:pt x="271703" y="3428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749" y="4610099"/>
              <a:ext cx="171450" cy="133350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326136" y="5126736"/>
            <a:ext cx="5806440" cy="737870"/>
            <a:chOff x="326136" y="5126736"/>
            <a:chExt cx="5806440" cy="737870"/>
          </a:xfrm>
        </p:grpSpPr>
        <p:sp>
          <p:nvSpPr>
            <p:cNvPr id="26" name="object 26"/>
            <p:cNvSpPr/>
            <p:nvPr/>
          </p:nvSpPr>
          <p:spPr>
            <a:xfrm>
              <a:off x="326136" y="5126736"/>
              <a:ext cx="5806440" cy="737870"/>
            </a:xfrm>
            <a:custGeom>
              <a:avLst/>
              <a:gdLst/>
              <a:ahLst/>
              <a:cxnLst/>
              <a:rect l="l" t="t" r="r" b="b"/>
              <a:pathLst>
                <a:path w="5806440" h="737870">
                  <a:moveTo>
                    <a:pt x="5806440" y="737616"/>
                  </a:moveTo>
                  <a:lnTo>
                    <a:pt x="0" y="737616"/>
                  </a:lnTo>
                  <a:lnTo>
                    <a:pt x="0" y="0"/>
                  </a:lnTo>
                  <a:lnTo>
                    <a:pt x="5806440" y="0"/>
                  </a:lnTo>
                  <a:lnTo>
                    <a:pt x="5806440" y="45338"/>
                  </a:lnTo>
                  <a:lnTo>
                    <a:pt x="131063" y="45338"/>
                  </a:lnTo>
                  <a:lnTo>
                    <a:pt x="124495" y="45655"/>
                  </a:lnTo>
                  <a:lnTo>
                    <a:pt x="88786" y="60446"/>
                  </a:lnTo>
                  <a:lnTo>
                    <a:pt x="67243" y="92687"/>
                  </a:lnTo>
                  <a:lnTo>
                    <a:pt x="64388" y="112013"/>
                  </a:lnTo>
                  <a:lnTo>
                    <a:pt x="64388" y="588263"/>
                  </a:lnTo>
                  <a:lnTo>
                    <a:pt x="75615" y="625312"/>
                  </a:lnTo>
                  <a:lnTo>
                    <a:pt x="105548" y="649862"/>
                  </a:lnTo>
                  <a:lnTo>
                    <a:pt x="131063" y="654938"/>
                  </a:lnTo>
                  <a:lnTo>
                    <a:pt x="5806440" y="654938"/>
                  </a:lnTo>
                  <a:lnTo>
                    <a:pt x="5806440" y="737616"/>
                  </a:lnTo>
                  <a:close/>
                </a:path>
                <a:path w="5806440" h="737870">
                  <a:moveTo>
                    <a:pt x="5806440" y="654938"/>
                  </a:moveTo>
                  <a:lnTo>
                    <a:pt x="5674613" y="654938"/>
                  </a:lnTo>
                  <a:lnTo>
                    <a:pt x="5681181" y="654621"/>
                  </a:lnTo>
                  <a:lnTo>
                    <a:pt x="5687623" y="653669"/>
                  </a:lnTo>
                  <a:lnTo>
                    <a:pt x="5721759" y="635409"/>
                  </a:lnTo>
                  <a:lnTo>
                    <a:pt x="5740019" y="601273"/>
                  </a:lnTo>
                  <a:lnTo>
                    <a:pt x="5741288" y="588263"/>
                  </a:lnTo>
                  <a:lnTo>
                    <a:pt x="5741288" y="112013"/>
                  </a:lnTo>
                  <a:lnTo>
                    <a:pt x="5730061" y="74963"/>
                  </a:lnTo>
                  <a:lnTo>
                    <a:pt x="5700128" y="50413"/>
                  </a:lnTo>
                  <a:lnTo>
                    <a:pt x="5674613" y="45338"/>
                  </a:lnTo>
                  <a:lnTo>
                    <a:pt x="5806440" y="45338"/>
                  </a:lnTo>
                  <a:lnTo>
                    <a:pt x="5806440" y="654938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5762" y="5167312"/>
              <a:ext cx="5686425" cy="619125"/>
            </a:xfrm>
            <a:custGeom>
              <a:avLst/>
              <a:gdLst/>
              <a:ahLst/>
              <a:cxnLst/>
              <a:rect l="l" t="t" r="r" b="b"/>
              <a:pathLst>
                <a:path w="5686425" h="619125">
                  <a:moveTo>
                    <a:pt x="5619677" y="619124"/>
                  </a:moveTo>
                  <a:lnTo>
                    <a:pt x="66746" y="619124"/>
                  </a:lnTo>
                  <a:lnTo>
                    <a:pt x="62101" y="618667"/>
                  </a:lnTo>
                  <a:lnTo>
                    <a:pt x="24240" y="601517"/>
                  </a:lnTo>
                  <a:lnTo>
                    <a:pt x="2287" y="566223"/>
                  </a:lnTo>
                  <a:lnTo>
                    <a:pt x="0" y="552377"/>
                  </a:lnTo>
                  <a:lnTo>
                    <a:pt x="0" y="547687"/>
                  </a:lnTo>
                  <a:lnTo>
                    <a:pt x="0" y="66746"/>
                  </a:lnTo>
                  <a:lnTo>
                    <a:pt x="14645" y="27847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619677" y="0"/>
                  </a:lnTo>
                  <a:lnTo>
                    <a:pt x="5658575" y="14645"/>
                  </a:lnTo>
                  <a:lnTo>
                    <a:pt x="5682780" y="48432"/>
                  </a:lnTo>
                  <a:lnTo>
                    <a:pt x="5686423" y="66746"/>
                  </a:lnTo>
                  <a:lnTo>
                    <a:pt x="5686423" y="552377"/>
                  </a:lnTo>
                  <a:lnTo>
                    <a:pt x="5671778" y="591275"/>
                  </a:lnTo>
                  <a:lnTo>
                    <a:pt x="5637990" y="615481"/>
                  </a:lnTo>
                  <a:lnTo>
                    <a:pt x="5624323" y="618667"/>
                  </a:lnTo>
                  <a:lnTo>
                    <a:pt x="5619677" y="619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5762" y="5167312"/>
              <a:ext cx="5686425" cy="619125"/>
            </a:xfrm>
            <a:custGeom>
              <a:avLst/>
              <a:gdLst/>
              <a:ahLst/>
              <a:cxnLst/>
              <a:rect l="l" t="t" r="r" b="b"/>
              <a:pathLst>
                <a:path w="5686425" h="619125">
                  <a:moveTo>
                    <a:pt x="0" y="5476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7"/>
                  </a:lnTo>
                  <a:lnTo>
                    <a:pt x="12039" y="31748"/>
                  </a:lnTo>
                  <a:lnTo>
                    <a:pt x="14645" y="27847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614987" y="0"/>
                  </a:lnTo>
                  <a:lnTo>
                    <a:pt x="5619677" y="0"/>
                  </a:lnTo>
                  <a:lnTo>
                    <a:pt x="5624323" y="457"/>
                  </a:lnTo>
                  <a:lnTo>
                    <a:pt x="5628923" y="1372"/>
                  </a:lnTo>
                  <a:lnTo>
                    <a:pt x="5633523" y="2287"/>
                  </a:lnTo>
                  <a:lnTo>
                    <a:pt x="5665500" y="20923"/>
                  </a:lnTo>
                  <a:lnTo>
                    <a:pt x="5668816" y="24239"/>
                  </a:lnTo>
                  <a:lnTo>
                    <a:pt x="5685966" y="62100"/>
                  </a:lnTo>
                  <a:lnTo>
                    <a:pt x="5686424" y="71437"/>
                  </a:lnTo>
                  <a:lnTo>
                    <a:pt x="5686424" y="547687"/>
                  </a:lnTo>
                  <a:lnTo>
                    <a:pt x="5674384" y="587375"/>
                  </a:lnTo>
                  <a:lnTo>
                    <a:pt x="5665500" y="598201"/>
                  </a:lnTo>
                  <a:lnTo>
                    <a:pt x="5662183" y="601517"/>
                  </a:lnTo>
                  <a:lnTo>
                    <a:pt x="5628923" y="617751"/>
                  </a:lnTo>
                  <a:lnTo>
                    <a:pt x="5624323" y="618667"/>
                  </a:lnTo>
                  <a:lnTo>
                    <a:pt x="5619677" y="619124"/>
                  </a:lnTo>
                  <a:lnTo>
                    <a:pt x="5614987" y="619124"/>
                  </a:lnTo>
                  <a:lnTo>
                    <a:pt x="71437" y="619124"/>
                  </a:lnTo>
                  <a:lnTo>
                    <a:pt x="66746" y="619124"/>
                  </a:lnTo>
                  <a:lnTo>
                    <a:pt x="62101" y="618667"/>
                  </a:lnTo>
                  <a:lnTo>
                    <a:pt x="57500" y="617751"/>
                  </a:lnTo>
                  <a:lnTo>
                    <a:pt x="52900" y="616836"/>
                  </a:lnTo>
                  <a:lnTo>
                    <a:pt x="20923" y="598201"/>
                  </a:lnTo>
                  <a:lnTo>
                    <a:pt x="17606" y="594884"/>
                  </a:lnTo>
                  <a:lnTo>
                    <a:pt x="457" y="557022"/>
                  </a:lnTo>
                  <a:lnTo>
                    <a:pt x="0" y="552377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1024" y="53054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71703" y="342899"/>
                  </a:moveTo>
                  <a:lnTo>
                    <a:pt x="71196" y="342899"/>
                  </a:lnTo>
                  <a:lnTo>
                    <a:pt x="66241" y="342411"/>
                  </a:lnTo>
                  <a:lnTo>
                    <a:pt x="29705" y="327277"/>
                  </a:lnTo>
                  <a:lnTo>
                    <a:pt x="3885" y="291237"/>
                  </a:lnTo>
                  <a:lnTo>
                    <a:pt x="0" y="271703"/>
                  </a:lnTo>
                  <a:lnTo>
                    <a:pt x="0" y="266699"/>
                  </a:lnTo>
                  <a:lnTo>
                    <a:pt x="0" y="71196"/>
                  </a:lnTo>
                  <a:lnTo>
                    <a:pt x="15621" y="29703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71703" y="0"/>
                  </a:lnTo>
                  <a:lnTo>
                    <a:pt x="313194" y="15621"/>
                  </a:lnTo>
                  <a:lnTo>
                    <a:pt x="339014" y="51660"/>
                  </a:lnTo>
                  <a:lnTo>
                    <a:pt x="342900" y="71196"/>
                  </a:lnTo>
                  <a:lnTo>
                    <a:pt x="342900" y="271703"/>
                  </a:lnTo>
                  <a:lnTo>
                    <a:pt x="327278" y="313194"/>
                  </a:lnTo>
                  <a:lnTo>
                    <a:pt x="291237" y="339013"/>
                  </a:lnTo>
                  <a:lnTo>
                    <a:pt x="276658" y="342411"/>
                  </a:lnTo>
                  <a:lnTo>
                    <a:pt x="271703" y="34289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6274" y="5400674"/>
              <a:ext cx="152400" cy="1524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082675" y="2944812"/>
            <a:ext cx="372491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65" dirty="0">
                <a:solidFill>
                  <a:srgbClr val="465469"/>
                </a:solidFill>
                <a:latin typeface="Arial"/>
                <a:cs typeface="Arial"/>
              </a:rPr>
              <a:t>Trier</a:t>
            </a:r>
            <a:r>
              <a:rPr sz="1350" b="1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85" dirty="0">
                <a:solidFill>
                  <a:srgbClr val="465469"/>
                </a:solidFill>
                <a:latin typeface="Arial"/>
                <a:cs typeface="Arial"/>
              </a:rPr>
              <a:t>des</a:t>
            </a:r>
            <a:r>
              <a:rPr sz="1350" b="1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465469"/>
                </a:solidFill>
                <a:latin typeface="Arial"/>
                <a:cs typeface="Arial"/>
              </a:rPr>
              <a:t>collections</a:t>
            </a:r>
            <a:r>
              <a:rPr sz="1350" b="1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465469"/>
                </a:solidFill>
                <a:latin typeface="Arial"/>
                <a:cs typeface="Arial"/>
              </a:rPr>
              <a:t>(affichage,</a:t>
            </a:r>
            <a:r>
              <a:rPr sz="1350" b="1" spc="-5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70" dirty="0">
                <a:solidFill>
                  <a:srgbClr val="465469"/>
                </a:solidFill>
                <a:latin typeface="Arial"/>
                <a:cs typeface="Arial"/>
              </a:rPr>
              <a:t>rapports,</a:t>
            </a:r>
            <a:r>
              <a:rPr sz="1350" b="1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40" dirty="0">
                <a:solidFill>
                  <a:srgbClr val="465469"/>
                </a:solidFill>
                <a:latin typeface="Arial"/>
                <a:cs typeface="Arial"/>
              </a:rPr>
              <a:t>exports)</a:t>
            </a:r>
            <a:endParaRPr sz="13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82675" y="3744912"/>
            <a:ext cx="426085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85" dirty="0">
                <a:solidFill>
                  <a:srgbClr val="465469"/>
                </a:solidFill>
                <a:latin typeface="Arial"/>
                <a:cs typeface="Arial"/>
              </a:rPr>
              <a:t>Trouver</a:t>
            </a:r>
            <a:r>
              <a:rPr sz="13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70" dirty="0">
                <a:solidFill>
                  <a:srgbClr val="465469"/>
                </a:solidFill>
                <a:latin typeface="Arial"/>
                <a:cs typeface="Arial"/>
              </a:rPr>
              <a:t>min/max</a:t>
            </a:r>
            <a:r>
              <a:rPr sz="13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85" dirty="0">
                <a:solidFill>
                  <a:srgbClr val="465469"/>
                </a:solidFill>
                <a:latin typeface="Arial"/>
                <a:cs typeface="Arial"/>
              </a:rPr>
              <a:t>selon</a:t>
            </a:r>
            <a:r>
              <a:rPr sz="13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10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3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60" dirty="0">
                <a:solidFill>
                  <a:srgbClr val="465469"/>
                </a:solidFill>
                <a:latin typeface="Arial"/>
                <a:cs typeface="Arial"/>
              </a:rPr>
              <a:t>critère</a:t>
            </a:r>
            <a:r>
              <a:rPr sz="13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45" dirty="0">
                <a:solidFill>
                  <a:srgbClr val="465469"/>
                </a:solidFill>
                <a:latin typeface="Arial"/>
                <a:cs typeface="Arial"/>
              </a:rPr>
              <a:t>(ex.</a:t>
            </a:r>
            <a:r>
              <a:rPr sz="1350" b="1" spc="-7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465469"/>
                </a:solidFill>
                <a:latin typeface="Arial"/>
                <a:cs typeface="Arial"/>
              </a:rPr>
              <a:t>meilleure</a:t>
            </a:r>
            <a:r>
              <a:rPr sz="13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55" dirty="0">
                <a:solidFill>
                  <a:srgbClr val="465469"/>
                </a:solidFill>
                <a:latin typeface="Arial"/>
                <a:cs typeface="Arial"/>
              </a:rPr>
              <a:t>moyenne)</a:t>
            </a:r>
            <a:endParaRPr sz="13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82675" y="4545012"/>
            <a:ext cx="343217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80" dirty="0">
                <a:solidFill>
                  <a:srgbClr val="465469"/>
                </a:solidFill>
                <a:latin typeface="Arial"/>
                <a:cs typeface="Arial"/>
              </a:rPr>
              <a:t>Imposer</a:t>
            </a:r>
            <a:r>
              <a:rPr sz="1350" b="1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10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350" b="1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80" dirty="0">
                <a:solidFill>
                  <a:srgbClr val="465469"/>
                </a:solidFill>
                <a:latin typeface="Arial"/>
                <a:cs typeface="Arial"/>
              </a:rPr>
              <a:t>ordre</a:t>
            </a:r>
            <a:r>
              <a:rPr sz="1350" b="1" spc="-5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85" dirty="0">
                <a:solidFill>
                  <a:srgbClr val="465469"/>
                </a:solidFill>
                <a:latin typeface="Arial"/>
                <a:cs typeface="Arial"/>
              </a:rPr>
              <a:t>dans</a:t>
            </a:r>
            <a:r>
              <a:rPr sz="1350" b="1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10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350" b="1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465469"/>
                </a:solidFill>
                <a:latin typeface="Arial"/>
                <a:cs typeface="Arial"/>
              </a:rPr>
              <a:t>TreeSet</a:t>
            </a:r>
            <a:r>
              <a:rPr sz="1350" b="1" spc="-5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95" dirty="0">
                <a:solidFill>
                  <a:srgbClr val="465469"/>
                </a:solidFill>
                <a:latin typeface="Arial"/>
                <a:cs typeface="Arial"/>
              </a:rPr>
              <a:t>ou</a:t>
            </a:r>
            <a:r>
              <a:rPr sz="1350" b="1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40" dirty="0">
                <a:solidFill>
                  <a:srgbClr val="465469"/>
                </a:solidFill>
                <a:latin typeface="Arial"/>
                <a:cs typeface="Arial"/>
              </a:rPr>
              <a:t>TreeMap</a:t>
            </a:r>
            <a:endParaRPr sz="13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82675" y="5345112"/>
            <a:ext cx="3970654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85" dirty="0">
                <a:solidFill>
                  <a:srgbClr val="465469"/>
                </a:solidFill>
                <a:latin typeface="Arial"/>
                <a:cs typeface="Arial"/>
              </a:rPr>
              <a:t>Deux</a:t>
            </a:r>
            <a:r>
              <a:rPr sz="1350" b="1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85" dirty="0">
                <a:solidFill>
                  <a:srgbClr val="465469"/>
                </a:solidFill>
                <a:latin typeface="Arial"/>
                <a:cs typeface="Arial"/>
              </a:rPr>
              <a:t>approches</a:t>
            </a:r>
            <a:r>
              <a:rPr sz="1350" b="1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350" b="1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80" dirty="0">
                <a:solidFill>
                  <a:srgbClr val="465469"/>
                </a:solidFill>
                <a:latin typeface="Arial"/>
                <a:cs typeface="Arial"/>
              </a:rPr>
              <a:t>ordre</a:t>
            </a:r>
            <a:r>
              <a:rPr sz="1350" b="1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70" dirty="0">
                <a:solidFill>
                  <a:srgbClr val="465469"/>
                </a:solidFill>
                <a:latin typeface="Arial"/>
                <a:cs typeface="Arial"/>
              </a:rPr>
              <a:t>naturel</a:t>
            </a:r>
            <a:r>
              <a:rPr sz="1350" b="1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85" dirty="0">
                <a:solidFill>
                  <a:srgbClr val="465469"/>
                </a:solidFill>
                <a:latin typeface="Arial"/>
                <a:cs typeface="Arial"/>
              </a:rPr>
              <a:t>vs</a:t>
            </a:r>
            <a:r>
              <a:rPr sz="1350" b="1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70" dirty="0">
                <a:solidFill>
                  <a:srgbClr val="465469"/>
                </a:solidFill>
                <a:latin typeface="Arial"/>
                <a:cs typeface="Arial"/>
              </a:rPr>
              <a:t>stratégies</a:t>
            </a:r>
            <a:r>
              <a:rPr sz="1350" b="1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35" dirty="0">
                <a:solidFill>
                  <a:srgbClr val="465469"/>
                </a:solidFill>
                <a:latin typeface="Arial"/>
                <a:cs typeface="Arial"/>
              </a:rPr>
              <a:t>externes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553200" y="1371600"/>
            <a:ext cx="5257800" cy="4838700"/>
            <a:chOff x="6553200" y="1371600"/>
            <a:chExt cx="5257800" cy="4838700"/>
          </a:xfrm>
        </p:grpSpPr>
        <p:sp>
          <p:nvSpPr>
            <p:cNvPr id="36" name="object 36"/>
            <p:cNvSpPr/>
            <p:nvPr/>
          </p:nvSpPr>
          <p:spPr>
            <a:xfrm>
              <a:off x="6553200" y="1371600"/>
              <a:ext cx="5257800" cy="4838700"/>
            </a:xfrm>
            <a:custGeom>
              <a:avLst/>
              <a:gdLst/>
              <a:ahLst/>
              <a:cxnLst/>
              <a:rect l="l" t="t" r="r" b="b"/>
              <a:pathLst>
                <a:path w="5257800" h="4838700">
                  <a:moveTo>
                    <a:pt x="5143500" y="4838699"/>
                  </a:moveTo>
                  <a:lnTo>
                    <a:pt x="114298" y="4838699"/>
                  </a:lnTo>
                  <a:lnTo>
                    <a:pt x="103039" y="4838155"/>
                  </a:lnTo>
                  <a:lnTo>
                    <a:pt x="60363" y="4825187"/>
                  </a:lnTo>
                  <a:lnTo>
                    <a:pt x="25899" y="4796875"/>
                  </a:lnTo>
                  <a:lnTo>
                    <a:pt x="4893" y="4757529"/>
                  </a:lnTo>
                  <a:lnTo>
                    <a:pt x="0" y="4724402"/>
                  </a:lnTo>
                  <a:lnTo>
                    <a:pt x="0" y="114297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143499" y="0"/>
                  </a:lnTo>
                  <a:lnTo>
                    <a:pt x="5187239" y="8700"/>
                  </a:lnTo>
                  <a:lnTo>
                    <a:pt x="5224321" y="33477"/>
                  </a:lnTo>
                  <a:lnTo>
                    <a:pt x="5249098" y="70559"/>
                  </a:lnTo>
                  <a:lnTo>
                    <a:pt x="5257799" y="114297"/>
                  </a:lnTo>
                  <a:lnTo>
                    <a:pt x="5257799" y="4724402"/>
                  </a:lnTo>
                  <a:lnTo>
                    <a:pt x="5249098" y="4768139"/>
                  </a:lnTo>
                  <a:lnTo>
                    <a:pt x="5224321" y="4805221"/>
                  </a:lnTo>
                  <a:lnTo>
                    <a:pt x="5187239" y="4829998"/>
                  </a:lnTo>
                  <a:lnTo>
                    <a:pt x="5143500" y="48386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53187" y="1371599"/>
              <a:ext cx="5257800" cy="4838700"/>
            </a:xfrm>
            <a:custGeom>
              <a:avLst/>
              <a:gdLst/>
              <a:ahLst/>
              <a:cxnLst/>
              <a:rect l="l" t="t" r="r" b="b"/>
              <a:pathLst>
                <a:path w="5257800" h="4838700">
                  <a:moveTo>
                    <a:pt x="9525" y="4673993"/>
                  </a:moveTo>
                  <a:lnTo>
                    <a:pt x="0" y="4673993"/>
                  </a:lnTo>
                  <a:lnTo>
                    <a:pt x="0" y="4702568"/>
                  </a:lnTo>
                  <a:lnTo>
                    <a:pt x="9525" y="4702568"/>
                  </a:lnTo>
                  <a:lnTo>
                    <a:pt x="9525" y="4673993"/>
                  </a:lnTo>
                  <a:close/>
                </a:path>
                <a:path w="5257800" h="4838700">
                  <a:moveTo>
                    <a:pt x="9525" y="4626419"/>
                  </a:moveTo>
                  <a:lnTo>
                    <a:pt x="0" y="4626419"/>
                  </a:lnTo>
                  <a:lnTo>
                    <a:pt x="0" y="4654994"/>
                  </a:lnTo>
                  <a:lnTo>
                    <a:pt x="9525" y="4654994"/>
                  </a:lnTo>
                  <a:lnTo>
                    <a:pt x="9525" y="4626419"/>
                  </a:lnTo>
                  <a:close/>
                </a:path>
                <a:path w="5257800" h="4838700">
                  <a:moveTo>
                    <a:pt x="9525" y="4578832"/>
                  </a:moveTo>
                  <a:lnTo>
                    <a:pt x="0" y="4578832"/>
                  </a:lnTo>
                  <a:lnTo>
                    <a:pt x="0" y="4607407"/>
                  </a:lnTo>
                  <a:lnTo>
                    <a:pt x="9525" y="4607407"/>
                  </a:lnTo>
                  <a:lnTo>
                    <a:pt x="9525" y="4578832"/>
                  </a:lnTo>
                  <a:close/>
                </a:path>
                <a:path w="5257800" h="4838700">
                  <a:moveTo>
                    <a:pt x="9525" y="4531258"/>
                  </a:moveTo>
                  <a:lnTo>
                    <a:pt x="0" y="4531258"/>
                  </a:lnTo>
                  <a:lnTo>
                    <a:pt x="0" y="4559833"/>
                  </a:lnTo>
                  <a:lnTo>
                    <a:pt x="9525" y="4559833"/>
                  </a:lnTo>
                  <a:lnTo>
                    <a:pt x="9525" y="4531258"/>
                  </a:lnTo>
                  <a:close/>
                </a:path>
                <a:path w="5257800" h="4838700">
                  <a:moveTo>
                    <a:pt x="9525" y="4483684"/>
                  </a:moveTo>
                  <a:lnTo>
                    <a:pt x="0" y="4483684"/>
                  </a:lnTo>
                  <a:lnTo>
                    <a:pt x="0" y="4512259"/>
                  </a:lnTo>
                  <a:lnTo>
                    <a:pt x="9525" y="4512259"/>
                  </a:lnTo>
                  <a:lnTo>
                    <a:pt x="9525" y="4483684"/>
                  </a:lnTo>
                  <a:close/>
                </a:path>
                <a:path w="5257800" h="4838700">
                  <a:moveTo>
                    <a:pt x="9525" y="4436097"/>
                  </a:moveTo>
                  <a:lnTo>
                    <a:pt x="0" y="4436097"/>
                  </a:lnTo>
                  <a:lnTo>
                    <a:pt x="0" y="4464672"/>
                  </a:lnTo>
                  <a:lnTo>
                    <a:pt x="9525" y="4464672"/>
                  </a:lnTo>
                  <a:lnTo>
                    <a:pt x="9525" y="4436097"/>
                  </a:lnTo>
                  <a:close/>
                </a:path>
                <a:path w="5257800" h="4838700">
                  <a:moveTo>
                    <a:pt x="9525" y="4388523"/>
                  </a:moveTo>
                  <a:lnTo>
                    <a:pt x="0" y="4388523"/>
                  </a:lnTo>
                  <a:lnTo>
                    <a:pt x="0" y="4417098"/>
                  </a:lnTo>
                  <a:lnTo>
                    <a:pt x="9525" y="4417098"/>
                  </a:lnTo>
                  <a:lnTo>
                    <a:pt x="9525" y="4388523"/>
                  </a:lnTo>
                  <a:close/>
                </a:path>
                <a:path w="5257800" h="4838700">
                  <a:moveTo>
                    <a:pt x="9525" y="4340936"/>
                  </a:moveTo>
                  <a:lnTo>
                    <a:pt x="0" y="4340936"/>
                  </a:lnTo>
                  <a:lnTo>
                    <a:pt x="0" y="4369511"/>
                  </a:lnTo>
                  <a:lnTo>
                    <a:pt x="9525" y="4369511"/>
                  </a:lnTo>
                  <a:lnTo>
                    <a:pt x="9525" y="4340936"/>
                  </a:lnTo>
                  <a:close/>
                </a:path>
                <a:path w="5257800" h="4838700">
                  <a:moveTo>
                    <a:pt x="9525" y="4293362"/>
                  </a:moveTo>
                  <a:lnTo>
                    <a:pt x="0" y="4293362"/>
                  </a:lnTo>
                  <a:lnTo>
                    <a:pt x="0" y="4321937"/>
                  </a:lnTo>
                  <a:lnTo>
                    <a:pt x="9525" y="4321937"/>
                  </a:lnTo>
                  <a:lnTo>
                    <a:pt x="9525" y="4293362"/>
                  </a:lnTo>
                  <a:close/>
                </a:path>
                <a:path w="5257800" h="4838700">
                  <a:moveTo>
                    <a:pt x="9525" y="4245775"/>
                  </a:moveTo>
                  <a:lnTo>
                    <a:pt x="0" y="4245775"/>
                  </a:lnTo>
                  <a:lnTo>
                    <a:pt x="0" y="4274350"/>
                  </a:lnTo>
                  <a:lnTo>
                    <a:pt x="9525" y="4274350"/>
                  </a:lnTo>
                  <a:lnTo>
                    <a:pt x="9525" y="4245775"/>
                  </a:lnTo>
                  <a:close/>
                </a:path>
                <a:path w="5257800" h="4838700">
                  <a:moveTo>
                    <a:pt x="9525" y="4198201"/>
                  </a:moveTo>
                  <a:lnTo>
                    <a:pt x="0" y="4198201"/>
                  </a:lnTo>
                  <a:lnTo>
                    <a:pt x="0" y="4226776"/>
                  </a:lnTo>
                  <a:lnTo>
                    <a:pt x="9525" y="4226776"/>
                  </a:lnTo>
                  <a:lnTo>
                    <a:pt x="9525" y="4198201"/>
                  </a:lnTo>
                  <a:close/>
                </a:path>
                <a:path w="5257800" h="4838700">
                  <a:moveTo>
                    <a:pt x="9525" y="4150626"/>
                  </a:moveTo>
                  <a:lnTo>
                    <a:pt x="0" y="4150626"/>
                  </a:lnTo>
                  <a:lnTo>
                    <a:pt x="0" y="4179201"/>
                  </a:lnTo>
                  <a:lnTo>
                    <a:pt x="9525" y="4179201"/>
                  </a:lnTo>
                  <a:lnTo>
                    <a:pt x="9525" y="4150626"/>
                  </a:lnTo>
                  <a:close/>
                </a:path>
                <a:path w="5257800" h="4838700">
                  <a:moveTo>
                    <a:pt x="9525" y="4103039"/>
                  </a:moveTo>
                  <a:lnTo>
                    <a:pt x="0" y="4103039"/>
                  </a:lnTo>
                  <a:lnTo>
                    <a:pt x="0" y="4131614"/>
                  </a:lnTo>
                  <a:lnTo>
                    <a:pt x="9525" y="4131614"/>
                  </a:lnTo>
                  <a:lnTo>
                    <a:pt x="9525" y="4103039"/>
                  </a:lnTo>
                  <a:close/>
                </a:path>
                <a:path w="5257800" h="4838700">
                  <a:moveTo>
                    <a:pt x="9525" y="4055465"/>
                  </a:moveTo>
                  <a:lnTo>
                    <a:pt x="0" y="4055465"/>
                  </a:lnTo>
                  <a:lnTo>
                    <a:pt x="0" y="4084040"/>
                  </a:lnTo>
                  <a:lnTo>
                    <a:pt x="9525" y="4084040"/>
                  </a:lnTo>
                  <a:lnTo>
                    <a:pt x="9525" y="4055465"/>
                  </a:lnTo>
                  <a:close/>
                </a:path>
                <a:path w="5257800" h="4838700">
                  <a:moveTo>
                    <a:pt x="9525" y="4007878"/>
                  </a:moveTo>
                  <a:lnTo>
                    <a:pt x="0" y="4007878"/>
                  </a:lnTo>
                  <a:lnTo>
                    <a:pt x="0" y="4036453"/>
                  </a:lnTo>
                  <a:lnTo>
                    <a:pt x="9525" y="4036453"/>
                  </a:lnTo>
                  <a:lnTo>
                    <a:pt x="9525" y="4007878"/>
                  </a:lnTo>
                  <a:close/>
                </a:path>
                <a:path w="5257800" h="4838700">
                  <a:moveTo>
                    <a:pt x="9525" y="3960304"/>
                  </a:moveTo>
                  <a:lnTo>
                    <a:pt x="0" y="3960304"/>
                  </a:lnTo>
                  <a:lnTo>
                    <a:pt x="0" y="3988879"/>
                  </a:lnTo>
                  <a:lnTo>
                    <a:pt x="9525" y="3988879"/>
                  </a:lnTo>
                  <a:lnTo>
                    <a:pt x="9525" y="3960304"/>
                  </a:lnTo>
                  <a:close/>
                </a:path>
                <a:path w="5257800" h="4838700">
                  <a:moveTo>
                    <a:pt x="9525" y="3912717"/>
                  </a:moveTo>
                  <a:lnTo>
                    <a:pt x="0" y="3912717"/>
                  </a:lnTo>
                  <a:lnTo>
                    <a:pt x="0" y="3941292"/>
                  </a:lnTo>
                  <a:lnTo>
                    <a:pt x="9525" y="3941292"/>
                  </a:lnTo>
                  <a:lnTo>
                    <a:pt x="9525" y="3912717"/>
                  </a:lnTo>
                  <a:close/>
                </a:path>
                <a:path w="5257800" h="4838700">
                  <a:moveTo>
                    <a:pt x="9525" y="3865143"/>
                  </a:moveTo>
                  <a:lnTo>
                    <a:pt x="0" y="3865143"/>
                  </a:lnTo>
                  <a:lnTo>
                    <a:pt x="0" y="3893718"/>
                  </a:lnTo>
                  <a:lnTo>
                    <a:pt x="9525" y="3893718"/>
                  </a:lnTo>
                  <a:lnTo>
                    <a:pt x="9525" y="3865143"/>
                  </a:lnTo>
                  <a:close/>
                </a:path>
                <a:path w="5257800" h="4838700">
                  <a:moveTo>
                    <a:pt x="9525" y="3817569"/>
                  </a:moveTo>
                  <a:lnTo>
                    <a:pt x="0" y="3817569"/>
                  </a:lnTo>
                  <a:lnTo>
                    <a:pt x="0" y="3846144"/>
                  </a:lnTo>
                  <a:lnTo>
                    <a:pt x="9525" y="3846144"/>
                  </a:lnTo>
                  <a:lnTo>
                    <a:pt x="9525" y="3817569"/>
                  </a:lnTo>
                  <a:close/>
                </a:path>
                <a:path w="5257800" h="4838700">
                  <a:moveTo>
                    <a:pt x="9525" y="3769982"/>
                  </a:moveTo>
                  <a:lnTo>
                    <a:pt x="0" y="3769982"/>
                  </a:lnTo>
                  <a:lnTo>
                    <a:pt x="0" y="3798557"/>
                  </a:lnTo>
                  <a:lnTo>
                    <a:pt x="9525" y="3798557"/>
                  </a:lnTo>
                  <a:lnTo>
                    <a:pt x="9525" y="3769982"/>
                  </a:lnTo>
                  <a:close/>
                </a:path>
                <a:path w="5257800" h="4838700">
                  <a:moveTo>
                    <a:pt x="9525" y="3722408"/>
                  </a:moveTo>
                  <a:lnTo>
                    <a:pt x="0" y="3722408"/>
                  </a:lnTo>
                  <a:lnTo>
                    <a:pt x="0" y="3750983"/>
                  </a:lnTo>
                  <a:lnTo>
                    <a:pt x="9525" y="3750983"/>
                  </a:lnTo>
                  <a:lnTo>
                    <a:pt x="9525" y="3722408"/>
                  </a:lnTo>
                  <a:close/>
                </a:path>
                <a:path w="5257800" h="4838700">
                  <a:moveTo>
                    <a:pt x="9525" y="3674821"/>
                  </a:moveTo>
                  <a:lnTo>
                    <a:pt x="0" y="3674821"/>
                  </a:lnTo>
                  <a:lnTo>
                    <a:pt x="0" y="3703396"/>
                  </a:lnTo>
                  <a:lnTo>
                    <a:pt x="9525" y="3703396"/>
                  </a:lnTo>
                  <a:lnTo>
                    <a:pt x="9525" y="3674821"/>
                  </a:lnTo>
                  <a:close/>
                </a:path>
                <a:path w="5257800" h="4838700">
                  <a:moveTo>
                    <a:pt x="9525" y="3627247"/>
                  </a:moveTo>
                  <a:lnTo>
                    <a:pt x="0" y="3627247"/>
                  </a:lnTo>
                  <a:lnTo>
                    <a:pt x="0" y="3655822"/>
                  </a:lnTo>
                  <a:lnTo>
                    <a:pt x="9525" y="3655822"/>
                  </a:lnTo>
                  <a:lnTo>
                    <a:pt x="9525" y="3627247"/>
                  </a:lnTo>
                  <a:close/>
                </a:path>
                <a:path w="5257800" h="4838700">
                  <a:moveTo>
                    <a:pt x="9525" y="3579660"/>
                  </a:moveTo>
                  <a:lnTo>
                    <a:pt x="0" y="3579660"/>
                  </a:lnTo>
                  <a:lnTo>
                    <a:pt x="0" y="3608235"/>
                  </a:lnTo>
                  <a:lnTo>
                    <a:pt x="9525" y="3608235"/>
                  </a:lnTo>
                  <a:lnTo>
                    <a:pt x="9525" y="3579660"/>
                  </a:lnTo>
                  <a:close/>
                </a:path>
                <a:path w="5257800" h="4838700">
                  <a:moveTo>
                    <a:pt x="9525" y="3532086"/>
                  </a:moveTo>
                  <a:lnTo>
                    <a:pt x="0" y="3532086"/>
                  </a:lnTo>
                  <a:lnTo>
                    <a:pt x="0" y="3560661"/>
                  </a:lnTo>
                  <a:lnTo>
                    <a:pt x="9525" y="3560661"/>
                  </a:lnTo>
                  <a:lnTo>
                    <a:pt x="9525" y="3532086"/>
                  </a:lnTo>
                  <a:close/>
                </a:path>
                <a:path w="5257800" h="4838700">
                  <a:moveTo>
                    <a:pt x="9525" y="3484511"/>
                  </a:moveTo>
                  <a:lnTo>
                    <a:pt x="0" y="3484511"/>
                  </a:lnTo>
                  <a:lnTo>
                    <a:pt x="0" y="3513086"/>
                  </a:lnTo>
                  <a:lnTo>
                    <a:pt x="9525" y="3513086"/>
                  </a:lnTo>
                  <a:lnTo>
                    <a:pt x="9525" y="3484511"/>
                  </a:lnTo>
                  <a:close/>
                </a:path>
                <a:path w="5257800" h="4838700">
                  <a:moveTo>
                    <a:pt x="9525" y="3436924"/>
                  </a:moveTo>
                  <a:lnTo>
                    <a:pt x="0" y="3436924"/>
                  </a:lnTo>
                  <a:lnTo>
                    <a:pt x="0" y="3465499"/>
                  </a:lnTo>
                  <a:lnTo>
                    <a:pt x="9525" y="3465499"/>
                  </a:lnTo>
                  <a:lnTo>
                    <a:pt x="9525" y="3436924"/>
                  </a:lnTo>
                  <a:close/>
                </a:path>
                <a:path w="5257800" h="4838700">
                  <a:moveTo>
                    <a:pt x="9525" y="3389350"/>
                  </a:moveTo>
                  <a:lnTo>
                    <a:pt x="0" y="3389350"/>
                  </a:lnTo>
                  <a:lnTo>
                    <a:pt x="0" y="3417925"/>
                  </a:lnTo>
                  <a:lnTo>
                    <a:pt x="9525" y="3417925"/>
                  </a:lnTo>
                  <a:lnTo>
                    <a:pt x="9525" y="3389350"/>
                  </a:lnTo>
                  <a:close/>
                </a:path>
                <a:path w="5257800" h="4838700">
                  <a:moveTo>
                    <a:pt x="9525" y="3341763"/>
                  </a:moveTo>
                  <a:lnTo>
                    <a:pt x="0" y="3341763"/>
                  </a:lnTo>
                  <a:lnTo>
                    <a:pt x="0" y="3370338"/>
                  </a:lnTo>
                  <a:lnTo>
                    <a:pt x="9525" y="3370338"/>
                  </a:lnTo>
                  <a:lnTo>
                    <a:pt x="9525" y="3341763"/>
                  </a:lnTo>
                  <a:close/>
                </a:path>
                <a:path w="5257800" h="4838700">
                  <a:moveTo>
                    <a:pt x="9525" y="3294189"/>
                  </a:moveTo>
                  <a:lnTo>
                    <a:pt x="0" y="3294189"/>
                  </a:lnTo>
                  <a:lnTo>
                    <a:pt x="0" y="3322764"/>
                  </a:lnTo>
                  <a:lnTo>
                    <a:pt x="9525" y="3322764"/>
                  </a:lnTo>
                  <a:lnTo>
                    <a:pt x="9525" y="3294189"/>
                  </a:lnTo>
                  <a:close/>
                </a:path>
                <a:path w="5257800" h="4838700">
                  <a:moveTo>
                    <a:pt x="9525" y="3246602"/>
                  </a:moveTo>
                  <a:lnTo>
                    <a:pt x="0" y="3246602"/>
                  </a:lnTo>
                  <a:lnTo>
                    <a:pt x="0" y="3275177"/>
                  </a:lnTo>
                  <a:lnTo>
                    <a:pt x="9525" y="3275177"/>
                  </a:lnTo>
                  <a:lnTo>
                    <a:pt x="9525" y="3246602"/>
                  </a:lnTo>
                  <a:close/>
                </a:path>
                <a:path w="5257800" h="4838700">
                  <a:moveTo>
                    <a:pt x="9525" y="3199028"/>
                  </a:moveTo>
                  <a:lnTo>
                    <a:pt x="0" y="3199028"/>
                  </a:lnTo>
                  <a:lnTo>
                    <a:pt x="0" y="3227603"/>
                  </a:lnTo>
                  <a:lnTo>
                    <a:pt x="9525" y="3227603"/>
                  </a:lnTo>
                  <a:lnTo>
                    <a:pt x="9525" y="3199028"/>
                  </a:lnTo>
                  <a:close/>
                </a:path>
                <a:path w="5257800" h="4838700">
                  <a:moveTo>
                    <a:pt x="9525" y="3151454"/>
                  </a:moveTo>
                  <a:lnTo>
                    <a:pt x="0" y="3151454"/>
                  </a:lnTo>
                  <a:lnTo>
                    <a:pt x="0" y="3180029"/>
                  </a:lnTo>
                  <a:lnTo>
                    <a:pt x="9525" y="3180029"/>
                  </a:lnTo>
                  <a:lnTo>
                    <a:pt x="9525" y="3151454"/>
                  </a:lnTo>
                  <a:close/>
                </a:path>
                <a:path w="5257800" h="4838700">
                  <a:moveTo>
                    <a:pt x="9525" y="3103867"/>
                  </a:moveTo>
                  <a:lnTo>
                    <a:pt x="0" y="3103867"/>
                  </a:lnTo>
                  <a:lnTo>
                    <a:pt x="0" y="3132442"/>
                  </a:lnTo>
                  <a:lnTo>
                    <a:pt x="9525" y="3132442"/>
                  </a:lnTo>
                  <a:lnTo>
                    <a:pt x="9525" y="3103867"/>
                  </a:lnTo>
                  <a:close/>
                </a:path>
                <a:path w="5257800" h="4838700">
                  <a:moveTo>
                    <a:pt x="9525" y="3056293"/>
                  </a:moveTo>
                  <a:lnTo>
                    <a:pt x="0" y="3056293"/>
                  </a:lnTo>
                  <a:lnTo>
                    <a:pt x="0" y="3084868"/>
                  </a:lnTo>
                  <a:lnTo>
                    <a:pt x="9525" y="3084868"/>
                  </a:lnTo>
                  <a:lnTo>
                    <a:pt x="9525" y="3056293"/>
                  </a:lnTo>
                  <a:close/>
                </a:path>
                <a:path w="5257800" h="4838700">
                  <a:moveTo>
                    <a:pt x="9525" y="3008706"/>
                  </a:moveTo>
                  <a:lnTo>
                    <a:pt x="0" y="3008706"/>
                  </a:lnTo>
                  <a:lnTo>
                    <a:pt x="0" y="3037281"/>
                  </a:lnTo>
                  <a:lnTo>
                    <a:pt x="9525" y="3037281"/>
                  </a:lnTo>
                  <a:lnTo>
                    <a:pt x="9525" y="3008706"/>
                  </a:lnTo>
                  <a:close/>
                </a:path>
                <a:path w="5257800" h="4838700">
                  <a:moveTo>
                    <a:pt x="9525" y="2961132"/>
                  </a:moveTo>
                  <a:lnTo>
                    <a:pt x="0" y="2961132"/>
                  </a:lnTo>
                  <a:lnTo>
                    <a:pt x="0" y="2989707"/>
                  </a:lnTo>
                  <a:lnTo>
                    <a:pt x="9525" y="2989707"/>
                  </a:lnTo>
                  <a:lnTo>
                    <a:pt x="9525" y="2961132"/>
                  </a:lnTo>
                  <a:close/>
                </a:path>
                <a:path w="5257800" h="4838700">
                  <a:moveTo>
                    <a:pt x="9525" y="2913545"/>
                  </a:moveTo>
                  <a:lnTo>
                    <a:pt x="0" y="2913545"/>
                  </a:lnTo>
                  <a:lnTo>
                    <a:pt x="0" y="2942120"/>
                  </a:lnTo>
                  <a:lnTo>
                    <a:pt x="9525" y="2942120"/>
                  </a:lnTo>
                  <a:lnTo>
                    <a:pt x="9525" y="2913545"/>
                  </a:lnTo>
                  <a:close/>
                </a:path>
                <a:path w="5257800" h="4838700">
                  <a:moveTo>
                    <a:pt x="9525" y="2865971"/>
                  </a:moveTo>
                  <a:lnTo>
                    <a:pt x="0" y="2865971"/>
                  </a:lnTo>
                  <a:lnTo>
                    <a:pt x="0" y="2894546"/>
                  </a:lnTo>
                  <a:lnTo>
                    <a:pt x="9525" y="2894546"/>
                  </a:lnTo>
                  <a:lnTo>
                    <a:pt x="9525" y="2865971"/>
                  </a:lnTo>
                  <a:close/>
                </a:path>
                <a:path w="5257800" h="4838700">
                  <a:moveTo>
                    <a:pt x="9525" y="2818396"/>
                  </a:moveTo>
                  <a:lnTo>
                    <a:pt x="0" y="2818396"/>
                  </a:lnTo>
                  <a:lnTo>
                    <a:pt x="0" y="2846971"/>
                  </a:lnTo>
                  <a:lnTo>
                    <a:pt x="9525" y="2846971"/>
                  </a:lnTo>
                  <a:lnTo>
                    <a:pt x="9525" y="2818396"/>
                  </a:lnTo>
                  <a:close/>
                </a:path>
                <a:path w="5257800" h="4838700">
                  <a:moveTo>
                    <a:pt x="9525" y="2770809"/>
                  </a:moveTo>
                  <a:lnTo>
                    <a:pt x="0" y="2770809"/>
                  </a:lnTo>
                  <a:lnTo>
                    <a:pt x="0" y="2799384"/>
                  </a:lnTo>
                  <a:lnTo>
                    <a:pt x="9525" y="2799384"/>
                  </a:lnTo>
                  <a:lnTo>
                    <a:pt x="9525" y="2770809"/>
                  </a:lnTo>
                  <a:close/>
                </a:path>
                <a:path w="5257800" h="4838700">
                  <a:moveTo>
                    <a:pt x="9525" y="2723235"/>
                  </a:moveTo>
                  <a:lnTo>
                    <a:pt x="0" y="2723235"/>
                  </a:lnTo>
                  <a:lnTo>
                    <a:pt x="0" y="2751810"/>
                  </a:lnTo>
                  <a:lnTo>
                    <a:pt x="9525" y="2751810"/>
                  </a:lnTo>
                  <a:lnTo>
                    <a:pt x="9525" y="2723235"/>
                  </a:lnTo>
                  <a:close/>
                </a:path>
                <a:path w="5257800" h="4838700">
                  <a:moveTo>
                    <a:pt x="9525" y="2675648"/>
                  </a:moveTo>
                  <a:lnTo>
                    <a:pt x="0" y="2675648"/>
                  </a:lnTo>
                  <a:lnTo>
                    <a:pt x="0" y="2704223"/>
                  </a:lnTo>
                  <a:lnTo>
                    <a:pt x="9525" y="2704223"/>
                  </a:lnTo>
                  <a:lnTo>
                    <a:pt x="9525" y="2675648"/>
                  </a:lnTo>
                  <a:close/>
                </a:path>
                <a:path w="5257800" h="4838700">
                  <a:moveTo>
                    <a:pt x="9525" y="2628074"/>
                  </a:moveTo>
                  <a:lnTo>
                    <a:pt x="0" y="2628074"/>
                  </a:lnTo>
                  <a:lnTo>
                    <a:pt x="0" y="2656649"/>
                  </a:lnTo>
                  <a:lnTo>
                    <a:pt x="9525" y="2656649"/>
                  </a:lnTo>
                  <a:lnTo>
                    <a:pt x="9525" y="2628074"/>
                  </a:lnTo>
                  <a:close/>
                </a:path>
                <a:path w="5257800" h="4838700">
                  <a:moveTo>
                    <a:pt x="9525" y="2580500"/>
                  </a:moveTo>
                  <a:lnTo>
                    <a:pt x="0" y="2580500"/>
                  </a:lnTo>
                  <a:lnTo>
                    <a:pt x="0" y="2609075"/>
                  </a:lnTo>
                  <a:lnTo>
                    <a:pt x="9525" y="2609075"/>
                  </a:lnTo>
                  <a:lnTo>
                    <a:pt x="9525" y="2580500"/>
                  </a:lnTo>
                  <a:close/>
                </a:path>
                <a:path w="5257800" h="4838700">
                  <a:moveTo>
                    <a:pt x="9525" y="2532913"/>
                  </a:moveTo>
                  <a:lnTo>
                    <a:pt x="0" y="2532913"/>
                  </a:lnTo>
                  <a:lnTo>
                    <a:pt x="0" y="2561488"/>
                  </a:lnTo>
                  <a:lnTo>
                    <a:pt x="9525" y="2561488"/>
                  </a:lnTo>
                  <a:lnTo>
                    <a:pt x="9525" y="2532913"/>
                  </a:lnTo>
                  <a:close/>
                </a:path>
                <a:path w="5257800" h="4838700">
                  <a:moveTo>
                    <a:pt x="9525" y="2485339"/>
                  </a:moveTo>
                  <a:lnTo>
                    <a:pt x="0" y="2485339"/>
                  </a:lnTo>
                  <a:lnTo>
                    <a:pt x="0" y="2513914"/>
                  </a:lnTo>
                  <a:lnTo>
                    <a:pt x="9525" y="2513914"/>
                  </a:lnTo>
                  <a:lnTo>
                    <a:pt x="9525" y="2485339"/>
                  </a:lnTo>
                  <a:close/>
                </a:path>
                <a:path w="5257800" h="4838700">
                  <a:moveTo>
                    <a:pt x="9525" y="2437752"/>
                  </a:moveTo>
                  <a:lnTo>
                    <a:pt x="0" y="2437752"/>
                  </a:lnTo>
                  <a:lnTo>
                    <a:pt x="0" y="2466327"/>
                  </a:lnTo>
                  <a:lnTo>
                    <a:pt x="9525" y="2466327"/>
                  </a:lnTo>
                  <a:lnTo>
                    <a:pt x="9525" y="2437752"/>
                  </a:lnTo>
                  <a:close/>
                </a:path>
                <a:path w="5257800" h="4838700">
                  <a:moveTo>
                    <a:pt x="9525" y="2390178"/>
                  </a:moveTo>
                  <a:lnTo>
                    <a:pt x="0" y="2390178"/>
                  </a:lnTo>
                  <a:lnTo>
                    <a:pt x="0" y="2418753"/>
                  </a:lnTo>
                  <a:lnTo>
                    <a:pt x="9525" y="2418753"/>
                  </a:lnTo>
                  <a:lnTo>
                    <a:pt x="9525" y="2390178"/>
                  </a:lnTo>
                  <a:close/>
                </a:path>
                <a:path w="5257800" h="4838700">
                  <a:moveTo>
                    <a:pt x="9525" y="2342591"/>
                  </a:moveTo>
                  <a:lnTo>
                    <a:pt x="0" y="2342591"/>
                  </a:lnTo>
                  <a:lnTo>
                    <a:pt x="0" y="2371166"/>
                  </a:lnTo>
                  <a:lnTo>
                    <a:pt x="9525" y="2371166"/>
                  </a:lnTo>
                  <a:lnTo>
                    <a:pt x="9525" y="2342591"/>
                  </a:lnTo>
                  <a:close/>
                </a:path>
                <a:path w="5257800" h="4838700">
                  <a:moveTo>
                    <a:pt x="9525" y="2295017"/>
                  </a:moveTo>
                  <a:lnTo>
                    <a:pt x="0" y="2295017"/>
                  </a:lnTo>
                  <a:lnTo>
                    <a:pt x="0" y="2323592"/>
                  </a:lnTo>
                  <a:lnTo>
                    <a:pt x="9525" y="2323592"/>
                  </a:lnTo>
                  <a:lnTo>
                    <a:pt x="9525" y="2295017"/>
                  </a:lnTo>
                  <a:close/>
                </a:path>
                <a:path w="5257800" h="4838700">
                  <a:moveTo>
                    <a:pt x="9525" y="2247442"/>
                  </a:moveTo>
                  <a:lnTo>
                    <a:pt x="0" y="2247442"/>
                  </a:lnTo>
                  <a:lnTo>
                    <a:pt x="0" y="2276017"/>
                  </a:lnTo>
                  <a:lnTo>
                    <a:pt x="9525" y="2276017"/>
                  </a:lnTo>
                  <a:lnTo>
                    <a:pt x="9525" y="2247442"/>
                  </a:lnTo>
                  <a:close/>
                </a:path>
                <a:path w="5257800" h="4838700">
                  <a:moveTo>
                    <a:pt x="9525" y="2199856"/>
                  </a:moveTo>
                  <a:lnTo>
                    <a:pt x="0" y="2199856"/>
                  </a:lnTo>
                  <a:lnTo>
                    <a:pt x="0" y="2228431"/>
                  </a:lnTo>
                  <a:lnTo>
                    <a:pt x="9525" y="2228431"/>
                  </a:lnTo>
                  <a:lnTo>
                    <a:pt x="9525" y="2199856"/>
                  </a:lnTo>
                  <a:close/>
                </a:path>
                <a:path w="5257800" h="4838700">
                  <a:moveTo>
                    <a:pt x="9525" y="2152281"/>
                  </a:moveTo>
                  <a:lnTo>
                    <a:pt x="0" y="2152281"/>
                  </a:lnTo>
                  <a:lnTo>
                    <a:pt x="0" y="2180856"/>
                  </a:lnTo>
                  <a:lnTo>
                    <a:pt x="9525" y="2180856"/>
                  </a:lnTo>
                  <a:lnTo>
                    <a:pt x="9525" y="2152281"/>
                  </a:lnTo>
                  <a:close/>
                </a:path>
                <a:path w="5257800" h="4838700">
                  <a:moveTo>
                    <a:pt x="9525" y="2104694"/>
                  </a:moveTo>
                  <a:lnTo>
                    <a:pt x="0" y="2104694"/>
                  </a:lnTo>
                  <a:lnTo>
                    <a:pt x="0" y="2133269"/>
                  </a:lnTo>
                  <a:lnTo>
                    <a:pt x="9525" y="2133269"/>
                  </a:lnTo>
                  <a:lnTo>
                    <a:pt x="9525" y="2104694"/>
                  </a:lnTo>
                  <a:close/>
                </a:path>
                <a:path w="5257800" h="4838700">
                  <a:moveTo>
                    <a:pt x="9525" y="2057120"/>
                  </a:moveTo>
                  <a:lnTo>
                    <a:pt x="0" y="2057120"/>
                  </a:lnTo>
                  <a:lnTo>
                    <a:pt x="0" y="2085695"/>
                  </a:lnTo>
                  <a:lnTo>
                    <a:pt x="9525" y="2085695"/>
                  </a:lnTo>
                  <a:lnTo>
                    <a:pt x="9525" y="2057120"/>
                  </a:lnTo>
                  <a:close/>
                </a:path>
                <a:path w="5257800" h="4838700">
                  <a:moveTo>
                    <a:pt x="9525" y="2009533"/>
                  </a:moveTo>
                  <a:lnTo>
                    <a:pt x="0" y="2009533"/>
                  </a:lnTo>
                  <a:lnTo>
                    <a:pt x="0" y="2038108"/>
                  </a:lnTo>
                  <a:lnTo>
                    <a:pt x="9525" y="2038108"/>
                  </a:lnTo>
                  <a:lnTo>
                    <a:pt x="9525" y="2009533"/>
                  </a:lnTo>
                  <a:close/>
                </a:path>
                <a:path w="5257800" h="4838700">
                  <a:moveTo>
                    <a:pt x="9525" y="1961959"/>
                  </a:moveTo>
                  <a:lnTo>
                    <a:pt x="0" y="1961959"/>
                  </a:lnTo>
                  <a:lnTo>
                    <a:pt x="0" y="1990534"/>
                  </a:lnTo>
                  <a:lnTo>
                    <a:pt x="9525" y="1990534"/>
                  </a:lnTo>
                  <a:lnTo>
                    <a:pt x="9525" y="1961959"/>
                  </a:lnTo>
                  <a:close/>
                </a:path>
                <a:path w="5257800" h="4838700">
                  <a:moveTo>
                    <a:pt x="9525" y="1914385"/>
                  </a:moveTo>
                  <a:lnTo>
                    <a:pt x="0" y="1914385"/>
                  </a:lnTo>
                  <a:lnTo>
                    <a:pt x="0" y="1942960"/>
                  </a:lnTo>
                  <a:lnTo>
                    <a:pt x="9525" y="1942960"/>
                  </a:lnTo>
                  <a:lnTo>
                    <a:pt x="9525" y="1914385"/>
                  </a:lnTo>
                  <a:close/>
                </a:path>
                <a:path w="5257800" h="4838700">
                  <a:moveTo>
                    <a:pt x="9525" y="1866798"/>
                  </a:moveTo>
                  <a:lnTo>
                    <a:pt x="0" y="1866798"/>
                  </a:lnTo>
                  <a:lnTo>
                    <a:pt x="0" y="1895373"/>
                  </a:lnTo>
                  <a:lnTo>
                    <a:pt x="9525" y="1895373"/>
                  </a:lnTo>
                  <a:lnTo>
                    <a:pt x="9525" y="1866798"/>
                  </a:lnTo>
                  <a:close/>
                </a:path>
                <a:path w="5257800" h="4838700">
                  <a:moveTo>
                    <a:pt x="9525" y="1819224"/>
                  </a:moveTo>
                  <a:lnTo>
                    <a:pt x="0" y="1819224"/>
                  </a:lnTo>
                  <a:lnTo>
                    <a:pt x="0" y="1847799"/>
                  </a:lnTo>
                  <a:lnTo>
                    <a:pt x="9525" y="1847799"/>
                  </a:lnTo>
                  <a:lnTo>
                    <a:pt x="9525" y="1819224"/>
                  </a:lnTo>
                  <a:close/>
                </a:path>
                <a:path w="5257800" h="4838700">
                  <a:moveTo>
                    <a:pt x="9525" y="1771637"/>
                  </a:moveTo>
                  <a:lnTo>
                    <a:pt x="0" y="1771637"/>
                  </a:lnTo>
                  <a:lnTo>
                    <a:pt x="0" y="1800212"/>
                  </a:lnTo>
                  <a:lnTo>
                    <a:pt x="9525" y="1800212"/>
                  </a:lnTo>
                  <a:lnTo>
                    <a:pt x="9525" y="1771637"/>
                  </a:lnTo>
                  <a:close/>
                </a:path>
                <a:path w="5257800" h="4838700">
                  <a:moveTo>
                    <a:pt x="9525" y="1724063"/>
                  </a:moveTo>
                  <a:lnTo>
                    <a:pt x="0" y="1724063"/>
                  </a:lnTo>
                  <a:lnTo>
                    <a:pt x="0" y="1752638"/>
                  </a:lnTo>
                  <a:lnTo>
                    <a:pt x="9525" y="1752638"/>
                  </a:lnTo>
                  <a:lnTo>
                    <a:pt x="9525" y="1724063"/>
                  </a:lnTo>
                  <a:close/>
                </a:path>
                <a:path w="5257800" h="4838700">
                  <a:moveTo>
                    <a:pt x="9525" y="1676476"/>
                  </a:moveTo>
                  <a:lnTo>
                    <a:pt x="0" y="1676476"/>
                  </a:lnTo>
                  <a:lnTo>
                    <a:pt x="0" y="1705051"/>
                  </a:lnTo>
                  <a:lnTo>
                    <a:pt x="9525" y="1705051"/>
                  </a:lnTo>
                  <a:lnTo>
                    <a:pt x="9525" y="1676476"/>
                  </a:lnTo>
                  <a:close/>
                </a:path>
                <a:path w="5257800" h="4838700">
                  <a:moveTo>
                    <a:pt x="9525" y="1628902"/>
                  </a:moveTo>
                  <a:lnTo>
                    <a:pt x="0" y="1628902"/>
                  </a:lnTo>
                  <a:lnTo>
                    <a:pt x="0" y="1657477"/>
                  </a:lnTo>
                  <a:lnTo>
                    <a:pt x="9525" y="1657477"/>
                  </a:lnTo>
                  <a:lnTo>
                    <a:pt x="9525" y="1628902"/>
                  </a:lnTo>
                  <a:close/>
                </a:path>
                <a:path w="5257800" h="4838700">
                  <a:moveTo>
                    <a:pt x="9525" y="1581327"/>
                  </a:moveTo>
                  <a:lnTo>
                    <a:pt x="0" y="1581327"/>
                  </a:lnTo>
                  <a:lnTo>
                    <a:pt x="0" y="1609902"/>
                  </a:lnTo>
                  <a:lnTo>
                    <a:pt x="9525" y="1609902"/>
                  </a:lnTo>
                  <a:lnTo>
                    <a:pt x="9525" y="1581327"/>
                  </a:lnTo>
                  <a:close/>
                </a:path>
                <a:path w="5257800" h="4838700">
                  <a:moveTo>
                    <a:pt x="9525" y="1533740"/>
                  </a:moveTo>
                  <a:lnTo>
                    <a:pt x="0" y="1533740"/>
                  </a:lnTo>
                  <a:lnTo>
                    <a:pt x="0" y="1562315"/>
                  </a:lnTo>
                  <a:lnTo>
                    <a:pt x="9525" y="1562315"/>
                  </a:lnTo>
                  <a:lnTo>
                    <a:pt x="9525" y="1533740"/>
                  </a:lnTo>
                  <a:close/>
                </a:path>
                <a:path w="5257800" h="4838700">
                  <a:moveTo>
                    <a:pt x="9525" y="1486166"/>
                  </a:moveTo>
                  <a:lnTo>
                    <a:pt x="0" y="1486166"/>
                  </a:lnTo>
                  <a:lnTo>
                    <a:pt x="0" y="1514741"/>
                  </a:lnTo>
                  <a:lnTo>
                    <a:pt x="9525" y="1514741"/>
                  </a:lnTo>
                  <a:lnTo>
                    <a:pt x="9525" y="1486166"/>
                  </a:lnTo>
                  <a:close/>
                </a:path>
                <a:path w="5257800" h="4838700">
                  <a:moveTo>
                    <a:pt x="9525" y="1438579"/>
                  </a:moveTo>
                  <a:lnTo>
                    <a:pt x="0" y="1438579"/>
                  </a:lnTo>
                  <a:lnTo>
                    <a:pt x="0" y="1467154"/>
                  </a:lnTo>
                  <a:lnTo>
                    <a:pt x="9525" y="1467154"/>
                  </a:lnTo>
                  <a:lnTo>
                    <a:pt x="9525" y="1438579"/>
                  </a:lnTo>
                  <a:close/>
                </a:path>
                <a:path w="5257800" h="4838700">
                  <a:moveTo>
                    <a:pt x="9525" y="1391005"/>
                  </a:moveTo>
                  <a:lnTo>
                    <a:pt x="0" y="1391005"/>
                  </a:lnTo>
                  <a:lnTo>
                    <a:pt x="0" y="1419580"/>
                  </a:lnTo>
                  <a:lnTo>
                    <a:pt x="9525" y="1419580"/>
                  </a:lnTo>
                  <a:lnTo>
                    <a:pt x="9525" y="1391005"/>
                  </a:lnTo>
                  <a:close/>
                </a:path>
                <a:path w="5257800" h="4838700">
                  <a:moveTo>
                    <a:pt x="9525" y="1343418"/>
                  </a:moveTo>
                  <a:lnTo>
                    <a:pt x="0" y="1343418"/>
                  </a:lnTo>
                  <a:lnTo>
                    <a:pt x="0" y="1371993"/>
                  </a:lnTo>
                  <a:lnTo>
                    <a:pt x="9525" y="1371993"/>
                  </a:lnTo>
                  <a:lnTo>
                    <a:pt x="9525" y="1343418"/>
                  </a:lnTo>
                  <a:close/>
                </a:path>
                <a:path w="5257800" h="4838700">
                  <a:moveTo>
                    <a:pt x="9525" y="1295844"/>
                  </a:moveTo>
                  <a:lnTo>
                    <a:pt x="0" y="1295844"/>
                  </a:lnTo>
                  <a:lnTo>
                    <a:pt x="0" y="1324419"/>
                  </a:lnTo>
                  <a:lnTo>
                    <a:pt x="9525" y="1324419"/>
                  </a:lnTo>
                  <a:lnTo>
                    <a:pt x="9525" y="1295844"/>
                  </a:lnTo>
                  <a:close/>
                </a:path>
                <a:path w="5257800" h="4838700">
                  <a:moveTo>
                    <a:pt x="9525" y="1248270"/>
                  </a:moveTo>
                  <a:lnTo>
                    <a:pt x="0" y="1248270"/>
                  </a:lnTo>
                  <a:lnTo>
                    <a:pt x="0" y="1276845"/>
                  </a:lnTo>
                  <a:lnTo>
                    <a:pt x="9525" y="1276845"/>
                  </a:lnTo>
                  <a:lnTo>
                    <a:pt x="9525" y="1248270"/>
                  </a:lnTo>
                  <a:close/>
                </a:path>
                <a:path w="5257800" h="4838700">
                  <a:moveTo>
                    <a:pt x="9525" y="1200683"/>
                  </a:moveTo>
                  <a:lnTo>
                    <a:pt x="0" y="1200683"/>
                  </a:lnTo>
                  <a:lnTo>
                    <a:pt x="0" y="1229258"/>
                  </a:lnTo>
                  <a:lnTo>
                    <a:pt x="9525" y="1229258"/>
                  </a:lnTo>
                  <a:lnTo>
                    <a:pt x="9525" y="1200683"/>
                  </a:lnTo>
                  <a:close/>
                </a:path>
                <a:path w="5257800" h="4838700">
                  <a:moveTo>
                    <a:pt x="9525" y="1153109"/>
                  </a:moveTo>
                  <a:lnTo>
                    <a:pt x="0" y="1153109"/>
                  </a:lnTo>
                  <a:lnTo>
                    <a:pt x="0" y="1181684"/>
                  </a:lnTo>
                  <a:lnTo>
                    <a:pt x="9525" y="1181684"/>
                  </a:lnTo>
                  <a:lnTo>
                    <a:pt x="9525" y="1153109"/>
                  </a:lnTo>
                  <a:close/>
                </a:path>
                <a:path w="5257800" h="4838700">
                  <a:moveTo>
                    <a:pt x="9525" y="1105522"/>
                  </a:moveTo>
                  <a:lnTo>
                    <a:pt x="0" y="1105522"/>
                  </a:lnTo>
                  <a:lnTo>
                    <a:pt x="0" y="1134097"/>
                  </a:lnTo>
                  <a:lnTo>
                    <a:pt x="9525" y="1134097"/>
                  </a:lnTo>
                  <a:lnTo>
                    <a:pt x="9525" y="1105522"/>
                  </a:lnTo>
                  <a:close/>
                </a:path>
                <a:path w="5257800" h="4838700">
                  <a:moveTo>
                    <a:pt x="9525" y="1057948"/>
                  </a:moveTo>
                  <a:lnTo>
                    <a:pt x="0" y="1057948"/>
                  </a:lnTo>
                  <a:lnTo>
                    <a:pt x="0" y="1086523"/>
                  </a:lnTo>
                  <a:lnTo>
                    <a:pt x="9525" y="1086523"/>
                  </a:lnTo>
                  <a:lnTo>
                    <a:pt x="9525" y="1057948"/>
                  </a:lnTo>
                  <a:close/>
                </a:path>
                <a:path w="5257800" h="4838700">
                  <a:moveTo>
                    <a:pt x="9525" y="1010361"/>
                  </a:moveTo>
                  <a:lnTo>
                    <a:pt x="0" y="1010361"/>
                  </a:lnTo>
                  <a:lnTo>
                    <a:pt x="0" y="1038936"/>
                  </a:lnTo>
                  <a:lnTo>
                    <a:pt x="9525" y="1038936"/>
                  </a:lnTo>
                  <a:lnTo>
                    <a:pt x="9525" y="1010361"/>
                  </a:lnTo>
                  <a:close/>
                </a:path>
                <a:path w="5257800" h="4838700">
                  <a:moveTo>
                    <a:pt x="9525" y="962787"/>
                  </a:moveTo>
                  <a:lnTo>
                    <a:pt x="0" y="962787"/>
                  </a:lnTo>
                  <a:lnTo>
                    <a:pt x="0" y="991362"/>
                  </a:lnTo>
                  <a:lnTo>
                    <a:pt x="9525" y="991362"/>
                  </a:lnTo>
                  <a:lnTo>
                    <a:pt x="9525" y="962787"/>
                  </a:lnTo>
                  <a:close/>
                </a:path>
                <a:path w="5257800" h="4838700">
                  <a:moveTo>
                    <a:pt x="9525" y="915212"/>
                  </a:moveTo>
                  <a:lnTo>
                    <a:pt x="0" y="915212"/>
                  </a:lnTo>
                  <a:lnTo>
                    <a:pt x="0" y="943787"/>
                  </a:lnTo>
                  <a:lnTo>
                    <a:pt x="9525" y="943787"/>
                  </a:lnTo>
                  <a:lnTo>
                    <a:pt x="9525" y="915212"/>
                  </a:lnTo>
                  <a:close/>
                </a:path>
                <a:path w="5257800" h="4838700">
                  <a:moveTo>
                    <a:pt x="9525" y="867625"/>
                  </a:moveTo>
                  <a:lnTo>
                    <a:pt x="0" y="867625"/>
                  </a:lnTo>
                  <a:lnTo>
                    <a:pt x="0" y="896200"/>
                  </a:lnTo>
                  <a:lnTo>
                    <a:pt x="9525" y="896200"/>
                  </a:lnTo>
                  <a:lnTo>
                    <a:pt x="9525" y="867625"/>
                  </a:lnTo>
                  <a:close/>
                </a:path>
                <a:path w="5257800" h="4838700">
                  <a:moveTo>
                    <a:pt x="9525" y="820051"/>
                  </a:moveTo>
                  <a:lnTo>
                    <a:pt x="0" y="820051"/>
                  </a:lnTo>
                  <a:lnTo>
                    <a:pt x="0" y="848626"/>
                  </a:lnTo>
                  <a:lnTo>
                    <a:pt x="9525" y="848626"/>
                  </a:lnTo>
                  <a:lnTo>
                    <a:pt x="9525" y="820051"/>
                  </a:lnTo>
                  <a:close/>
                </a:path>
                <a:path w="5257800" h="4838700">
                  <a:moveTo>
                    <a:pt x="9525" y="772464"/>
                  </a:moveTo>
                  <a:lnTo>
                    <a:pt x="0" y="772464"/>
                  </a:lnTo>
                  <a:lnTo>
                    <a:pt x="0" y="801039"/>
                  </a:lnTo>
                  <a:lnTo>
                    <a:pt x="9525" y="801039"/>
                  </a:lnTo>
                  <a:lnTo>
                    <a:pt x="9525" y="772464"/>
                  </a:lnTo>
                  <a:close/>
                </a:path>
                <a:path w="5257800" h="4838700">
                  <a:moveTo>
                    <a:pt x="9525" y="724890"/>
                  </a:moveTo>
                  <a:lnTo>
                    <a:pt x="0" y="724890"/>
                  </a:lnTo>
                  <a:lnTo>
                    <a:pt x="0" y="753465"/>
                  </a:lnTo>
                  <a:lnTo>
                    <a:pt x="9525" y="753465"/>
                  </a:lnTo>
                  <a:lnTo>
                    <a:pt x="9525" y="724890"/>
                  </a:lnTo>
                  <a:close/>
                </a:path>
                <a:path w="5257800" h="4838700">
                  <a:moveTo>
                    <a:pt x="9525" y="677303"/>
                  </a:moveTo>
                  <a:lnTo>
                    <a:pt x="0" y="677303"/>
                  </a:lnTo>
                  <a:lnTo>
                    <a:pt x="0" y="705878"/>
                  </a:lnTo>
                  <a:lnTo>
                    <a:pt x="9525" y="705878"/>
                  </a:lnTo>
                  <a:lnTo>
                    <a:pt x="9525" y="677303"/>
                  </a:lnTo>
                  <a:close/>
                </a:path>
                <a:path w="5257800" h="4838700">
                  <a:moveTo>
                    <a:pt x="9525" y="629729"/>
                  </a:moveTo>
                  <a:lnTo>
                    <a:pt x="0" y="629729"/>
                  </a:lnTo>
                  <a:lnTo>
                    <a:pt x="0" y="658304"/>
                  </a:lnTo>
                  <a:lnTo>
                    <a:pt x="9525" y="658304"/>
                  </a:lnTo>
                  <a:lnTo>
                    <a:pt x="9525" y="629729"/>
                  </a:lnTo>
                  <a:close/>
                </a:path>
                <a:path w="5257800" h="4838700">
                  <a:moveTo>
                    <a:pt x="9525" y="582155"/>
                  </a:moveTo>
                  <a:lnTo>
                    <a:pt x="0" y="582155"/>
                  </a:lnTo>
                  <a:lnTo>
                    <a:pt x="0" y="610730"/>
                  </a:lnTo>
                  <a:lnTo>
                    <a:pt x="9525" y="610730"/>
                  </a:lnTo>
                  <a:lnTo>
                    <a:pt x="9525" y="582155"/>
                  </a:lnTo>
                  <a:close/>
                </a:path>
                <a:path w="5257800" h="4838700">
                  <a:moveTo>
                    <a:pt x="9525" y="534568"/>
                  </a:moveTo>
                  <a:lnTo>
                    <a:pt x="0" y="534568"/>
                  </a:lnTo>
                  <a:lnTo>
                    <a:pt x="0" y="563143"/>
                  </a:lnTo>
                  <a:lnTo>
                    <a:pt x="9525" y="563143"/>
                  </a:lnTo>
                  <a:lnTo>
                    <a:pt x="9525" y="534568"/>
                  </a:lnTo>
                  <a:close/>
                </a:path>
                <a:path w="5257800" h="4838700">
                  <a:moveTo>
                    <a:pt x="9525" y="486994"/>
                  </a:moveTo>
                  <a:lnTo>
                    <a:pt x="0" y="486994"/>
                  </a:lnTo>
                  <a:lnTo>
                    <a:pt x="0" y="515569"/>
                  </a:lnTo>
                  <a:lnTo>
                    <a:pt x="9525" y="515569"/>
                  </a:lnTo>
                  <a:lnTo>
                    <a:pt x="9525" y="486994"/>
                  </a:lnTo>
                  <a:close/>
                </a:path>
                <a:path w="5257800" h="4838700">
                  <a:moveTo>
                    <a:pt x="9525" y="439407"/>
                  </a:moveTo>
                  <a:lnTo>
                    <a:pt x="0" y="439407"/>
                  </a:lnTo>
                  <a:lnTo>
                    <a:pt x="0" y="467982"/>
                  </a:lnTo>
                  <a:lnTo>
                    <a:pt x="9525" y="467982"/>
                  </a:lnTo>
                  <a:lnTo>
                    <a:pt x="9525" y="439407"/>
                  </a:lnTo>
                  <a:close/>
                </a:path>
                <a:path w="5257800" h="4838700">
                  <a:moveTo>
                    <a:pt x="9525" y="391833"/>
                  </a:moveTo>
                  <a:lnTo>
                    <a:pt x="0" y="391833"/>
                  </a:lnTo>
                  <a:lnTo>
                    <a:pt x="0" y="420408"/>
                  </a:lnTo>
                  <a:lnTo>
                    <a:pt x="9525" y="420408"/>
                  </a:lnTo>
                  <a:lnTo>
                    <a:pt x="9525" y="391833"/>
                  </a:lnTo>
                  <a:close/>
                </a:path>
                <a:path w="5257800" h="4838700">
                  <a:moveTo>
                    <a:pt x="9525" y="344258"/>
                  </a:moveTo>
                  <a:lnTo>
                    <a:pt x="0" y="344258"/>
                  </a:lnTo>
                  <a:lnTo>
                    <a:pt x="0" y="372833"/>
                  </a:lnTo>
                  <a:lnTo>
                    <a:pt x="9525" y="372833"/>
                  </a:lnTo>
                  <a:lnTo>
                    <a:pt x="9525" y="344258"/>
                  </a:lnTo>
                  <a:close/>
                </a:path>
                <a:path w="5257800" h="4838700">
                  <a:moveTo>
                    <a:pt x="9525" y="296672"/>
                  </a:moveTo>
                  <a:lnTo>
                    <a:pt x="0" y="296672"/>
                  </a:lnTo>
                  <a:lnTo>
                    <a:pt x="0" y="325247"/>
                  </a:lnTo>
                  <a:lnTo>
                    <a:pt x="9525" y="325247"/>
                  </a:lnTo>
                  <a:lnTo>
                    <a:pt x="9525" y="296672"/>
                  </a:lnTo>
                  <a:close/>
                </a:path>
                <a:path w="5257800" h="4838700">
                  <a:moveTo>
                    <a:pt x="9525" y="249097"/>
                  </a:moveTo>
                  <a:lnTo>
                    <a:pt x="0" y="249097"/>
                  </a:lnTo>
                  <a:lnTo>
                    <a:pt x="0" y="277672"/>
                  </a:lnTo>
                  <a:lnTo>
                    <a:pt x="9525" y="277672"/>
                  </a:lnTo>
                  <a:lnTo>
                    <a:pt x="9525" y="249097"/>
                  </a:lnTo>
                  <a:close/>
                </a:path>
                <a:path w="5257800" h="4838700">
                  <a:moveTo>
                    <a:pt x="9525" y="201510"/>
                  </a:moveTo>
                  <a:lnTo>
                    <a:pt x="0" y="201510"/>
                  </a:lnTo>
                  <a:lnTo>
                    <a:pt x="0" y="230085"/>
                  </a:lnTo>
                  <a:lnTo>
                    <a:pt x="9525" y="230085"/>
                  </a:lnTo>
                  <a:lnTo>
                    <a:pt x="9525" y="201510"/>
                  </a:lnTo>
                  <a:close/>
                </a:path>
                <a:path w="5257800" h="4838700">
                  <a:moveTo>
                    <a:pt x="9525" y="153936"/>
                  </a:moveTo>
                  <a:lnTo>
                    <a:pt x="0" y="153936"/>
                  </a:lnTo>
                  <a:lnTo>
                    <a:pt x="0" y="182511"/>
                  </a:lnTo>
                  <a:lnTo>
                    <a:pt x="9525" y="182511"/>
                  </a:lnTo>
                  <a:lnTo>
                    <a:pt x="9525" y="153936"/>
                  </a:lnTo>
                  <a:close/>
                </a:path>
                <a:path w="5257800" h="4838700">
                  <a:moveTo>
                    <a:pt x="9867" y="107353"/>
                  </a:moveTo>
                  <a:lnTo>
                    <a:pt x="368" y="106718"/>
                  </a:lnTo>
                  <a:lnTo>
                    <a:pt x="0" y="114300"/>
                  </a:lnTo>
                  <a:lnTo>
                    <a:pt x="0" y="134924"/>
                  </a:lnTo>
                  <a:lnTo>
                    <a:pt x="9525" y="134924"/>
                  </a:lnTo>
                  <a:lnTo>
                    <a:pt x="9525" y="114300"/>
                  </a:lnTo>
                  <a:lnTo>
                    <a:pt x="9867" y="107353"/>
                  </a:lnTo>
                  <a:close/>
                </a:path>
                <a:path w="5257800" h="4838700">
                  <a:moveTo>
                    <a:pt x="12166" y="4747399"/>
                  </a:moveTo>
                  <a:lnTo>
                    <a:pt x="11518" y="4744847"/>
                  </a:lnTo>
                  <a:lnTo>
                    <a:pt x="10033" y="4734725"/>
                  </a:lnTo>
                  <a:lnTo>
                    <a:pt x="9525" y="4724400"/>
                  </a:lnTo>
                  <a:lnTo>
                    <a:pt x="9525" y="4721580"/>
                  </a:lnTo>
                  <a:lnTo>
                    <a:pt x="0" y="4721580"/>
                  </a:lnTo>
                  <a:lnTo>
                    <a:pt x="0" y="4724400"/>
                  </a:lnTo>
                  <a:lnTo>
                    <a:pt x="546" y="4735665"/>
                  </a:lnTo>
                  <a:lnTo>
                    <a:pt x="2184" y="4746714"/>
                  </a:lnTo>
                  <a:lnTo>
                    <a:pt x="2882" y="4749482"/>
                  </a:lnTo>
                  <a:lnTo>
                    <a:pt x="12166" y="4747399"/>
                  </a:lnTo>
                  <a:close/>
                </a:path>
                <a:path w="5257800" h="4838700">
                  <a:moveTo>
                    <a:pt x="21717" y="65290"/>
                  </a:moveTo>
                  <a:lnTo>
                    <a:pt x="13296" y="60833"/>
                  </a:lnTo>
                  <a:lnTo>
                    <a:pt x="8699" y="70561"/>
                  </a:lnTo>
                  <a:lnTo>
                    <a:pt x="4902" y="81178"/>
                  </a:lnTo>
                  <a:lnTo>
                    <a:pt x="3175" y="88023"/>
                  </a:lnTo>
                  <a:lnTo>
                    <a:pt x="12446" y="90220"/>
                  </a:lnTo>
                  <a:lnTo>
                    <a:pt x="14020" y="83934"/>
                  </a:lnTo>
                  <a:lnTo>
                    <a:pt x="17500" y="74206"/>
                  </a:lnTo>
                  <a:lnTo>
                    <a:pt x="21717" y="65290"/>
                  </a:lnTo>
                  <a:close/>
                </a:path>
                <a:path w="5257800" h="4838700">
                  <a:moveTo>
                    <a:pt x="30594" y="4787239"/>
                  </a:moveTo>
                  <a:lnTo>
                    <a:pt x="27178" y="4782629"/>
                  </a:lnTo>
                  <a:lnTo>
                    <a:pt x="21920" y="4773841"/>
                  </a:lnTo>
                  <a:lnTo>
                    <a:pt x="17538" y="4764570"/>
                  </a:lnTo>
                  <a:lnTo>
                    <a:pt x="8737" y="4768227"/>
                  </a:lnTo>
                  <a:lnTo>
                    <a:pt x="13512" y="4778337"/>
                  </a:lnTo>
                  <a:lnTo>
                    <a:pt x="19253" y="4787912"/>
                  </a:lnTo>
                  <a:lnTo>
                    <a:pt x="22987" y="4792954"/>
                  </a:lnTo>
                  <a:lnTo>
                    <a:pt x="30594" y="4787239"/>
                  </a:lnTo>
                  <a:close/>
                </a:path>
                <a:path w="5257800" h="4838700">
                  <a:moveTo>
                    <a:pt x="50025" y="31673"/>
                  </a:moveTo>
                  <a:lnTo>
                    <a:pt x="44170" y="24168"/>
                  </a:lnTo>
                  <a:lnTo>
                    <a:pt x="41833" y="25908"/>
                  </a:lnTo>
                  <a:lnTo>
                    <a:pt x="33489" y="33489"/>
                  </a:lnTo>
                  <a:lnTo>
                    <a:pt x="25908" y="41833"/>
                  </a:lnTo>
                  <a:lnTo>
                    <a:pt x="23723" y="44780"/>
                  </a:lnTo>
                  <a:lnTo>
                    <a:pt x="31267" y="50571"/>
                  </a:lnTo>
                  <a:lnTo>
                    <a:pt x="33274" y="47866"/>
                  </a:lnTo>
                  <a:lnTo>
                    <a:pt x="40220" y="40220"/>
                  </a:lnTo>
                  <a:lnTo>
                    <a:pt x="47866" y="33274"/>
                  </a:lnTo>
                  <a:lnTo>
                    <a:pt x="50025" y="31673"/>
                  </a:lnTo>
                  <a:close/>
                </a:path>
                <a:path w="5257800" h="4838700">
                  <a:moveTo>
                    <a:pt x="63741" y="4816119"/>
                  </a:moveTo>
                  <a:lnTo>
                    <a:pt x="56083" y="4811534"/>
                  </a:lnTo>
                  <a:lnTo>
                    <a:pt x="47866" y="4805438"/>
                  </a:lnTo>
                  <a:lnTo>
                    <a:pt x="42392" y="4800473"/>
                  </a:lnTo>
                  <a:lnTo>
                    <a:pt x="35852" y="4807382"/>
                  </a:lnTo>
                  <a:lnTo>
                    <a:pt x="41833" y="4812804"/>
                  </a:lnTo>
                  <a:lnTo>
                    <a:pt x="50787" y="4819459"/>
                  </a:lnTo>
                  <a:lnTo>
                    <a:pt x="59143" y="4824450"/>
                  </a:lnTo>
                  <a:lnTo>
                    <a:pt x="63741" y="4816119"/>
                  </a:lnTo>
                  <a:close/>
                </a:path>
                <a:path w="5257800" h="4838700">
                  <a:moveTo>
                    <a:pt x="89547" y="12611"/>
                  </a:moveTo>
                  <a:lnTo>
                    <a:pt x="87299" y="3365"/>
                  </a:lnTo>
                  <a:lnTo>
                    <a:pt x="81178" y="4902"/>
                  </a:lnTo>
                  <a:lnTo>
                    <a:pt x="70561" y="8712"/>
                  </a:lnTo>
                  <a:lnTo>
                    <a:pt x="60375" y="13512"/>
                  </a:lnTo>
                  <a:lnTo>
                    <a:pt x="60172" y="13639"/>
                  </a:lnTo>
                  <a:lnTo>
                    <a:pt x="64681" y="22021"/>
                  </a:lnTo>
                  <a:lnTo>
                    <a:pt x="64871" y="21920"/>
                  </a:lnTo>
                  <a:lnTo>
                    <a:pt x="74206" y="17500"/>
                  </a:lnTo>
                  <a:lnTo>
                    <a:pt x="83934" y="14020"/>
                  </a:lnTo>
                  <a:lnTo>
                    <a:pt x="89547" y="12611"/>
                  </a:lnTo>
                  <a:close/>
                </a:path>
                <a:path w="5257800" h="4838700">
                  <a:moveTo>
                    <a:pt x="105613" y="4828756"/>
                  </a:moveTo>
                  <a:lnTo>
                    <a:pt x="103987" y="4828679"/>
                  </a:lnTo>
                  <a:lnTo>
                    <a:pt x="93865" y="4827181"/>
                  </a:lnTo>
                  <a:lnTo>
                    <a:pt x="83934" y="4824692"/>
                  </a:lnTo>
                  <a:lnTo>
                    <a:pt x="79730" y="4823180"/>
                  </a:lnTo>
                  <a:lnTo>
                    <a:pt x="76581" y="4832159"/>
                  </a:lnTo>
                  <a:lnTo>
                    <a:pt x="81178" y="4833810"/>
                  </a:lnTo>
                  <a:lnTo>
                    <a:pt x="91998" y="4836528"/>
                  </a:lnTo>
                  <a:lnTo>
                    <a:pt x="103047" y="4838166"/>
                  </a:lnTo>
                  <a:lnTo>
                    <a:pt x="104825" y="4838243"/>
                  </a:lnTo>
                  <a:lnTo>
                    <a:pt x="105613" y="4828756"/>
                  </a:lnTo>
                  <a:close/>
                </a:path>
                <a:path w="5257800" h="4838700">
                  <a:moveTo>
                    <a:pt x="142875" y="0"/>
                  </a:moveTo>
                  <a:lnTo>
                    <a:pt x="114300" y="0"/>
                  </a:lnTo>
                  <a:lnTo>
                    <a:pt x="106006" y="406"/>
                  </a:lnTo>
                  <a:lnTo>
                    <a:pt x="106692" y="9893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5257800" h="4838700">
                  <a:moveTo>
                    <a:pt x="151993" y="4829175"/>
                  </a:moveTo>
                  <a:lnTo>
                    <a:pt x="123418" y="4829175"/>
                  </a:lnTo>
                  <a:lnTo>
                    <a:pt x="123418" y="4838700"/>
                  </a:lnTo>
                  <a:lnTo>
                    <a:pt x="151993" y="4838700"/>
                  </a:lnTo>
                  <a:lnTo>
                    <a:pt x="151993" y="4829175"/>
                  </a:lnTo>
                  <a:close/>
                </a:path>
                <a:path w="5257800" h="4838700">
                  <a:moveTo>
                    <a:pt x="190461" y="0"/>
                  </a:moveTo>
                  <a:lnTo>
                    <a:pt x="161886" y="0"/>
                  </a:lnTo>
                  <a:lnTo>
                    <a:pt x="161886" y="9525"/>
                  </a:lnTo>
                  <a:lnTo>
                    <a:pt x="190461" y="9525"/>
                  </a:lnTo>
                  <a:lnTo>
                    <a:pt x="190461" y="0"/>
                  </a:lnTo>
                  <a:close/>
                </a:path>
                <a:path w="5257800" h="4838700">
                  <a:moveTo>
                    <a:pt x="199567" y="4829175"/>
                  </a:moveTo>
                  <a:lnTo>
                    <a:pt x="170992" y="4829175"/>
                  </a:lnTo>
                  <a:lnTo>
                    <a:pt x="170992" y="4838700"/>
                  </a:lnTo>
                  <a:lnTo>
                    <a:pt x="199567" y="4838700"/>
                  </a:lnTo>
                  <a:lnTo>
                    <a:pt x="199567" y="4829175"/>
                  </a:lnTo>
                  <a:close/>
                </a:path>
                <a:path w="5257800" h="4838700">
                  <a:moveTo>
                    <a:pt x="238036" y="0"/>
                  </a:moveTo>
                  <a:lnTo>
                    <a:pt x="209461" y="0"/>
                  </a:lnTo>
                  <a:lnTo>
                    <a:pt x="209461" y="9525"/>
                  </a:lnTo>
                  <a:lnTo>
                    <a:pt x="238036" y="9525"/>
                  </a:lnTo>
                  <a:lnTo>
                    <a:pt x="238036" y="0"/>
                  </a:lnTo>
                  <a:close/>
                </a:path>
                <a:path w="5257800" h="4838700">
                  <a:moveTo>
                    <a:pt x="247142" y="4829175"/>
                  </a:moveTo>
                  <a:lnTo>
                    <a:pt x="218567" y="4829175"/>
                  </a:lnTo>
                  <a:lnTo>
                    <a:pt x="218567" y="4838700"/>
                  </a:lnTo>
                  <a:lnTo>
                    <a:pt x="247142" y="4838700"/>
                  </a:lnTo>
                  <a:lnTo>
                    <a:pt x="247142" y="4829175"/>
                  </a:lnTo>
                  <a:close/>
                </a:path>
                <a:path w="5257800" h="4838700">
                  <a:moveTo>
                    <a:pt x="285623" y="0"/>
                  </a:moveTo>
                  <a:lnTo>
                    <a:pt x="257048" y="0"/>
                  </a:lnTo>
                  <a:lnTo>
                    <a:pt x="257048" y="9525"/>
                  </a:lnTo>
                  <a:lnTo>
                    <a:pt x="285623" y="9525"/>
                  </a:lnTo>
                  <a:lnTo>
                    <a:pt x="285623" y="0"/>
                  </a:lnTo>
                  <a:close/>
                </a:path>
                <a:path w="5257800" h="4838700">
                  <a:moveTo>
                    <a:pt x="294728" y="4829175"/>
                  </a:moveTo>
                  <a:lnTo>
                    <a:pt x="266153" y="4829175"/>
                  </a:lnTo>
                  <a:lnTo>
                    <a:pt x="266153" y="4838700"/>
                  </a:lnTo>
                  <a:lnTo>
                    <a:pt x="294728" y="4838700"/>
                  </a:lnTo>
                  <a:lnTo>
                    <a:pt x="294728" y="4829175"/>
                  </a:lnTo>
                  <a:close/>
                </a:path>
                <a:path w="5257800" h="4838700">
                  <a:moveTo>
                    <a:pt x="333197" y="0"/>
                  </a:moveTo>
                  <a:lnTo>
                    <a:pt x="304622" y="0"/>
                  </a:lnTo>
                  <a:lnTo>
                    <a:pt x="304622" y="9525"/>
                  </a:lnTo>
                  <a:lnTo>
                    <a:pt x="333197" y="9525"/>
                  </a:lnTo>
                  <a:lnTo>
                    <a:pt x="333197" y="0"/>
                  </a:lnTo>
                  <a:close/>
                </a:path>
                <a:path w="5257800" h="4838700">
                  <a:moveTo>
                    <a:pt x="342303" y="4829175"/>
                  </a:moveTo>
                  <a:lnTo>
                    <a:pt x="313728" y="4829175"/>
                  </a:lnTo>
                  <a:lnTo>
                    <a:pt x="313728" y="4838700"/>
                  </a:lnTo>
                  <a:lnTo>
                    <a:pt x="342303" y="4838700"/>
                  </a:lnTo>
                  <a:lnTo>
                    <a:pt x="342303" y="4829175"/>
                  </a:lnTo>
                  <a:close/>
                </a:path>
                <a:path w="5257800" h="4838700">
                  <a:moveTo>
                    <a:pt x="380784" y="0"/>
                  </a:moveTo>
                  <a:lnTo>
                    <a:pt x="352209" y="0"/>
                  </a:lnTo>
                  <a:lnTo>
                    <a:pt x="352209" y="9525"/>
                  </a:lnTo>
                  <a:lnTo>
                    <a:pt x="380784" y="9525"/>
                  </a:lnTo>
                  <a:lnTo>
                    <a:pt x="380784" y="0"/>
                  </a:lnTo>
                  <a:close/>
                </a:path>
                <a:path w="5257800" h="4838700">
                  <a:moveTo>
                    <a:pt x="389890" y="4829175"/>
                  </a:moveTo>
                  <a:lnTo>
                    <a:pt x="361315" y="4829175"/>
                  </a:lnTo>
                  <a:lnTo>
                    <a:pt x="361315" y="4838700"/>
                  </a:lnTo>
                  <a:lnTo>
                    <a:pt x="389890" y="4838700"/>
                  </a:lnTo>
                  <a:lnTo>
                    <a:pt x="389890" y="4829175"/>
                  </a:lnTo>
                  <a:close/>
                </a:path>
                <a:path w="5257800" h="4838700">
                  <a:moveTo>
                    <a:pt x="428358" y="0"/>
                  </a:moveTo>
                  <a:lnTo>
                    <a:pt x="399783" y="0"/>
                  </a:lnTo>
                  <a:lnTo>
                    <a:pt x="399783" y="9525"/>
                  </a:lnTo>
                  <a:lnTo>
                    <a:pt x="428358" y="9525"/>
                  </a:lnTo>
                  <a:lnTo>
                    <a:pt x="428358" y="0"/>
                  </a:lnTo>
                  <a:close/>
                </a:path>
                <a:path w="5257800" h="4838700">
                  <a:moveTo>
                    <a:pt x="437464" y="4829175"/>
                  </a:moveTo>
                  <a:lnTo>
                    <a:pt x="408889" y="4829175"/>
                  </a:lnTo>
                  <a:lnTo>
                    <a:pt x="408889" y="4838700"/>
                  </a:lnTo>
                  <a:lnTo>
                    <a:pt x="437464" y="4838700"/>
                  </a:lnTo>
                  <a:lnTo>
                    <a:pt x="437464" y="4829175"/>
                  </a:lnTo>
                  <a:close/>
                </a:path>
                <a:path w="5257800" h="4838700">
                  <a:moveTo>
                    <a:pt x="475932" y="0"/>
                  </a:moveTo>
                  <a:lnTo>
                    <a:pt x="447357" y="0"/>
                  </a:lnTo>
                  <a:lnTo>
                    <a:pt x="447357" y="9525"/>
                  </a:lnTo>
                  <a:lnTo>
                    <a:pt x="475932" y="9525"/>
                  </a:lnTo>
                  <a:lnTo>
                    <a:pt x="475932" y="0"/>
                  </a:lnTo>
                  <a:close/>
                </a:path>
                <a:path w="5257800" h="4838700">
                  <a:moveTo>
                    <a:pt x="485051" y="4829175"/>
                  </a:moveTo>
                  <a:lnTo>
                    <a:pt x="456476" y="4829175"/>
                  </a:lnTo>
                  <a:lnTo>
                    <a:pt x="456476" y="4838700"/>
                  </a:lnTo>
                  <a:lnTo>
                    <a:pt x="485051" y="4838700"/>
                  </a:lnTo>
                  <a:lnTo>
                    <a:pt x="485051" y="4829175"/>
                  </a:lnTo>
                  <a:close/>
                </a:path>
                <a:path w="5257800" h="4838700">
                  <a:moveTo>
                    <a:pt x="523519" y="0"/>
                  </a:moveTo>
                  <a:lnTo>
                    <a:pt x="494944" y="0"/>
                  </a:lnTo>
                  <a:lnTo>
                    <a:pt x="494944" y="9525"/>
                  </a:lnTo>
                  <a:lnTo>
                    <a:pt x="523519" y="9525"/>
                  </a:lnTo>
                  <a:lnTo>
                    <a:pt x="523519" y="0"/>
                  </a:lnTo>
                  <a:close/>
                </a:path>
                <a:path w="5257800" h="4838700">
                  <a:moveTo>
                    <a:pt x="532625" y="4829175"/>
                  </a:moveTo>
                  <a:lnTo>
                    <a:pt x="504050" y="4829175"/>
                  </a:lnTo>
                  <a:lnTo>
                    <a:pt x="504050" y="4838700"/>
                  </a:lnTo>
                  <a:lnTo>
                    <a:pt x="532625" y="4838700"/>
                  </a:lnTo>
                  <a:lnTo>
                    <a:pt x="532625" y="4829175"/>
                  </a:lnTo>
                  <a:close/>
                </a:path>
                <a:path w="5257800" h="4838700">
                  <a:moveTo>
                    <a:pt x="571093" y="0"/>
                  </a:moveTo>
                  <a:lnTo>
                    <a:pt x="542518" y="0"/>
                  </a:lnTo>
                  <a:lnTo>
                    <a:pt x="542518" y="9525"/>
                  </a:lnTo>
                  <a:lnTo>
                    <a:pt x="571093" y="9525"/>
                  </a:lnTo>
                  <a:lnTo>
                    <a:pt x="571093" y="0"/>
                  </a:lnTo>
                  <a:close/>
                </a:path>
                <a:path w="5257800" h="4838700">
                  <a:moveTo>
                    <a:pt x="580199" y="4829175"/>
                  </a:moveTo>
                  <a:lnTo>
                    <a:pt x="551624" y="4829175"/>
                  </a:lnTo>
                  <a:lnTo>
                    <a:pt x="551624" y="4838700"/>
                  </a:lnTo>
                  <a:lnTo>
                    <a:pt x="580199" y="4838700"/>
                  </a:lnTo>
                  <a:lnTo>
                    <a:pt x="580199" y="4829175"/>
                  </a:lnTo>
                  <a:close/>
                </a:path>
                <a:path w="5257800" h="4838700">
                  <a:moveTo>
                    <a:pt x="618680" y="0"/>
                  </a:moveTo>
                  <a:lnTo>
                    <a:pt x="590105" y="0"/>
                  </a:lnTo>
                  <a:lnTo>
                    <a:pt x="590105" y="9525"/>
                  </a:lnTo>
                  <a:lnTo>
                    <a:pt x="618680" y="9525"/>
                  </a:lnTo>
                  <a:lnTo>
                    <a:pt x="618680" y="0"/>
                  </a:lnTo>
                  <a:close/>
                </a:path>
                <a:path w="5257800" h="4838700">
                  <a:moveTo>
                    <a:pt x="627786" y="4829175"/>
                  </a:moveTo>
                  <a:lnTo>
                    <a:pt x="599211" y="4829175"/>
                  </a:lnTo>
                  <a:lnTo>
                    <a:pt x="599211" y="4838700"/>
                  </a:lnTo>
                  <a:lnTo>
                    <a:pt x="627786" y="4838700"/>
                  </a:lnTo>
                  <a:lnTo>
                    <a:pt x="627786" y="4829175"/>
                  </a:lnTo>
                  <a:close/>
                </a:path>
                <a:path w="5257800" h="4838700">
                  <a:moveTo>
                    <a:pt x="666254" y="0"/>
                  </a:moveTo>
                  <a:lnTo>
                    <a:pt x="637679" y="0"/>
                  </a:lnTo>
                  <a:lnTo>
                    <a:pt x="637679" y="9525"/>
                  </a:lnTo>
                  <a:lnTo>
                    <a:pt x="666254" y="9525"/>
                  </a:lnTo>
                  <a:lnTo>
                    <a:pt x="666254" y="0"/>
                  </a:lnTo>
                  <a:close/>
                </a:path>
                <a:path w="5257800" h="4838700">
                  <a:moveTo>
                    <a:pt x="675360" y="4829175"/>
                  </a:moveTo>
                  <a:lnTo>
                    <a:pt x="646785" y="4829175"/>
                  </a:lnTo>
                  <a:lnTo>
                    <a:pt x="646785" y="4838700"/>
                  </a:lnTo>
                  <a:lnTo>
                    <a:pt x="675360" y="4838700"/>
                  </a:lnTo>
                  <a:lnTo>
                    <a:pt x="675360" y="4829175"/>
                  </a:lnTo>
                  <a:close/>
                </a:path>
                <a:path w="5257800" h="4838700">
                  <a:moveTo>
                    <a:pt x="713841" y="0"/>
                  </a:moveTo>
                  <a:lnTo>
                    <a:pt x="685266" y="0"/>
                  </a:lnTo>
                  <a:lnTo>
                    <a:pt x="685266" y="9525"/>
                  </a:lnTo>
                  <a:lnTo>
                    <a:pt x="713841" y="9525"/>
                  </a:lnTo>
                  <a:lnTo>
                    <a:pt x="713841" y="0"/>
                  </a:lnTo>
                  <a:close/>
                </a:path>
                <a:path w="5257800" h="4838700">
                  <a:moveTo>
                    <a:pt x="722947" y="4829175"/>
                  </a:moveTo>
                  <a:lnTo>
                    <a:pt x="694372" y="4829175"/>
                  </a:lnTo>
                  <a:lnTo>
                    <a:pt x="694372" y="4838700"/>
                  </a:lnTo>
                  <a:lnTo>
                    <a:pt x="722947" y="4838700"/>
                  </a:lnTo>
                  <a:lnTo>
                    <a:pt x="722947" y="4829175"/>
                  </a:lnTo>
                  <a:close/>
                </a:path>
                <a:path w="5257800" h="4838700">
                  <a:moveTo>
                    <a:pt x="761415" y="0"/>
                  </a:moveTo>
                  <a:lnTo>
                    <a:pt x="732840" y="0"/>
                  </a:lnTo>
                  <a:lnTo>
                    <a:pt x="732840" y="9525"/>
                  </a:lnTo>
                  <a:lnTo>
                    <a:pt x="761415" y="9525"/>
                  </a:lnTo>
                  <a:lnTo>
                    <a:pt x="761415" y="0"/>
                  </a:lnTo>
                  <a:close/>
                </a:path>
                <a:path w="5257800" h="4838700">
                  <a:moveTo>
                    <a:pt x="770521" y="4829175"/>
                  </a:moveTo>
                  <a:lnTo>
                    <a:pt x="741946" y="4829175"/>
                  </a:lnTo>
                  <a:lnTo>
                    <a:pt x="741946" y="4838700"/>
                  </a:lnTo>
                  <a:lnTo>
                    <a:pt x="770521" y="4838700"/>
                  </a:lnTo>
                  <a:lnTo>
                    <a:pt x="770521" y="4829175"/>
                  </a:lnTo>
                  <a:close/>
                </a:path>
                <a:path w="5257800" h="4838700">
                  <a:moveTo>
                    <a:pt x="808990" y="0"/>
                  </a:moveTo>
                  <a:lnTo>
                    <a:pt x="780415" y="0"/>
                  </a:lnTo>
                  <a:lnTo>
                    <a:pt x="780415" y="9525"/>
                  </a:lnTo>
                  <a:lnTo>
                    <a:pt x="808990" y="9525"/>
                  </a:lnTo>
                  <a:lnTo>
                    <a:pt x="808990" y="0"/>
                  </a:lnTo>
                  <a:close/>
                </a:path>
                <a:path w="5257800" h="4838700">
                  <a:moveTo>
                    <a:pt x="818108" y="4829175"/>
                  </a:moveTo>
                  <a:lnTo>
                    <a:pt x="789533" y="4829175"/>
                  </a:lnTo>
                  <a:lnTo>
                    <a:pt x="789533" y="4838700"/>
                  </a:lnTo>
                  <a:lnTo>
                    <a:pt x="818108" y="4838700"/>
                  </a:lnTo>
                  <a:lnTo>
                    <a:pt x="818108" y="4829175"/>
                  </a:lnTo>
                  <a:close/>
                </a:path>
                <a:path w="5257800" h="4838700">
                  <a:moveTo>
                    <a:pt x="856576" y="0"/>
                  </a:moveTo>
                  <a:lnTo>
                    <a:pt x="828001" y="0"/>
                  </a:lnTo>
                  <a:lnTo>
                    <a:pt x="828001" y="9525"/>
                  </a:lnTo>
                  <a:lnTo>
                    <a:pt x="856576" y="9525"/>
                  </a:lnTo>
                  <a:lnTo>
                    <a:pt x="856576" y="0"/>
                  </a:lnTo>
                  <a:close/>
                </a:path>
                <a:path w="5257800" h="4838700">
                  <a:moveTo>
                    <a:pt x="865682" y="4829175"/>
                  </a:moveTo>
                  <a:lnTo>
                    <a:pt x="837107" y="4829175"/>
                  </a:lnTo>
                  <a:lnTo>
                    <a:pt x="837107" y="4838700"/>
                  </a:lnTo>
                  <a:lnTo>
                    <a:pt x="865682" y="4838700"/>
                  </a:lnTo>
                  <a:lnTo>
                    <a:pt x="865682" y="4829175"/>
                  </a:lnTo>
                  <a:close/>
                </a:path>
                <a:path w="5257800" h="4838700">
                  <a:moveTo>
                    <a:pt x="904151" y="0"/>
                  </a:moveTo>
                  <a:lnTo>
                    <a:pt x="875576" y="0"/>
                  </a:lnTo>
                  <a:lnTo>
                    <a:pt x="875576" y="9525"/>
                  </a:lnTo>
                  <a:lnTo>
                    <a:pt x="904151" y="9525"/>
                  </a:lnTo>
                  <a:lnTo>
                    <a:pt x="904151" y="0"/>
                  </a:lnTo>
                  <a:close/>
                </a:path>
                <a:path w="5257800" h="4838700">
                  <a:moveTo>
                    <a:pt x="913257" y="4829175"/>
                  </a:moveTo>
                  <a:lnTo>
                    <a:pt x="884682" y="4829175"/>
                  </a:lnTo>
                  <a:lnTo>
                    <a:pt x="884682" y="4838700"/>
                  </a:lnTo>
                  <a:lnTo>
                    <a:pt x="913257" y="4838700"/>
                  </a:lnTo>
                  <a:lnTo>
                    <a:pt x="913257" y="4829175"/>
                  </a:lnTo>
                  <a:close/>
                </a:path>
                <a:path w="5257800" h="4838700">
                  <a:moveTo>
                    <a:pt x="951738" y="0"/>
                  </a:moveTo>
                  <a:lnTo>
                    <a:pt x="923163" y="0"/>
                  </a:lnTo>
                  <a:lnTo>
                    <a:pt x="923163" y="9525"/>
                  </a:lnTo>
                  <a:lnTo>
                    <a:pt x="951738" y="9525"/>
                  </a:lnTo>
                  <a:lnTo>
                    <a:pt x="951738" y="0"/>
                  </a:lnTo>
                  <a:close/>
                </a:path>
                <a:path w="5257800" h="4838700">
                  <a:moveTo>
                    <a:pt x="960843" y="4829175"/>
                  </a:moveTo>
                  <a:lnTo>
                    <a:pt x="932268" y="4829175"/>
                  </a:lnTo>
                  <a:lnTo>
                    <a:pt x="932268" y="4838700"/>
                  </a:lnTo>
                  <a:lnTo>
                    <a:pt x="960843" y="4838700"/>
                  </a:lnTo>
                  <a:lnTo>
                    <a:pt x="960843" y="4829175"/>
                  </a:lnTo>
                  <a:close/>
                </a:path>
                <a:path w="5257800" h="4838700">
                  <a:moveTo>
                    <a:pt x="999312" y="0"/>
                  </a:moveTo>
                  <a:lnTo>
                    <a:pt x="970737" y="0"/>
                  </a:lnTo>
                  <a:lnTo>
                    <a:pt x="970737" y="9525"/>
                  </a:lnTo>
                  <a:lnTo>
                    <a:pt x="999312" y="9525"/>
                  </a:lnTo>
                  <a:lnTo>
                    <a:pt x="999312" y="0"/>
                  </a:lnTo>
                  <a:close/>
                </a:path>
                <a:path w="5257800" h="4838700">
                  <a:moveTo>
                    <a:pt x="1008418" y="4829175"/>
                  </a:moveTo>
                  <a:lnTo>
                    <a:pt x="979843" y="4829175"/>
                  </a:lnTo>
                  <a:lnTo>
                    <a:pt x="979843" y="4838700"/>
                  </a:lnTo>
                  <a:lnTo>
                    <a:pt x="1008418" y="4838700"/>
                  </a:lnTo>
                  <a:lnTo>
                    <a:pt x="1008418" y="4829175"/>
                  </a:lnTo>
                  <a:close/>
                </a:path>
                <a:path w="5257800" h="4838700">
                  <a:moveTo>
                    <a:pt x="1046899" y="0"/>
                  </a:moveTo>
                  <a:lnTo>
                    <a:pt x="1018324" y="0"/>
                  </a:lnTo>
                  <a:lnTo>
                    <a:pt x="1018324" y="9525"/>
                  </a:lnTo>
                  <a:lnTo>
                    <a:pt x="1046899" y="9525"/>
                  </a:lnTo>
                  <a:lnTo>
                    <a:pt x="1046899" y="0"/>
                  </a:lnTo>
                  <a:close/>
                </a:path>
                <a:path w="5257800" h="4838700">
                  <a:moveTo>
                    <a:pt x="1056005" y="4829175"/>
                  </a:moveTo>
                  <a:lnTo>
                    <a:pt x="1027430" y="4829175"/>
                  </a:lnTo>
                  <a:lnTo>
                    <a:pt x="1027430" y="4838700"/>
                  </a:lnTo>
                  <a:lnTo>
                    <a:pt x="1056005" y="4838700"/>
                  </a:lnTo>
                  <a:lnTo>
                    <a:pt x="1056005" y="4829175"/>
                  </a:lnTo>
                  <a:close/>
                </a:path>
                <a:path w="5257800" h="4838700">
                  <a:moveTo>
                    <a:pt x="1094473" y="0"/>
                  </a:moveTo>
                  <a:lnTo>
                    <a:pt x="1065898" y="0"/>
                  </a:lnTo>
                  <a:lnTo>
                    <a:pt x="1065898" y="9525"/>
                  </a:lnTo>
                  <a:lnTo>
                    <a:pt x="1094473" y="9525"/>
                  </a:lnTo>
                  <a:lnTo>
                    <a:pt x="1094473" y="0"/>
                  </a:lnTo>
                  <a:close/>
                </a:path>
                <a:path w="5257800" h="4838700">
                  <a:moveTo>
                    <a:pt x="1103579" y="4829175"/>
                  </a:moveTo>
                  <a:lnTo>
                    <a:pt x="1075004" y="4829175"/>
                  </a:lnTo>
                  <a:lnTo>
                    <a:pt x="1075004" y="4838700"/>
                  </a:lnTo>
                  <a:lnTo>
                    <a:pt x="1103579" y="4838700"/>
                  </a:lnTo>
                  <a:lnTo>
                    <a:pt x="1103579" y="4829175"/>
                  </a:lnTo>
                  <a:close/>
                </a:path>
                <a:path w="5257800" h="4838700">
                  <a:moveTo>
                    <a:pt x="1142047" y="0"/>
                  </a:moveTo>
                  <a:lnTo>
                    <a:pt x="1113472" y="0"/>
                  </a:lnTo>
                  <a:lnTo>
                    <a:pt x="1113472" y="9525"/>
                  </a:lnTo>
                  <a:lnTo>
                    <a:pt x="1142047" y="9525"/>
                  </a:lnTo>
                  <a:lnTo>
                    <a:pt x="1142047" y="0"/>
                  </a:lnTo>
                  <a:close/>
                </a:path>
                <a:path w="5257800" h="4838700">
                  <a:moveTo>
                    <a:pt x="1151166" y="4829175"/>
                  </a:moveTo>
                  <a:lnTo>
                    <a:pt x="1122591" y="4829175"/>
                  </a:lnTo>
                  <a:lnTo>
                    <a:pt x="1122591" y="4838700"/>
                  </a:lnTo>
                  <a:lnTo>
                    <a:pt x="1151166" y="4838700"/>
                  </a:lnTo>
                  <a:lnTo>
                    <a:pt x="1151166" y="4829175"/>
                  </a:lnTo>
                  <a:close/>
                </a:path>
                <a:path w="5257800" h="4838700">
                  <a:moveTo>
                    <a:pt x="1189634" y="0"/>
                  </a:moveTo>
                  <a:lnTo>
                    <a:pt x="1161059" y="0"/>
                  </a:lnTo>
                  <a:lnTo>
                    <a:pt x="1161059" y="9525"/>
                  </a:lnTo>
                  <a:lnTo>
                    <a:pt x="1189634" y="9525"/>
                  </a:lnTo>
                  <a:lnTo>
                    <a:pt x="1189634" y="0"/>
                  </a:lnTo>
                  <a:close/>
                </a:path>
                <a:path w="5257800" h="4838700">
                  <a:moveTo>
                    <a:pt x="1198740" y="4829175"/>
                  </a:moveTo>
                  <a:lnTo>
                    <a:pt x="1170165" y="4829175"/>
                  </a:lnTo>
                  <a:lnTo>
                    <a:pt x="1170165" y="4838700"/>
                  </a:lnTo>
                  <a:lnTo>
                    <a:pt x="1198740" y="4838700"/>
                  </a:lnTo>
                  <a:lnTo>
                    <a:pt x="1198740" y="4829175"/>
                  </a:lnTo>
                  <a:close/>
                </a:path>
                <a:path w="5257800" h="4838700">
                  <a:moveTo>
                    <a:pt x="1237208" y="0"/>
                  </a:moveTo>
                  <a:lnTo>
                    <a:pt x="1208633" y="0"/>
                  </a:lnTo>
                  <a:lnTo>
                    <a:pt x="1208633" y="9525"/>
                  </a:lnTo>
                  <a:lnTo>
                    <a:pt x="1237208" y="9525"/>
                  </a:lnTo>
                  <a:lnTo>
                    <a:pt x="1237208" y="0"/>
                  </a:lnTo>
                  <a:close/>
                </a:path>
                <a:path w="5257800" h="4838700">
                  <a:moveTo>
                    <a:pt x="1246314" y="4829175"/>
                  </a:moveTo>
                  <a:lnTo>
                    <a:pt x="1217739" y="4829175"/>
                  </a:lnTo>
                  <a:lnTo>
                    <a:pt x="1217739" y="4838700"/>
                  </a:lnTo>
                  <a:lnTo>
                    <a:pt x="1246314" y="4838700"/>
                  </a:lnTo>
                  <a:lnTo>
                    <a:pt x="1246314" y="4829175"/>
                  </a:lnTo>
                  <a:close/>
                </a:path>
                <a:path w="5257800" h="4838700">
                  <a:moveTo>
                    <a:pt x="1284795" y="0"/>
                  </a:moveTo>
                  <a:lnTo>
                    <a:pt x="1256220" y="0"/>
                  </a:lnTo>
                  <a:lnTo>
                    <a:pt x="1256220" y="9525"/>
                  </a:lnTo>
                  <a:lnTo>
                    <a:pt x="1284795" y="9525"/>
                  </a:lnTo>
                  <a:lnTo>
                    <a:pt x="1284795" y="0"/>
                  </a:lnTo>
                  <a:close/>
                </a:path>
                <a:path w="5257800" h="4838700">
                  <a:moveTo>
                    <a:pt x="1293901" y="4829175"/>
                  </a:moveTo>
                  <a:lnTo>
                    <a:pt x="1265326" y="4829175"/>
                  </a:lnTo>
                  <a:lnTo>
                    <a:pt x="1265326" y="4838700"/>
                  </a:lnTo>
                  <a:lnTo>
                    <a:pt x="1293901" y="4838700"/>
                  </a:lnTo>
                  <a:lnTo>
                    <a:pt x="1293901" y="4829175"/>
                  </a:lnTo>
                  <a:close/>
                </a:path>
                <a:path w="5257800" h="4838700">
                  <a:moveTo>
                    <a:pt x="1332369" y="0"/>
                  </a:moveTo>
                  <a:lnTo>
                    <a:pt x="1303794" y="0"/>
                  </a:lnTo>
                  <a:lnTo>
                    <a:pt x="1303794" y="9525"/>
                  </a:lnTo>
                  <a:lnTo>
                    <a:pt x="1332369" y="9525"/>
                  </a:lnTo>
                  <a:lnTo>
                    <a:pt x="1332369" y="0"/>
                  </a:lnTo>
                  <a:close/>
                </a:path>
                <a:path w="5257800" h="4838700">
                  <a:moveTo>
                    <a:pt x="1341475" y="4829175"/>
                  </a:moveTo>
                  <a:lnTo>
                    <a:pt x="1312900" y="4829175"/>
                  </a:lnTo>
                  <a:lnTo>
                    <a:pt x="1312900" y="4838700"/>
                  </a:lnTo>
                  <a:lnTo>
                    <a:pt x="1341475" y="4838700"/>
                  </a:lnTo>
                  <a:lnTo>
                    <a:pt x="1341475" y="4829175"/>
                  </a:lnTo>
                  <a:close/>
                </a:path>
                <a:path w="5257800" h="4838700">
                  <a:moveTo>
                    <a:pt x="1379956" y="0"/>
                  </a:moveTo>
                  <a:lnTo>
                    <a:pt x="1351381" y="0"/>
                  </a:lnTo>
                  <a:lnTo>
                    <a:pt x="1351381" y="9525"/>
                  </a:lnTo>
                  <a:lnTo>
                    <a:pt x="1379956" y="9525"/>
                  </a:lnTo>
                  <a:lnTo>
                    <a:pt x="1379956" y="0"/>
                  </a:lnTo>
                  <a:close/>
                </a:path>
                <a:path w="5257800" h="4838700">
                  <a:moveTo>
                    <a:pt x="1389062" y="4829175"/>
                  </a:moveTo>
                  <a:lnTo>
                    <a:pt x="1360487" y="4829175"/>
                  </a:lnTo>
                  <a:lnTo>
                    <a:pt x="1360487" y="4838700"/>
                  </a:lnTo>
                  <a:lnTo>
                    <a:pt x="1389062" y="4838700"/>
                  </a:lnTo>
                  <a:lnTo>
                    <a:pt x="1389062" y="4829175"/>
                  </a:lnTo>
                  <a:close/>
                </a:path>
                <a:path w="5257800" h="4838700">
                  <a:moveTo>
                    <a:pt x="1427530" y="0"/>
                  </a:moveTo>
                  <a:lnTo>
                    <a:pt x="1398955" y="0"/>
                  </a:lnTo>
                  <a:lnTo>
                    <a:pt x="1398955" y="9525"/>
                  </a:lnTo>
                  <a:lnTo>
                    <a:pt x="1427530" y="9525"/>
                  </a:lnTo>
                  <a:lnTo>
                    <a:pt x="1427530" y="0"/>
                  </a:lnTo>
                  <a:close/>
                </a:path>
                <a:path w="5257800" h="4838700">
                  <a:moveTo>
                    <a:pt x="1436636" y="4829175"/>
                  </a:moveTo>
                  <a:lnTo>
                    <a:pt x="1408061" y="4829175"/>
                  </a:lnTo>
                  <a:lnTo>
                    <a:pt x="1408061" y="4838700"/>
                  </a:lnTo>
                  <a:lnTo>
                    <a:pt x="1436636" y="4838700"/>
                  </a:lnTo>
                  <a:lnTo>
                    <a:pt x="1436636" y="4829175"/>
                  </a:lnTo>
                  <a:close/>
                </a:path>
                <a:path w="5257800" h="4838700">
                  <a:moveTo>
                    <a:pt x="1475105" y="0"/>
                  </a:moveTo>
                  <a:lnTo>
                    <a:pt x="1446530" y="0"/>
                  </a:lnTo>
                  <a:lnTo>
                    <a:pt x="1446530" y="9525"/>
                  </a:lnTo>
                  <a:lnTo>
                    <a:pt x="1475105" y="9525"/>
                  </a:lnTo>
                  <a:lnTo>
                    <a:pt x="1475105" y="0"/>
                  </a:lnTo>
                  <a:close/>
                </a:path>
                <a:path w="5257800" h="4838700">
                  <a:moveTo>
                    <a:pt x="1484223" y="4829175"/>
                  </a:moveTo>
                  <a:lnTo>
                    <a:pt x="1455648" y="4829175"/>
                  </a:lnTo>
                  <a:lnTo>
                    <a:pt x="1455648" y="4838700"/>
                  </a:lnTo>
                  <a:lnTo>
                    <a:pt x="1484223" y="4838700"/>
                  </a:lnTo>
                  <a:lnTo>
                    <a:pt x="1484223" y="4829175"/>
                  </a:lnTo>
                  <a:close/>
                </a:path>
                <a:path w="5257800" h="4838700">
                  <a:moveTo>
                    <a:pt x="1522691" y="0"/>
                  </a:moveTo>
                  <a:lnTo>
                    <a:pt x="1494116" y="0"/>
                  </a:lnTo>
                  <a:lnTo>
                    <a:pt x="1494116" y="9525"/>
                  </a:lnTo>
                  <a:lnTo>
                    <a:pt x="1522691" y="9525"/>
                  </a:lnTo>
                  <a:lnTo>
                    <a:pt x="1522691" y="0"/>
                  </a:lnTo>
                  <a:close/>
                </a:path>
                <a:path w="5257800" h="4838700">
                  <a:moveTo>
                    <a:pt x="1531797" y="4829175"/>
                  </a:moveTo>
                  <a:lnTo>
                    <a:pt x="1503222" y="4829175"/>
                  </a:lnTo>
                  <a:lnTo>
                    <a:pt x="1503222" y="4838700"/>
                  </a:lnTo>
                  <a:lnTo>
                    <a:pt x="1531797" y="4838700"/>
                  </a:lnTo>
                  <a:lnTo>
                    <a:pt x="1531797" y="4829175"/>
                  </a:lnTo>
                  <a:close/>
                </a:path>
                <a:path w="5257800" h="4838700">
                  <a:moveTo>
                    <a:pt x="1570266" y="0"/>
                  </a:moveTo>
                  <a:lnTo>
                    <a:pt x="1541691" y="0"/>
                  </a:lnTo>
                  <a:lnTo>
                    <a:pt x="1541691" y="9525"/>
                  </a:lnTo>
                  <a:lnTo>
                    <a:pt x="1570266" y="9525"/>
                  </a:lnTo>
                  <a:lnTo>
                    <a:pt x="1570266" y="0"/>
                  </a:lnTo>
                  <a:close/>
                </a:path>
                <a:path w="5257800" h="4838700">
                  <a:moveTo>
                    <a:pt x="1579372" y="4829175"/>
                  </a:moveTo>
                  <a:lnTo>
                    <a:pt x="1550797" y="4829175"/>
                  </a:lnTo>
                  <a:lnTo>
                    <a:pt x="1550797" y="4838700"/>
                  </a:lnTo>
                  <a:lnTo>
                    <a:pt x="1579372" y="4838700"/>
                  </a:lnTo>
                  <a:lnTo>
                    <a:pt x="1579372" y="4829175"/>
                  </a:lnTo>
                  <a:close/>
                </a:path>
                <a:path w="5257800" h="4838700">
                  <a:moveTo>
                    <a:pt x="1617853" y="0"/>
                  </a:moveTo>
                  <a:lnTo>
                    <a:pt x="1589278" y="0"/>
                  </a:lnTo>
                  <a:lnTo>
                    <a:pt x="1589278" y="9525"/>
                  </a:lnTo>
                  <a:lnTo>
                    <a:pt x="1617853" y="9525"/>
                  </a:lnTo>
                  <a:lnTo>
                    <a:pt x="1617853" y="0"/>
                  </a:lnTo>
                  <a:close/>
                </a:path>
                <a:path w="5257800" h="4838700">
                  <a:moveTo>
                    <a:pt x="1626958" y="4829175"/>
                  </a:moveTo>
                  <a:lnTo>
                    <a:pt x="1598383" y="4829175"/>
                  </a:lnTo>
                  <a:lnTo>
                    <a:pt x="1598383" y="4838700"/>
                  </a:lnTo>
                  <a:lnTo>
                    <a:pt x="1626958" y="4838700"/>
                  </a:lnTo>
                  <a:lnTo>
                    <a:pt x="1626958" y="4829175"/>
                  </a:lnTo>
                  <a:close/>
                </a:path>
                <a:path w="5257800" h="4838700">
                  <a:moveTo>
                    <a:pt x="1665427" y="0"/>
                  </a:moveTo>
                  <a:lnTo>
                    <a:pt x="1636852" y="0"/>
                  </a:lnTo>
                  <a:lnTo>
                    <a:pt x="1636852" y="9525"/>
                  </a:lnTo>
                  <a:lnTo>
                    <a:pt x="1665427" y="9525"/>
                  </a:lnTo>
                  <a:lnTo>
                    <a:pt x="1665427" y="0"/>
                  </a:lnTo>
                  <a:close/>
                </a:path>
                <a:path w="5257800" h="4838700">
                  <a:moveTo>
                    <a:pt x="1674533" y="4829175"/>
                  </a:moveTo>
                  <a:lnTo>
                    <a:pt x="1645958" y="4829175"/>
                  </a:lnTo>
                  <a:lnTo>
                    <a:pt x="1645958" y="4838700"/>
                  </a:lnTo>
                  <a:lnTo>
                    <a:pt x="1674533" y="4838700"/>
                  </a:lnTo>
                  <a:lnTo>
                    <a:pt x="1674533" y="4829175"/>
                  </a:lnTo>
                  <a:close/>
                </a:path>
                <a:path w="5257800" h="4838700">
                  <a:moveTo>
                    <a:pt x="1713014" y="0"/>
                  </a:moveTo>
                  <a:lnTo>
                    <a:pt x="1684439" y="0"/>
                  </a:lnTo>
                  <a:lnTo>
                    <a:pt x="1684439" y="9525"/>
                  </a:lnTo>
                  <a:lnTo>
                    <a:pt x="1713014" y="9525"/>
                  </a:lnTo>
                  <a:lnTo>
                    <a:pt x="1713014" y="0"/>
                  </a:lnTo>
                  <a:close/>
                </a:path>
                <a:path w="5257800" h="4838700">
                  <a:moveTo>
                    <a:pt x="1722120" y="4829175"/>
                  </a:moveTo>
                  <a:lnTo>
                    <a:pt x="1693545" y="4829175"/>
                  </a:lnTo>
                  <a:lnTo>
                    <a:pt x="1693545" y="4838700"/>
                  </a:lnTo>
                  <a:lnTo>
                    <a:pt x="1722120" y="4838700"/>
                  </a:lnTo>
                  <a:lnTo>
                    <a:pt x="1722120" y="4829175"/>
                  </a:lnTo>
                  <a:close/>
                </a:path>
                <a:path w="5257800" h="4838700">
                  <a:moveTo>
                    <a:pt x="1760588" y="0"/>
                  </a:moveTo>
                  <a:lnTo>
                    <a:pt x="1732013" y="0"/>
                  </a:lnTo>
                  <a:lnTo>
                    <a:pt x="1732013" y="9525"/>
                  </a:lnTo>
                  <a:lnTo>
                    <a:pt x="1760588" y="9525"/>
                  </a:lnTo>
                  <a:lnTo>
                    <a:pt x="1760588" y="0"/>
                  </a:lnTo>
                  <a:close/>
                </a:path>
                <a:path w="5257800" h="4838700">
                  <a:moveTo>
                    <a:pt x="1769694" y="4829175"/>
                  </a:moveTo>
                  <a:lnTo>
                    <a:pt x="1741119" y="4829175"/>
                  </a:lnTo>
                  <a:lnTo>
                    <a:pt x="1741119" y="4838700"/>
                  </a:lnTo>
                  <a:lnTo>
                    <a:pt x="1769694" y="4838700"/>
                  </a:lnTo>
                  <a:lnTo>
                    <a:pt x="1769694" y="4829175"/>
                  </a:lnTo>
                  <a:close/>
                </a:path>
                <a:path w="5257800" h="4838700">
                  <a:moveTo>
                    <a:pt x="1808162" y="0"/>
                  </a:moveTo>
                  <a:lnTo>
                    <a:pt x="1779587" y="0"/>
                  </a:lnTo>
                  <a:lnTo>
                    <a:pt x="1779587" y="9525"/>
                  </a:lnTo>
                  <a:lnTo>
                    <a:pt x="1808162" y="9525"/>
                  </a:lnTo>
                  <a:lnTo>
                    <a:pt x="1808162" y="0"/>
                  </a:lnTo>
                  <a:close/>
                </a:path>
                <a:path w="5257800" h="4838700">
                  <a:moveTo>
                    <a:pt x="1817281" y="4829175"/>
                  </a:moveTo>
                  <a:lnTo>
                    <a:pt x="1788706" y="4829175"/>
                  </a:lnTo>
                  <a:lnTo>
                    <a:pt x="1788706" y="4838700"/>
                  </a:lnTo>
                  <a:lnTo>
                    <a:pt x="1817281" y="4838700"/>
                  </a:lnTo>
                  <a:lnTo>
                    <a:pt x="1817281" y="4829175"/>
                  </a:lnTo>
                  <a:close/>
                </a:path>
                <a:path w="5257800" h="4838700">
                  <a:moveTo>
                    <a:pt x="1855749" y="0"/>
                  </a:moveTo>
                  <a:lnTo>
                    <a:pt x="1827174" y="0"/>
                  </a:lnTo>
                  <a:lnTo>
                    <a:pt x="1827174" y="9525"/>
                  </a:lnTo>
                  <a:lnTo>
                    <a:pt x="1855749" y="9525"/>
                  </a:lnTo>
                  <a:lnTo>
                    <a:pt x="1855749" y="0"/>
                  </a:lnTo>
                  <a:close/>
                </a:path>
                <a:path w="5257800" h="4838700">
                  <a:moveTo>
                    <a:pt x="1864855" y="4829175"/>
                  </a:moveTo>
                  <a:lnTo>
                    <a:pt x="1836280" y="4829175"/>
                  </a:lnTo>
                  <a:lnTo>
                    <a:pt x="1836280" y="4838700"/>
                  </a:lnTo>
                  <a:lnTo>
                    <a:pt x="1864855" y="4838700"/>
                  </a:lnTo>
                  <a:lnTo>
                    <a:pt x="1864855" y="4829175"/>
                  </a:lnTo>
                  <a:close/>
                </a:path>
                <a:path w="5257800" h="4838700">
                  <a:moveTo>
                    <a:pt x="1903323" y="0"/>
                  </a:moveTo>
                  <a:lnTo>
                    <a:pt x="1874748" y="0"/>
                  </a:lnTo>
                  <a:lnTo>
                    <a:pt x="1874748" y="9525"/>
                  </a:lnTo>
                  <a:lnTo>
                    <a:pt x="1903323" y="9525"/>
                  </a:lnTo>
                  <a:lnTo>
                    <a:pt x="1903323" y="0"/>
                  </a:lnTo>
                  <a:close/>
                </a:path>
                <a:path w="5257800" h="4838700">
                  <a:moveTo>
                    <a:pt x="1912429" y="4829175"/>
                  </a:moveTo>
                  <a:lnTo>
                    <a:pt x="1883854" y="4829175"/>
                  </a:lnTo>
                  <a:lnTo>
                    <a:pt x="1883854" y="4838700"/>
                  </a:lnTo>
                  <a:lnTo>
                    <a:pt x="1912429" y="4838700"/>
                  </a:lnTo>
                  <a:lnTo>
                    <a:pt x="1912429" y="4829175"/>
                  </a:lnTo>
                  <a:close/>
                </a:path>
                <a:path w="5257800" h="4838700">
                  <a:moveTo>
                    <a:pt x="1950910" y="0"/>
                  </a:moveTo>
                  <a:lnTo>
                    <a:pt x="1922335" y="0"/>
                  </a:lnTo>
                  <a:lnTo>
                    <a:pt x="1922335" y="9525"/>
                  </a:lnTo>
                  <a:lnTo>
                    <a:pt x="1950910" y="9525"/>
                  </a:lnTo>
                  <a:lnTo>
                    <a:pt x="1950910" y="0"/>
                  </a:lnTo>
                  <a:close/>
                </a:path>
                <a:path w="5257800" h="4838700">
                  <a:moveTo>
                    <a:pt x="1960016" y="4829175"/>
                  </a:moveTo>
                  <a:lnTo>
                    <a:pt x="1931441" y="4829175"/>
                  </a:lnTo>
                  <a:lnTo>
                    <a:pt x="1931441" y="4838700"/>
                  </a:lnTo>
                  <a:lnTo>
                    <a:pt x="1960016" y="4838700"/>
                  </a:lnTo>
                  <a:lnTo>
                    <a:pt x="1960016" y="4829175"/>
                  </a:lnTo>
                  <a:close/>
                </a:path>
                <a:path w="5257800" h="4838700">
                  <a:moveTo>
                    <a:pt x="1998484" y="0"/>
                  </a:moveTo>
                  <a:lnTo>
                    <a:pt x="1969909" y="0"/>
                  </a:lnTo>
                  <a:lnTo>
                    <a:pt x="1969909" y="9525"/>
                  </a:lnTo>
                  <a:lnTo>
                    <a:pt x="1998484" y="9525"/>
                  </a:lnTo>
                  <a:lnTo>
                    <a:pt x="1998484" y="0"/>
                  </a:lnTo>
                  <a:close/>
                </a:path>
                <a:path w="5257800" h="4838700">
                  <a:moveTo>
                    <a:pt x="2007590" y="4829175"/>
                  </a:moveTo>
                  <a:lnTo>
                    <a:pt x="1979015" y="4829175"/>
                  </a:lnTo>
                  <a:lnTo>
                    <a:pt x="1979015" y="4838700"/>
                  </a:lnTo>
                  <a:lnTo>
                    <a:pt x="2007590" y="4838700"/>
                  </a:lnTo>
                  <a:lnTo>
                    <a:pt x="2007590" y="4829175"/>
                  </a:lnTo>
                  <a:close/>
                </a:path>
                <a:path w="5257800" h="4838700">
                  <a:moveTo>
                    <a:pt x="2046071" y="0"/>
                  </a:moveTo>
                  <a:lnTo>
                    <a:pt x="2017496" y="0"/>
                  </a:lnTo>
                  <a:lnTo>
                    <a:pt x="2017496" y="9525"/>
                  </a:lnTo>
                  <a:lnTo>
                    <a:pt x="2046071" y="9525"/>
                  </a:lnTo>
                  <a:lnTo>
                    <a:pt x="2046071" y="0"/>
                  </a:lnTo>
                  <a:close/>
                </a:path>
                <a:path w="5257800" h="4838700">
                  <a:moveTo>
                    <a:pt x="2055177" y="4829175"/>
                  </a:moveTo>
                  <a:lnTo>
                    <a:pt x="2026602" y="4829175"/>
                  </a:lnTo>
                  <a:lnTo>
                    <a:pt x="2026602" y="4838700"/>
                  </a:lnTo>
                  <a:lnTo>
                    <a:pt x="2055177" y="4838700"/>
                  </a:lnTo>
                  <a:lnTo>
                    <a:pt x="2055177" y="4829175"/>
                  </a:lnTo>
                  <a:close/>
                </a:path>
                <a:path w="5257800" h="4838700">
                  <a:moveTo>
                    <a:pt x="2093645" y="0"/>
                  </a:moveTo>
                  <a:lnTo>
                    <a:pt x="2065070" y="0"/>
                  </a:lnTo>
                  <a:lnTo>
                    <a:pt x="2065070" y="9525"/>
                  </a:lnTo>
                  <a:lnTo>
                    <a:pt x="2093645" y="9525"/>
                  </a:lnTo>
                  <a:lnTo>
                    <a:pt x="2093645" y="0"/>
                  </a:lnTo>
                  <a:close/>
                </a:path>
                <a:path w="5257800" h="4838700">
                  <a:moveTo>
                    <a:pt x="2102751" y="4829175"/>
                  </a:moveTo>
                  <a:lnTo>
                    <a:pt x="2074176" y="4829175"/>
                  </a:lnTo>
                  <a:lnTo>
                    <a:pt x="2074176" y="4838700"/>
                  </a:lnTo>
                  <a:lnTo>
                    <a:pt x="2102751" y="4838700"/>
                  </a:lnTo>
                  <a:lnTo>
                    <a:pt x="2102751" y="4829175"/>
                  </a:lnTo>
                  <a:close/>
                </a:path>
                <a:path w="5257800" h="4838700">
                  <a:moveTo>
                    <a:pt x="2141220" y="0"/>
                  </a:moveTo>
                  <a:lnTo>
                    <a:pt x="2112645" y="0"/>
                  </a:lnTo>
                  <a:lnTo>
                    <a:pt x="2112645" y="9525"/>
                  </a:lnTo>
                  <a:lnTo>
                    <a:pt x="2141220" y="9525"/>
                  </a:lnTo>
                  <a:lnTo>
                    <a:pt x="2141220" y="0"/>
                  </a:lnTo>
                  <a:close/>
                </a:path>
                <a:path w="5257800" h="4838700">
                  <a:moveTo>
                    <a:pt x="2150338" y="4829175"/>
                  </a:moveTo>
                  <a:lnTo>
                    <a:pt x="2121763" y="4829175"/>
                  </a:lnTo>
                  <a:lnTo>
                    <a:pt x="2121763" y="4838700"/>
                  </a:lnTo>
                  <a:lnTo>
                    <a:pt x="2150338" y="4838700"/>
                  </a:lnTo>
                  <a:lnTo>
                    <a:pt x="2150338" y="4829175"/>
                  </a:lnTo>
                  <a:close/>
                </a:path>
                <a:path w="5257800" h="4838700">
                  <a:moveTo>
                    <a:pt x="2188807" y="0"/>
                  </a:moveTo>
                  <a:lnTo>
                    <a:pt x="2160232" y="0"/>
                  </a:lnTo>
                  <a:lnTo>
                    <a:pt x="2160232" y="9525"/>
                  </a:lnTo>
                  <a:lnTo>
                    <a:pt x="2188807" y="9525"/>
                  </a:lnTo>
                  <a:lnTo>
                    <a:pt x="2188807" y="0"/>
                  </a:lnTo>
                  <a:close/>
                </a:path>
                <a:path w="5257800" h="4838700">
                  <a:moveTo>
                    <a:pt x="2197912" y="4829175"/>
                  </a:moveTo>
                  <a:lnTo>
                    <a:pt x="2169337" y="4829175"/>
                  </a:lnTo>
                  <a:lnTo>
                    <a:pt x="2169337" y="4838700"/>
                  </a:lnTo>
                  <a:lnTo>
                    <a:pt x="2197912" y="4838700"/>
                  </a:lnTo>
                  <a:lnTo>
                    <a:pt x="2197912" y="4829175"/>
                  </a:lnTo>
                  <a:close/>
                </a:path>
                <a:path w="5257800" h="4838700">
                  <a:moveTo>
                    <a:pt x="2236381" y="0"/>
                  </a:moveTo>
                  <a:lnTo>
                    <a:pt x="2207806" y="0"/>
                  </a:lnTo>
                  <a:lnTo>
                    <a:pt x="2207806" y="9525"/>
                  </a:lnTo>
                  <a:lnTo>
                    <a:pt x="2236381" y="9525"/>
                  </a:lnTo>
                  <a:lnTo>
                    <a:pt x="2236381" y="0"/>
                  </a:lnTo>
                  <a:close/>
                </a:path>
                <a:path w="5257800" h="4838700">
                  <a:moveTo>
                    <a:pt x="2245487" y="4829175"/>
                  </a:moveTo>
                  <a:lnTo>
                    <a:pt x="2216912" y="4829175"/>
                  </a:lnTo>
                  <a:lnTo>
                    <a:pt x="2216912" y="4838700"/>
                  </a:lnTo>
                  <a:lnTo>
                    <a:pt x="2245487" y="4838700"/>
                  </a:lnTo>
                  <a:lnTo>
                    <a:pt x="2245487" y="4829175"/>
                  </a:lnTo>
                  <a:close/>
                </a:path>
                <a:path w="5257800" h="4838700">
                  <a:moveTo>
                    <a:pt x="2283968" y="0"/>
                  </a:moveTo>
                  <a:lnTo>
                    <a:pt x="2255393" y="0"/>
                  </a:lnTo>
                  <a:lnTo>
                    <a:pt x="2255393" y="9525"/>
                  </a:lnTo>
                  <a:lnTo>
                    <a:pt x="2283968" y="9525"/>
                  </a:lnTo>
                  <a:lnTo>
                    <a:pt x="2283968" y="0"/>
                  </a:lnTo>
                  <a:close/>
                </a:path>
                <a:path w="5257800" h="4838700">
                  <a:moveTo>
                    <a:pt x="2293074" y="4829175"/>
                  </a:moveTo>
                  <a:lnTo>
                    <a:pt x="2264499" y="4829175"/>
                  </a:lnTo>
                  <a:lnTo>
                    <a:pt x="2264499" y="4838700"/>
                  </a:lnTo>
                  <a:lnTo>
                    <a:pt x="2293074" y="4838700"/>
                  </a:lnTo>
                  <a:lnTo>
                    <a:pt x="2293074" y="4829175"/>
                  </a:lnTo>
                  <a:close/>
                </a:path>
                <a:path w="5257800" h="4838700">
                  <a:moveTo>
                    <a:pt x="2331542" y="0"/>
                  </a:moveTo>
                  <a:lnTo>
                    <a:pt x="2302967" y="0"/>
                  </a:lnTo>
                  <a:lnTo>
                    <a:pt x="2302967" y="9525"/>
                  </a:lnTo>
                  <a:lnTo>
                    <a:pt x="2331542" y="9525"/>
                  </a:lnTo>
                  <a:lnTo>
                    <a:pt x="2331542" y="0"/>
                  </a:lnTo>
                  <a:close/>
                </a:path>
                <a:path w="5257800" h="4838700">
                  <a:moveTo>
                    <a:pt x="2340648" y="4829175"/>
                  </a:moveTo>
                  <a:lnTo>
                    <a:pt x="2312073" y="4829175"/>
                  </a:lnTo>
                  <a:lnTo>
                    <a:pt x="2312073" y="4838700"/>
                  </a:lnTo>
                  <a:lnTo>
                    <a:pt x="2340648" y="4838700"/>
                  </a:lnTo>
                  <a:lnTo>
                    <a:pt x="2340648" y="4829175"/>
                  </a:lnTo>
                  <a:close/>
                </a:path>
                <a:path w="5257800" h="4838700">
                  <a:moveTo>
                    <a:pt x="2379129" y="0"/>
                  </a:moveTo>
                  <a:lnTo>
                    <a:pt x="2350554" y="0"/>
                  </a:lnTo>
                  <a:lnTo>
                    <a:pt x="2350554" y="9525"/>
                  </a:lnTo>
                  <a:lnTo>
                    <a:pt x="2379129" y="9525"/>
                  </a:lnTo>
                  <a:lnTo>
                    <a:pt x="2379129" y="0"/>
                  </a:lnTo>
                  <a:close/>
                </a:path>
                <a:path w="5257800" h="4838700">
                  <a:moveTo>
                    <a:pt x="2388235" y="4829175"/>
                  </a:moveTo>
                  <a:lnTo>
                    <a:pt x="2359660" y="4829175"/>
                  </a:lnTo>
                  <a:lnTo>
                    <a:pt x="2359660" y="4838700"/>
                  </a:lnTo>
                  <a:lnTo>
                    <a:pt x="2388235" y="4838700"/>
                  </a:lnTo>
                  <a:lnTo>
                    <a:pt x="2388235" y="4829175"/>
                  </a:lnTo>
                  <a:close/>
                </a:path>
                <a:path w="5257800" h="4838700">
                  <a:moveTo>
                    <a:pt x="2426703" y="0"/>
                  </a:moveTo>
                  <a:lnTo>
                    <a:pt x="2398128" y="0"/>
                  </a:lnTo>
                  <a:lnTo>
                    <a:pt x="2398128" y="9525"/>
                  </a:lnTo>
                  <a:lnTo>
                    <a:pt x="2426703" y="9525"/>
                  </a:lnTo>
                  <a:lnTo>
                    <a:pt x="2426703" y="0"/>
                  </a:lnTo>
                  <a:close/>
                </a:path>
                <a:path w="5257800" h="4838700">
                  <a:moveTo>
                    <a:pt x="2435809" y="4829175"/>
                  </a:moveTo>
                  <a:lnTo>
                    <a:pt x="2407234" y="4829175"/>
                  </a:lnTo>
                  <a:lnTo>
                    <a:pt x="2407234" y="4838700"/>
                  </a:lnTo>
                  <a:lnTo>
                    <a:pt x="2435809" y="4838700"/>
                  </a:lnTo>
                  <a:lnTo>
                    <a:pt x="2435809" y="4829175"/>
                  </a:lnTo>
                  <a:close/>
                </a:path>
                <a:path w="5257800" h="4838700">
                  <a:moveTo>
                    <a:pt x="2474277" y="0"/>
                  </a:moveTo>
                  <a:lnTo>
                    <a:pt x="2445702" y="0"/>
                  </a:lnTo>
                  <a:lnTo>
                    <a:pt x="2445702" y="9525"/>
                  </a:lnTo>
                  <a:lnTo>
                    <a:pt x="2474277" y="9525"/>
                  </a:lnTo>
                  <a:lnTo>
                    <a:pt x="2474277" y="0"/>
                  </a:lnTo>
                  <a:close/>
                </a:path>
                <a:path w="5257800" h="4838700">
                  <a:moveTo>
                    <a:pt x="2483396" y="4829175"/>
                  </a:moveTo>
                  <a:lnTo>
                    <a:pt x="2454821" y="4829175"/>
                  </a:lnTo>
                  <a:lnTo>
                    <a:pt x="2454821" y="4838700"/>
                  </a:lnTo>
                  <a:lnTo>
                    <a:pt x="2483396" y="4838700"/>
                  </a:lnTo>
                  <a:lnTo>
                    <a:pt x="2483396" y="4829175"/>
                  </a:lnTo>
                  <a:close/>
                </a:path>
                <a:path w="5257800" h="4838700">
                  <a:moveTo>
                    <a:pt x="2521864" y="0"/>
                  </a:moveTo>
                  <a:lnTo>
                    <a:pt x="2493289" y="0"/>
                  </a:lnTo>
                  <a:lnTo>
                    <a:pt x="2493289" y="9525"/>
                  </a:lnTo>
                  <a:lnTo>
                    <a:pt x="2521864" y="9525"/>
                  </a:lnTo>
                  <a:lnTo>
                    <a:pt x="2521864" y="0"/>
                  </a:lnTo>
                  <a:close/>
                </a:path>
                <a:path w="5257800" h="4838700">
                  <a:moveTo>
                    <a:pt x="2530970" y="4829175"/>
                  </a:moveTo>
                  <a:lnTo>
                    <a:pt x="2502395" y="4829175"/>
                  </a:lnTo>
                  <a:lnTo>
                    <a:pt x="2502395" y="4838700"/>
                  </a:lnTo>
                  <a:lnTo>
                    <a:pt x="2530970" y="4838700"/>
                  </a:lnTo>
                  <a:lnTo>
                    <a:pt x="2530970" y="4829175"/>
                  </a:lnTo>
                  <a:close/>
                </a:path>
                <a:path w="5257800" h="4838700">
                  <a:moveTo>
                    <a:pt x="2569438" y="0"/>
                  </a:moveTo>
                  <a:lnTo>
                    <a:pt x="2540863" y="0"/>
                  </a:lnTo>
                  <a:lnTo>
                    <a:pt x="2540863" y="9525"/>
                  </a:lnTo>
                  <a:lnTo>
                    <a:pt x="2569438" y="9525"/>
                  </a:lnTo>
                  <a:lnTo>
                    <a:pt x="2569438" y="0"/>
                  </a:lnTo>
                  <a:close/>
                </a:path>
                <a:path w="5257800" h="4838700">
                  <a:moveTo>
                    <a:pt x="2578544" y="4829175"/>
                  </a:moveTo>
                  <a:lnTo>
                    <a:pt x="2549969" y="4829175"/>
                  </a:lnTo>
                  <a:lnTo>
                    <a:pt x="2549969" y="4838700"/>
                  </a:lnTo>
                  <a:lnTo>
                    <a:pt x="2578544" y="4838700"/>
                  </a:lnTo>
                  <a:lnTo>
                    <a:pt x="2578544" y="4829175"/>
                  </a:lnTo>
                  <a:close/>
                </a:path>
                <a:path w="5257800" h="4838700">
                  <a:moveTo>
                    <a:pt x="2617025" y="0"/>
                  </a:moveTo>
                  <a:lnTo>
                    <a:pt x="2588450" y="0"/>
                  </a:lnTo>
                  <a:lnTo>
                    <a:pt x="2588450" y="9525"/>
                  </a:lnTo>
                  <a:lnTo>
                    <a:pt x="2617025" y="9525"/>
                  </a:lnTo>
                  <a:lnTo>
                    <a:pt x="2617025" y="0"/>
                  </a:lnTo>
                  <a:close/>
                </a:path>
                <a:path w="5257800" h="4838700">
                  <a:moveTo>
                    <a:pt x="2626131" y="4829175"/>
                  </a:moveTo>
                  <a:lnTo>
                    <a:pt x="2597556" y="4829175"/>
                  </a:lnTo>
                  <a:lnTo>
                    <a:pt x="2597556" y="4838700"/>
                  </a:lnTo>
                  <a:lnTo>
                    <a:pt x="2626131" y="4838700"/>
                  </a:lnTo>
                  <a:lnTo>
                    <a:pt x="2626131" y="4829175"/>
                  </a:lnTo>
                  <a:close/>
                </a:path>
                <a:path w="5257800" h="4838700">
                  <a:moveTo>
                    <a:pt x="2664599" y="0"/>
                  </a:moveTo>
                  <a:lnTo>
                    <a:pt x="2636024" y="0"/>
                  </a:lnTo>
                  <a:lnTo>
                    <a:pt x="2636024" y="9525"/>
                  </a:lnTo>
                  <a:lnTo>
                    <a:pt x="2664599" y="9525"/>
                  </a:lnTo>
                  <a:lnTo>
                    <a:pt x="2664599" y="0"/>
                  </a:lnTo>
                  <a:close/>
                </a:path>
                <a:path w="5257800" h="4838700">
                  <a:moveTo>
                    <a:pt x="2673705" y="4829175"/>
                  </a:moveTo>
                  <a:lnTo>
                    <a:pt x="2645130" y="4829175"/>
                  </a:lnTo>
                  <a:lnTo>
                    <a:pt x="2645130" y="4838700"/>
                  </a:lnTo>
                  <a:lnTo>
                    <a:pt x="2673705" y="4838700"/>
                  </a:lnTo>
                  <a:lnTo>
                    <a:pt x="2673705" y="4829175"/>
                  </a:lnTo>
                  <a:close/>
                </a:path>
                <a:path w="5257800" h="4838700">
                  <a:moveTo>
                    <a:pt x="2712186" y="0"/>
                  </a:moveTo>
                  <a:lnTo>
                    <a:pt x="2683611" y="0"/>
                  </a:lnTo>
                  <a:lnTo>
                    <a:pt x="2683611" y="9525"/>
                  </a:lnTo>
                  <a:lnTo>
                    <a:pt x="2712186" y="9525"/>
                  </a:lnTo>
                  <a:lnTo>
                    <a:pt x="2712186" y="0"/>
                  </a:lnTo>
                  <a:close/>
                </a:path>
                <a:path w="5257800" h="4838700">
                  <a:moveTo>
                    <a:pt x="2721292" y="4829175"/>
                  </a:moveTo>
                  <a:lnTo>
                    <a:pt x="2692717" y="4829175"/>
                  </a:lnTo>
                  <a:lnTo>
                    <a:pt x="2692717" y="4838700"/>
                  </a:lnTo>
                  <a:lnTo>
                    <a:pt x="2721292" y="4838700"/>
                  </a:lnTo>
                  <a:lnTo>
                    <a:pt x="2721292" y="4829175"/>
                  </a:lnTo>
                  <a:close/>
                </a:path>
                <a:path w="5257800" h="4838700">
                  <a:moveTo>
                    <a:pt x="2759760" y="0"/>
                  </a:moveTo>
                  <a:lnTo>
                    <a:pt x="2731185" y="0"/>
                  </a:lnTo>
                  <a:lnTo>
                    <a:pt x="2731185" y="9525"/>
                  </a:lnTo>
                  <a:lnTo>
                    <a:pt x="2759760" y="9525"/>
                  </a:lnTo>
                  <a:lnTo>
                    <a:pt x="2759760" y="0"/>
                  </a:lnTo>
                  <a:close/>
                </a:path>
                <a:path w="5257800" h="4838700">
                  <a:moveTo>
                    <a:pt x="2768866" y="4829175"/>
                  </a:moveTo>
                  <a:lnTo>
                    <a:pt x="2740291" y="4829175"/>
                  </a:lnTo>
                  <a:lnTo>
                    <a:pt x="2740291" y="4838700"/>
                  </a:lnTo>
                  <a:lnTo>
                    <a:pt x="2768866" y="4838700"/>
                  </a:lnTo>
                  <a:lnTo>
                    <a:pt x="2768866" y="4829175"/>
                  </a:lnTo>
                  <a:close/>
                </a:path>
                <a:path w="5257800" h="4838700">
                  <a:moveTo>
                    <a:pt x="2807335" y="0"/>
                  </a:moveTo>
                  <a:lnTo>
                    <a:pt x="2778760" y="0"/>
                  </a:lnTo>
                  <a:lnTo>
                    <a:pt x="2778760" y="9525"/>
                  </a:lnTo>
                  <a:lnTo>
                    <a:pt x="2807335" y="9525"/>
                  </a:lnTo>
                  <a:lnTo>
                    <a:pt x="2807335" y="0"/>
                  </a:lnTo>
                  <a:close/>
                </a:path>
                <a:path w="5257800" h="4838700">
                  <a:moveTo>
                    <a:pt x="2816453" y="4829175"/>
                  </a:moveTo>
                  <a:lnTo>
                    <a:pt x="2787878" y="4829175"/>
                  </a:lnTo>
                  <a:lnTo>
                    <a:pt x="2787878" y="4838700"/>
                  </a:lnTo>
                  <a:lnTo>
                    <a:pt x="2816453" y="4838700"/>
                  </a:lnTo>
                  <a:lnTo>
                    <a:pt x="2816453" y="4829175"/>
                  </a:lnTo>
                  <a:close/>
                </a:path>
                <a:path w="5257800" h="4838700">
                  <a:moveTo>
                    <a:pt x="2854922" y="0"/>
                  </a:moveTo>
                  <a:lnTo>
                    <a:pt x="2826347" y="0"/>
                  </a:lnTo>
                  <a:lnTo>
                    <a:pt x="2826347" y="9525"/>
                  </a:lnTo>
                  <a:lnTo>
                    <a:pt x="2854922" y="9525"/>
                  </a:lnTo>
                  <a:lnTo>
                    <a:pt x="2854922" y="0"/>
                  </a:lnTo>
                  <a:close/>
                </a:path>
                <a:path w="5257800" h="4838700">
                  <a:moveTo>
                    <a:pt x="2864027" y="4829175"/>
                  </a:moveTo>
                  <a:lnTo>
                    <a:pt x="2835452" y="4829175"/>
                  </a:lnTo>
                  <a:lnTo>
                    <a:pt x="2835452" y="4838700"/>
                  </a:lnTo>
                  <a:lnTo>
                    <a:pt x="2864027" y="4838700"/>
                  </a:lnTo>
                  <a:lnTo>
                    <a:pt x="2864027" y="4829175"/>
                  </a:lnTo>
                  <a:close/>
                </a:path>
                <a:path w="5257800" h="4838700">
                  <a:moveTo>
                    <a:pt x="2902496" y="0"/>
                  </a:moveTo>
                  <a:lnTo>
                    <a:pt x="2873921" y="0"/>
                  </a:lnTo>
                  <a:lnTo>
                    <a:pt x="2873921" y="9525"/>
                  </a:lnTo>
                  <a:lnTo>
                    <a:pt x="2902496" y="9525"/>
                  </a:lnTo>
                  <a:lnTo>
                    <a:pt x="2902496" y="0"/>
                  </a:lnTo>
                  <a:close/>
                </a:path>
                <a:path w="5257800" h="4838700">
                  <a:moveTo>
                    <a:pt x="2911602" y="4829175"/>
                  </a:moveTo>
                  <a:lnTo>
                    <a:pt x="2883027" y="4829175"/>
                  </a:lnTo>
                  <a:lnTo>
                    <a:pt x="2883027" y="4838700"/>
                  </a:lnTo>
                  <a:lnTo>
                    <a:pt x="2911602" y="4838700"/>
                  </a:lnTo>
                  <a:lnTo>
                    <a:pt x="2911602" y="4829175"/>
                  </a:lnTo>
                  <a:close/>
                </a:path>
                <a:path w="5257800" h="4838700">
                  <a:moveTo>
                    <a:pt x="2950083" y="0"/>
                  </a:moveTo>
                  <a:lnTo>
                    <a:pt x="2921508" y="0"/>
                  </a:lnTo>
                  <a:lnTo>
                    <a:pt x="2921508" y="9525"/>
                  </a:lnTo>
                  <a:lnTo>
                    <a:pt x="2950083" y="9525"/>
                  </a:lnTo>
                  <a:lnTo>
                    <a:pt x="2950083" y="0"/>
                  </a:lnTo>
                  <a:close/>
                </a:path>
                <a:path w="5257800" h="4838700">
                  <a:moveTo>
                    <a:pt x="2959189" y="4829175"/>
                  </a:moveTo>
                  <a:lnTo>
                    <a:pt x="2930614" y="4829175"/>
                  </a:lnTo>
                  <a:lnTo>
                    <a:pt x="2930614" y="4838700"/>
                  </a:lnTo>
                  <a:lnTo>
                    <a:pt x="2959189" y="4838700"/>
                  </a:lnTo>
                  <a:lnTo>
                    <a:pt x="2959189" y="4829175"/>
                  </a:lnTo>
                  <a:close/>
                </a:path>
                <a:path w="5257800" h="4838700">
                  <a:moveTo>
                    <a:pt x="2997657" y="0"/>
                  </a:moveTo>
                  <a:lnTo>
                    <a:pt x="2969082" y="0"/>
                  </a:lnTo>
                  <a:lnTo>
                    <a:pt x="2969082" y="9525"/>
                  </a:lnTo>
                  <a:lnTo>
                    <a:pt x="2997657" y="9525"/>
                  </a:lnTo>
                  <a:lnTo>
                    <a:pt x="2997657" y="0"/>
                  </a:lnTo>
                  <a:close/>
                </a:path>
                <a:path w="5257800" h="4838700">
                  <a:moveTo>
                    <a:pt x="3006763" y="4829175"/>
                  </a:moveTo>
                  <a:lnTo>
                    <a:pt x="2978188" y="4829175"/>
                  </a:lnTo>
                  <a:lnTo>
                    <a:pt x="2978188" y="4838700"/>
                  </a:lnTo>
                  <a:lnTo>
                    <a:pt x="3006763" y="4838700"/>
                  </a:lnTo>
                  <a:lnTo>
                    <a:pt x="3006763" y="4829175"/>
                  </a:lnTo>
                  <a:close/>
                </a:path>
                <a:path w="5257800" h="4838700">
                  <a:moveTo>
                    <a:pt x="3045244" y="0"/>
                  </a:moveTo>
                  <a:lnTo>
                    <a:pt x="3016669" y="0"/>
                  </a:lnTo>
                  <a:lnTo>
                    <a:pt x="3016669" y="9525"/>
                  </a:lnTo>
                  <a:lnTo>
                    <a:pt x="3045244" y="9525"/>
                  </a:lnTo>
                  <a:lnTo>
                    <a:pt x="3045244" y="0"/>
                  </a:lnTo>
                  <a:close/>
                </a:path>
                <a:path w="5257800" h="4838700">
                  <a:moveTo>
                    <a:pt x="3054350" y="4829175"/>
                  </a:moveTo>
                  <a:lnTo>
                    <a:pt x="3025775" y="4829175"/>
                  </a:lnTo>
                  <a:lnTo>
                    <a:pt x="3025775" y="4838700"/>
                  </a:lnTo>
                  <a:lnTo>
                    <a:pt x="3054350" y="4838700"/>
                  </a:lnTo>
                  <a:lnTo>
                    <a:pt x="3054350" y="4829175"/>
                  </a:lnTo>
                  <a:close/>
                </a:path>
                <a:path w="5257800" h="4838700">
                  <a:moveTo>
                    <a:pt x="3092818" y="0"/>
                  </a:moveTo>
                  <a:lnTo>
                    <a:pt x="3064243" y="0"/>
                  </a:lnTo>
                  <a:lnTo>
                    <a:pt x="3064243" y="9525"/>
                  </a:lnTo>
                  <a:lnTo>
                    <a:pt x="3092818" y="9525"/>
                  </a:lnTo>
                  <a:lnTo>
                    <a:pt x="3092818" y="0"/>
                  </a:lnTo>
                  <a:close/>
                </a:path>
                <a:path w="5257800" h="4838700">
                  <a:moveTo>
                    <a:pt x="3101924" y="4829175"/>
                  </a:moveTo>
                  <a:lnTo>
                    <a:pt x="3073349" y="4829175"/>
                  </a:lnTo>
                  <a:lnTo>
                    <a:pt x="3073349" y="4838700"/>
                  </a:lnTo>
                  <a:lnTo>
                    <a:pt x="3101924" y="4838700"/>
                  </a:lnTo>
                  <a:lnTo>
                    <a:pt x="3101924" y="4829175"/>
                  </a:lnTo>
                  <a:close/>
                </a:path>
                <a:path w="5257800" h="4838700">
                  <a:moveTo>
                    <a:pt x="3140392" y="0"/>
                  </a:moveTo>
                  <a:lnTo>
                    <a:pt x="3111817" y="0"/>
                  </a:lnTo>
                  <a:lnTo>
                    <a:pt x="3111817" y="9525"/>
                  </a:lnTo>
                  <a:lnTo>
                    <a:pt x="3140392" y="9525"/>
                  </a:lnTo>
                  <a:lnTo>
                    <a:pt x="3140392" y="0"/>
                  </a:lnTo>
                  <a:close/>
                </a:path>
                <a:path w="5257800" h="4838700">
                  <a:moveTo>
                    <a:pt x="3149498" y="4829175"/>
                  </a:moveTo>
                  <a:lnTo>
                    <a:pt x="3120923" y="4829175"/>
                  </a:lnTo>
                  <a:lnTo>
                    <a:pt x="3120923" y="4838700"/>
                  </a:lnTo>
                  <a:lnTo>
                    <a:pt x="3149498" y="4838700"/>
                  </a:lnTo>
                  <a:lnTo>
                    <a:pt x="3149498" y="4829175"/>
                  </a:lnTo>
                  <a:close/>
                </a:path>
                <a:path w="5257800" h="4838700">
                  <a:moveTo>
                    <a:pt x="3187979" y="0"/>
                  </a:moveTo>
                  <a:lnTo>
                    <a:pt x="3159404" y="0"/>
                  </a:lnTo>
                  <a:lnTo>
                    <a:pt x="3159404" y="9525"/>
                  </a:lnTo>
                  <a:lnTo>
                    <a:pt x="3187979" y="9525"/>
                  </a:lnTo>
                  <a:lnTo>
                    <a:pt x="3187979" y="0"/>
                  </a:lnTo>
                  <a:close/>
                </a:path>
                <a:path w="5257800" h="4838700">
                  <a:moveTo>
                    <a:pt x="3197085" y="4829175"/>
                  </a:moveTo>
                  <a:lnTo>
                    <a:pt x="3168510" y="4829175"/>
                  </a:lnTo>
                  <a:lnTo>
                    <a:pt x="3168510" y="4838700"/>
                  </a:lnTo>
                  <a:lnTo>
                    <a:pt x="3197085" y="4838700"/>
                  </a:lnTo>
                  <a:lnTo>
                    <a:pt x="3197085" y="4829175"/>
                  </a:lnTo>
                  <a:close/>
                </a:path>
                <a:path w="5257800" h="4838700">
                  <a:moveTo>
                    <a:pt x="3235553" y="0"/>
                  </a:moveTo>
                  <a:lnTo>
                    <a:pt x="3206978" y="0"/>
                  </a:lnTo>
                  <a:lnTo>
                    <a:pt x="3206978" y="9525"/>
                  </a:lnTo>
                  <a:lnTo>
                    <a:pt x="3235553" y="9525"/>
                  </a:lnTo>
                  <a:lnTo>
                    <a:pt x="3235553" y="0"/>
                  </a:lnTo>
                  <a:close/>
                </a:path>
                <a:path w="5257800" h="4838700">
                  <a:moveTo>
                    <a:pt x="3244659" y="4829175"/>
                  </a:moveTo>
                  <a:lnTo>
                    <a:pt x="3216084" y="4829175"/>
                  </a:lnTo>
                  <a:lnTo>
                    <a:pt x="3216084" y="4838700"/>
                  </a:lnTo>
                  <a:lnTo>
                    <a:pt x="3244659" y="4838700"/>
                  </a:lnTo>
                  <a:lnTo>
                    <a:pt x="3244659" y="4829175"/>
                  </a:lnTo>
                  <a:close/>
                </a:path>
                <a:path w="5257800" h="4838700">
                  <a:moveTo>
                    <a:pt x="3283140" y="0"/>
                  </a:moveTo>
                  <a:lnTo>
                    <a:pt x="3254565" y="0"/>
                  </a:lnTo>
                  <a:lnTo>
                    <a:pt x="3254565" y="9525"/>
                  </a:lnTo>
                  <a:lnTo>
                    <a:pt x="3283140" y="9525"/>
                  </a:lnTo>
                  <a:lnTo>
                    <a:pt x="3283140" y="0"/>
                  </a:lnTo>
                  <a:close/>
                </a:path>
                <a:path w="5257800" h="4838700">
                  <a:moveTo>
                    <a:pt x="3292246" y="4829175"/>
                  </a:moveTo>
                  <a:lnTo>
                    <a:pt x="3263671" y="4829175"/>
                  </a:lnTo>
                  <a:lnTo>
                    <a:pt x="3263671" y="4838700"/>
                  </a:lnTo>
                  <a:lnTo>
                    <a:pt x="3292246" y="4838700"/>
                  </a:lnTo>
                  <a:lnTo>
                    <a:pt x="3292246" y="4829175"/>
                  </a:lnTo>
                  <a:close/>
                </a:path>
                <a:path w="5257800" h="4838700">
                  <a:moveTo>
                    <a:pt x="3330714" y="0"/>
                  </a:moveTo>
                  <a:lnTo>
                    <a:pt x="3302139" y="0"/>
                  </a:lnTo>
                  <a:lnTo>
                    <a:pt x="3302139" y="9525"/>
                  </a:lnTo>
                  <a:lnTo>
                    <a:pt x="3330714" y="9525"/>
                  </a:lnTo>
                  <a:lnTo>
                    <a:pt x="3330714" y="0"/>
                  </a:lnTo>
                  <a:close/>
                </a:path>
                <a:path w="5257800" h="4838700">
                  <a:moveTo>
                    <a:pt x="3339820" y="4829175"/>
                  </a:moveTo>
                  <a:lnTo>
                    <a:pt x="3311245" y="4829175"/>
                  </a:lnTo>
                  <a:lnTo>
                    <a:pt x="3311245" y="4838700"/>
                  </a:lnTo>
                  <a:lnTo>
                    <a:pt x="3339820" y="4838700"/>
                  </a:lnTo>
                  <a:lnTo>
                    <a:pt x="3339820" y="4829175"/>
                  </a:lnTo>
                  <a:close/>
                </a:path>
                <a:path w="5257800" h="4838700">
                  <a:moveTo>
                    <a:pt x="3378301" y="0"/>
                  </a:moveTo>
                  <a:lnTo>
                    <a:pt x="3349726" y="0"/>
                  </a:lnTo>
                  <a:lnTo>
                    <a:pt x="3349726" y="9525"/>
                  </a:lnTo>
                  <a:lnTo>
                    <a:pt x="3378301" y="9525"/>
                  </a:lnTo>
                  <a:lnTo>
                    <a:pt x="3378301" y="0"/>
                  </a:lnTo>
                  <a:close/>
                </a:path>
                <a:path w="5257800" h="4838700">
                  <a:moveTo>
                    <a:pt x="3387407" y="4829175"/>
                  </a:moveTo>
                  <a:lnTo>
                    <a:pt x="3358832" y="4829175"/>
                  </a:lnTo>
                  <a:lnTo>
                    <a:pt x="3358832" y="4838700"/>
                  </a:lnTo>
                  <a:lnTo>
                    <a:pt x="3387407" y="4838700"/>
                  </a:lnTo>
                  <a:lnTo>
                    <a:pt x="3387407" y="4829175"/>
                  </a:lnTo>
                  <a:close/>
                </a:path>
                <a:path w="5257800" h="4838700">
                  <a:moveTo>
                    <a:pt x="3425875" y="0"/>
                  </a:moveTo>
                  <a:lnTo>
                    <a:pt x="3397300" y="0"/>
                  </a:lnTo>
                  <a:lnTo>
                    <a:pt x="3397300" y="9525"/>
                  </a:lnTo>
                  <a:lnTo>
                    <a:pt x="3425875" y="9525"/>
                  </a:lnTo>
                  <a:lnTo>
                    <a:pt x="3425875" y="0"/>
                  </a:lnTo>
                  <a:close/>
                </a:path>
                <a:path w="5257800" h="4838700">
                  <a:moveTo>
                    <a:pt x="3434981" y="4829175"/>
                  </a:moveTo>
                  <a:lnTo>
                    <a:pt x="3406406" y="4829175"/>
                  </a:lnTo>
                  <a:lnTo>
                    <a:pt x="3406406" y="4838700"/>
                  </a:lnTo>
                  <a:lnTo>
                    <a:pt x="3434981" y="4838700"/>
                  </a:lnTo>
                  <a:lnTo>
                    <a:pt x="3434981" y="4829175"/>
                  </a:lnTo>
                  <a:close/>
                </a:path>
                <a:path w="5257800" h="4838700">
                  <a:moveTo>
                    <a:pt x="3473450" y="0"/>
                  </a:moveTo>
                  <a:lnTo>
                    <a:pt x="3444875" y="0"/>
                  </a:lnTo>
                  <a:lnTo>
                    <a:pt x="3444875" y="9525"/>
                  </a:lnTo>
                  <a:lnTo>
                    <a:pt x="3473450" y="9525"/>
                  </a:lnTo>
                  <a:lnTo>
                    <a:pt x="3473450" y="0"/>
                  </a:lnTo>
                  <a:close/>
                </a:path>
                <a:path w="5257800" h="4838700">
                  <a:moveTo>
                    <a:pt x="3482556" y="4829175"/>
                  </a:moveTo>
                  <a:lnTo>
                    <a:pt x="3453981" y="4829175"/>
                  </a:lnTo>
                  <a:lnTo>
                    <a:pt x="3453981" y="4838700"/>
                  </a:lnTo>
                  <a:lnTo>
                    <a:pt x="3482556" y="4838700"/>
                  </a:lnTo>
                  <a:lnTo>
                    <a:pt x="3482556" y="4829175"/>
                  </a:lnTo>
                  <a:close/>
                </a:path>
                <a:path w="5257800" h="4838700">
                  <a:moveTo>
                    <a:pt x="3521037" y="0"/>
                  </a:moveTo>
                  <a:lnTo>
                    <a:pt x="3492462" y="0"/>
                  </a:lnTo>
                  <a:lnTo>
                    <a:pt x="3492462" y="9525"/>
                  </a:lnTo>
                  <a:lnTo>
                    <a:pt x="3521037" y="9525"/>
                  </a:lnTo>
                  <a:lnTo>
                    <a:pt x="3521037" y="0"/>
                  </a:lnTo>
                  <a:close/>
                </a:path>
                <a:path w="5257800" h="4838700">
                  <a:moveTo>
                    <a:pt x="3530142" y="4829175"/>
                  </a:moveTo>
                  <a:lnTo>
                    <a:pt x="3501567" y="4829175"/>
                  </a:lnTo>
                  <a:lnTo>
                    <a:pt x="3501567" y="4838700"/>
                  </a:lnTo>
                  <a:lnTo>
                    <a:pt x="3530142" y="4838700"/>
                  </a:lnTo>
                  <a:lnTo>
                    <a:pt x="3530142" y="4829175"/>
                  </a:lnTo>
                  <a:close/>
                </a:path>
                <a:path w="5257800" h="4838700">
                  <a:moveTo>
                    <a:pt x="3568611" y="0"/>
                  </a:moveTo>
                  <a:lnTo>
                    <a:pt x="3540036" y="0"/>
                  </a:lnTo>
                  <a:lnTo>
                    <a:pt x="3540036" y="9525"/>
                  </a:lnTo>
                  <a:lnTo>
                    <a:pt x="3568611" y="9525"/>
                  </a:lnTo>
                  <a:lnTo>
                    <a:pt x="3568611" y="0"/>
                  </a:lnTo>
                  <a:close/>
                </a:path>
                <a:path w="5257800" h="4838700">
                  <a:moveTo>
                    <a:pt x="3577717" y="4829175"/>
                  </a:moveTo>
                  <a:lnTo>
                    <a:pt x="3549142" y="4829175"/>
                  </a:lnTo>
                  <a:lnTo>
                    <a:pt x="3549142" y="4838700"/>
                  </a:lnTo>
                  <a:lnTo>
                    <a:pt x="3577717" y="4838700"/>
                  </a:lnTo>
                  <a:lnTo>
                    <a:pt x="3577717" y="4829175"/>
                  </a:lnTo>
                  <a:close/>
                </a:path>
                <a:path w="5257800" h="4838700">
                  <a:moveTo>
                    <a:pt x="3616198" y="0"/>
                  </a:moveTo>
                  <a:lnTo>
                    <a:pt x="3587623" y="0"/>
                  </a:lnTo>
                  <a:lnTo>
                    <a:pt x="3587623" y="9525"/>
                  </a:lnTo>
                  <a:lnTo>
                    <a:pt x="3616198" y="9525"/>
                  </a:lnTo>
                  <a:lnTo>
                    <a:pt x="3616198" y="0"/>
                  </a:lnTo>
                  <a:close/>
                </a:path>
                <a:path w="5257800" h="4838700">
                  <a:moveTo>
                    <a:pt x="3625304" y="4829175"/>
                  </a:moveTo>
                  <a:lnTo>
                    <a:pt x="3596729" y="4829175"/>
                  </a:lnTo>
                  <a:lnTo>
                    <a:pt x="3596729" y="4838700"/>
                  </a:lnTo>
                  <a:lnTo>
                    <a:pt x="3625304" y="4838700"/>
                  </a:lnTo>
                  <a:lnTo>
                    <a:pt x="3625304" y="4829175"/>
                  </a:lnTo>
                  <a:close/>
                </a:path>
                <a:path w="5257800" h="4838700">
                  <a:moveTo>
                    <a:pt x="3663772" y="0"/>
                  </a:moveTo>
                  <a:lnTo>
                    <a:pt x="3635197" y="0"/>
                  </a:lnTo>
                  <a:lnTo>
                    <a:pt x="3635197" y="9525"/>
                  </a:lnTo>
                  <a:lnTo>
                    <a:pt x="3663772" y="9525"/>
                  </a:lnTo>
                  <a:lnTo>
                    <a:pt x="3663772" y="0"/>
                  </a:lnTo>
                  <a:close/>
                </a:path>
                <a:path w="5257800" h="4838700">
                  <a:moveTo>
                    <a:pt x="3672878" y="4829175"/>
                  </a:moveTo>
                  <a:lnTo>
                    <a:pt x="3644303" y="4829175"/>
                  </a:lnTo>
                  <a:lnTo>
                    <a:pt x="3644303" y="4838700"/>
                  </a:lnTo>
                  <a:lnTo>
                    <a:pt x="3672878" y="4838700"/>
                  </a:lnTo>
                  <a:lnTo>
                    <a:pt x="3672878" y="4829175"/>
                  </a:lnTo>
                  <a:close/>
                </a:path>
                <a:path w="5257800" h="4838700">
                  <a:moveTo>
                    <a:pt x="3711359" y="0"/>
                  </a:moveTo>
                  <a:lnTo>
                    <a:pt x="3682784" y="0"/>
                  </a:lnTo>
                  <a:lnTo>
                    <a:pt x="3682784" y="9525"/>
                  </a:lnTo>
                  <a:lnTo>
                    <a:pt x="3711359" y="9525"/>
                  </a:lnTo>
                  <a:lnTo>
                    <a:pt x="3711359" y="0"/>
                  </a:lnTo>
                  <a:close/>
                </a:path>
                <a:path w="5257800" h="4838700">
                  <a:moveTo>
                    <a:pt x="3720465" y="4829175"/>
                  </a:moveTo>
                  <a:lnTo>
                    <a:pt x="3691890" y="4829175"/>
                  </a:lnTo>
                  <a:lnTo>
                    <a:pt x="3691890" y="4838700"/>
                  </a:lnTo>
                  <a:lnTo>
                    <a:pt x="3720465" y="4838700"/>
                  </a:lnTo>
                  <a:lnTo>
                    <a:pt x="3720465" y="4829175"/>
                  </a:lnTo>
                  <a:close/>
                </a:path>
                <a:path w="5257800" h="4838700">
                  <a:moveTo>
                    <a:pt x="3758933" y="0"/>
                  </a:moveTo>
                  <a:lnTo>
                    <a:pt x="3730358" y="0"/>
                  </a:lnTo>
                  <a:lnTo>
                    <a:pt x="3730358" y="9525"/>
                  </a:lnTo>
                  <a:lnTo>
                    <a:pt x="3758933" y="9525"/>
                  </a:lnTo>
                  <a:lnTo>
                    <a:pt x="3758933" y="0"/>
                  </a:lnTo>
                  <a:close/>
                </a:path>
                <a:path w="5257800" h="4838700">
                  <a:moveTo>
                    <a:pt x="3768039" y="4829175"/>
                  </a:moveTo>
                  <a:lnTo>
                    <a:pt x="3739464" y="4829175"/>
                  </a:lnTo>
                  <a:lnTo>
                    <a:pt x="3739464" y="4838700"/>
                  </a:lnTo>
                  <a:lnTo>
                    <a:pt x="3768039" y="4838700"/>
                  </a:lnTo>
                  <a:lnTo>
                    <a:pt x="3768039" y="4829175"/>
                  </a:lnTo>
                  <a:close/>
                </a:path>
                <a:path w="5257800" h="4838700">
                  <a:moveTo>
                    <a:pt x="3806507" y="0"/>
                  </a:moveTo>
                  <a:lnTo>
                    <a:pt x="3777932" y="0"/>
                  </a:lnTo>
                  <a:lnTo>
                    <a:pt x="3777932" y="9525"/>
                  </a:lnTo>
                  <a:lnTo>
                    <a:pt x="3806507" y="9525"/>
                  </a:lnTo>
                  <a:lnTo>
                    <a:pt x="3806507" y="0"/>
                  </a:lnTo>
                  <a:close/>
                </a:path>
                <a:path w="5257800" h="4838700">
                  <a:moveTo>
                    <a:pt x="3815613" y="4829175"/>
                  </a:moveTo>
                  <a:lnTo>
                    <a:pt x="3787038" y="4829175"/>
                  </a:lnTo>
                  <a:lnTo>
                    <a:pt x="3787038" y="4838700"/>
                  </a:lnTo>
                  <a:lnTo>
                    <a:pt x="3815613" y="4838700"/>
                  </a:lnTo>
                  <a:lnTo>
                    <a:pt x="3815613" y="4829175"/>
                  </a:lnTo>
                  <a:close/>
                </a:path>
                <a:path w="5257800" h="4838700">
                  <a:moveTo>
                    <a:pt x="3854094" y="0"/>
                  </a:moveTo>
                  <a:lnTo>
                    <a:pt x="3825519" y="0"/>
                  </a:lnTo>
                  <a:lnTo>
                    <a:pt x="3825519" y="9525"/>
                  </a:lnTo>
                  <a:lnTo>
                    <a:pt x="3854094" y="9525"/>
                  </a:lnTo>
                  <a:lnTo>
                    <a:pt x="3854094" y="0"/>
                  </a:lnTo>
                  <a:close/>
                </a:path>
                <a:path w="5257800" h="4838700">
                  <a:moveTo>
                    <a:pt x="3863200" y="4829175"/>
                  </a:moveTo>
                  <a:lnTo>
                    <a:pt x="3834625" y="4829175"/>
                  </a:lnTo>
                  <a:lnTo>
                    <a:pt x="3834625" y="4838700"/>
                  </a:lnTo>
                  <a:lnTo>
                    <a:pt x="3863200" y="4838700"/>
                  </a:lnTo>
                  <a:lnTo>
                    <a:pt x="3863200" y="4829175"/>
                  </a:lnTo>
                  <a:close/>
                </a:path>
                <a:path w="5257800" h="4838700">
                  <a:moveTo>
                    <a:pt x="3901668" y="0"/>
                  </a:moveTo>
                  <a:lnTo>
                    <a:pt x="3873093" y="0"/>
                  </a:lnTo>
                  <a:lnTo>
                    <a:pt x="3873093" y="9525"/>
                  </a:lnTo>
                  <a:lnTo>
                    <a:pt x="3901668" y="9525"/>
                  </a:lnTo>
                  <a:lnTo>
                    <a:pt x="3901668" y="0"/>
                  </a:lnTo>
                  <a:close/>
                </a:path>
                <a:path w="5257800" h="4838700">
                  <a:moveTo>
                    <a:pt x="3910774" y="4829175"/>
                  </a:moveTo>
                  <a:lnTo>
                    <a:pt x="3882199" y="4829175"/>
                  </a:lnTo>
                  <a:lnTo>
                    <a:pt x="3882199" y="4838700"/>
                  </a:lnTo>
                  <a:lnTo>
                    <a:pt x="3910774" y="4838700"/>
                  </a:lnTo>
                  <a:lnTo>
                    <a:pt x="3910774" y="4829175"/>
                  </a:lnTo>
                  <a:close/>
                </a:path>
                <a:path w="5257800" h="4838700">
                  <a:moveTo>
                    <a:pt x="3949255" y="0"/>
                  </a:moveTo>
                  <a:lnTo>
                    <a:pt x="3920680" y="0"/>
                  </a:lnTo>
                  <a:lnTo>
                    <a:pt x="3920680" y="9525"/>
                  </a:lnTo>
                  <a:lnTo>
                    <a:pt x="3949255" y="9525"/>
                  </a:lnTo>
                  <a:lnTo>
                    <a:pt x="3949255" y="0"/>
                  </a:lnTo>
                  <a:close/>
                </a:path>
                <a:path w="5257800" h="4838700">
                  <a:moveTo>
                    <a:pt x="3958361" y="4829175"/>
                  </a:moveTo>
                  <a:lnTo>
                    <a:pt x="3929786" y="4829175"/>
                  </a:lnTo>
                  <a:lnTo>
                    <a:pt x="3929786" y="4838700"/>
                  </a:lnTo>
                  <a:lnTo>
                    <a:pt x="3958361" y="4838700"/>
                  </a:lnTo>
                  <a:lnTo>
                    <a:pt x="3958361" y="4829175"/>
                  </a:lnTo>
                  <a:close/>
                </a:path>
                <a:path w="5257800" h="4838700">
                  <a:moveTo>
                    <a:pt x="3996829" y="0"/>
                  </a:moveTo>
                  <a:lnTo>
                    <a:pt x="3968254" y="0"/>
                  </a:lnTo>
                  <a:lnTo>
                    <a:pt x="3968254" y="9525"/>
                  </a:lnTo>
                  <a:lnTo>
                    <a:pt x="3996829" y="9525"/>
                  </a:lnTo>
                  <a:lnTo>
                    <a:pt x="3996829" y="0"/>
                  </a:lnTo>
                  <a:close/>
                </a:path>
                <a:path w="5257800" h="4838700">
                  <a:moveTo>
                    <a:pt x="4005935" y="4829175"/>
                  </a:moveTo>
                  <a:lnTo>
                    <a:pt x="3977360" y="4829175"/>
                  </a:lnTo>
                  <a:lnTo>
                    <a:pt x="3977360" y="4838700"/>
                  </a:lnTo>
                  <a:lnTo>
                    <a:pt x="4005935" y="4838700"/>
                  </a:lnTo>
                  <a:lnTo>
                    <a:pt x="4005935" y="4829175"/>
                  </a:lnTo>
                  <a:close/>
                </a:path>
                <a:path w="5257800" h="4838700">
                  <a:moveTo>
                    <a:pt x="4044416" y="0"/>
                  </a:moveTo>
                  <a:lnTo>
                    <a:pt x="4015841" y="0"/>
                  </a:lnTo>
                  <a:lnTo>
                    <a:pt x="4015841" y="9525"/>
                  </a:lnTo>
                  <a:lnTo>
                    <a:pt x="4044416" y="9525"/>
                  </a:lnTo>
                  <a:lnTo>
                    <a:pt x="4044416" y="0"/>
                  </a:lnTo>
                  <a:close/>
                </a:path>
                <a:path w="5257800" h="4838700">
                  <a:moveTo>
                    <a:pt x="4053522" y="4829175"/>
                  </a:moveTo>
                  <a:lnTo>
                    <a:pt x="4024947" y="4829175"/>
                  </a:lnTo>
                  <a:lnTo>
                    <a:pt x="4024947" y="4838700"/>
                  </a:lnTo>
                  <a:lnTo>
                    <a:pt x="4053522" y="4838700"/>
                  </a:lnTo>
                  <a:lnTo>
                    <a:pt x="4053522" y="4829175"/>
                  </a:lnTo>
                  <a:close/>
                </a:path>
                <a:path w="5257800" h="4838700">
                  <a:moveTo>
                    <a:pt x="4091990" y="0"/>
                  </a:moveTo>
                  <a:lnTo>
                    <a:pt x="4063415" y="0"/>
                  </a:lnTo>
                  <a:lnTo>
                    <a:pt x="4063415" y="9525"/>
                  </a:lnTo>
                  <a:lnTo>
                    <a:pt x="4091990" y="9525"/>
                  </a:lnTo>
                  <a:lnTo>
                    <a:pt x="4091990" y="0"/>
                  </a:lnTo>
                  <a:close/>
                </a:path>
                <a:path w="5257800" h="4838700">
                  <a:moveTo>
                    <a:pt x="4101096" y="4829175"/>
                  </a:moveTo>
                  <a:lnTo>
                    <a:pt x="4072521" y="4829175"/>
                  </a:lnTo>
                  <a:lnTo>
                    <a:pt x="4072521" y="4838700"/>
                  </a:lnTo>
                  <a:lnTo>
                    <a:pt x="4101096" y="4838700"/>
                  </a:lnTo>
                  <a:lnTo>
                    <a:pt x="4101096" y="4829175"/>
                  </a:lnTo>
                  <a:close/>
                </a:path>
                <a:path w="5257800" h="4838700">
                  <a:moveTo>
                    <a:pt x="4139565" y="0"/>
                  </a:moveTo>
                  <a:lnTo>
                    <a:pt x="4110990" y="0"/>
                  </a:lnTo>
                  <a:lnTo>
                    <a:pt x="4110990" y="9525"/>
                  </a:lnTo>
                  <a:lnTo>
                    <a:pt x="4139565" y="9525"/>
                  </a:lnTo>
                  <a:lnTo>
                    <a:pt x="4139565" y="0"/>
                  </a:lnTo>
                  <a:close/>
                </a:path>
                <a:path w="5257800" h="4838700">
                  <a:moveTo>
                    <a:pt x="4148671" y="4829175"/>
                  </a:moveTo>
                  <a:lnTo>
                    <a:pt x="4120096" y="4829175"/>
                  </a:lnTo>
                  <a:lnTo>
                    <a:pt x="4120096" y="4838700"/>
                  </a:lnTo>
                  <a:lnTo>
                    <a:pt x="4148671" y="4838700"/>
                  </a:lnTo>
                  <a:lnTo>
                    <a:pt x="4148671" y="4829175"/>
                  </a:lnTo>
                  <a:close/>
                </a:path>
                <a:path w="5257800" h="4838700">
                  <a:moveTo>
                    <a:pt x="4187152" y="0"/>
                  </a:moveTo>
                  <a:lnTo>
                    <a:pt x="4158577" y="0"/>
                  </a:lnTo>
                  <a:lnTo>
                    <a:pt x="4158577" y="9525"/>
                  </a:lnTo>
                  <a:lnTo>
                    <a:pt x="4187152" y="9525"/>
                  </a:lnTo>
                  <a:lnTo>
                    <a:pt x="4187152" y="0"/>
                  </a:lnTo>
                  <a:close/>
                </a:path>
                <a:path w="5257800" h="4838700">
                  <a:moveTo>
                    <a:pt x="4196257" y="4829175"/>
                  </a:moveTo>
                  <a:lnTo>
                    <a:pt x="4167682" y="4829175"/>
                  </a:lnTo>
                  <a:lnTo>
                    <a:pt x="4167682" y="4838700"/>
                  </a:lnTo>
                  <a:lnTo>
                    <a:pt x="4196257" y="4838700"/>
                  </a:lnTo>
                  <a:lnTo>
                    <a:pt x="4196257" y="4829175"/>
                  </a:lnTo>
                  <a:close/>
                </a:path>
                <a:path w="5257800" h="4838700">
                  <a:moveTo>
                    <a:pt x="4234726" y="0"/>
                  </a:moveTo>
                  <a:lnTo>
                    <a:pt x="4206151" y="0"/>
                  </a:lnTo>
                  <a:lnTo>
                    <a:pt x="4206151" y="9525"/>
                  </a:lnTo>
                  <a:lnTo>
                    <a:pt x="4234726" y="9525"/>
                  </a:lnTo>
                  <a:lnTo>
                    <a:pt x="4234726" y="0"/>
                  </a:lnTo>
                  <a:close/>
                </a:path>
                <a:path w="5257800" h="4838700">
                  <a:moveTo>
                    <a:pt x="4243832" y="4829175"/>
                  </a:moveTo>
                  <a:lnTo>
                    <a:pt x="4215257" y="4829175"/>
                  </a:lnTo>
                  <a:lnTo>
                    <a:pt x="4215257" y="4838700"/>
                  </a:lnTo>
                  <a:lnTo>
                    <a:pt x="4243832" y="4838700"/>
                  </a:lnTo>
                  <a:lnTo>
                    <a:pt x="4243832" y="4829175"/>
                  </a:lnTo>
                  <a:close/>
                </a:path>
                <a:path w="5257800" h="4838700">
                  <a:moveTo>
                    <a:pt x="4282313" y="0"/>
                  </a:moveTo>
                  <a:lnTo>
                    <a:pt x="4253738" y="0"/>
                  </a:lnTo>
                  <a:lnTo>
                    <a:pt x="4253738" y="9525"/>
                  </a:lnTo>
                  <a:lnTo>
                    <a:pt x="4282313" y="9525"/>
                  </a:lnTo>
                  <a:lnTo>
                    <a:pt x="4282313" y="0"/>
                  </a:lnTo>
                  <a:close/>
                </a:path>
                <a:path w="5257800" h="4838700">
                  <a:moveTo>
                    <a:pt x="4291419" y="4829175"/>
                  </a:moveTo>
                  <a:lnTo>
                    <a:pt x="4262844" y="4829175"/>
                  </a:lnTo>
                  <a:lnTo>
                    <a:pt x="4262844" y="4838700"/>
                  </a:lnTo>
                  <a:lnTo>
                    <a:pt x="4291419" y="4838700"/>
                  </a:lnTo>
                  <a:lnTo>
                    <a:pt x="4291419" y="4829175"/>
                  </a:lnTo>
                  <a:close/>
                </a:path>
                <a:path w="5257800" h="4838700">
                  <a:moveTo>
                    <a:pt x="4329887" y="0"/>
                  </a:moveTo>
                  <a:lnTo>
                    <a:pt x="4301312" y="0"/>
                  </a:lnTo>
                  <a:lnTo>
                    <a:pt x="4301312" y="9525"/>
                  </a:lnTo>
                  <a:lnTo>
                    <a:pt x="4329887" y="9525"/>
                  </a:lnTo>
                  <a:lnTo>
                    <a:pt x="4329887" y="0"/>
                  </a:lnTo>
                  <a:close/>
                </a:path>
                <a:path w="5257800" h="4838700">
                  <a:moveTo>
                    <a:pt x="4338993" y="4829175"/>
                  </a:moveTo>
                  <a:lnTo>
                    <a:pt x="4310418" y="4829175"/>
                  </a:lnTo>
                  <a:lnTo>
                    <a:pt x="4310418" y="4838700"/>
                  </a:lnTo>
                  <a:lnTo>
                    <a:pt x="4338993" y="4838700"/>
                  </a:lnTo>
                  <a:lnTo>
                    <a:pt x="4338993" y="4829175"/>
                  </a:lnTo>
                  <a:close/>
                </a:path>
                <a:path w="5257800" h="4838700">
                  <a:moveTo>
                    <a:pt x="4377474" y="0"/>
                  </a:moveTo>
                  <a:lnTo>
                    <a:pt x="4348899" y="0"/>
                  </a:lnTo>
                  <a:lnTo>
                    <a:pt x="4348899" y="9525"/>
                  </a:lnTo>
                  <a:lnTo>
                    <a:pt x="4377474" y="9525"/>
                  </a:lnTo>
                  <a:lnTo>
                    <a:pt x="4377474" y="0"/>
                  </a:lnTo>
                  <a:close/>
                </a:path>
                <a:path w="5257800" h="4838700">
                  <a:moveTo>
                    <a:pt x="4386580" y="4829175"/>
                  </a:moveTo>
                  <a:lnTo>
                    <a:pt x="4358005" y="4829175"/>
                  </a:lnTo>
                  <a:lnTo>
                    <a:pt x="4358005" y="4838700"/>
                  </a:lnTo>
                  <a:lnTo>
                    <a:pt x="4386580" y="4838700"/>
                  </a:lnTo>
                  <a:lnTo>
                    <a:pt x="4386580" y="4829175"/>
                  </a:lnTo>
                  <a:close/>
                </a:path>
                <a:path w="5257800" h="4838700">
                  <a:moveTo>
                    <a:pt x="4425048" y="0"/>
                  </a:moveTo>
                  <a:lnTo>
                    <a:pt x="4396473" y="0"/>
                  </a:lnTo>
                  <a:lnTo>
                    <a:pt x="4396473" y="9525"/>
                  </a:lnTo>
                  <a:lnTo>
                    <a:pt x="4425048" y="9525"/>
                  </a:lnTo>
                  <a:lnTo>
                    <a:pt x="4425048" y="0"/>
                  </a:lnTo>
                  <a:close/>
                </a:path>
                <a:path w="5257800" h="4838700">
                  <a:moveTo>
                    <a:pt x="4434154" y="4829175"/>
                  </a:moveTo>
                  <a:lnTo>
                    <a:pt x="4405579" y="4829175"/>
                  </a:lnTo>
                  <a:lnTo>
                    <a:pt x="4405579" y="4838700"/>
                  </a:lnTo>
                  <a:lnTo>
                    <a:pt x="4434154" y="4838700"/>
                  </a:lnTo>
                  <a:lnTo>
                    <a:pt x="4434154" y="4829175"/>
                  </a:lnTo>
                  <a:close/>
                </a:path>
                <a:path w="5257800" h="4838700">
                  <a:moveTo>
                    <a:pt x="4472622" y="0"/>
                  </a:moveTo>
                  <a:lnTo>
                    <a:pt x="4444047" y="0"/>
                  </a:lnTo>
                  <a:lnTo>
                    <a:pt x="4444047" y="9525"/>
                  </a:lnTo>
                  <a:lnTo>
                    <a:pt x="4472622" y="9525"/>
                  </a:lnTo>
                  <a:lnTo>
                    <a:pt x="4472622" y="0"/>
                  </a:lnTo>
                  <a:close/>
                </a:path>
                <a:path w="5257800" h="4838700">
                  <a:moveTo>
                    <a:pt x="4481728" y="4829175"/>
                  </a:moveTo>
                  <a:lnTo>
                    <a:pt x="4453153" y="4829175"/>
                  </a:lnTo>
                  <a:lnTo>
                    <a:pt x="4453153" y="4838700"/>
                  </a:lnTo>
                  <a:lnTo>
                    <a:pt x="4481728" y="4838700"/>
                  </a:lnTo>
                  <a:lnTo>
                    <a:pt x="4481728" y="4829175"/>
                  </a:lnTo>
                  <a:close/>
                </a:path>
                <a:path w="5257800" h="4838700">
                  <a:moveTo>
                    <a:pt x="4520209" y="0"/>
                  </a:moveTo>
                  <a:lnTo>
                    <a:pt x="4491634" y="0"/>
                  </a:lnTo>
                  <a:lnTo>
                    <a:pt x="4491634" y="9525"/>
                  </a:lnTo>
                  <a:lnTo>
                    <a:pt x="4520209" y="9525"/>
                  </a:lnTo>
                  <a:lnTo>
                    <a:pt x="4520209" y="0"/>
                  </a:lnTo>
                  <a:close/>
                </a:path>
                <a:path w="5257800" h="4838700">
                  <a:moveTo>
                    <a:pt x="4529315" y="4829175"/>
                  </a:moveTo>
                  <a:lnTo>
                    <a:pt x="4500740" y="4829175"/>
                  </a:lnTo>
                  <a:lnTo>
                    <a:pt x="4500740" y="4838700"/>
                  </a:lnTo>
                  <a:lnTo>
                    <a:pt x="4529315" y="4838700"/>
                  </a:lnTo>
                  <a:lnTo>
                    <a:pt x="4529315" y="4829175"/>
                  </a:lnTo>
                  <a:close/>
                </a:path>
                <a:path w="5257800" h="4838700">
                  <a:moveTo>
                    <a:pt x="4567783" y="0"/>
                  </a:moveTo>
                  <a:lnTo>
                    <a:pt x="4539208" y="0"/>
                  </a:lnTo>
                  <a:lnTo>
                    <a:pt x="4539208" y="9525"/>
                  </a:lnTo>
                  <a:lnTo>
                    <a:pt x="4567783" y="9525"/>
                  </a:lnTo>
                  <a:lnTo>
                    <a:pt x="4567783" y="0"/>
                  </a:lnTo>
                  <a:close/>
                </a:path>
                <a:path w="5257800" h="4838700">
                  <a:moveTo>
                    <a:pt x="4576889" y="4829175"/>
                  </a:moveTo>
                  <a:lnTo>
                    <a:pt x="4548314" y="4829175"/>
                  </a:lnTo>
                  <a:lnTo>
                    <a:pt x="4548314" y="4838700"/>
                  </a:lnTo>
                  <a:lnTo>
                    <a:pt x="4576889" y="4838700"/>
                  </a:lnTo>
                  <a:lnTo>
                    <a:pt x="4576889" y="4829175"/>
                  </a:lnTo>
                  <a:close/>
                </a:path>
                <a:path w="5257800" h="4838700">
                  <a:moveTo>
                    <a:pt x="4615370" y="0"/>
                  </a:moveTo>
                  <a:lnTo>
                    <a:pt x="4586795" y="0"/>
                  </a:lnTo>
                  <a:lnTo>
                    <a:pt x="4586795" y="9525"/>
                  </a:lnTo>
                  <a:lnTo>
                    <a:pt x="4615370" y="9525"/>
                  </a:lnTo>
                  <a:lnTo>
                    <a:pt x="4615370" y="0"/>
                  </a:lnTo>
                  <a:close/>
                </a:path>
                <a:path w="5257800" h="4838700">
                  <a:moveTo>
                    <a:pt x="4624476" y="4829175"/>
                  </a:moveTo>
                  <a:lnTo>
                    <a:pt x="4595901" y="4829175"/>
                  </a:lnTo>
                  <a:lnTo>
                    <a:pt x="4595901" y="4838700"/>
                  </a:lnTo>
                  <a:lnTo>
                    <a:pt x="4624476" y="4838700"/>
                  </a:lnTo>
                  <a:lnTo>
                    <a:pt x="4624476" y="4829175"/>
                  </a:lnTo>
                  <a:close/>
                </a:path>
                <a:path w="5257800" h="4838700">
                  <a:moveTo>
                    <a:pt x="4662944" y="0"/>
                  </a:moveTo>
                  <a:lnTo>
                    <a:pt x="4634369" y="0"/>
                  </a:lnTo>
                  <a:lnTo>
                    <a:pt x="4634369" y="9525"/>
                  </a:lnTo>
                  <a:lnTo>
                    <a:pt x="4662944" y="9525"/>
                  </a:lnTo>
                  <a:lnTo>
                    <a:pt x="4662944" y="0"/>
                  </a:lnTo>
                  <a:close/>
                </a:path>
                <a:path w="5257800" h="4838700">
                  <a:moveTo>
                    <a:pt x="4672050" y="4829175"/>
                  </a:moveTo>
                  <a:lnTo>
                    <a:pt x="4643475" y="4829175"/>
                  </a:lnTo>
                  <a:lnTo>
                    <a:pt x="4643475" y="4838700"/>
                  </a:lnTo>
                  <a:lnTo>
                    <a:pt x="4672050" y="4838700"/>
                  </a:lnTo>
                  <a:lnTo>
                    <a:pt x="4672050" y="4829175"/>
                  </a:lnTo>
                  <a:close/>
                </a:path>
                <a:path w="5257800" h="4838700">
                  <a:moveTo>
                    <a:pt x="4710531" y="0"/>
                  </a:moveTo>
                  <a:lnTo>
                    <a:pt x="4681956" y="0"/>
                  </a:lnTo>
                  <a:lnTo>
                    <a:pt x="4681956" y="9525"/>
                  </a:lnTo>
                  <a:lnTo>
                    <a:pt x="4710531" y="9525"/>
                  </a:lnTo>
                  <a:lnTo>
                    <a:pt x="4710531" y="0"/>
                  </a:lnTo>
                  <a:close/>
                </a:path>
                <a:path w="5257800" h="4838700">
                  <a:moveTo>
                    <a:pt x="4719637" y="4829175"/>
                  </a:moveTo>
                  <a:lnTo>
                    <a:pt x="4691062" y="4829175"/>
                  </a:lnTo>
                  <a:lnTo>
                    <a:pt x="4691062" y="4838700"/>
                  </a:lnTo>
                  <a:lnTo>
                    <a:pt x="4719637" y="4838700"/>
                  </a:lnTo>
                  <a:lnTo>
                    <a:pt x="4719637" y="4829175"/>
                  </a:lnTo>
                  <a:close/>
                </a:path>
                <a:path w="5257800" h="4838700">
                  <a:moveTo>
                    <a:pt x="4758106" y="0"/>
                  </a:moveTo>
                  <a:lnTo>
                    <a:pt x="4729531" y="0"/>
                  </a:lnTo>
                  <a:lnTo>
                    <a:pt x="4729531" y="9525"/>
                  </a:lnTo>
                  <a:lnTo>
                    <a:pt x="4758106" y="9525"/>
                  </a:lnTo>
                  <a:lnTo>
                    <a:pt x="4758106" y="0"/>
                  </a:lnTo>
                  <a:close/>
                </a:path>
                <a:path w="5257800" h="4838700">
                  <a:moveTo>
                    <a:pt x="4767211" y="4829175"/>
                  </a:moveTo>
                  <a:lnTo>
                    <a:pt x="4738636" y="4829175"/>
                  </a:lnTo>
                  <a:lnTo>
                    <a:pt x="4738636" y="4838700"/>
                  </a:lnTo>
                  <a:lnTo>
                    <a:pt x="4767211" y="4838700"/>
                  </a:lnTo>
                  <a:lnTo>
                    <a:pt x="4767211" y="4829175"/>
                  </a:lnTo>
                  <a:close/>
                </a:path>
                <a:path w="5257800" h="4838700">
                  <a:moveTo>
                    <a:pt x="4805680" y="0"/>
                  </a:moveTo>
                  <a:lnTo>
                    <a:pt x="4777105" y="0"/>
                  </a:lnTo>
                  <a:lnTo>
                    <a:pt x="4777105" y="9525"/>
                  </a:lnTo>
                  <a:lnTo>
                    <a:pt x="4805680" y="9525"/>
                  </a:lnTo>
                  <a:lnTo>
                    <a:pt x="4805680" y="0"/>
                  </a:lnTo>
                  <a:close/>
                </a:path>
                <a:path w="5257800" h="4838700">
                  <a:moveTo>
                    <a:pt x="4814786" y="4829175"/>
                  </a:moveTo>
                  <a:lnTo>
                    <a:pt x="4786211" y="4829175"/>
                  </a:lnTo>
                  <a:lnTo>
                    <a:pt x="4786211" y="4838700"/>
                  </a:lnTo>
                  <a:lnTo>
                    <a:pt x="4814786" y="4838700"/>
                  </a:lnTo>
                  <a:lnTo>
                    <a:pt x="4814786" y="4829175"/>
                  </a:lnTo>
                  <a:close/>
                </a:path>
                <a:path w="5257800" h="4838700">
                  <a:moveTo>
                    <a:pt x="4853267" y="0"/>
                  </a:moveTo>
                  <a:lnTo>
                    <a:pt x="4824692" y="0"/>
                  </a:lnTo>
                  <a:lnTo>
                    <a:pt x="4824692" y="9525"/>
                  </a:lnTo>
                  <a:lnTo>
                    <a:pt x="4853267" y="9525"/>
                  </a:lnTo>
                  <a:lnTo>
                    <a:pt x="4853267" y="0"/>
                  </a:lnTo>
                  <a:close/>
                </a:path>
                <a:path w="5257800" h="4838700">
                  <a:moveTo>
                    <a:pt x="4862373" y="4829175"/>
                  </a:moveTo>
                  <a:lnTo>
                    <a:pt x="4833798" y="4829175"/>
                  </a:lnTo>
                  <a:lnTo>
                    <a:pt x="4833798" y="4838700"/>
                  </a:lnTo>
                  <a:lnTo>
                    <a:pt x="4862373" y="4838700"/>
                  </a:lnTo>
                  <a:lnTo>
                    <a:pt x="4862373" y="4829175"/>
                  </a:lnTo>
                  <a:close/>
                </a:path>
                <a:path w="5257800" h="4838700">
                  <a:moveTo>
                    <a:pt x="4900841" y="0"/>
                  </a:moveTo>
                  <a:lnTo>
                    <a:pt x="4872266" y="0"/>
                  </a:lnTo>
                  <a:lnTo>
                    <a:pt x="4872266" y="9525"/>
                  </a:lnTo>
                  <a:lnTo>
                    <a:pt x="4900841" y="9525"/>
                  </a:lnTo>
                  <a:lnTo>
                    <a:pt x="4900841" y="0"/>
                  </a:lnTo>
                  <a:close/>
                </a:path>
                <a:path w="5257800" h="4838700">
                  <a:moveTo>
                    <a:pt x="4909947" y="4829175"/>
                  </a:moveTo>
                  <a:lnTo>
                    <a:pt x="4881372" y="4829175"/>
                  </a:lnTo>
                  <a:lnTo>
                    <a:pt x="4881372" y="4838700"/>
                  </a:lnTo>
                  <a:lnTo>
                    <a:pt x="4909947" y="4838700"/>
                  </a:lnTo>
                  <a:lnTo>
                    <a:pt x="4909947" y="4829175"/>
                  </a:lnTo>
                  <a:close/>
                </a:path>
                <a:path w="5257800" h="4838700">
                  <a:moveTo>
                    <a:pt x="4948428" y="0"/>
                  </a:moveTo>
                  <a:lnTo>
                    <a:pt x="4919853" y="0"/>
                  </a:lnTo>
                  <a:lnTo>
                    <a:pt x="4919853" y="9525"/>
                  </a:lnTo>
                  <a:lnTo>
                    <a:pt x="4948428" y="9525"/>
                  </a:lnTo>
                  <a:lnTo>
                    <a:pt x="4948428" y="0"/>
                  </a:lnTo>
                  <a:close/>
                </a:path>
                <a:path w="5257800" h="4838700">
                  <a:moveTo>
                    <a:pt x="4957534" y="4829175"/>
                  </a:moveTo>
                  <a:lnTo>
                    <a:pt x="4928959" y="4829175"/>
                  </a:lnTo>
                  <a:lnTo>
                    <a:pt x="4928959" y="4838700"/>
                  </a:lnTo>
                  <a:lnTo>
                    <a:pt x="4957534" y="4838700"/>
                  </a:lnTo>
                  <a:lnTo>
                    <a:pt x="4957534" y="4829175"/>
                  </a:lnTo>
                  <a:close/>
                </a:path>
                <a:path w="5257800" h="4838700">
                  <a:moveTo>
                    <a:pt x="4996002" y="0"/>
                  </a:moveTo>
                  <a:lnTo>
                    <a:pt x="4967427" y="0"/>
                  </a:lnTo>
                  <a:lnTo>
                    <a:pt x="4967427" y="9525"/>
                  </a:lnTo>
                  <a:lnTo>
                    <a:pt x="4996002" y="9525"/>
                  </a:lnTo>
                  <a:lnTo>
                    <a:pt x="4996002" y="0"/>
                  </a:lnTo>
                  <a:close/>
                </a:path>
                <a:path w="5257800" h="4838700">
                  <a:moveTo>
                    <a:pt x="5005108" y="4829175"/>
                  </a:moveTo>
                  <a:lnTo>
                    <a:pt x="4976533" y="4829175"/>
                  </a:lnTo>
                  <a:lnTo>
                    <a:pt x="4976533" y="4838700"/>
                  </a:lnTo>
                  <a:lnTo>
                    <a:pt x="5005108" y="4838700"/>
                  </a:lnTo>
                  <a:lnTo>
                    <a:pt x="5005108" y="4829175"/>
                  </a:lnTo>
                  <a:close/>
                </a:path>
                <a:path w="5257800" h="4838700">
                  <a:moveTo>
                    <a:pt x="5043589" y="0"/>
                  </a:moveTo>
                  <a:lnTo>
                    <a:pt x="5015014" y="0"/>
                  </a:lnTo>
                  <a:lnTo>
                    <a:pt x="5015014" y="9525"/>
                  </a:lnTo>
                  <a:lnTo>
                    <a:pt x="5043589" y="9525"/>
                  </a:lnTo>
                  <a:lnTo>
                    <a:pt x="5043589" y="0"/>
                  </a:lnTo>
                  <a:close/>
                </a:path>
                <a:path w="5257800" h="4838700">
                  <a:moveTo>
                    <a:pt x="5052695" y="4829175"/>
                  </a:moveTo>
                  <a:lnTo>
                    <a:pt x="5024120" y="4829175"/>
                  </a:lnTo>
                  <a:lnTo>
                    <a:pt x="5024120" y="4838700"/>
                  </a:lnTo>
                  <a:lnTo>
                    <a:pt x="5052695" y="4838700"/>
                  </a:lnTo>
                  <a:lnTo>
                    <a:pt x="5052695" y="4829175"/>
                  </a:lnTo>
                  <a:close/>
                </a:path>
                <a:path w="5257800" h="4838700">
                  <a:moveTo>
                    <a:pt x="5091163" y="0"/>
                  </a:moveTo>
                  <a:lnTo>
                    <a:pt x="5062588" y="0"/>
                  </a:lnTo>
                  <a:lnTo>
                    <a:pt x="5062588" y="9525"/>
                  </a:lnTo>
                  <a:lnTo>
                    <a:pt x="5091163" y="9525"/>
                  </a:lnTo>
                  <a:lnTo>
                    <a:pt x="5091163" y="0"/>
                  </a:lnTo>
                  <a:close/>
                </a:path>
                <a:path w="5257800" h="4838700">
                  <a:moveTo>
                    <a:pt x="5100269" y="4829175"/>
                  </a:moveTo>
                  <a:lnTo>
                    <a:pt x="5071694" y="4829175"/>
                  </a:lnTo>
                  <a:lnTo>
                    <a:pt x="5071694" y="4838700"/>
                  </a:lnTo>
                  <a:lnTo>
                    <a:pt x="5100269" y="4838700"/>
                  </a:lnTo>
                  <a:lnTo>
                    <a:pt x="5100269" y="4829175"/>
                  </a:lnTo>
                  <a:close/>
                </a:path>
                <a:path w="5257800" h="4838700">
                  <a:moveTo>
                    <a:pt x="5138737" y="0"/>
                  </a:moveTo>
                  <a:lnTo>
                    <a:pt x="5110162" y="0"/>
                  </a:lnTo>
                  <a:lnTo>
                    <a:pt x="5110162" y="9525"/>
                  </a:lnTo>
                  <a:lnTo>
                    <a:pt x="5138737" y="9525"/>
                  </a:lnTo>
                  <a:lnTo>
                    <a:pt x="5138737" y="0"/>
                  </a:lnTo>
                  <a:close/>
                </a:path>
                <a:path w="5257800" h="4838700">
                  <a:moveTo>
                    <a:pt x="5147627" y="4838509"/>
                  </a:moveTo>
                  <a:lnTo>
                    <a:pt x="5147284" y="4828997"/>
                  </a:lnTo>
                  <a:lnTo>
                    <a:pt x="5143500" y="4829175"/>
                  </a:lnTo>
                  <a:lnTo>
                    <a:pt x="5119268" y="4829175"/>
                  </a:lnTo>
                  <a:lnTo>
                    <a:pt x="5119268" y="4838700"/>
                  </a:lnTo>
                  <a:lnTo>
                    <a:pt x="5143512" y="4838700"/>
                  </a:lnTo>
                  <a:lnTo>
                    <a:pt x="5147627" y="4838509"/>
                  </a:lnTo>
                  <a:close/>
                </a:path>
                <a:path w="5257800" h="4838700">
                  <a:moveTo>
                    <a:pt x="5185537" y="8089"/>
                  </a:moveTo>
                  <a:lnTo>
                    <a:pt x="5176634" y="4902"/>
                  </a:lnTo>
                  <a:lnTo>
                    <a:pt x="5165814" y="2184"/>
                  </a:lnTo>
                  <a:lnTo>
                    <a:pt x="5157216" y="914"/>
                  </a:lnTo>
                  <a:lnTo>
                    <a:pt x="5156073" y="10363"/>
                  </a:lnTo>
                  <a:lnTo>
                    <a:pt x="5163947" y="11518"/>
                  </a:lnTo>
                  <a:lnTo>
                    <a:pt x="5173878" y="14020"/>
                  </a:lnTo>
                  <a:lnTo>
                    <a:pt x="5182032" y="16941"/>
                  </a:lnTo>
                  <a:lnTo>
                    <a:pt x="5185537" y="8089"/>
                  </a:lnTo>
                  <a:close/>
                </a:path>
                <a:path w="5257800" h="4838700">
                  <a:moveTo>
                    <a:pt x="5193728" y="4826940"/>
                  </a:moveTo>
                  <a:lnTo>
                    <a:pt x="5189537" y="4818405"/>
                  </a:lnTo>
                  <a:lnTo>
                    <a:pt x="5183606" y="4821199"/>
                  </a:lnTo>
                  <a:lnTo>
                    <a:pt x="5173878" y="4824692"/>
                  </a:lnTo>
                  <a:lnTo>
                    <a:pt x="5164328" y="4827092"/>
                  </a:lnTo>
                  <a:lnTo>
                    <a:pt x="5166220" y="4836426"/>
                  </a:lnTo>
                  <a:lnTo>
                    <a:pt x="5176634" y="4833810"/>
                  </a:lnTo>
                  <a:lnTo>
                    <a:pt x="5187251" y="4830000"/>
                  </a:lnTo>
                  <a:lnTo>
                    <a:pt x="5193728" y="4826940"/>
                  </a:lnTo>
                  <a:close/>
                </a:path>
                <a:path w="5257800" h="4838700">
                  <a:moveTo>
                    <a:pt x="5225148" y="34391"/>
                  </a:moveTo>
                  <a:lnTo>
                    <a:pt x="5224323" y="33489"/>
                  </a:lnTo>
                  <a:lnTo>
                    <a:pt x="5215979" y="25908"/>
                  </a:lnTo>
                  <a:lnTo>
                    <a:pt x="5207012" y="19253"/>
                  </a:lnTo>
                  <a:lnTo>
                    <a:pt x="5202415" y="16497"/>
                  </a:lnTo>
                  <a:lnTo>
                    <a:pt x="5197500" y="24650"/>
                  </a:lnTo>
                  <a:lnTo>
                    <a:pt x="5201729" y="27178"/>
                  </a:lnTo>
                  <a:lnTo>
                    <a:pt x="5209946" y="33274"/>
                  </a:lnTo>
                  <a:lnTo>
                    <a:pt x="5217592" y="40220"/>
                  </a:lnTo>
                  <a:lnTo>
                    <a:pt x="5218354" y="41046"/>
                  </a:lnTo>
                  <a:lnTo>
                    <a:pt x="5225148" y="34391"/>
                  </a:lnTo>
                  <a:close/>
                </a:path>
                <a:path w="5257800" h="4838700">
                  <a:moveTo>
                    <a:pt x="5231396" y="4797437"/>
                  </a:moveTo>
                  <a:lnTo>
                    <a:pt x="5224069" y="4791354"/>
                  </a:lnTo>
                  <a:lnTo>
                    <a:pt x="5217592" y="4798492"/>
                  </a:lnTo>
                  <a:lnTo>
                    <a:pt x="5209946" y="4805438"/>
                  </a:lnTo>
                  <a:lnTo>
                    <a:pt x="5204549" y="4809452"/>
                  </a:lnTo>
                  <a:lnTo>
                    <a:pt x="5210099" y="4817173"/>
                  </a:lnTo>
                  <a:lnTo>
                    <a:pt x="5215979" y="4812804"/>
                  </a:lnTo>
                  <a:lnTo>
                    <a:pt x="5224323" y="4805223"/>
                  </a:lnTo>
                  <a:lnTo>
                    <a:pt x="5231396" y="4797437"/>
                  </a:lnTo>
                  <a:close/>
                </a:path>
                <a:path w="5257800" h="4838700">
                  <a:moveTo>
                    <a:pt x="5250573" y="74663"/>
                  </a:moveTo>
                  <a:lnTo>
                    <a:pt x="5249100" y="70561"/>
                  </a:lnTo>
                  <a:lnTo>
                    <a:pt x="5244287" y="60375"/>
                  </a:lnTo>
                  <a:lnTo>
                    <a:pt x="5238559" y="50787"/>
                  </a:lnTo>
                  <a:lnTo>
                    <a:pt x="5237454" y="49301"/>
                  </a:lnTo>
                  <a:lnTo>
                    <a:pt x="5229618" y="54711"/>
                  </a:lnTo>
                  <a:lnTo>
                    <a:pt x="5230634" y="56083"/>
                  </a:lnTo>
                  <a:lnTo>
                    <a:pt x="5235892" y="64871"/>
                  </a:lnTo>
                  <a:lnTo>
                    <a:pt x="5240299" y="74206"/>
                  </a:lnTo>
                  <a:lnTo>
                    <a:pt x="5241658" y="77978"/>
                  </a:lnTo>
                  <a:lnTo>
                    <a:pt x="5250573" y="74663"/>
                  </a:lnTo>
                  <a:close/>
                </a:path>
                <a:path w="5257800" h="4838700">
                  <a:moveTo>
                    <a:pt x="5253545" y="4755019"/>
                  </a:moveTo>
                  <a:lnTo>
                    <a:pt x="5244376" y="4752467"/>
                  </a:lnTo>
                  <a:lnTo>
                    <a:pt x="5243792" y="4754778"/>
                  </a:lnTo>
                  <a:lnTo>
                    <a:pt x="5240299" y="4764506"/>
                  </a:lnTo>
                  <a:lnTo>
                    <a:pt x="5235892" y="4773841"/>
                  </a:lnTo>
                  <a:lnTo>
                    <a:pt x="5234089" y="4776863"/>
                  </a:lnTo>
                  <a:lnTo>
                    <a:pt x="5242318" y="4781639"/>
                  </a:lnTo>
                  <a:lnTo>
                    <a:pt x="5244287" y="4778337"/>
                  </a:lnTo>
                  <a:lnTo>
                    <a:pt x="5249100" y="4768151"/>
                  </a:lnTo>
                  <a:lnTo>
                    <a:pt x="5252910" y="4757534"/>
                  </a:lnTo>
                  <a:lnTo>
                    <a:pt x="5253545" y="4755019"/>
                  </a:lnTo>
                  <a:close/>
                </a:path>
                <a:path w="5257800" h="4838700">
                  <a:moveTo>
                    <a:pt x="5257800" y="4708131"/>
                  </a:moveTo>
                  <a:lnTo>
                    <a:pt x="5248275" y="4708131"/>
                  </a:lnTo>
                  <a:lnTo>
                    <a:pt x="5248275" y="4724412"/>
                  </a:lnTo>
                  <a:lnTo>
                    <a:pt x="5247779" y="4734725"/>
                  </a:lnTo>
                  <a:lnTo>
                    <a:pt x="5247703" y="4735233"/>
                  </a:lnTo>
                  <a:lnTo>
                    <a:pt x="5257177" y="4736223"/>
                  </a:lnTo>
                  <a:lnTo>
                    <a:pt x="5257266" y="4735665"/>
                  </a:lnTo>
                  <a:lnTo>
                    <a:pt x="5257800" y="4724412"/>
                  </a:lnTo>
                  <a:lnTo>
                    <a:pt x="5257800" y="4708131"/>
                  </a:lnTo>
                  <a:close/>
                </a:path>
                <a:path w="5257800" h="4838700">
                  <a:moveTo>
                    <a:pt x="5257800" y="4660544"/>
                  </a:moveTo>
                  <a:lnTo>
                    <a:pt x="5248275" y="4660544"/>
                  </a:lnTo>
                  <a:lnTo>
                    <a:pt x="5248275" y="4689119"/>
                  </a:lnTo>
                  <a:lnTo>
                    <a:pt x="5257800" y="4689119"/>
                  </a:lnTo>
                  <a:lnTo>
                    <a:pt x="5257800" y="4660544"/>
                  </a:lnTo>
                  <a:close/>
                </a:path>
                <a:path w="5257800" h="4838700">
                  <a:moveTo>
                    <a:pt x="5257800" y="4612970"/>
                  </a:moveTo>
                  <a:lnTo>
                    <a:pt x="5248275" y="4612970"/>
                  </a:lnTo>
                  <a:lnTo>
                    <a:pt x="5248275" y="4641545"/>
                  </a:lnTo>
                  <a:lnTo>
                    <a:pt x="5257800" y="4641545"/>
                  </a:lnTo>
                  <a:lnTo>
                    <a:pt x="5257800" y="4612970"/>
                  </a:lnTo>
                  <a:close/>
                </a:path>
                <a:path w="5257800" h="4838700">
                  <a:moveTo>
                    <a:pt x="5257800" y="4565383"/>
                  </a:moveTo>
                  <a:lnTo>
                    <a:pt x="5248275" y="4565383"/>
                  </a:lnTo>
                  <a:lnTo>
                    <a:pt x="5248275" y="4593958"/>
                  </a:lnTo>
                  <a:lnTo>
                    <a:pt x="5257800" y="4593958"/>
                  </a:lnTo>
                  <a:lnTo>
                    <a:pt x="5257800" y="4565383"/>
                  </a:lnTo>
                  <a:close/>
                </a:path>
                <a:path w="5257800" h="4838700">
                  <a:moveTo>
                    <a:pt x="5257800" y="4517809"/>
                  </a:moveTo>
                  <a:lnTo>
                    <a:pt x="5248275" y="4517809"/>
                  </a:lnTo>
                  <a:lnTo>
                    <a:pt x="5248275" y="4546384"/>
                  </a:lnTo>
                  <a:lnTo>
                    <a:pt x="5257800" y="4546384"/>
                  </a:lnTo>
                  <a:lnTo>
                    <a:pt x="5257800" y="4517809"/>
                  </a:lnTo>
                  <a:close/>
                </a:path>
                <a:path w="5257800" h="4838700">
                  <a:moveTo>
                    <a:pt x="5257800" y="4470235"/>
                  </a:moveTo>
                  <a:lnTo>
                    <a:pt x="5248275" y="4470235"/>
                  </a:lnTo>
                  <a:lnTo>
                    <a:pt x="5248275" y="4498810"/>
                  </a:lnTo>
                  <a:lnTo>
                    <a:pt x="5257800" y="4498810"/>
                  </a:lnTo>
                  <a:lnTo>
                    <a:pt x="5257800" y="4470235"/>
                  </a:lnTo>
                  <a:close/>
                </a:path>
                <a:path w="5257800" h="4838700">
                  <a:moveTo>
                    <a:pt x="5257800" y="4422648"/>
                  </a:moveTo>
                  <a:lnTo>
                    <a:pt x="5248275" y="4422648"/>
                  </a:lnTo>
                  <a:lnTo>
                    <a:pt x="5248275" y="4451223"/>
                  </a:lnTo>
                  <a:lnTo>
                    <a:pt x="5257800" y="4451223"/>
                  </a:lnTo>
                  <a:lnTo>
                    <a:pt x="5257800" y="4422648"/>
                  </a:lnTo>
                  <a:close/>
                </a:path>
                <a:path w="5257800" h="4838700">
                  <a:moveTo>
                    <a:pt x="5257800" y="4375074"/>
                  </a:moveTo>
                  <a:lnTo>
                    <a:pt x="5248275" y="4375074"/>
                  </a:lnTo>
                  <a:lnTo>
                    <a:pt x="5248275" y="4403649"/>
                  </a:lnTo>
                  <a:lnTo>
                    <a:pt x="5257800" y="4403649"/>
                  </a:lnTo>
                  <a:lnTo>
                    <a:pt x="5257800" y="4375074"/>
                  </a:lnTo>
                  <a:close/>
                </a:path>
                <a:path w="5257800" h="4838700">
                  <a:moveTo>
                    <a:pt x="5257800" y="4327487"/>
                  </a:moveTo>
                  <a:lnTo>
                    <a:pt x="5248275" y="4327487"/>
                  </a:lnTo>
                  <a:lnTo>
                    <a:pt x="5248275" y="4356062"/>
                  </a:lnTo>
                  <a:lnTo>
                    <a:pt x="5257800" y="4356062"/>
                  </a:lnTo>
                  <a:lnTo>
                    <a:pt x="5257800" y="4327487"/>
                  </a:lnTo>
                  <a:close/>
                </a:path>
                <a:path w="5257800" h="4838700">
                  <a:moveTo>
                    <a:pt x="5257800" y="4279912"/>
                  </a:moveTo>
                  <a:lnTo>
                    <a:pt x="5248275" y="4279912"/>
                  </a:lnTo>
                  <a:lnTo>
                    <a:pt x="5248275" y="4308487"/>
                  </a:lnTo>
                  <a:lnTo>
                    <a:pt x="5257800" y="4308487"/>
                  </a:lnTo>
                  <a:lnTo>
                    <a:pt x="5257800" y="4279912"/>
                  </a:lnTo>
                  <a:close/>
                </a:path>
                <a:path w="5257800" h="4838700">
                  <a:moveTo>
                    <a:pt x="5257800" y="4232326"/>
                  </a:moveTo>
                  <a:lnTo>
                    <a:pt x="5248275" y="4232326"/>
                  </a:lnTo>
                  <a:lnTo>
                    <a:pt x="5248275" y="4260901"/>
                  </a:lnTo>
                  <a:lnTo>
                    <a:pt x="5257800" y="4260901"/>
                  </a:lnTo>
                  <a:lnTo>
                    <a:pt x="5257800" y="4232326"/>
                  </a:lnTo>
                  <a:close/>
                </a:path>
                <a:path w="5257800" h="4838700">
                  <a:moveTo>
                    <a:pt x="5257800" y="4184751"/>
                  </a:moveTo>
                  <a:lnTo>
                    <a:pt x="5248275" y="4184751"/>
                  </a:lnTo>
                  <a:lnTo>
                    <a:pt x="5248275" y="4213326"/>
                  </a:lnTo>
                  <a:lnTo>
                    <a:pt x="5257800" y="4213326"/>
                  </a:lnTo>
                  <a:lnTo>
                    <a:pt x="5257800" y="4184751"/>
                  </a:lnTo>
                  <a:close/>
                </a:path>
                <a:path w="5257800" h="4838700">
                  <a:moveTo>
                    <a:pt x="5257800" y="4137164"/>
                  </a:moveTo>
                  <a:lnTo>
                    <a:pt x="5248275" y="4137164"/>
                  </a:lnTo>
                  <a:lnTo>
                    <a:pt x="5248275" y="4165739"/>
                  </a:lnTo>
                  <a:lnTo>
                    <a:pt x="5257800" y="4165739"/>
                  </a:lnTo>
                  <a:lnTo>
                    <a:pt x="5257800" y="4137164"/>
                  </a:lnTo>
                  <a:close/>
                </a:path>
                <a:path w="5257800" h="4838700">
                  <a:moveTo>
                    <a:pt x="5257800" y="4089590"/>
                  </a:moveTo>
                  <a:lnTo>
                    <a:pt x="5248275" y="4089590"/>
                  </a:lnTo>
                  <a:lnTo>
                    <a:pt x="5248275" y="4118165"/>
                  </a:lnTo>
                  <a:lnTo>
                    <a:pt x="5257800" y="4118165"/>
                  </a:lnTo>
                  <a:lnTo>
                    <a:pt x="5257800" y="4089590"/>
                  </a:lnTo>
                  <a:close/>
                </a:path>
                <a:path w="5257800" h="4838700">
                  <a:moveTo>
                    <a:pt x="5257800" y="4042016"/>
                  </a:moveTo>
                  <a:lnTo>
                    <a:pt x="5248275" y="4042016"/>
                  </a:lnTo>
                  <a:lnTo>
                    <a:pt x="5248275" y="4070591"/>
                  </a:lnTo>
                  <a:lnTo>
                    <a:pt x="5257800" y="4070591"/>
                  </a:lnTo>
                  <a:lnTo>
                    <a:pt x="5257800" y="4042016"/>
                  </a:lnTo>
                  <a:close/>
                </a:path>
                <a:path w="5257800" h="4838700">
                  <a:moveTo>
                    <a:pt x="5257800" y="3994429"/>
                  </a:moveTo>
                  <a:lnTo>
                    <a:pt x="5248275" y="3994429"/>
                  </a:lnTo>
                  <a:lnTo>
                    <a:pt x="5248275" y="4023004"/>
                  </a:lnTo>
                  <a:lnTo>
                    <a:pt x="5257800" y="4023004"/>
                  </a:lnTo>
                  <a:lnTo>
                    <a:pt x="5257800" y="3994429"/>
                  </a:lnTo>
                  <a:close/>
                </a:path>
                <a:path w="5257800" h="4838700">
                  <a:moveTo>
                    <a:pt x="5257800" y="3946855"/>
                  </a:moveTo>
                  <a:lnTo>
                    <a:pt x="5248275" y="3946855"/>
                  </a:lnTo>
                  <a:lnTo>
                    <a:pt x="5248275" y="3975430"/>
                  </a:lnTo>
                  <a:lnTo>
                    <a:pt x="5257800" y="3975430"/>
                  </a:lnTo>
                  <a:lnTo>
                    <a:pt x="5257800" y="3946855"/>
                  </a:lnTo>
                  <a:close/>
                </a:path>
                <a:path w="5257800" h="4838700">
                  <a:moveTo>
                    <a:pt x="5257800" y="3899268"/>
                  </a:moveTo>
                  <a:lnTo>
                    <a:pt x="5248275" y="3899268"/>
                  </a:lnTo>
                  <a:lnTo>
                    <a:pt x="5248275" y="3927843"/>
                  </a:lnTo>
                  <a:lnTo>
                    <a:pt x="5257800" y="3927843"/>
                  </a:lnTo>
                  <a:lnTo>
                    <a:pt x="5257800" y="3899268"/>
                  </a:lnTo>
                  <a:close/>
                </a:path>
                <a:path w="5257800" h="4838700">
                  <a:moveTo>
                    <a:pt x="5257800" y="3851694"/>
                  </a:moveTo>
                  <a:lnTo>
                    <a:pt x="5248275" y="3851694"/>
                  </a:lnTo>
                  <a:lnTo>
                    <a:pt x="5248275" y="3880269"/>
                  </a:lnTo>
                  <a:lnTo>
                    <a:pt x="5257800" y="3880269"/>
                  </a:lnTo>
                  <a:lnTo>
                    <a:pt x="5257800" y="3851694"/>
                  </a:lnTo>
                  <a:close/>
                </a:path>
                <a:path w="5257800" h="4838700">
                  <a:moveTo>
                    <a:pt x="5257800" y="3804107"/>
                  </a:moveTo>
                  <a:lnTo>
                    <a:pt x="5248275" y="3804107"/>
                  </a:lnTo>
                  <a:lnTo>
                    <a:pt x="5248275" y="3832682"/>
                  </a:lnTo>
                  <a:lnTo>
                    <a:pt x="5257800" y="3832682"/>
                  </a:lnTo>
                  <a:lnTo>
                    <a:pt x="5257800" y="3804107"/>
                  </a:lnTo>
                  <a:close/>
                </a:path>
                <a:path w="5257800" h="4838700">
                  <a:moveTo>
                    <a:pt x="5257800" y="3756533"/>
                  </a:moveTo>
                  <a:lnTo>
                    <a:pt x="5248275" y="3756533"/>
                  </a:lnTo>
                  <a:lnTo>
                    <a:pt x="5248275" y="3785108"/>
                  </a:lnTo>
                  <a:lnTo>
                    <a:pt x="5257800" y="3785108"/>
                  </a:lnTo>
                  <a:lnTo>
                    <a:pt x="5257800" y="3756533"/>
                  </a:lnTo>
                  <a:close/>
                </a:path>
                <a:path w="5257800" h="4838700">
                  <a:moveTo>
                    <a:pt x="5257800" y="3708958"/>
                  </a:moveTo>
                  <a:lnTo>
                    <a:pt x="5248275" y="3708958"/>
                  </a:lnTo>
                  <a:lnTo>
                    <a:pt x="5248275" y="3737533"/>
                  </a:lnTo>
                  <a:lnTo>
                    <a:pt x="5257800" y="3737533"/>
                  </a:lnTo>
                  <a:lnTo>
                    <a:pt x="5257800" y="3708958"/>
                  </a:lnTo>
                  <a:close/>
                </a:path>
                <a:path w="5257800" h="4838700">
                  <a:moveTo>
                    <a:pt x="5257800" y="3661372"/>
                  </a:moveTo>
                  <a:lnTo>
                    <a:pt x="5248275" y="3661372"/>
                  </a:lnTo>
                  <a:lnTo>
                    <a:pt x="5248275" y="3689947"/>
                  </a:lnTo>
                  <a:lnTo>
                    <a:pt x="5257800" y="3689947"/>
                  </a:lnTo>
                  <a:lnTo>
                    <a:pt x="5257800" y="3661372"/>
                  </a:lnTo>
                  <a:close/>
                </a:path>
                <a:path w="5257800" h="4838700">
                  <a:moveTo>
                    <a:pt x="5257800" y="3613797"/>
                  </a:moveTo>
                  <a:lnTo>
                    <a:pt x="5248275" y="3613797"/>
                  </a:lnTo>
                  <a:lnTo>
                    <a:pt x="5248275" y="3642372"/>
                  </a:lnTo>
                  <a:lnTo>
                    <a:pt x="5257800" y="3642372"/>
                  </a:lnTo>
                  <a:lnTo>
                    <a:pt x="5257800" y="3613797"/>
                  </a:lnTo>
                  <a:close/>
                </a:path>
                <a:path w="5257800" h="4838700">
                  <a:moveTo>
                    <a:pt x="5257800" y="3566210"/>
                  </a:moveTo>
                  <a:lnTo>
                    <a:pt x="5248275" y="3566210"/>
                  </a:lnTo>
                  <a:lnTo>
                    <a:pt x="5248275" y="3594785"/>
                  </a:lnTo>
                  <a:lnTo>
                    <a:pt x="5257800" y="3594785"/>
                  </a:lnTo>
                  <a:lnTo>
                    <a:pt x="5257800" y="3566210"/>
                  </a:lnTo>
                  <a:close/>
                </a:path>
                <a:path w="5257800" h="4838700">
                  <a:moveTo>
                    <a:pt x="5257800" y="3518636"/>
                  </a:moveTo>
                  <a:lnTo>
                    <a:pt x="5248275" y="3518636"/>
                  </a:lnTo>
                  <a:lnTo>
                    <a:pt x="5248275" y="3547211"/>
                  </a:lnTo>
                  <a:lnTo>
                    <a:pt x="5257800" y="3547211"/>
                  </a:lnTo>
                  <a:lnTo>
                    <a:pt x="5257800" y="3518636"/>
                  </a:lnTo>
                  <a:close/>
                </a:path>
                <a:path w="5257800" h="4838700">
                  <a:moveTo>
                    <a:pt x="5257800" y="3471049"/>
                  </a:moveTo>
                  <a:lnTo>
                    <a:pt x="5248275" y="3471049"/>
                  </a:lnTo>
                  <a:lnTo>
                    <a:pt x="5248275" y="3499624"/>
                  </a:lnTo>
                  <a:lnTo>
                    <a:pt x="5257800" y="3499624"/>
                  </a:lnTo>
                  <a:lnTo>
                    <a:pt x="5257800" y="3471049"/>
                  </a:lnTo>
                  <a:close/>
                </a:path>
                <a:path w="5257800" h="4838700">
                  <a:moveTo>
                    <a:pt x="5257800" y="3423475"/>
                  </a:moveTo>
                  <a:lnTo>
                    <a:pt x="5248275" y="3423475"/>
                  </a:lnTo>
                  <a:lnTo>
                    <a:pt x="5248275" y="3452050"/>
                  </a:lnTo>
                  <a:lnTo>
                    <a:pt x="5257800" y="3452050"/>
                  </a:lnTo>
                  <a:lnTo>
                    <a:pt x="5257800" y="3423475"/>
                  </a:lnTo>
                  <a:close/>
                </a:path>
                <a:path w="5257800" h="4838700">
                  <a:moveTo>
                    <a:pt x="5257800" y="3375901"/>
                  </a:moveTo>
                  <a:lnTo>
                    <a:pt x="5248275" y="3375901"/>
                  </a:lnTo>
                  <a:lnTo>
                    <a:pt x="5248275" y="3404476"/>
                  </a:lnTo>
                  <a:lnTo>
                    <a:pt x="5257800" y="3404476"/>
                  </a:lnTo>
                  <a:lnTo>
                    <a:pt x="5257800" y="3375901"/>
                  </a:lnTo>
                  <a:close/>
                </a:path>
                <a:path w="5257800" h="4838700">
                  <a:moveTo>
                    <a:pt x="5257800" y="3328314"/>
                  </a:moveTo>
                  <a:lnTo>
                    <a:pt x="5248275" y="3328314"/>
                  </a:lnTo>
                  <a:lnTo>
                    <a:pt x="5248275" y="3356889"/>
                  </a:lnTo>
                  <a:lnTo>
                    <a:pt x="5257800" y="3356889"/>
                  </a:lnTo>
                  <a:lnTo>
                    <a:pt x="5257800" y="3328314"/>
                  </a:lnTo>
                  <a:close/>
                </a:path>
                <a:path w="5257800" h="4838700">
                  <a:moveTo>
                    <a:pt x="5257800" y="3280740"/>
                  </a:moveTo>
                  <a:lnTo>
                    <a:pt x="5248275" y="3280740"/>
                  </a:lnTo>
                  <a:lnTo>
                    <a:pt x="5248275" y="3309315"/>
                  </a:lnTo>
                  <a:lnTo>
                    <a:pt x="5257800" y="3309315"/>
                  </a:lnTo>
                  <a:lnTo>
                    <a:pt x="5257800" y="3280740"/>
                  </a:lnTo>
                  <a:close/>
                </a:path>
                <a:path w="5257800" h="4838700">
                  <a:moveTo>
                    <a:pt x="5257800" y="3233153"/>
                  </a:moveTo>
                  <a:lnTo>
                    <a:pt x="5248275" y="3233153"/>
                  </a:lnTo>
                  <a:lnTo>
                    <a:pt x="5248275" y="3261728"/>
                  </a:lnTo>
                  <a:lnTo>
                    <a:pt x="5257800" y="3261728"/>
                  </a:lnTo>
                  <a:lnTo>
                    <a:pt x="5257800" y="3233153"/>
                  </a:lnTo>
                  <a:close/>
                </a:path>
                <a:path w="5257800" h="4838700">
                  <a:moveTo>
                    <a:pt x="5257800" y="3185579"/>
                  </a:moveTo>
                  <a:lnTo>
                    <a:pt x="5248275" y="3185579"/>
                  </a:lnTo>
                  <a:lnTo>
                    <a:pt x="5248275" y="3214154"/>
                  </a:lnTo>
                  <a:lnTo>
                    <a:pt x="5257800" y="3214154"/>
                  </a:lnTo>
                  <a:lnTo>
                    <a:pt x="5257800" y="3185579"/>
                  </a:lnTo>
                  <a:close/>
                </a:path>
                <a:path w="5257800" h="4838700">
                  <a:moveTo>
                    <a:pt x="5257800" y="3138005"/>
                  </a:moveTo>
                  <a:lnTo>
                    <a:pt x="5248275" y="3138005"/>
                  </a:lnTo>
                  <a:lnTo>
                    <a:pt x="5248275" y="3166580"/>
                  </a:lnTo>
                  <a:lnTo>
                    <a:pt x="5257800" y="3166580"/>
                  </a:lnTo>
                  <a:lnTo>
                    <a:pt x="5257800" y="3138005"/>
                  </a:lnTo>
                  <a:close/>
                </a:path>
                <a:path w="5257800" h="4838700">
                  <a:moveTo>
                    <a:pt x="5257800" y="3090418"/>
                  </a:moveTo>
                  <a:lnTo>
                    <a:pt x="5248275" y="3090418"/>
                  </a:lnTo>
                  <a:lnTo>
                    <a:pt x="5248275" y="3118993"/>
                  </a:lnTo>
                  <a:lnTo>
                    <a:pt x="5257800" y="3118993"/>
                  </a:lnTo>
                  <a:lnTo>
                    <a:pt x="5257800" y="3090418"/>
                  </a:lnTo>
                  <a:close/>
                </a:path>
                <a:path w="5257800" h="4838700">
                  <a:moveTo>
                    <a:pt x="5257800" y="3042843"/>
                  </a:moveTo>
                  <a:lnTo>
                    <a:pt x="5248275" y="3042843"/>
                  </a:lnTo>
                  <a:lnTo>
                    <a:pt x="5248275" y="3071418"/>
                  </a:lnTo>
                  <a:lnTo>
                    <a:pt x="5257800" y="3071418"/>
                  </a:lnTo>
                  <a:lnTo>
                    <a:pt x="5257800" y="3042843"/>
                  </a:lnTo>
                  <a:close/>
                </a:path>
                <a:path w="5257800" h="4838700">
                  <a:moveTo>
                    <a:pt x="5257800" y="2995257"/>
                  </a:moveTo>
                  <a:lnTo>
                    <a:pt x="5248275" y="2995257"/>
                  </a:lnTo>
                  <a:lnTo>
                    <a:pt x="5248275" y="3023832"/>
                  </a:lnTo>
                  <a:lnTo>
                    <a:pt x="5257800" y="3023832"/>
                  </a:lnTo>
                  <a:lnTo>
                    <a:pt x="5257800" y="2995257"/>
                  </a:lnTo>
                  <a:close/>
                </a:path>
                <a:path w="5257800" h="4838700">
                  <a:moveTo>
                    <a:pt x="5257800" y="2947682"/>
                  </a:moveTo>
                  <a:lnTo>
                    <a:pt x="5248275" y="2947682"/>
                  </a:lnTo>
                  <a:lnTo>
                    <a:pt x="5248275" y="2976257"/>
                  </a:lnTo>
                  <a:lnTo>
                    <a:pt x="5257800" y="2976257"/>
                  </a:lnTo>
                  <a:lnTo>
                    <a:pt x="5257800" y="2947682"/>
                  </a:lnTo>
                  <a:close/>
                </a:path>
                <a:path w="5257800" h="4838700">
                  <a:moveTo>
                    <a:pt x="5257800" y="2900095"/>
                  </a:moveTo>
                  <a:lnTo>
                    <a:pt x="5248275" y="2900095"/>
                  </a:lnTo>
                  <a:lnTo>
                    <a:pt x="5248275" y="2928670"/>
                  </a:lnTo>
                  <a:lnTo>
                    <a:pt x="5257800" y="2928670"/>
                  </a:lnTo>
                  <a:lnTo>
                    <a:pt x="5257800" y="2900095"/>
                  </a:lnTo>
                  <a:close/>
                </a:path>
                <a:path w="5257800" h="4838700">
                  <a:moveTo>
                    <a:pt x="5257800" y="2852521"/>
                  </a:moveTo>
                  <a:lnTo>
                    <a:pt x="5248275" y="2852521"/>
                  </a:lnTo>
                  <a:lnTo>
                    <a:pt x="5248275" y="2881096"/>
                  </a:lnTo>
                  <a:lnTo>
                    <a:pt x="5257800" y="2881096"/>
                  </a:lnTo>
                  <a:lnTo>
                    <a:pt x="5257800" y="2852521"/>
                  </a:lnTo>
                  <a:close/>
                </a:path>
                <a:path w="5257800" h="4838700">
                  <a:moveTo>
                    <a:pt x="5257800" y="2804947"/>
                  </a:moveTo>
                  <a:lnTo>
                    <a:pt x="5248275" y="2804947"/>
                  </a:lnTo>
                  <a:lnTo>
                    <a:pt x="5248275" y="2833522"/>
                  </a:lnTo>
                  <a:lnTo>
                    <a:pt x="5257800" y="2833522"/>
                  </a:lnTo>
                  <a:lnTo>
                    <a:pt x="5257800" y="2804947"/>
                  </a:lnTo>
                  <a:close/>
                </a:path>
                <a:path w="5257800" h="4838700">
                  <a:moveTo>
                    <a:pt x="5257800" y="2757360"/>
                  </a:moveTo>
                  <a:lnTo>
                    <a:pt x="5248275" y="2757360"/>
                  </a:lnTo>
                  <a:lnTo>
                    <a:pt x="5248275" y="2785935"/>
                  </a:lnTo>
                  <a:lnTo>
                    <a:pt x="5257800" y="2785935"/>
                  </a:lnTo>
                  <a:lnTo>
                    <a:pt x="5257800" y="2757360"/>
                  </a:lnTo>
                  <a:close/>
                </a:path>
                <a:path w="5257800" h="4838700">
                  <a:moveTo>
                    <a:pt x="5257800" y="2709786"/>
                  </a:moveTo>
                  <a:lnTo>
                    <a:pt x="5248275" y="2709786"/>
                  </a:lnTo>
                  <a:lnTo>
                    <a:pt x="5248275" y="2738361"/>
                  </a:lnTo>
                  <a:lnTo>
                    <a:pt x="5257800" y="2738361"/>
                  </a:lnTo>
                  <a:lnTo>
                    <a:pt x="5257800" y="2709786"/>
                  </a:lnTo>
                  <a:close/>
                </a:path>
                <a:path w="5257800" h="4838700">
                  <a:moveTo>
                    <a:pt x="5257800" y="2662199"/>
                  </a:moveTo>
                  <a:lnTo>
                    <a:pt x="5248275" y="2662199"/>
                  </a:lnTo>
                  <a:lnTo>
                    <a:pt x="5248275" y="2690774"/>
                  </a:lnTo>
                  <a:lnTo>
                    <a:pt x="5257800" y="2690774"/>
                  </a:lnTo>
                  <a:lnTo>
                    <a:pt x="5257800" y="2662199"/>
                  </a:lnTo>
                  <a:close/>
                </a:path>
                <a:path w="5257800" h="4838700">
                  <a:moveTo>
                    <a:pt x="5257800" y="2614625"/>
                  </a:moveTo>
                  <a:lnTo>
                    <a:pt x="5248275" y="2614625"/>
                  </a:lnTo>
                  <a:lnTo>
                    <a:pt x="5248275" y="2643200"/>
                  </a:lnTo>
                  <a:lnTo>
                    <a:pt x="5257800" y="2643200"/>
                  </a:lnTo>
                  <a:lnTo>
                    <a:pt x="5257800" y="2614625"/>
                  </a:lnTo>
                  <a:close/>
                </a:path>
                <a:path w="5257800" h="4838700">
                  <a:moveTo>
                    <a:pt x="5257800" y="2567038"/>
                  </a:moveTo>
                  <a:lnTo>
                    <a:pt x="5248275" y="2567038"/>
                  </a:lnTo>
                  <a:lnTo>
                    <a:pt x="5248275" y="2595613"/>
                  </a:lnTo>
                  <a:lnTo>
                    <a:pt x="5257800" y="2595613"/>
                  </a:lnTo>
                  <a:lnTo>
                    <a:pt x="5257800" y="2567038"/>
                  </a:lnTo>
                  <a:close/>
                </a:path>
                <a:path w="5257800" h="4838700">
                  <a:moveTo>
                    <a:pt x="5257800" y="2519464"/>
                  </a:moveTo>
                  <a:lnTo>
                    <a:pt x="5248275" y="2519464"/>
                  </a:lnTo>
                  <a:lnTo>
                    <a:pt x="5248275" y="2548039"/>
                  </a:lnTo>
                  <a:lnTo>
                    <a:pt x="5257800" y="2548039"/>
                  </a:lnTo>
                  <a:lnTo>
                    <a:pt x="5257800" y="2519464"/>
                  </a:lnTo>
                  <a:close/>
                </a:path>
                <a:path w="5257800" h="4838700">
                  <a:moveTo>
                    <a:pt x="5257800" y="2471890"/>
                  </a:moveTo>
                  <a:lnTo>
                    <a:pt x="5248275" y="2471890"/>
                  </a:lnTo>
                  <a:lnTo>
                    <a:pt x="5248275" y="2500465"/>
                  </a:lnTo>
                  <a:lnTo>
                    <a:pt x="5257800" y="2500465"/>
                  </a:lnTo>
                  <a:lnTo>
                    <a:pt x="5257800" y="2471890"/>
                  </a:lnTo>
                  <a:close/>
                </a:path>
                <a:path w="5257800" h="4838700">
                  <a:moveTo>
                    <a:pt x="5257800" y="2424303"/>
                  </a:moveTo>
                  <a:lnTo>
                    <a:pt x="5248275" y="2424303"/>
                  </a:lnTo>
                  <a:lnTo>
                    <a:pt x="5248275" y="2452878"/>
                  </a:lnTo>
                  <a:lnTo>
                    <a:pt x="5257800" y="2452878"/>
                  </a:lnTo>
                  <a:lnTo>
                    <a:pt x="5257800" y="2424303"/>
                  </a:lnTo>
                  <a:close/>
                </a:path>
                <a:path w="5257800" h="4838700">
                  <a:moveTo>
                    <a:pt x="5257800" y="2376728"/>
                  </a:moveTo>
                  <a:lnTo>
                    <a:pt x="5248275" y="2376728"/>
                  </a:lnTo>
                  <a:lnTo>
                    <a:pt x="5248275" y="2405303"/>
                  </a:lnTo>
                  <a:lnTo>
                    <a:pt x="5257800" y="2405303"/>
                  </a:lnTo>
                  <a:lnTo>
                    <a:pt x="5257800" y="2376728"/>
                  </a:lnTo>
                  <a:close/>
                </a:path>
                <a:path w="5257800" h="4838700">
                  <a:moveTo>
                    <a:pt x="5257800" y="2329142"/>
                  </a:moveTo>
                  <a:lnTo>
                    <a:pt x="5248275" y="2329142"/>
                  </a:lnTo>
                  <a:lnTo>
                    <a:pt x="5248275" y="2357717"/>
                  </a:lnTo>
                  <a:lnTo>
                    <a:pt x="5257800" y="2357717"/>
                  </a:lnTo>
                  <a:lnTo>
                    <a:pt x="5257800" y="2329142"/>
                  </a:lnTo>
                  <a:close/>
                </a:path>
                <a:path w="5257800" h="4838700">
                  <a:moveTo>
                    <a:pt x="5257800" y="2281567"/>
                  </a:moveTo>
                  <a:lnTo>
                    <a:pt x="5248275" y="2281567"/>
                  </a:lnTo>
                  <a:lnTo>
                    <a:pt x="5248275" y="2310142"/>
                  </a:lnTo>
                  <a:lnTo>
                    <a:pt x="5257800" y="2310142"/>
                  </a:lnTo>
                  <a:lnTo>
                    <a:pt x="5257800" y="2281567"/>
                  </a:lnTo>
                  <a:close/>
                </a:path>
                <a:path w="5257800" h="4838700">
                  <a:moveTo>
                    <a:pt x="5257800" y="2233980"/>
                  </a:moveTo>
                  <a:lnTo>
                    <a:pt x="5248275" y="2233980"/>
                  </a:lnTo>
                  <a:lnTo>
                    <a:pt x="5248275" y="2262555"/>
                  </a:lnTo>
                  <a:lnTo>
                    <a:pt x="5257800" y="2262555"/>
                  </a:lnTo>
                  <a:lnTo>
                    <a:pt x="5257800" y="2233980"/>
                  </a:lnTo>
                  <a:close/>
                </a:path>
                <a:path w="5257800" h="4838700">
                  <a:moveTo>
                    <a:pt x="5257800" y="2186406"/>
                  </a:moveTo>
                  <a:lnTo>
                    <a:pt x="5248275" y="2186406"/>
                  </a:lnTo>
                  <a:lnTo>
                    <a:pt x="5248275" y="2214981"/>
                  </a:lnTo>
                  <a:lnTo>
                    <a:pt x="5257800" y="2214981"/>
                  </a:lnTo>
                  <a:lnTo>
                    <a:pt x="5257800" y="2186406"/>
                  </a:lnTo>
                  <a:close/>
                </a:path>
                <a:path w="5257800" h="4838700">
                  <a:moveTo>
                    <a:pt x="5257800" y="2138832"/>
                  </a:moveTo>
                  <a:lnTo>
                    <a:pt x="5248275" y="2138832"/>
                  </a:lnTo>
                  <a:lnTo>
                    <a:pt x="5248275" y="2167407"/>
                  </a:lnTo>
                  <a:lnTo>
                    <a:pt x="5257800" y="2167407"/>
                  </a:lnTo>
                  <a:lnTo>
                    <a:pt x="5257800" y="2138832"/>
                  </a:lnTo>
                  <a:close/>
                </a:path>
                <a:path w="5257800" h="4838700">
                  <a:moveTo>
                    <a:pt x="5257800" y="2091245"/>
                  </a:moveTo>
                  <a:lnTo>
                    <a:pt x="5248275" y="2091245"/>
                  </a:lnTo>
                  <a:lnTo>
                    <a:pt x="5248275" y="2119820"/>
                  </a:lnTo>
                  <a:lnTo>
                    <a:pt x="5257800" y="2119820"/>
                  </a:lnTo>
                  <a:lnTo>
                    <a:pt x="5257800" y="2091245"/>
                  </a:lnTo>
                  <a:close/>
                </a:path>
                <a:path w="5257800" h="4838700">
                  <a:moveTo>
                    <a:pt x="5257800" y="2043671"/>
                  </a:moveTo>
                  <a:lnTo>
                    <a:pt x="5248275" y="2043671"/>
                  </a:lnTo>
                  <a:lnTo>
                    <a:pt x="5248275" y="2072246"/>
                  </a:lnTo>
                  <a:lnTo>
                    <a:pt x="5257800" y="2072246"/>
                  </a:lnTo>
                  <a:lnTo>
                    <a:pt x="5257800" y="2043671"/>
                  </a:lnTo>
                  <a:close/>
                </a:path>
                <a:path w="5257800" h="4838700">
                  <a:moveTo>
                    <a:pt x="5257800" y="1996084"/>
                  </a:moveTo>
                  <a:lnTo>
                    <a:pt x="5248275" y="1996084"/>
                  </a:lnTo>
                  <a:lnTo>
                    <a:pt x="5248275" y="2024659"/>
                  </a:lnTo>
                  <a:lnTo>
                    <a:pt x="5257800" y="2024659"/>
                  </a:lnTo>
                  <a:lnTo>
                    <a:pt x="5257800" y="1996084"/>
                  </a:lnTo>
                  <a:close/>
                </a:path>
                <a:path w="5257800" h="4838700">
                  <a:moveTo>
                    <a:pt x="5257800" y="1948510"/>
                  </a:moveTo>
                  <a:lnTo>
                    <a:pt x="5248275" y="1948510"/>
                  </a:lnTo>
                  <a:lnTo>
                    <a:pt x="5248275" y="1977085"/>
                  </a:lnTo>
                  <a:lnTo>
                    <a:pt x="5257800" y="1977085"/>
                  </a:lnTo>
                  <a:lnTo>
                    <a:pt x="5257800" y="1948510"/>
                  </a:lnTo>
                  <a:close/>
                </a:path>
                <a:path w="5257800" h="4838700">
                  <a:moveTo>
                    <a:pt x="5257800" y="1900923"/>
                  </a:moveTo>
                  <a:lnTo>
                    <a:pt x="5248275" y="1900923"/>
                  </a:lnTo>
                  <a:lnTo>
                    <a:pt x="5248275" y="1929498"/>
                  </a:lnTo>
                  <a:lnTo>
                    <a:pt x="5257800" y="1929498"/>
                  </a:lnTo>
                  <a:lnTo>
                    <a:pt x="5257800" y="1900923"/>
                  </a:lnTo>
                  <a:close/>
                </a:path>
                <a:path w="5257800" h="4838700">
                  <a:moveTo>
                    <a:pt x="5257800" y="1853349"/>
                  </a:moveTo>
                  <a:lnTo>
                    <a:pt x="5248275" y="1853349"/>
                  </a:lnTo>
                  <a:lnTo>
                    <a:pt x="5248275" y="1881924"/>
                  </a:lnTo>
                  <a:lnTo>
                    <a:pt x="5257800" y="1881924"/>
                  </a:lnTo>
                  <a:lnTo>
                    <a:pt x="5257800" y="1853349"/>
                  </a:lnTo>
                  <a:close/>
                </a:path>
                <a:path w="5257800" h="4838700">
                  <a:moveTo>
                    <a:pt x="5257800" y="1805774"/>
                  </a:moveTo>
                  <a:lnTo>
                    <a:pt x="5248275" y="1805774"/>
                  </a:lnTo>
                  <a:lnTo>
                    <a:pt x="5248275" y="1834349"/>
                  </a:lnTo>
                  <a:lnTo>
                    <a:pt x="5257800" y="1834349"/>
                  </a:lnTo>
                  <a:lnTo>
                    <a:pt x="5257800" y="1805774"/>
                  </a:lnTo>
                  <a:close/>
                </a:path>
                <a:path w="5257800" h="4838700">
                  <a:moveTo>
                    <a:pt x="5257800" y="1758188"/>
                  </a:moveTo>
                  <a:lnTo>
                    <a:pt x="5248275" y="1758188"/>
                  </a:lnTo>
                  <a:lnTo>
                    <a:pt x="5248275" y="1786763"/>
                  </a:lnTo>
                  <a:lnTo>
                    <a:pt x="5257800" y="1786763"/>
                  </a:lnTo>
                  <a:lnTo>
                    <a:pt x="5257800" y="1758188"/>
                  </a:lnTo>
                  <a:close/>
                </a:path>
                <a:path w="5257800" h="4838700">
                  <a:moveTo>
                    <a:pt x="5257800" y="1710613"/>
                  </a:moveTo>
                  <a:lnTo>
                    <a:pt x="5248275" y="1710613"/>
                  </a:lnTo>
                  <a:lnTo>
                    <a:pt x="5248275" y="1739188"/>
                  </a:lnTo>
                  <a:lnTo>
                    <a:pt x="5257800" y="1739188"/>
                  </a:lnTo>
                  <a:lnTo>
                    <a:pt x="5257800" y="1710613"/>
                  </a:lnTo>
                  <a:close/>
                </a:path>
                <a:path w="5257800" h="4838700">
                  <a:moveTo>
                    <a:pt x="5257800" y="1663026"/>
                  </a:moveTo>
                  <a:lnTo>
                    <a:pt x="5248275" y="1663026"/>
                  </a:lnTo>
                  <a:lnTo>
                    <a:pt x="5248275" y="1691601"/>
                  </a:lnTo>
                  <a:lnTo>
                    <a:pt x="5257800" y="1691601"/>
                  </a:lnTo>
                  <a:lnTo>
                    <a:pt x="5257800" y="1663026"/>
                  </a:lnTo>
                  <a:close/>
                </a:path>
                <a:path w="5257800" h="4838700">
                  <a:moveTo>
                    <a:pt x="5257800" y="1615452"/>
                  </a:moveTo>
                  <a:lnTo>
                    <a:pt x="5248275" y="1615452"/>
                  </a:lnTo>
                  <a:lnTo>
                    <a:pt x="5248275" y="1644027"/>
                  </a:lnTo>
                  <a:lnTo>
                    <a:pt x="5257800" y="1644027"/>
                  </a:lnTo>
                  <a:lnTo>
                    <a:pt x="5257800" y="1615452"/>
                  </a:lnTo>
                  <a:close/>
                </a:path>
                <a:path w="5257800" h="4838700">
                  <a:moveTo>
                    <a:pt x="5257800" y="1567865"/>
                  </a:moveTo>
                  <a:lnTo>
                    <a:pt x="5248275" y="1567865"/>
                  </a:lnTo>
                  <a:lnTo>
                    <a:pt x="5248275" y="1596440"/>
                  </a:lnTo>
                  <a:lnTo>
                    <a:pt x="5257800" y="1596440"/>
                  </a:lnTo>
                  <a:lnTo>
                    <a:pt x="5257800" y="1567865"/>
                  </a:lnTo>
                  <a:close/>
                </a:path>
                <a:path w="5257800" h="4838700">
                  <a:moveTo>
                    <a:pt x="5257800" y="1520291"/>
                  </a:moveTo>
                  <a:lnTo>
                    <a:pt x="5248275" y="1520291"/>
                  </a:lnTo>
                  <a:lnTo>
                    <a:pt x="5248275" y="1548866"/>
                  </a:lnTo>
                  <a:lnTo>
                    <a:pt x="5257800" y="1548866"/>
                  </a:lnTo>
                  <a:lnTo>
                    <a:pt x="5257800" y="1520291"/>
                  </a:lnTo>
                  <a:close/>
                </a:path>
                <a:path w="5257800" h="4838700">
                  <a:moveTo>
                    <a:pt x="5257800" y="1472717"/>
                  </a:moveTo>
                  <a:lnTo>
                    <a:pt x="5248275" y="1472717"/>
                  </a:lnTo>
                  <a:lnTo>
                    <a:pt x="5248275" y="1501292"/>
                  </a:lnTo>
                  <a:lnTo>
                    <a:pt x="5257800" y="1501292"/>
                  </a:lnTo>
                  <a:lnTo>
                    <a:pt x="5257800" y="1472717"/>
                  </a:lnTo>
                  <a:close/>
                </a:path>
                <a:path w="5257800" h="4838700">
                  <a:moveTo>
                    <a:pt x="5257800" y="1425130"/>
                  </a:moveTo>
                  <a:lnTo>
                    <a:pt x="5248275" y="1425130"/>
                  </a:lnTo>
                  <a:lnTo>
                    <a:pt x="5248275" y="1453705"/>
                  </a:lnTo>
                  <a:lnTo>
                    <a:pt x="5257800" y="1453705"/>
                  </a:lnTo>
                  <a:lnTo>
                    <a:pt x="5257800" y="1425130"/>
                  </a:lnTo>
                  <a:close/>
                </a:path>
                <a:path w="5257800" h="4838700">
                  <a:moveTo>
                    <a:pt x="5257800" y="1377556"/>
                  </a:moveTo>
                  <a:lnTo>
                    <a:pt x="5248275" y="1377556"/>
                  </a:lnTo>
                  <a:lnTo>
                    <a:pt x="5248275" y="1406131"/>
                  </a:lnTo>
                  <a:lnTo>
                    <a:pt x="5257800" y="1406131"/>
                  </a:lnTo>
                  <a:lnTo>
                    <a:pt x="5257800" y="1377556"/>
                  </a:lnTo>
                  <a:close/>
                </a:path>
                <a:path w="5257800" h="4838700">
                  <a:moveTo>
                    <a:pt x="5257800" y="1329969"/>
                  </a:moveTo>
                  <a:lnTo>
                    <a:pt x="5248275" y="1329969"/>
                  </a:lnTo>
                  <a:lnTo>
                    <a:pt x="5248275" y="1358544"/>
                  </a:lnTo>
                  <a:lnTo>
                    <a:pt x="5257800" y="1358544"/>
                  </a:lnTo>
                  <a:lnTo>
                    <a:pt x="5257800" y="1329969"/>
                  </a:lnTo>
                  <a:close/>
                </a:path>
                <a:path w="5257800" h="4838700">
                  <a:moveTo>
                    <a:pt x="5257800" y="1282395"/>
                  </a:moveTo>
                  <a:lnTo>
                    <a:pt x="5248275" y="1282395"/>
                  </a:lnTo>
                  <a:lnTo>
                    <a:pt x="5248275" y="1310970"/>
                  </a:lnTo>
                  <a:lnTo>
                    <a:pt x="5257800" y="1310970"/>
                  </a:lnTo>
                  <a:lnTo>
                    <a:pt x="5257800" y="1282395"/>
                  </a:lnTo>
                  <a:close/>
                </a:path>
                <a:path w="5257800" h="4838700">
                  <a:moveTo>
                    <a:pt x="5257800" y="1234808"/>
                  </a:moveTo>
                  <a:lnTo>
                    <a:pt x="5248275" y="1234808"/>
                  </a:lnTo>
                  <a:lnTo>
                    <a:pt x="5248275" y="1263383"/>
                  </a:lnTo>
                  <a:lnTo>
                    <a:pt x="5257800" y="1263383"/>
                  </a:lnTo>
                  <a:lnTo>
                    <a:pt x="5257800" y="1234808"/>
                  </a:lnTo>
                  <a:close/>
                </a:path>
                <a:path w="5257800" h="4838700">
                  <a:moveTo>
                    <a:pt x="5257800" y="1187234"/>
                  </a:moveTo>
                  <a:lnTo>
                    <a:pt x="5248275" y="1187234"/>
                  </a:lnTo>
                  <a:lnTo>
                    <a:pt x="5248275" y="1215809"/>
                  </a:lnTo>
                  <a:lnTo>
                    <a:pt x="5257800" y="1215809"/>
                  </a:lnTo>
                  <a:lnTo>
                    <a:pt x="5257800" y="1187234"/>
                  </a:lnTo>
                  <a:close/>
                </a:path>
                <a:path w="5257800" h="4838700">
                  <a:moveTo>
                    <a:pt x="5257800" y="1139647"/>
                  </a:moveTo>
                  <a:lnTo>
                    <a:pt x="5248275" y="1139647"/>
                  </a:lnTo>
                  <a:lnTo>
                    <a:pt x="5248275" y="1168222"/>
                  </a:lnTo>
                  <a:lnTo>
                    <a:pt x="5257800" y="1168222"/>
                  </a:lnTo>
                  <a:lnTo>
                    <a:pt x="5257800" y="1139647"/>
                  </a:lnTo>
                  <a:close/>
                </a:path>
                <a:path w="5257800" h="4838700">
                  <a:moveTo>
                    <a:pt x="5257800" y="1092073"/>
                  </a:moveTo>
                  <a:lnTo>
                    <a:pt x="5248275" y="1092073"/>
                  </a:lnTo>
                  <a:lnTo>
                    <a:pt x="5248275" y="1120648"/>
                  </a:lnTo>
                  <a:lnTo>
                    <a:pt x="5257800" y="1120648"/>
                  </a:lnTo>
                  <a:lnTo>
                    <a:pt x="5257800" y="1092073"/>
                  </a:lnTo>
                  <a:close/>
                </a:path>
                <a:path w="5257800" h="4838700">
                  <a:moveTo>
                    <a:pt x="5257800" y="1044498"/>
                  </a:moveTo>
                  <a:lnTo>
                    <a:pt x="5248275" y="1044498"/>
                  </a:lnTo>
                  <a:lnTo>
                    <a:pt x="5248275" y="1073073"/>
                  </a:lnTo>
                  <a:lnTo>
                    <a:pt x="5257800" y="1073073"/>
                  </a:lnTo>
                  <a:lnTo>
                    <a:pt x="5257800" y="1044498"/>
                  </a:lnTo>
                  <a:close/>
                </a:path>
                <a:path w="5257800" h="4838700">
                  <a:moveTo>
                    <a:pt x="5257800" y="996911"/>
                  </a:moveTo>
                  <a:lnTo>
                    <a:pt x="5248275" y="996911"/>
                  </a:lnTo>
                  <a:lnTo>
                    <a:pt x="5248275" y="1025486"/>
                  </a:lnTo>
                  <a:lnTo>
                    <a:pt x="5257800" y="1025486"/>
                  </a:lnTo>
                  <a:lnTo>
                    <a:pt x="5257800" y="996911"/>
                  </a:lnTo>
                  <a:close/>
                </a:path>
                <a:path w="5257800" h="4838700">
                  <a:moveTo>
                    <a:pt x="5257800" y="949337"/>
                  </a:moveTo>
                  <a:lnTo>
                    <a:pt x="5248275" y="949337"/>
                  </a:lnTo>
                  <a:lnTo>
                    <a:pt x="5248275" y="977912"/>
                  </a:lnTo>
                  <a:lnTo>
                    <a:pt x="5257800" y="977912"/>
                  </a:lnTo>
                  <a:lnTo>
                    <a:pt x="5257800" y="949337"/>
                  </a:lnTo>
                  <a:close/>
                </a:path>
                <a:path w="5257800" h="4838700">
                  <a:moveTo>
                    <a:pt x="5257800" y="901750"/>
                  </a:moveTo>
                  <a:lnTo>
                    <a:pt x="5248275" y="901750"/>
                  </a:lnTo>
                  <a:lnTo>
                    <a:pt x="5248275" y="930325"/>
                  </a:lnTo>
                  <a:lnTo>
                    <a:pt x="5257800" y="930325"/>
                  </a:lnTo>
                  <a:lnTo>
                    <a:pt x="5257800" y="901750"/>
                  </a:lnTo>
                  <a:close/>
                </a:path>
                <a:path w="5257800" h="4838700">
                  <a:moveTo>
                    <a:pt x="5257800" y="854176"/>
                  </a:moveTo>
                  <a:lnTo>
                    <a:pt x="5248275" y="854176"/>
                  </a:lnTo>
                  <a:lnTo>
                    <a:pt x="5248275" y="882751"/>
                  </a:lnTo>
                  <a:lnTo>
                    <a:pt x="5257800" y="882751"/>
                  </a:lnTo>
                  <a:lnTo>
                    <a:pt x="5257800" y="854176"/>
                  </a:lnTo>
                  <a:close/>
                </a:path>
                <a:path w="5257800" h="4838700">
                  <a:moveTo>
                    <a:pt x="5257800" y="806602"/>
                  </a:moveTo>
                  <a:lnTo>
                    <a:pt x="5248275" y="806602"/>
                  </a:lnTo>
                  <a:lnTo>
                    <a:pt x="5248275" y="835177"/>
                  </a:lnTo>
                  <a:lnTo>
                    <a:pt x="5257800" y="835177"/>
                  </a:lnTo>
                  <a:lnTo>
                    <a:pt x="5257800" y="806602"/>
                  </a:lnTo>
                  <a:close/>
                </a:path>
                <a:path w="5257800" h="4838700">
                  <a:moveTo>
                    <a:pt x="5257800" y="759015"/>
                  </a:moveTo>
                  <a:lnTo>
                    <a:pt x="5248275" y="759015"/>
                  </a:lnTo>
                  <a:lnTo>
                    <a:pt x="5248275" y="787590"/>
                  </a:lnTo>
                  <a:lnTo>
                    <a:pt x="5257800" y="787590"/>
                  </a:lnTo>
                  <a:lnTo>
                    <a:pt x="5257800" y="759015"/>
                  </a:lnTo>
                  <a:close/>
                </a:path>
                <a:path w="5257800" h="4838700">
                  <a:moveTo>
                    <a:pt x="5257800" y="711441"/>
                  </a:moveTo>
                  <a:lnTo>
                    <a:pt x="5248275" y="711441"/>
                  </a:lnTo>
                  <a:lnTo>
                    <a:pt x="5248275" y="740016"/>
                  </a:lnTo>
                  <a:lnTo>
                    <a:pt x="5257800" y="740016"/>
                  </a:lnTo>
                  <a:lnTo>
                    <a:pt x="5257800" y="711441"/>
                  </a:lnTo>
                  <a:close/>
                </a:path>
                <a:path w="5257800" h="4838700">
                  <a:moveTo>
                    <a:pt x="5257800" y="663854"/>
                  </a:moveTo>
                  <a:lnTo>
                    <a:pt x="5248275" y="663854"/>
                  </a:lnTo>
                  <a:lnTo>
                    <a:pt x="5248275" y="692429"/>
                  </a:lnTo>
                  <a:lnTo>
                    <a:pt x="5257800" y="692429"/>
                  </a:lnTo>
                  <a:lnTo>
                    <a:pt x="5257800" y="663854"/>
                  </a:lnTo>
                  <a:close/>
                </a:path>
                <a:path w="5257800" h="4838700">
                  <a:moveTo>
                    <a:pt x="5257800" y="616280"/>
                  </a:moveTo>
                  <a:lnTo>
                    <a:pt x="5248275" y="616280"/>
                  </a:lnTo>
                  <a:lnTo>
                    <a:pt x="5248275" y="644855"/>
                  </a:lnTo>
                  <a:lnTo>
                    <a:pt x="5257800" y="644855"/>
                  </a:lnTo>
                  <a:lnTo>
                    <a:pt x="5257800" y="616280"/>
                  </a:lnTo>
                  <a:close/>
                </a:path>
                <a:path w="5257800" h="4838700">
                  <a:moveTo>
                    <a:pt x="5257800" y="568693"/>
                  </a:moveTo>
                  <a:lnTo>
                    <a:pt x="5248275" y="568693"/>
                  </a:lnTo>
                  <a:lnTo>
                    <a:pt x="5248275" y="597268"/>
                  </a:lnTo>
                  <a:lnTo>
                    <a:pt x="5257800" y="597268"/>
                  </a:lnTo>
                  <a:lnTo>
                    <a:pt x="5257800" y="568693"/>
                  </a:lnTo>
                  <a:close/>
                </a:path>
                <a:path w="5257800" h="4838700">
                  <a:moveTo>
                    <a:pt x="5257800" y="521119"/>
                  </a:moveTo>
                  <a:lnTo>
                    <a:pt x="5248275" y="521119"/>
                  </a:lnTo>
                  <a:lnTo>
                    <a:pt x="5248275" y="549694"/>
                  </a:lnTo>
                  <a:lnTo>
                    <a:pt x="5257800" y="549694"/>
                  </a:lnTo>
                  <a:lnTo>
                    <a:pt x="5257800" y="521119"/>
                  </a:lnTo>
                  <a:close/>
                </a:path>
                <a:path w="5257800" h="4838700">
                  <a:moveTo>
                    <a:pt x="5257800" y="473544"/>
                  </a:moveTo>
                  <a:lnTo>
                    <a:pt x="5248275" y="473544"/>
                  </a:lnTo>
                  <a:lnTo>
                    <a:pt x="5248275" y="502119"/>
                  </a:lnTo>
                  <a:lnTo>
                    <a:pt x="5257800" y="502119"/>
                  </a:lnTo>
                  <a:lnTo>
                    <a:pt x="5257800" y="473544"/>
                  </a:lnTo>
                  <a:close/>
                </a:path>
                <a:path w="5257800" h="4838700">
                  <a:moveTo>
                    <a:pt x="5257800" y="425958"/>
                  </a:moveTo>
                  <a:lnTo>
                    <a:pt x="5248275" y="425958"/>
                  </a:lnTo>
                  <a:lnTo>
                    <a:pt x="5248275" y="454533"/>
                  </a:lnTo>
                  <a:lnTo>
                    <a:pt x="5257800" y="454533"/>
                  </a:lnTo>
                  <a:lnTo>
                    <a:pt x="5257800" y="425958"/>
                  </a:lnTo>
                  <a:close/>
                </a:path>
                <a:path w="5257800" h="4838700">
                  <a:moveTo>
                    <a:pt x="5257800" y="378383"/>
                  </a:moveTo>
                  <a:lnTo>
                    <a:pt x="5248275" y="378383"/>
                  </a:lnTo>
                  <a:lnTo>
                    <a:pt x="5248275" y="406958"/>
                  </a:lnTo>
                  <a:lnTo>
                    <a:pt x="5257800" y="406958"/>
                  </a:lnTo>
                  <a:lnTo>
                    <a:pt x="5257800" y="378383"/>
                  </a:lnTo>
                  <a:close/>
                </a:path>
                <a:path w="5257800" h="4838700">
                  <a:moveTo>
                    <a:pt x="5257800" y="330796"/>
                  </a:moveTo>
                  <a:lnTo>
                    <a:pt x="5248275" y="330796"/>
                  </a:lnTo>
                  <a:lnTo>
                    <a:pt x="5248275" y="359371"/>
                  </a:lnTo>
                  <a:lnTo>
                    <a:pt x="5257800" y="359371"/>
                  </a:lnTo>
                  <a:lnTo>
                    <a:pt x="5257800" y="330796"/>
                  </a:lnTo>
                  <a:close/>
                </a:path>
                <a:path w="5257800" h="4838700">
                  <a:moveTo>
                    <a:pt x="5257800" y="283222"/>
                  </a:moveTo>
                  <a:lnTo>
                    <a:pt x="5248275" y="283222"/>
                  </a:lnTo>
                  <a:lnTo>
                    <a:pt x="5248275" y="311797"/>
                  </a:lnTo>
                  <a:lnTo>
                    <a:pt x="5257800" y="311797"/>
                  </a:lnTo>
                  <a:lnTo>
                    <a:pt x="5257800" y="283222"/>
                  </a:lnTo>
                  <a:close/>
                </a:path>
                <a:path w="5257800" h="4838700">
                  <a:moveTo>
                    <a:pt x="5257800" y="235635"/>
                  </a:moveTo>
                  <a:lnTo>
                    <a:pt x="5248275" y="235635"/>
                  </a:lnTo>
                  <a:lnTo>
                    <a:pt x="5248275" y="264210"/>
                  </a:lnTo>
                  <a:lnTo>
                    <a:pt x="5257800" y="264210"/>
                  </a:lnTo>
                  <a:lnTo>
                    <a:pt x="5257800" y="235635"/>
                  </a:lnTo>
                  <a:close/>
                </a:path>
                <a:path w="5257800" h="4838700">
                  <a:moveTo>
                    <a:pt x="5257800" y="188061"/>
                  </a:moveTo>
                  <a:lnTo>
                    <a:pt x="5248275" y="188061"/>
                  </a:lnTo>
                  <a:lnTo>
                    <a:pt x="5248275" y="216636"/>
                  </a:lnTo>
                  <a:lnTo>
                    <a:pt x="5257800" y="216636"/>
                  </a:lnTo>
                  <a:lnTo>
                    <a:pt x="5257800" y="188061"/>
                  </a:lnTo>
                  <a:close/>
                </a:path>
                <a:path w="5257800" h="4838700">
                  <a:moveTo>
                    <a:pt x="5257800" y="140487"/>
                  </a:moveTo>
                  <a:lnTo>
                    <a:pt x="5248275" y="140487"/>
                  </a:lnTo>
                  <a:lnTo>
                    <a:pt x="5248275" y="169062"/>
                  </a:lnTo>
                  <a:lnTo>
                    <a:pt x="5257800" y="169062"/>
                  </a:lnTo>
                  <a:lnTo>
                    <a:pt x="5257800" y="140487"/>
                  </a:lnTo>
                  <a:close/>
                </a:path>
                <a:path w="5257800" h="4838700">
                  <a:moveTo>
                    <a:pt x="5257800" y="114300"/>
                  </a:moveTo>
                  <a:lnTo>
                    <a:pt x="5257266" y="103047"/>
                  </a:lnTo>
                  <a:lnTo>
                    <a:pt x="5255857" y="93522"/>
                  </a:lnTo>
                  <a:lnTo>
                    <a:pt x="5246497" y="95262"/>
                  </a:lnTo>
                  <a:lnTo>
                    <a:pt x="5247779" y="103987"/>
                  </a:lnTo>
                  <a:lnTo>
                    <a:pt x="5248275" y="114300"/>
                  </a:lnTo>
                  <a:lnTo>
                    <a:pt x="5248275" y="121475"/>
                  </a:lnTo>
                  <a:lnTo>
                    <a:pt x="5257800" y="121475"/>
                  </a:lnTo>
                  <a:lnTo>
                    <a:pt x="5257800" y="11430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17122" y="1904999"/>
              <a:ext cx="120650" cy="174625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8225085" y="1846460"/>
            <a:ext cx="214185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00" dirty="0">
                <a:solidFill>
                  <a:srgbClr val="334054"/>
                </a:solidFill>
                <a:latin typeface="Arial"/>
                <a:cs typeface="Arial"/>
              </a:rPr>
              <a:t>Analogie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75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30" dirty="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Classement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775704" y="2231136"/>
            <a:ext cx="4813300" cy="1536700"/>
            <a:chOff x="6775704" y="2231136"/>
            <a:chExt cx="4813300" cy="1536700"/>
          </a:xfrm>
        </p:grpSpPr>
        <p:sp>
          <p:nvSpPr>
            <p:cNvPr id="41" name="object 41"/>
            <p:cNvSpPr/>
            <p:nvPr/>
          </p:nvSpPr>
          <p:spPr>
            <a:xfrm>
              <a:off x="6775704" y="2231136"/>
              <a:ext cx="4813300" cy="1536700"/>
            </a:xfrm>
            <a:custGeom>
              <a:avLst/>
              <a:gdLst/>
              <a:ahLst/>
              <a:cxnLst/>
              <a:rect l="l" t="t" r="r" b="b"/>
              <a:pathLst>
                <a:path w="4813300" h="1536700">
                  <a:moveTo>
                    <a:pt x="4812792" y="1536192"/>
                  </a:moveTo>
                  <a:lnTo>
                    <a:pt x="0" y="1536192"/>
                  </a:lnTo>
                  <a:lnTo>
                    <a:pt x="0" y="0"/>
                  </a:lnTo>
                  <a:lnTo>
                    <a:pt x="4812792" y="0"/>
                  </a:lnTo>
                  <a:lnTo>
                    <a:pt x="4812792" y="45338"/>
                  </a:lnTo>
                  <a:lnTo>
                    <a:pt x="148970" y="45338"/>
                  </a:lnTo>
                  <a:lnTo>
                    <a:pt x="142401" y="45655"/>
                  </a:lnTo>
                  <a:lnTo>
                    <a:pt x="106692" y="60447"/>
                  </a:lnTo>
                  <a:lnTo>
                    <a:pt x="85149" y="92687"/>
                  </a:lnTo>
                  <a:lnTo>
                    <a:pt x="82295" y="112013"/>
                  </a:lnTo>
                  <a:lnTo>
                    <a:pt x="82295" y="1350263"/>
                  </a:lnTo>
                  <a:lnTo>
                    <a:pt x="93520" y="1387312"/>
                  </a:lnTo>
                  <a:lnTo>
                    <a:pt x="123453" y="1411862"/>
                  </a:lnTo>
                  <a:lnTo>
                    <a:pt x="148970" y="1416938"/>
                  </a:lnTo>
                  <a:lnTo>
                    <a:pt x="4812792" y="1416938"/>
                  </a:lnTo>
                  <a:lnTo>
                    <a:pt x="4812792" y="1536192"/>
                  </a:lnTo>
                  <a:close/>
                </a:path>
                <a:path w="4813300" h="1536700">
                  <a:moveTo>
                    <a:pt x="4812792" y="1416938"/>
                  </a:moveTo>
                  <a:lnTo>
                    <a:pt x="4663820" y="1416938"/>
                  </a:lnTo>
                  <a:lnTo>
                    <a:pt x="4670388" y="1416621"/>
                  </a:lnTo>
                  <a:lnTo>
                    <a:pt x="4676829" y="1415669"/>
                  </a:lnTo>
                  <a:lnTo>
                    <a:pt x="4710966" y="1397409"/>
                  </a:lnTo>
                  <a:lnTo>
                    <a:pt x="4729225" y="1363273"/>
                  </a:lnTo>
                  <a:lnTo>
                    <a:pt x="4730495" y="1350263"/>
                  </a:lnTo>
                  <a:lnTo>
                    <a:pt x="4730495" y="112013"/>
                  </a:lnTo>
                  <a:lnTo>
                    <a:pt x="4719268" y="74963"/>
                  </a:lnTo>
                  <a:lnTo>
                    <a:pt x="4689334" y="50413"/>
                  </a:lnTo>
                  <a:lnTo>
                    <a:pt x="4663820" y="45338"/>
                  </a:lnTo>
                  <a:lnTo>
                    <a:pt x="4812792" y="45338"/>
                  </a:lnTo>
                  <a:lnTo>
                    <a:pt x="4812792" y="141693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853236" y="2271712"/>
              <a:ext cx="4657725" cy="1381125"/>
            </a:xfrm>
            <a:custGeom>
              <a:avLst/>
              <a:gdLst/>
              <a:ahLst/>
              <a:cxnLst/>
              <a:rect l="l" t="t" r="r" b="b"/>
              <a:pathLst>
                <a:path w="4657725" h="1381125">
                  <a:moveTo>
                    <a:pt x="4590978" y="1381124"/>
                  </a:moveTo>
                  <a:lnTo>
                    <a:pt x="66747" y="1381124"/>
                  </a:lnTo>
                  <a:lnTo>
                    <a:pt x="62100" y="1380667"/>
                  </a:lnTo>
                  <a:lnTo>
                    <a:pt x="24240" y="1363517"/>
                  </a:lnTo>
                  <a:lnTo>
                    <a:pt x="2287" y="1328224"/>
                  </a:lnTo>
                  <a:lnTo>
                    <a:pt x="0" y="1314377"/>
                  </a:lnTo>
                  <a:lnTo>
                    <a:pt x="0" y="13096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4590978" y="0"/>
                  </a:lnTo>
                  <a:lnTo>
                    <a:pt x="4629875" y="14645"/>
                  </a:lnTo>
                  <a:lnTo>
                    <a:pt x="4654081" y="48432"/>
                  </a:lnTo>
                  <a:lnTo>
                    <a:pt x="4657724" y="66746"/>
                  </a:lnTo>
                  <a:lnTo>
                    <a:pt x="4657724" y="1314377"/>
                  </a:lnTo>
                  <a:lnTo>
                    <a:pt x="4643078" y="1353275"/>
                  </a:lnTo>
                  <a:lnTo>
                    <a:pt x="4609290" y="1377481"/>
                  </a:lnTo>
                  <a:lnTo>
                    <a:pt x="4595623" y="1380667"/>
                  </a:lnTo>
                  <a:lnTo>
                    <a:pt x="4590978" y="1381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53236" y="2271712"/>
              <a:ext cx="4657725" cy="1381125"/>
            </a:xfrm>
            <a:custGeom>
              <a:avLst/>
              <a:gdLst/>
              <a:ahLst/>
              <a:cxnLst/>
              <a:rect l="l" t="t" r="r" b="b"/>
              <a:pathLst>
                <a:path w="4657725" h="1381125">
                  <a:moveTo>
                    <a:pt x="0" y="13096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2" y="35648"/>
                  </a:lnTo>
                  <a:lnTo>
                    <a:pt x="12038" y="31748"/>
                  </a:lnTo>
                  <a:lnTo>
                    <a:pt x="14645" y="27848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8" y="9433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0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586287" y="0"/>
                  </a:lnTo>
                  <a:lnTo>
                    <a:pt x="4590978" y="0"/>
                  </a:lnTo>
                  <a:lnTo>
                    <a:pt x="4595623" y="457"/>
                  </a:lnTo>
                  <a:lnTo>
                    <a:pt x="4600224" y="1372"/>
                  </a:lnTo>
                  <a:lnTo>
                    <a:pt x="4604824" y="2287"/>
                  </a:lnTo>
                  <a:lnTo>
                    <a:pt x="4636800" y="20923"/>
                  </a:lnTo>
                  <a:lnTo>
                    <a:pt x="4640118" y="24240"/>
                  </a:lnTo>
                  <a:lnTo>
                    <a:pt x="4643078" y="27848"/>
                  </a:lnTo>
                  <a:lnTo>
                    <a:pt x="4645684" y="31748"/>
                  </a:lnTo>
                  <a:lnTo>
                    <a:pt x="4648290" y="35648"/>
                  </a:lnTo>
                  <a:lnTo>
                    <a:pt x="4656351" y="57500"/>
                  </a:lnTo>
                  <a:lnTo>
                    <a:pt x="4657267" y="62101"/>
                  </a:lnTo>
                  <a:lnTo>
                    <a:pt x="4657724" y="66746"/>
                  </a:lnTo>
                  <a:lnTo>
                    <a:pt x="4657725" y="71437"/>
                  </a:lnTo>
                  <a:lnTo>
                    <a:pt x="4657725" y="1309687"/>
                  </a:lnTo>
                  <a:lnTo>
                    <a:pt x="4657724" y="1314377"/>
                  </a:lnTo>
                  <a:lnTo>
                    <a:pt x="4657267" y="1319023"/>
                  </a:lnTo>
                  <a:lnTo>
                    <a:pt x="4656351" y="1323623"/>
                  </a:lnTo>
                  <a:lnTo>
                    <a:pt x="4655437" y="1328224"/>
                  </a:lnTo>
                  <a:lnTo>
                    <a:pt x="4645684" y="1349375"/>
                  </a:lnTo>
                  <a:lnTo>
                    <a:pt x="4643078" y="1353275"/>
                  </a:lnTo>
                  <a:lnTo>
                    <a:pt x="4609290" y="1377481"/>
                  </a:lnTo>
                  <a:lnTo>
                    <a:pt x="4586287" y="1381124"/>
                  </a:lnTo>
                  <a:lnTo>
                    <a:pt x="71438" y="1381124"/>
                  </a:lnTo>
                  <a:lnTo>
                    <a:pt x="66747" y="1381124"/>
                  </a:lnTo>
                  <a:lnTo>
                    <a:pt x="62100" y="1380667"/>
                  </a:lnTo>
                  <a:lnTo>
                    <a:pt x="57500" y="1379751"/>
                  </a:lnTo>
                  <a:lnTo>
                    <a:pt x="52900" y="1378836"/>
                  </a:lnTo>
                  <a:lnTo>
                    <a:pt x="48433" y="1377481"/>
                  </a:lnTo>
                  <a:lnTo>
                    <a:pt x="44099" y="1375686"/>
                  </a:lnTo>
                  <a:lnTo>
                    <a:pt x="39765" y="1373891"/>
                  </a:lnTo>
                  <a:lnTo>
                    <a:pt x="35648" y="1371690"/>
                  </a:lnTo>
                  <a:lnTo>
                    <a:pt x="31749" y="1369084"/>
                  </a:lnTo>
                  <a:lnTo>
                    <a:pt x="27848" y="1366478"/>
                  </a:lnTo>
                  <a:lnTo>
                    <a:pt x="5437" y="1337025"/>
                  </a:lnTo>
                  <a:lnTo>
                    <a:pt x="3642" y="1332691"/>
                  </a:lnTo>
                  <a:lnTo>
                    <a:pt x="2287" y="1328224"/>
                  </a:lnTo>
                  <a:lnTo>
                    <a:pt x="1372" y="1323623"/>
                  </a:lnTo>
                  <a:lnTo>
                    <a:pt x="457" y="1319023"/>
                  </a:lnTo>
                  <a:lnTo>
                    <a:pt x="0" y="1314377"/>
                  </a:lnTo>
                  <a:lnTo>
                    <a:pt x="0" y="13096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15161" y="3171824"/>
              <a:ext cx="4348480" cy="333375"/>
            </a:xfrm>
            <a:custGeom>
              <a:avLst/>
              <a:gdLst/>
              <a:ahLst/>
              <a:cxnLst/>
              <a:rect l="l" t="t" r="r" b="b"/>
              <a:pathLst>
                <a:path w="4348480" h="333375">
                  <a:moveTo>
                    <a:pt x="4315114" y="333374"/>
                  </a:moveTo>
                  <a:lnTo>
                    <a:pt x="20655" y="333374"/>
                  </a:lnTo>
                  <a:lnTo>
                    <a:pt x="17617" y="332407"/>
                  </a:lnTo>
                  <a:lnTo>
                    <a:pt x="0" y="300327"/>
                  </a:lnTo>
                  <a:lnTo>
                    <a:pt x="0" y="295274"/>
                  </a:lnTo>
                  <a:lnTo>
                    <a:pt x="0" y="33047"/>
                  </a:lnTo>
                  <a:lnTo>
                    <a:pt x="20655" y="0"/>
                  </a:lnTo>
                  <a:lnTo>
                    <a:pt x="4315114" y="0"/>
                  </a:lnTo>
                  <a:lnTo>
                    <a:pt x="4347195" y="28187"/>
                  </a:lnTo>
                  <a:lnTo>
                    <a:pt x="4348161" y="33047"/>
                  </a:lnTo>
                  <a:lnTo>
                    <a:pt x="4348161" y="300327"/>
                  </a:lnTo>
                  <a:lnTo>
                    <a:pt x="4319973" y="332407"/>
                  </a:lnTo>
                  <a:lnTo>
                    <a:pt x="4315114" y="3333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00874" y="3172080"/>
              <a:ext cx="35560" cy="333375"/>
            </a:xfrm>
            <a:custGeom>
              <a:avLst/>
              <a:gdLst/>
              <a:ahLst/>
              <a:cxnLst/>
              <a:rect l="l" t="t" r="r" b="b"/>
              <a:pathLst>
                <a:path w="35559" h="333375">
                  <a:moveTo>
                    <a:pt x="35315" y="332864"/>
                  </a:moveTo>
                  <a:lnTo>
                    <a:pt x="2789" y="309645"/>
                  </a:lnTo>
                  <a:lnTo>
                    <a:pt x="0" y="295019"/>
                  </a:lnTo>
                  <a:lnTo>
                    <a:pt x="0" y="37844"/>
                  </a:lnTo>
                  <a:lnTo>
                    <a:pt x="23473" y="2534"/>
                  </a:lnTo>
                  <a:lnTo>
                    <a:pt x="35315" y="0"/>
                  </a:lnTo>
                  <a:lnTo>
                    <a:pt x="33224" y="3464"/>
                  </a:lnTo>
                  <a:lnTo>
                    <a:pt x="31364" y="10903"/>
                  </a:lnTo>
                  <a:lnTo>
                    <a:pt x="30144" y="16772"/>
                  </a:lnTo>
                  <a:lnTo>
                    <a:pt x="29272" y="23218"/>
                  </a:lnTo>
                  <a:lnTo>
                    <a:pt x="28749" y="30242"/>
                  </a:lnTo>
                  <a:lnTo>
                    <a:pt x="28574" y="37844"/>
                  </a:lnTo>
                  <a:lnTo>
                    <a:pt x="28574" y="295019"/>
                  </a:lnTo>
                  <a:lnTo>
                    <a:pt x="33224" y="329399"/>
                  </a:lnTo>
                  <a:lnTo>
                    <a:pt x="35315" y="33286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992044" y="2404864"/>
            <a:ext cx="236791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b="1" spc="-75" dirty="0">
                <a:solidFill>
                  <a:srgbClr val="64738B"/>
                </a:solidFill>
                <a:latin typeface="Arial"/>
                <a:cs typeface="Arial"/>
              </a:rPr>
              <a:t>CONTEXTE</a:t>
            </a:r>
            <a:r>
              <a:rPr sz="1200" b="1" spc="-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b="1" spc="-229" dirty="0">
                <a:solidFill>
                  <a:srgbClr val="64738B"/>
                </a:solidFill>
                <a:latin typeface="Arial"/>
                <a:cs typeface="Arial"/>
              </a:rPr>
              <a:t>1</a:t>
            </a:r>
            <a:r>
              <a:rPr sz="1200" b="1" dirty="0">
                <a:solidFill>
                  <a:srgbClr val="64738B"/>
                </a:solidFill>
                <a:latin typeface="Arial"/>
                <a:cs typeface="Arial"/>
              </a:rPr>
              <a:t> : </a:t>
            </a:r>
            <a:r>
              <a:rPr sz="1200" b="1" spc="-50" dirty="0">
                <a:solidFill>
                  <a:srgbClr val="64738B"/>
                </a:solidFill>
                <a:latin typeface="Arial"/>
                <a:cs typeface="Arial"/>
              </a:rPr>
              <a:t>L'ADMINISTRATION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534647" y="2428874"/>
            <a:ext cx="828675" cy="247650"/>
          </a:xfrm>
          <a:custGeom>
            <a:avLst/>
            <a:gdLst/>
            <a:ahLst/>
            <a:cxnLst/>
            <a:rect l="l" t="t" r="r" b="b"/>
            <a:pathLst>
              <a:path w="828675" h="247650">
                <a:moveTo>
                  <a:pt x="795628" y="247649"/>
                </a:moveTo>
                <a:lnTo>
                  <a:pt x="33047" y="247649"/>
                </a:lnTo>
                <a:lnTo>
                  <a:pt x="28187" y="246683"/>
                </a:lnTo>
                <a:lnTo>
                  <a:pt x="966" y="219462"/>
                </a:lnTo>
                <a:lnTo>
                  <a:pt x="0" y="214602"/>
                </a:lnTo>
                <a:lnTo>
                  <a:pt x="1" y="2095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95628" y="0"/>
                </a:lnTo>
                <a:lnTo>
                  <a:pt x="827708" y="28187"/>
                </a:lnTo>
                <a:lnTo>
                  <a:pt x="828674" y="33047"/>
                </a:lnTo>
                <a:lnTo>
                  <a:pt x="828674" y="214602"/>
                </a:lnTo>
                <a:lnTo>
                  <a:pt x="800487" y="246683"/>
                </a:lnTo>
                <a:lnTo>
                  <a:pt x="795628" y="247649"/>
                </a:lnTo>
                <a:close/>
              </a:path>
            </a:pathLst>
          </a:custGeom>
          <a:solidFill>
            <a:srgbClr val="DFF1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0600828" y="2445940"/>
            <a:ext cx="699135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b="1" spc="-80" dirty="0">
                <a:solidFill>
                  <a:srgbClr val="0369A1"/>
                </a:solidFill>
                <a:latin typeface="Arial"/>
                <a:cs typeface="Arial"/>
              </a:rPr>
              <a:t>Comparable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92044" y="2666087"/>
            <a:ext cx="422084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"Par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défaut,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étudiants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sont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toujours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classés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leur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numéro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de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matricule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unique."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96819" y="3234944"/>
            <a:ext cx="180848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[A001,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60" dirty="0">
                <a:solidFill>
                  <a:srgbClr val="334054"/>
                </a:solidFill>
                <a:latin typeface="Times New Roman"/>
                <a:cs typeface="Times New Roman"/>
              </a:rPr>
              <a:t>A002,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70" dirty="0">
                <a:solidFill>
                  <a:srgbClr val="334054"/>
                </a:solidFill>
                <a:latin typeface="Times New Roman"/>
                <a:cs typeface="Times New Roman"/>
              </a:rPr>
              <a:t>B001,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45" dirty="0">
                <a:solidFill>
                  <a:srgbClr val="334054"/>
                </a:solidFill>
                <a:latin typeface="Times New Roman"/>
                <a:cs typeface="Times New Roman"/>
              </a:rPr>
              <a:t>C005]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775704" y="3886200"/>
            <a:ext cx="4813300" cy="1948180"/>
            <a:chOff x="6775704" y="3886200"/>
            <a:chExt cx="4813300" cy="1948180"/>
          </a:xfrm>
        </p:grpSpPr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88784" y="3886200"/>
              <a:ext cx="190500" cy="20002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775704" y="4288536"/>
              <a:ext cx="4813300" cy="1545590"/>
            </a:xfrm>
            <a:custGeom>
              <a:avLst/>
              <a:gdLst/>
              <a:ahLst/>
              <a:cxnLst/>
              <a:rect l="l" t="t" r="r" b="b"/>
              <a:pathLst>
                <a:path w="4813300" h="1545589">
                  <a:moveTo>
                    <a:pt x="4812792" y="1545336"/>
                  </a:moveTo>
                  <a:lnTo>
                    <a:pt x="0" y="1545336"/>
                  </a:lnTo>
                  <a:lnTo>
                    <a:pt x="0" y="0"/>
                  </a:lnTo>
                  <a:lnTo>
                    <a:pt x="4812792" y="0"/>
                  </a:lnTo>
                  <a:lnTo>
                    <a:pt x="4812792" y="45338"/>
                  </a:lnTo>
                  <a:lnTo>
                    <a:pt x="148970" y="45338"/>
                  </a:lnTo>
                  <a:lnTo>
                    <a:pt x="142401" y="45655"/>
                  </a:lnTo>
                  <a:lnTo>
                    <a:pt x="106692" y="60447"/>
                  </a:lnTo>
                  <a:lnTo>
                    <a:pt x="85149" y="92687"/>
                  </a:lnTo>
                  <a:lnTo>
                    <a:pt x="82295" y="112013"/>
                  </a:lnTo>
                  <a:lnTo>
                    <a:pt x="82295" y="1359788"/>
                  </a:lnTo>
                  <a:lnTo>
                    <a:pt x="93520" y="1396837"/>
                  </a:lnTo>
                  <a:lnTo>
                    <a:pt x="123454" y="1421387"/>
                  </a:lnTo>
                  <a:lnTo>
                    <a:pt x="148970" y="1426463"/>
                  </a:lnTo>
                  <a:lnTo>
                    <a:pt x="4812792" y="1426463"/>
                  </a:lnTo>
                  <a:lnTo>
                    <a:pt x="4812792" y="1545336"/>
                  </a:lnTo>
                  <a:close/>
                </a:path>
                <a:path w="4813300" h="1545589">
                  <a:moveTo>
                    <a:pt x="4812792" y="1426463"/>
                  </a:moveTo>
                  <a:lnTo>
                    <a:pt x="4663820" y="1426463"/>
                  </a:lnTo>
                  <a:lnTo>
                    <a:pt x="4670388" y="1426146"/>
                  </a:lnTo>
                  <a:lnTo>
                    <a:pt x="4676829" y="1425194"/>
                  </a:lnTo>
                  <a:lnTo>
                    <a:pt x="4710966" y="1406934"/>
                  </a:lnTo>
                  <a:lnTo>
                    <a:pt x="4729225" y="1372798"/>
                  </a:lnTo>
                  <a:lnTo>
                    <a:pt x="4730495" y="1359788"/>
                  </a:lnTo>
                  <a:lnTo>
                    <a:pt x="4730495" y="112013"/>
                  </a:lnTo>
                  <a:lnTo>
                    <a:pt x="4719268" y="74963"/>
                  </a:lnTo>
                  <a:lnTo>
                    <a:pt x="4689334" y="50413"/>
                  </a:lnTo>
                  <a:lnTo>
                    <a:pt x="4663820" y="45338"/>
                  </a:lnTo>
                  <a:lnTo>
                    <a:pt x="4812792" y="45338"/>
                  </a:lnTo>
                  <a:lnTo>
                    <a:pt x="4812792" y="142646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853236" y="4329112"/>
              <a:ext cx="4657725" cy="1390650"/>
            </a:xfrm>
            <a:custGeom>
              <a:avLst/>
              <a:gdLst/>
              <a:ahLst/>
              <a:cxnLst/>
              <a:rect l="l" t="t" r="r" b="b"/>
              <a:pathLst>
                <a:path w="4657725" h="1390650">
                  <a:moveTo>
                    <a:pt x="4590978" y="1390649"/>
                  </a:moveTo>
                  <a:lnTo>
                    <a:pt x="66747" y="1390649"/>
                  </a:lnTo>
                  <a:lnTo>
                    <a:pt x="62100" y="1390192"/>
                  </a:lnTo>
                  <a:lnTo>
                    <a:pt x="24240" y="1373042"/>
                  </a:lnTo>
                  <a:lnTo>
                    <a:pt x="2287" y="1337749"/>
                  </a:lnTo>
                  <a:lnTo>
                    <a:pt x="0" y="1323902"/>
                  </a:lnTo>
                  <a:lnTo>
                    <a:pt x="0" y="1319212"/>
                  </a:lnTo>
                  <a:lnTo>
                    <a:pt x="0" y="66746"/>
                  </a:lnTo>
                  <a:lnTo>
                    <a:pt x="14645" y="27847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4590978" y="0"/>
                  </a:lnTo>
                  <a:lnTo>
                    <a:pt x="4629875" y="14644"/>
                  </a:lnTo>
                  <a:lnTo>
                    <a:pt x="4654081" y="48432"/>
                  </a:lnTo>
                  <a:lnTo>
                    <a:pt x="4657724" y="66746"/>
                  </a:lnTo>
                  <a:lnTo>
                    <a:pt x="4657724" y="1323902"/>
                  </a:lnTo>
                  <a:lnTo>
                    <a:pt x="4643078" y="1362800"/>
                  </a:lnTo>
                  <a:lnTo>
                    <a:pt x="4609290" y="1387006"/>
                  </a:lnTo>
                  <a:lnTo>
                    <a:pt x="4595623" y="1390192"/>
                  </a:lnTo>
                  <a:lnTo>
                    <a:pt x="4590978" y="1390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853236" y="4329112"/>
              <a:ext cx="4657725" cy="1390650"/>
            </a:xfrm>
            <a:custGeom>
              <a:avLst/>
              <a:gdLst/>
              <a:ahLst/>
              <a:cxnLst/>
              <a:rect l="l" t="t" r="r" b="b"/>
              <a:pathLst>
                <a:path w="4657725" h="1390650">
                  <a:moveTo>
                    <a:pt x="0" y="13192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8"/>
                  </a:lnTo>
                  <a:lnTo>
                    <a:pt x="7232" y="39764"/>
                  </a:lnTo>
                  <a:lnTo>
                    <a:pt x="9432" y="35648"/>
                  </a:lnTo>
                  <a:lnTo>
                    <a:pt x="12038" y="31748"/>
                  </a:lnTo>
                  <a:lnTo>
                    <a:pt x="14645" y="27848"/>
                  </a:lnTo>
                  <a:lnTo>
                    <a:pt x="17607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8" y="9433"/>
                  </a:lnTo>
                  <a:lnTo>
                    <a:pt x="71438" y="0"/>
                  </a:lnTo>
                  <a:lnTo>
                    <a:pt x="4586287" y="0"/>
                  </a:lnTo>
                  <a:lnTo>
                    <a:pt x="4625975" y="12039"/>
                  </a:lnTo>
                  <a:lnTo>
                    <a:pt x="4636800" y="20923"/>
                  </a:lnTo>
                  <a:lnTo>
                    <a:pt x="4640118" y="24239"/>
                  </a:lnTo>
                  <a:lnTo>
                    <a:pt x="4643078" y="27848"/>
                  </a:lnTo>
                  <a:lnTo>
                    <a:pt x="4645684" y="31748"/>
                  </a:lnTo>
                  <a:lnTo>
                    <a:pt x="4648290" y="35648"/>
                  </a:lnTo>
                  <a:lnTo>
                    <a:pt x="4656351" y="57500"/>
                  </a:lnTo>
                  <a:lnTo>
                    <a:pt x="4657267" y="62100"/>
                  </a:lnTo>
                  <a:lnTo>
                    <a:pt x="4657724" y="66746"/>
                  </a:lnTo>
                  <a:lnTo>
                    <a:pt x="4657725" y="71437"/>
                  </a:lnTo>
                  <a:lnTo>
                    <a:pt x="4657725" y="1319212"/>
                  </a:lnTo>
                  <a:lnTo>
                    <a:pt x="4657724" y="1323902"/>
                  </a:lnTo>
                  <a:lnTo>
                    <a:pt x="4657267" y="1328548"/>
                  </a:lnTo>
                  <a:lnTo>
                    <a:pt x="4656351" y="1333148"/>
                  </a:lnTo>
                  <a:lnTo>
                    <a:pt x="4655437" y="1337749"/>
                  </a:lnTo>
                  <a:lnTo>
                    <a:pt x="4645684" y="1358900"/>
                  </a:lnTo>
                  <a:lnTo>
                    <a:pt x="4643078" y="1362800"/>
                  </a:lnTo>
                  <a:lnTo>
                    <a:pt x="4640118" y="1366409"/>
                  </a:lnTo>
                  <a:lnTo>
                    <a:pt x="4636800" y="1369726"/>
                  </a:lnTo>
                  <a:lnTo>
                    <a:pt x="4633483" y="1373042"/>
                  </a:lnTo>
                  <a:lnTo>
                    <a:pt x="4613624" y="1385211"/>
                  </a:lnTo>
                  <a:lnTo>
                    <a:pt x="4609290" y="1387006"/>
                  </a:lnTo>
                  <a:lnTo>
                    <a:pt x="4604824" y="1388361"/>
                  </a:lnTo>
                  <a:lnTo>
                    <a:pt x="4600224" y="1389276"/>
                  </a:lnTo>
                  <a:lnTo>
                    <a:pt x="4595623" y="1390192"/>
                  </a:lnTo>
                  <a:lnTo>
                    <a:pt x="4590978" y="1390649"/>
                  </a:lnTo>
                  <a:lnTo>
                    <a:pt x="4586287" y="1390649"/>
                  </a:lnTo>
                  <a:lnTo>
                    <a:pt x="71438" y="1390649"/>
                  </a:lnTo>
                  <a:lnTo>
                    <a:pt x="66747" y="1390649"/>
                  </a:lnTo>
                  <a:lnTo>
                    <a:pt x="62100" y="1390192"/>
                  </a:lnTo>
                  <a:lnTo>
                    <a:pt x="57500" y="1389276"/>
                  </a:lnTo>
                  <a:lnTo>
                    <a:pt x="52900" y="1388361"/>
                  </a:lnTo>
                  <a:lnTo>
                    <a:pt x="48433" y="1387006"/>
                  </a:lnTo>
                  <a:lnTo>
                    <a:pt x="44099" y="1385211"/>
                  </a:lnTo>
                  <a:lnTo>
                    <a:pt x="39765" y="1383416"/>
                  </a:lnTo>
                  <a:lnTo>
                    <a:pt x="35648" y="1381216"/>
                  </a:lnTo>
                  <a:lnTo>
                    <a:pt x="31749" y="1378609"/>
                  </a:lnTo>
                  <a:lnTo>
                    <a:pt x="27848" y="1376004"/>
                  </a:lnTo>
                  <a:lnTo>
                    <a:pt x="24240" y="1373042"/>
                  </a:lnTo>
                  <a:lnTo>
                    <a:pt x="20923" y="1369726"/>
                  </a:lnTo>
                  <a:lnTo>
                    <a:pt x="17607" y="1366409"/>
                  </a:lnTo>
                  <a:lnTo>
                    <a:pt x="5437" y="1346549"/>
                  </a:lnTo>
                  <a:lnTo>
                    <a:pt x="3642" y="1342216"/>
                  </a:lnTo>
                  <a:lnTo>
                    <a:pt x="2287" y="1337749"/>
                  </a:lnTo>
                  <a:lnTo>
                    <a:pt x="1372" y="1333148"/>
                  </a:lnTo>
                  <a:lnTo>
                    <a:pt x="457" y="1328548"/>
                  </a:lnTo>
                  <a:lnTo>
                    <a:pt x="0" y="1323902"/>
                  </a:lnTo>
                  <a:lnTo>
                    <a:pt x="0" y="13192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15161" y="5229224"/>
              <a:ext cx="4348480" cy="342900"/>
            </a:xfrm>
            <a:custGeom>
              <a:avLst/>
              <a:gdLst/>
              <a:ahLst/>
              <a:cxnLst/>
              <a:rect l="l" t="t" r="r" b="b"/>
              <a:pathLst>
                <a:path w="4348480" h="342900">
                  <a:moveTo>
                    <a:pt x="4315114" y="342899"/>
                  </a:moveTo>
                  <a:lnTo>
                    <a:pt x="20655" y="342899"/>
                  </a:lnTo>
                  <a:lnTo>
                    <a:pt x="17617" y="341932"/>
                  </a:lnTo>
                  <a:lnTo>
                    <a:pt x="0" y="309852"/>
                  </a:lnTo>
                  <a:lnTo>
                    <a:pt x="0" y="304799"/>
                  </a:lnTo>
                  <a:lnTo>
                    <a:pt x="0" y="33047"/>
                  </a:lnTo>
                  <a:lnTo>
                    <a:pt x="20655" y="0"/>
                  </a:lnTo>
                  <a:lnTo>
                    <a:pt x="4315114" y="0"/>
                  </a:lnTo>
                  <a:lnTo>
                    <a:pt x="4347195" y="28187"/>
                  </a:lnTo>
                  <a:lnTo>
                    <a:pt x="4348161" y="33047"/>
                  </a:lnTo>
                  <a:lnTo>
                    <a:pt x="4348161" y="309852"/>
                  </a:lnTo>
                  <a:lnTo>
                    <a:pt x="4319973" y="341932"/>
                  </a:lnTo>
                  <a:lnTo>
                    <a:pt x="4315114" y="3428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00874" y="5229480"/>
              <a:ext cx="35560" cy="342900"/>
            </a:xfrm>
            <a:custGeom>
              <a:avLst/>
              <a:gdLst/>
              <a:ahLst/>
              <a:cxnLst/>
              <a:rect l="l" t="t" r="r" b="b"/>
              <a:pathLst>
                <a:path w="35559" h="342900">
                  <a:moveTo>
                    <a:pt x="35315" y="342389"/>
                  </a:moveTo>
                  <a:lnTo>
                    <a:pt x="2789" y="319170"/>
                  </a:lnTo>
                  <a:lnTo>
                    <a:pt x="0" y="304544"/>
                  </a:lnTo>
                  <a:lnTo>
                    <a:pt x="0" y="37844"/>
                  </a:lnTo>
                  <a:lnTo>
                    <a:pt x="23473" y="2534"/>
                  </a:lnTo>
                  <a:lnTo>
                    <a:pt x="35315" y="0"/>
                  </a:lnTo>
                  <a:lnTo>
                    <a:pt x="33224" y="3464"/>
                  </a:lnTo>
                  <a:lnTo>
                    <a:pt x="31364" y="10903"/>
                  </a:lnTo>
                  <a:lnTo>
                    <a:pt x="30144" y="16771"/>
                  </a:lnTo>
                  <a:lnTo>
                    <a:pt x="29272" y="23218"/>
                  </a:lnTo>
                  <a:lnTo>
                    <a:pt x="28749" y="30242"/>
                  </a:lnTo>
                  <a:lnTo>
                    <a:pt x="28574" y="37844"/>
                  </a:lnTo>
                  <a:lnTo>
                    <a:pt x="28574" y="304544"/>
                  </a:lnTo>
                  <a:lnTo>
                    <a:pt x="33224" y="338924"/>
                  </a:lnTo>
                  <a:lnTo>
                    <a:pt x="35315" y="34238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992044" y="4462264"/>
            <a:ext cx="1620520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b="1" spc="-75" dirty="0">
                <a:solidFill>
                  <a:srgbClr val="64738B"/>
                </a:solidFill>
                <a:latin typeface="Arial"/>
                <a:cs typeface="Arial"/>
              </a:rPr>
              <a:t>CONTEXTE</a:t>
            </a:r>
            <a:r>
              <a:rPr sz="1200" b="1" spc="-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64738B"/>
                </a:solidFill>
                <a:latin typeface="Arial"/>
                <a:cs typeface="Arial"/>
              </a:rPr>
              <a:t>2</a:t>
            </a:r>
            <a:r>
              <a:rPr sz="1200" b="1" spc="-1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64738B"/>
                </a:solidFill>
                <a:latin typeface="Arial"/>
                <a:cs typeface="Arial"/>
              </a:rPr>
              <a:t>:</a:t>
            </a:r>
            <a:r>
              <a:rPr sz="1200" b="1" spc="-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b="1" spc="-145" dirty="0">
                <a:solidFill>
                  <a:srgbClr val="64738B"/>
                </a:solidFill>
                <a:latin typeface="Arial"/>
                <a:cs typeface="Arial"/>
              </a:rPr>
              <a:t>LE</a:t>
            </a:r>
            <a:r>
              <a:rPr sz="1200" b="1" spc="-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64738B"/>
                </a:solidFill>
                <a:latin typeface="Arial"/>
                <a:cs typeface="Arial"/>
              </a:rPr>
              <a:t>JURY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0553699" y="4495799"/>
            <a:ext cx="809625" cy="247650"/>
          </a:xfrm>
          <a:custGeom>
            <a:avLst/>
            <a:gdLst/>
            <a:ahLst/>
            <a:cxnLst/>
            <a:rect l="l" t="t" r="r" b="b"/>
            <a:pathLst>
              <a:path w="809625" h="247650">
                <a:moveTo>
                  <a:pt x="776576" y="247649"/>
                </a:moveTo>
                <a:lnTo>
                  <a:pt x="33046" y="247649"/>
                </a:lnTo>
                <a:lnTo>
                  <a:pt x="28186" y="246682"/>
                </a:lnTo>
                <a:lnTo>
                  <a:pt x="966" y="219461"/>
                </a:lnTo>
                <a:lnTo>
                  <a:pt x="0" y="214602"/>
                </a:lnTo>
                <a:lnTo>
                  <a:pt x="0" y="209549"/>
                </a:lnTo>
                <a:lnTo>
                  <a:pt x="0" y="33047"/>
                </a:lnTo>
                <a:lnTo>
                  <a:pt x="28186" y="966"/>
                </a:lnTo>
                <a:lnTo>
                  <a:pt x="33046" y="0"/>
                </a:lnTo>
                <a:lnTo>
                  <a:pt x="776576" y="0"/>
                </a:lnTo>
                <a:lnTo>
                  <a:pt x="808657" y="28186"/>
                </a:lnTo>
                <a:lnTo>
                  <a:pt x="809623" y="33047"/>
                </a:lnTo>
                <a:lnTo>
                  <a:pt x="809623" y="214602"/>
                </a:lnTo>
                <a:lnTo>
                  <a:pt x="781435" y="246682"/>
                </a:lnTo>
                <a:lnTo>
                  <a:pt x="776576" y="24764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0615413" y="4512865"/>
            <a:ext cx="68453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b="1" spc="-80" dirty="0">
                <a:solidFill>
                  <a:srgbClr val="C2400C"/>
                </a:solidFill>
                <a:latin typeface="Arial"/>
                <a:cs typeface="Arial"/>
              </a:rPr>
              <a:t>Comparator</a:t>
            </a:r>
            <a:endParaRPr sz="10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992044" y="4723486"/>
            <a:ext cx="422783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"Pour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diplôme,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on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veut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classer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moyenne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décroissante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(le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major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en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premier)."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096819" y="5292343"/>
            <a:ext cx="180848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[18.5,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16.0,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14.5,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12.0]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64" name="object 64"/>
            <p:cNvSpPr/>
            <p:nvPr/>
          </p:nvSpPr>
          <p:spPr>
            <a:xfrm>
              <a:off x="1171574" y="6800849"/>
              <a:ext cx="11020425" cy="57150"/>
            </a:xfrm>
            <a:custGeom>
              <a:avLst/>
              <a:gdLst/>
              <a:ahLst/>
              <a:cxnLst/>
              <a:rect l="l" t="t" r="r" b="b"/>
              <a:pathLst>
                <a:path w="11020425" h="57150">
                  <a:moveTo>
                    <a:pt x="0" y="57149"/>
                  </a:moveTo>
                  <a:lnTo>
                    <a:pt x="11020424" y="57149"/>
                  </a:lnTo>
                  <a:lnTo>
                    <a:pt x="110204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0" y="6800849"/>
              <a:ext cx="1171575" cy="57150"/>
            </a:xfrm>
            <a:custGeom>
              <a:avLst/>
              <a:gdLst/>
              <a:ahLst/>
              <a:cxnLst/>
              <a:rect l="l" t="t" r="r" b="b"/>
              <a:pathLst>
                <a:path w="1171575" h="57150">
                  <a:moveTo>
                    <a:pt x="11715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171574" y="0"/>
                  </a:lnTo>
                  <a:lnTo>
                    <a:pt x="11715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11672291" y="6551215"/>
            <a:ext cx="294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6</a:t>
            </a:fld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45015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Comparable&lt;T&gt; </a:t>
            </a:r>
            <a:r>
              <a:rPr spc="-130" dirty="0"/>
              <a:t>:</a:t>
            </a:r>
            <a:r>
              <a:rPr spc="-140" dirty="0"/>
              <a:t> </a:t>
            </a:r>
            <a:r>
              <a:rPr spc="-130" dirty="0"/>
              <a:t>l'ordre</a:t>
            </a:r>
            <a:r>
              <a:rPr spc="-145" dirty="0"/>
              <a:t> </a:t>
            </a:r>
            <a:r>
              <a:rPr spc="-105" dirty="0"/>
              <a:t>naturel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6249" y="1028699"/>
            <a:ext cx="266700" cy="266700"/>
            <a:chOff x="476249" y="1028699"/>
            <a:chExt cx="266700" cy="266700"/>
          </a:xfrm>
        </p:grpSpPr>
        <p:sp>
          <p:nvSpPr>
            <p:cNvPr id="4" name="object 4"/>
            <p:cNvSpPr/>
            <p:nvPr/>
          </p:nvSpPr>
          <p:spPr>
            <a:xfrm>
              <a:off x="476249" y="1028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924" y="1092199"/>
              <a:ext cx="133350" cy="13335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73125" y="1011237"/>
            <a:ext cx="6891020" cy="1217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60" dirty="0">
                <a:solidFill>
                  <a:srgbClr val="334054"/>
                </a:solidFill>
                <a:latin typeface="Arial"/>
                <a:cs typeface="Arial"/>
              </a:rPr>
              <a:t>Définition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Interface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qui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rend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objets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"comparables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entre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eux"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par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défaut.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50" b="1" spc="-55" dirty="0">
                <a:solidFill>
                  <a:srgbClr val="334054"/>
                </a:solidFill>
                <a:latin typeface="Arial"/>
                <a:cs typeface="Arial"/>
              </a:rPr>
              <a:t>Méthode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334054"/>
                </a:solidFill>
                <a:latin typeface="Arial"/>
                <a:cs typeface="Arial"/>
              </a:rPr>
              <a:t>unique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int</a:t>
            </a:r>
            <a:r>
              <a:rPr sz="1200" spc="5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compareTo(T</a:t>
            </a:r>
            <a:r>
              <a:rPr sz="1200" spc="5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o)</a:t>
            </a:r>
            <a:r>
              <a:rPr sz="1200" spc="-385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qui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renvoie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spc="-30" dirty="0">
                <a:solidFill>
                  <a:srgbClr val="EF4444"/>
                </a:solidFill>
                <a:latin typeface="Arial"/>
                <a:cs typeface="Arial"/>
              </a:rPr>
              <a:t>Négatif</a:t>
            </a:r>
            <a:r>
              <a:rPr sz="1200" spc="-50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(si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this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4738B"/>
                </a:solidFill>
                <a:latin typeface="Arial"/>
                <a:cs typeface="Arial"/>
              </a:rPr>
              <a:t>&lt;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 o),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64738B"/>
                </a:solidFill>
                <a:latin typeface="Arial"/>
                <a:cs typeface="Arial"/>
              </a:rPr>
              <a:t>Zéro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(si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 égaux),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0FB981"/>
                </a:solidFill>
                <a:latin typeface="Arial"/>
                <a:cs typeface="Arial"/>
              </a:rPr>
              <a:t>Positif</a:t>
            </a:r>
            <a:r>
              <a:rPr sz="1200" spc="-40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(si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this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4738B"/>
                </a:solidFill>
                <a:latin typeface="Arial"/>
                <a:cs typeface="Arial"/>
              </a:rPr>
              <a:t>&gt;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4738B"/>
                </a:solidFill>
                <a:latin typeface="Arial"/>
                <a:cs typeface="Arial"/>
              </a:rPr>
              <a:t>o)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350" b="1" spc="-80" dirty="0">
                <a:solidFill>
                  <a:srgbClr val="334054"/>
                </a:solidFill>
                <a:latin typeface="Arial"/>
                <a:cs typeface="Arial"/>
              </a:rPr>
              <a:t>Usage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spc="-70" dirty="0">
                <a:solidFill>
                  <a:srgbClr val="334054"/>
                </a:solidFill>
                <a:latin typeface="Arial"/>
                <a:cs typeface="Arial"/>
              </a:rPr>
              <a:t>automatique</a:t>
            </a:r>
            <a:r>
              <a:rPr sz="1350" b="1" spc="-9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Utilisé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par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Collections.sort()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,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TreeSet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,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TreeMap</a:t>
            </a:r>
            <a:r>
              <a:rPr sz="1200" spc="-385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350" spc="-60" dirty="0">
                <a:solidFill>
                  <a:srgbClr val="334054"/>
                </a:solidFill>
                <a:latin typeface="Arial"/>
                <a:cs typeface="Arial"/>
              </a:rPr>
              <a:t>sans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configuration.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6249" y="1409699"/>
            <a:ext cx="266700" cy="266700"/>
            <a:chOff x="476249" y="1409699"/>
            <a:chExt cx="266700" cy="266700"/>
          </a:xfrm>
        </p:grpSpPr>
        <p:sp>
          <p:nvSpPr>
            <p:cNvPr id="8" name="object 8"/>
            <p:cNvSpPr/>
            <p:nvPr/>
          </p:nvSpPr>
          <p:spPr>
            <a:xfrm>
              <a:off x="476249" y="1409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256" y="1473199"/>
              <a:ext cx="168275" cy="13652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76249" y="2009774"/>
            <a:ext cx="266700" cy="266700"/>
            <a:chOff x="476249" y="2009774"/>
            <a:chExt cx="266700" cy="266700"/>
          </a:xfrm>
        </p:grpSpPr>
        <p:sp>
          <p:nvSpPr>
            <p:cNvPr id="11" name="object 11"/>
            <p:cNvSpPr/>
            <p:nvPr/>
          </p:nvSpPr>
          <p:spPr>
            <a:xfrm>
              <a:off x="476249" y="20097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256" y="2073274"/>
              <a:ext cx="168275" cy="13652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24562" y="2559049"/>
            <a:ext cx="142875" cy="16827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07848" y="2871216"/>
            <a:ext cx="11576685" cy="3813175"/>
            <a:chOff x="307848" y="2871216"/>
            <a:chExt cx="11576685" cy="3813175"/>
          </a:xfrm>
        </p:grpSpPr>
        <p:sp>
          <p:nvSpPr>
            <p:cNvPr id="15" name="object 15"/>
            <p:cNvSpPr/>
            <p:nvPr/>
          </p:nvSpPr>
          <p:spPr>
            <a:xfrm>
              <a:off x="307848" y="2871216"/>
              <a:ext cx="11576685" cy="3813175"/>
            </a:xfrm>
            <a:custGeom>
              <a:avLst/>
              <a:gdLst/>
              <a:ahLst/>
              <a:cxnLst/>
              <a:rect l="l" t="t" r="r" b="b"/>
              <a:pathLst>
                <a:path w="11576685" h="3813175">
                  <a:moveTo>
                    <a:pt x="11576304" y="3813048"/>
                  </a:moveTo>
                  <a:lnTo>
                    <a:pt x="0" y="3813048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43433"/>
                  </a:lnTo>
                  <a:lnTo>
                    <a:pt x="130301" y="43433"/>
                  </a:lnTo>
                  <a:lnTo>
                    <a:pt x="120799" y="44305"/>
                  </a:lnTo>
                  <a:lnTo>
                    <a:pt x="86164" y="72776"/>
                  </a:lnTo>
                  <a:lnTo>
                    <a:pt x="82676" y="91058"/>
                  </a:lnTo>
                  <a:lnTo>
                    <a:pt x="82676" y="3643883"/>
                  </a:lnTo>
                  <a:lnTo>
                    <a:pt x="103961" y="3683661"/>
                  </a:lnTo>
                  <a:lnTo>
                    <a:pt x="130301" y="3691508"/>
                  </a:lnTo>
                  <a:lnTo>
                    <a:pt x="11576304" y="3691508"/>
                  </a:lnTo>
                  <a:lnTo>
                    <a:pt x="11576304" y="3813048"/>
                  </a:lnTo>
                  <a:close/>
                </a:path>
                <a:path w="11576685" h="3813175">
                  <a:moveTo>
                    <a:pt x="11576304" y="3691508"/>
                  </a:moveTo>
                  <a:lnTo>
                    <a:pt x="11446001" y="3691508"/>
                  </a:lnTo>
                  <a:lnTo>
                    <a:pt x="11455503" y="3690636"/>
                  </a:lnTo>
                  <a:lnTo>
                    <a:pt x="11464283" y="3688020"/>
                  </a:lnTo>
                  <a:lnTo>
                    <a:pt x="11492754" y="3653385"/>
                  </a:lnTo>
                  <a:lnTo>
                    <a:pt x="11493626" y="3643883"/>
                  </a:lnTo>
                  <a:lnTo>
                    <a:pt x="11493626" y="91058"/>
                  </a:lnTo>
                  <a:lnTo>
                    <a:pt x="11472341" y="51279"/>
                  </a:lnTo>
                  <a:lnTo>
                    <a:pt x="11446001" y="43433"/>
                  </a:lnTo>
                  <a:lnTo>
                    <a:pt x="11576304" y="43433"/>
                  </a:lnTo>
                  <a:lnTo>
                    <a:pt x="11576304" y="369150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0049" y="2905124"/>
              <a:ext cx="11410950" cy="3667125"/>
            </a:xfrm>
            <a:custGeom>
              <a:avLst/>
              <a:gdLst/>
              <a:ahLst/>
              <a:cxnLst/>
              <a:rect l="l" t="t" r="r" b="b"/>
              <a:pathLst>
                <a:path w="11410950" h="3667125">
                  <a:moveTo>
                    <a:pt x="11357551" y="3667124"/>
                  </a:moveTo>
                  <a:lnTo>
                    <a:pt x="33047" y="3667124"/>
                  </a:lnTo>
                  <a:lnTo>
                    <a:pt x="28187" y="3665673"/>
                  </a:lnTo>
                  <a:lnTo>
                    <a:pt x="966" y="3624842"/>
                  </a:lnTo>
                  <a:lnTo>
                    <a:pt x="0" y="3617552"/>
                  </a:lnTo>
                  <a:lnTo>
                    <a:pt x="0" y="360997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1357551" y="0"/>
                  </a:lnTo>
                  <a:lnTo>
                    <a:pt x="11396863" y="19392"/>
                  </a:lnTo>
                  <a:lnTo>
                    <a:pt x="11410949" y="53397"/>
                  </a:lnTo>
                  <a:lnTo>
                    <a:pt x="11410949" y="3613726"/>
                  </a:lnTo>
                  <a:lnTo>
                    <a:pt x="11391556" y="3653038"/>
                  </a:lnTo>
                  <a:lnTo>
                    <a:pt x="11361267" y="3666757"/>
                  </a:lnTo>
                  <a:lnTo>
                    <a:pt x="11357551" y="36671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999" y="2905124"/>
              <a:ext cx="52069" cy="3667125"/>
            </a:xfrm>
            <a:custGeom>
              <a:avLst/>
              <a:gdLst/>
              <a:ahLst/>
              <a:cxnLst/>
              <a:rect l="l" t="t" r="r" b="b"/>
              <a:pathLst>
                <a:path w="52070" h="3667125">
                  <a:moveTo>
                    <a:pt x="51889" y="3667124"/>
                  </a:moveTo>
                  <a:lnTo>
                    <a:pt x="49571" y="3667124"/>
                  </a:lnTo>
                  <a:lnTo>
                    <a:pt x="42281" y="3665673"/>
                  </a:lnTo>
                  <a:lnTo>
                    <a:pt x="7250" y="3638846"/>
                  </a:lnTo>
                  <a:lnTo>
                    <a:pt x="0" y="3617553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609974"/>
                  </a:lnTo>
                  <a:lnTo>
                    <a:pt x="43679" y="3650385"/>
                  </a:lnTo>
                  <a:lnTo>
                    <a:pt x="47399" y="3661544"/>
                  </a:lnTo>
                  <a:lnTo>
                    <a:pt x="51889" y="36671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6899" y="3300419"/>
            <a:ext cx="4186554" cy="2817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80" marR="78105" indent="-297815">
              <a:lnSpc>
                <a:spcPct val="119000"/>
              </a:lnSpc>
              <a:spcBef>
                <a:spcPts val="95"/>
              </a:spcBef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80" dirty="0">
                <a:solidFill>
                  <a:srgbClr val="2562EB"/>
                </a:solidFill>
                <a:latin typeface="Times New Roman"/>
                <a:cs typeface="Times New Roman"/>
              </a:rPr>
              <a:t>class</a:t>
            </a:r>
            <a:r>
              <a:rPr sz="1000" b="1" spc="36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4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00" b="1" spc="85" dirty="0">
                <a:solidFill>
                  <a:srgbClr val="2562EB"/>
                </a:solidFill>
                <a:latin typeface="Times New Roman"/>
                <a:cs typeface="Times New Roman"/>
              </a:rPr>
              <a:t>implements</a:t>
            </a:r>
            <a:r>
              <a:rPr sz="1000" b="1" spc="36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7C3AEC"/>
                </a:solidFill>
                <a:latin typeface="Times New Roman"/>
                <a:cs typeface="Times New Roman"/>
              </a:rPr>
              <a:t>Comparable</a:t>
            </a:r>
            <a:r>
              <a:rPr sz="950" spc="9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9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 </a:t>
            </a:r>
            <a:r>
              <a:rPr sz="1000" b="1" spc="145" dirty="0">
                <a:solidFill>
                  <a:srgbClr val="2562EB"/>
                </a:solidFill>
                <a:latin typeface="Times New Roman"/>
                <a:cs typeface="Times New Roman"/>
              </a:rPr>
              <a:t>private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90" dirty="0">
                <a:solidFill>
                  <a:srgbClr val="2562EB"/>
                </a:solidFill>
                <a:latin typeface="Times New Roman"/>
                <a:cs typeface="Times New Roman"/>
              </a:rPr>
              <a:t>final</a:t>
            </a:r>
            <a:r>
              <a:rPr sz="1000" b="1" spc="35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33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matricule;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50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34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m)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165" dirty="0">
                <a:solidFill>
                  <a:srgbClr val="2562EB"/>
                </a:solidFill>
                <a:latin typeface="Times New Roman"/>
                <a:cs typeface="Times New Roman"/>
              </a:rPr>
              <a:t>this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.matricule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m;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384175">
              <a:lnSpc>
                <a:spcPct val="100000"/>
              </a:lnSpc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Ordre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naturel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=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ordre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alphabétique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des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matricules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ct val="100000"/>
              </a:lnSpc>
              <a:spcBef>
                <a:spcPts val="105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"A001"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0" dirty="0">
                <a:solidFill>
                  <a:srgbClr val="94A2B8"/>
                </a:solidFill>
                <a:latin typeface="Times New Roman"/>
                <a:cs typeface="Times New Roman"/>
              </a:rPr>
              <a:t>vient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avant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"B002"</a:t>
            </a:r>
            <a:endParaRPr sz="110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280"/>
              </a:spcBef>
            </a:pPr>
            <a:r>
              <a:rPr sz="950" b="1" spc="40" dirty="0">
                <a:solidFill>
                  <a:srgbClr val="2562EB"/>
                </a:solidFill>
                <a:latin typeface="Times New Roman"/>
                <a:cs typeface="Times New Roman"/>
              </a:rPr>
              <a:t>@</a:t>
            </a:r>
            <a:r>
              <a:rPr sz="1000" b="1" spc="40" dirty="0">
                <a:solidFill>
                  <a:srgbClr val="2562EB"/>
                </a:solidFill>
                <a:latin typeface="Times New Roman"/>
                <a:cs typeface="Times New Roman"/>
              </a:rPr>
              <a:t>Override</a:t>
            </a:r>
            <a:endParaRPr sz="100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175"/>
              </a:spcBef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90" dirty="0">
                <a:solidFill>
                  <a:srgbClr val="2562EB"/>
                </a:solidFill>
                <a:latin typeface="Times New Roman"/>
                <a:cs typeface="Times New Roman"/>
              </a:rPr>
              <a:t>int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00" dirty="0">
                <a:solidFill>
                  <a:srgbClr val="DA2677"/>
                </a:solidFill>
                <a:latin typeface="Times New Roman"/>
                <a:cs typeface="Times New Roman"/>
              </a:rPr>
              <a:t>compareTo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3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o)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607060">
              <a:lnSpc>
                <a:spcPct val="100000"/>
              </a:lnSpc>
              <a:spcBef>
                <a:spcPts val="240"/>
              </a:spcBef>
            </a:pP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this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.matricule.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compareTo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(o.matricule);</a:t>
            </a:r>
            <a:endParaRPr sz="105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165"/>
              </a:spcBef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Utilisation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automatique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41550" algn="l"/>
              </a:tabLst>
            </a:pPr>
            <a:r>
              <a:rPr sz="1050" spc="165" dirty="0">
                <a:solidFill>
                  <a:srgbClr val="7C3AEC"/>
                </a:solidFill>
                <a:latin typeface="Times New Roman"/>
                <a:cs typeface="Times New Roman"/>
              </a:rPr>
              <a:t>Collections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65" dirty="0">
                <a:solidFill>
                  <a:srgbClr val="DA2677"/>
                </a:solidFill>
                <a:latin typeface="Times New Roman"/>
                <a:cs typeface="Times New Roman"/>
              </a:rPr>
              <a:t>sort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(etudiants);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Trie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selon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compareTo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20" name="object 20"/>
            <p:cNvSpPr/>
            <p:nvPr/>
          </p:nvSpPr>
          <p:spPr>
            <a:xfrm>
              <a:off x="1362074" y="6800849"/>
              <a:ext cx="10829925" cy="57150"/>
            </a:xfrm>
            <a:custGeom>
              <a:avLst/>
              <a:gdLst/>
              <a:ahLst/>
              <a:cxnLst/>
              <a:rect l="l" t="t" r="r" b="b"/>
              <a:pathLst>
                <a:path w="10829925" h="57150">
                  <a:moveTo>
                    <a:pt x="0" y="57149"/>
                  </a:moveTo>
                  <a:lnTo>
                    <a:pt x="10829924" y="57149"/>
                  </a:lnTo>
                  <a:lnTo>
                    <a:pt x="108299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800849"/>
              <a:ext cx="1362075" cy="57150"/>
            </a:xfrm>
            <a:custGeom>
              <a:avLst/>
              <a:gdLst/>
              <a:ahLst/>
              <a:cxnLst/>
              <a:rect l="l" t="t" r="r" b="b"/>
              <a:pathLst>
                <a:path w="1362075" h="57150">
                  <a:moveTo>
                    <a:pt x="13620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362074" y="0"/>
                  </a:lnTo>
                  <a:lnTo>
                    <a:pt x="13620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672291" y="6551215"/>
            <a:ext cx="294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7</a:t>
            </a:fld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568833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Comparator&lt;T&gt;</a:t>
            </a:r>
            <a:r>
              <a:rPr spc="-155" dirty="0"/>
              <a:t> </a:t>
            </a:r>
            <a:r>
              <a:rPr spc="-130" dirty="0"/>
              <a:t>:</a:t>
            </a:r>
            <a:r>
              <a:rPr spc="-155" dirty="0"/>
              <a:t> </a:t>
            </a:r>
            <a:r>
              <a:rPr spc="-140" dirty="0"/>
              <a:t>Stratégie</a:t>
            </a:r>
            <a:r>
              <a:rPr spc="-150" dirty="0"/>
              <a:t> </a:t>
            </a:r>
            <a:r>
              <a:rPr spc="-155" dirty="0"/>
              <a:t>de </a:t>
            </a:r>
            <a:r>
              <a:rPr spc="-90" dirty="0"/>
              <a:t>tri</a:t>
            </a:r>
            <a:r>
              <a:rPr spc="-155" dirty="0"/>
              <a:t> </a:t>
            </a:r>
            <a:r>
              <a:rPr spc="-80" dirty="0"/>
              <a:t>externe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6249" y="1028699"/>
            <a:ext cx="266700" cy="266700"/>
            <a:chOff x="476249" y="1028699"/>
            <a:chExt cx="266700" cy="266700"/>
          </a:xfrm>
        </p:grpSpPr>
        <p:sp>
          <p:nvSpPr>
            <p:cNvPr id="4" name="object 4"/>
            <p:cNvSpPr/>
            <p:nvPr/>
          </p:nvSpPr>
          <p:spPr>
            <a:xfrm>
              <a:off x="476249" y="1028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924" y="1098549"/>
              <a:ext cx="133350" cy="12382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73125" y="1011237"/>
            <a:ext cx="7816850" cy="6178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65" dirty="0">
                <a:solidFill>
                  <a:srgbClr val="334054"/>
                </a:solidFill>
                <a:latin typeface="Arial"/>
                <a:cs typeface="Arial"/>
              </a:rPr>
              <a:t>Flexibilité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Définit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un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ordre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tri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14" dirty="0">
                <a:solidFill>
                  <a:srgbClr val="334054"/>
                </a:solidFill>
                <a:latin typeface="Arial"/>
                <a:cs typeface="Arial"/>
              </a:rPr>
              <a:t>SANS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modifier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classe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(idéal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si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classe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figée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ou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externe).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50" b="1" spc="-55" dirty="0">
                <a:solidFill>
                  <a:srgbClr val="334054"/>
                </a:solidFill>
                <a:latin typeface="Arial"/>
                <a:cs typeface="Arial"/>
              </a:rPr>
              <a:t>Multiples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spc="-60" dirty="0">
                <a:solidFill>
                  <a:srgbClr val="334054"/>
                </a:solidFill>
                <a:latin typeface="Arial"/>
                <a:cs typeface="Arial"/>
              </a:rPr>
              <a:t>stratégies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Permet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d'avoir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plusieurs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tris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possibles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334054"/>
                </a:solidFill>
                <a:latin typeface="Arial"/>
                <a:cs typeface="Arial"/>
              </a:rPr>
              <a:t>même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objet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(par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nom,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par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moyenne...).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6249" y="1409699"/>
            <a:ext cx="266700" cy="266700"/>
            <a:chOff x="476249" y="1409699"/>
            <a:chExt cx="266700" cy="266700"/>
          </a:xfrm>
        </p:grpSpPr>
        <p:sp>
          <p:nvSpPr>
            <p:cNvPr id="8" name="object 8"/>
            <p:cNvSpPr/>
            <p:nvPr/>
          </p:nvSpPr>
          <p:spPr>
            <a:xfrm>
              <a:off x="476249" y="1409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940" y="1470024"/>
              <a:ext cx="136525" cy="1397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76249" y="1790699"/>
            <a:ext cx="266700" cy="266700"/>
            <a:chOff x="476249" y="1790699"/>
            <a:chExt cx="266700" cy="266700"/>
          </a:xfrm>
        </p:grpSpPr>
        <p:sp>
          <p:nvSpPr>
            <p:cNvPr id="11" name="object 11"/>
            <p:cNvSpPr/>
            <p:nvPr/>
          </p:nvSpPr>
          <p:spPr>
            <a:xfrm>
              <a:off x="476249" y="1790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2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256" y="1854199"/>
              <a:ext cx="168275" cy="1365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73125" y="1773237"/>
            <a:ext cx="498157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45" dirty="0">
                <a:solidFill>
                  <a:srgbClr val="334054"/>
                </a:solidFill>
                <a:latin typeface="Arial"/>
                <a:cs typeface="Arial"/>
              </a:rPr>
              <a:t>Interface</a:t>
            </a:r>
            <a:r>
              <a:rPr sz="1350" b="1" spc="-9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spc="-65" dirty="0">
                <a:solidFill>
                  <a:srgbClr val="334054"/>
                </a:solidFill>
                <a:latin typeface="Arial"/>
                <a:cs typeface="Arial"/>
              </a:rPr>
              <a:t>fonctionnelle</a:t>
            </a:r>
            <a:r>
              <a:rPr sz="13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Méthode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unique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int</a:t>
            </a:r>
            <a:r>
              <a:rPr sz="1200" spc="20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compare(T</a:t>
            </a:r>
            <a:r>
              <a:rPr sz="1200" spc="20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a,</a:t>
            </a:r>
            <a:r>
              <a:rPr sz="1200" spc="20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T</a:t>
            </a:r>
            <a:r>
              <a:rPr sz="1200" spc="20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200" spc="-25" dirty="0">
                <a:solidFill>
                  <a:srgbClr val="334054"/>
                </a:solidFill>
                <a:latin typeface="Monaco"/>
                <a:cs typeface="Monaco"/>
              </a:rPr>
              <a:t>b)</a:t>
            </a:r>
            <a:endParaRPr sz="1200">
              <a:latin typeface="Monaco"/>
              <a:cs typeface="Monac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2649" y="1819274"/>
            <a:ext cx="1047750" cy="209550"/>
          </a:xfrm>
          <a:custGeom>
            <a:avLst/>
            <a:gdLst/>
            <a:ahLst/>
            <a:cxnLst/>
            <a:rect l="l" t="t" r="r" b="b"/>
            <a:pathLst>
              <a:path w="1047750" h="209550">
                <a:moveTo>
                  <a:pt x="1014701" y="209549"/>
                </a:moveTo>
                <a:lnTo>
                  <a:pt x="33047" y="209549"/>
                </a:lnTo>
                <a:lnTo>
                  <a:pt x="28186" y="208582"/>
                </a:lnTo>
                <a:lnTo>
                  <a:pt x="966" y="181362"/>
                </a:lnTo>
                <a:lnTo>
                  <a:pt x="0" y="176502"/>
                </a:lnTo>
                <a:lnTo>
                  <a:pt x="0" y="171449"/>
                </a:lnTo>
                <a:lnTo>
                  <a:pt x="0" y="33047"/>
                </a:lnTo>
                <a:lnTo>
                  <a:pt x="28186" y="966"/>
                </a:lnTo>
                <a:lnTo>
                  <a:pt x="33047" y="0"/>
                </a:lnTo>
                <a:lnTo>
                  <a:pt x="1014701" y="0"/>
                </a:lnTo>
                <a:lnTo>
                  <a:pt x="1046782" y="28187"/>
                </a:lnTo>
                <a:lnTo>
                  <a:pt x="1047749" y="33047"/>
                </a:lnTo>
                <a:lnTo>
                  <a:pt x="1047749" y="176502"/>
                </a:lnTo>
                <a:lnTo>
                  <a:pt x="1019562" y="208582"/>
                </a:lnTo>
                <a:lnTo>
                  <a:pt x="1014701" y="209549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24512" y="1817290"/>
            <a:ext cx="92329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b="1" spc="-100" dirty="0">
                <a:solidFill>
                  <a:srgbClr val="1D40AF"/>
                </a:solidFill>
                <a:latin typeface="Arial"/>
                <a:cs typeface="Arial"/>
              </a:rPr>
              <a:t>Lambda</a:t>
            </a:r>
            <a:r>
              <a:rPr sz="1050" b="1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1D40AF"/>
                </a:solidFill>
                <a:latin typeface="Arial"/>
                <a:cs typeface="Arial"/>
              </a:rPr>
              <a:t>friendly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10274" y="2374899"/>
            <a:ext cx="171450" cy="20320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07848" y="2764536"/>
            <a:ext cx="11576685" cy="3919854"/>
            <a:chOff x="307848" y="2764536"/>
            <a:chExt cx="11576685" cy="3919854"/>
          </a:xfrm>
        </p:grpSpPr>
        <p:sp>
          <p:nvSpPr>
            <p:cNvPr id="18" name="object 18"/>
            <p:cNvSpPr/>
            <p:nvPr/>
          </p:nvSpPr>
          <p:spPr>
            <a:xfrm>
              <a:off x="307848" y="2764536"/>
              <a:ext cx="11576685" cy="3919854"/>
            </a:xfrm>
            <a:custGeom>
              <a:avLst/>
              <a:gdLst/>
              <a:ahLst/>
              <a:cxnLst/>
              <a:rect l="l" t="t" r="r" b="b"/>
              <a:pathLst>
                <a:path w="11576685" h="3919854">
                  <a:moveTo>
                    <a:pt x="11576304" y="3919728"/>
                  </a:moveTo>
                  <a:lnTo>
                    <a:pt x="0" y="3919728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45338"/>
                  </a:lnTo>
                  <a:lnTo>
                    <a:pt x="130301" y="45338"/>
                  </a:lnTo>
                  <a:lnTo>
                    <a:pt x="120799" y="46210"/>
                  </a:lnTo>
                  <a:lnTo>
                    <a:pt x="86164" y="74681"/>
                  </a:lnTo>
                  <a:lnTo>
                    <a:pt x="82676" y="92963"/>
                  </a:lnTo>
                  <a:lnTo>
                    <a:pt x="82676" y="3750563"/>
                  </a:lnTo>
                  <a:lnTo>
                    <a:pt x="103961" y="3790341"/>
                  </a:lnTo>
                  <a:lnTo>
                    <a:pt x="130301" y="3798188"/>
                  </a:lnTo>
                  <a:lnTo>
                    <a:pt x="11576304" y="3798188"/>
                  </a:lnTo>
                  <a:lnTo>
                    <a:pt x="11576304" y="3919728"/>
                  </a:lnTo>
                  <a:close/>
                </a:path>
                <a:path w="11576685" h="3919854">
                  <a:moveTo>
                    <a:pt x="11576304" y="3798188"/>
                  </a:moveTo>
                  <a:lnTo>
                    <a:pt x="11446001" y="3798188"/>
                  </a:lnTo>
                  <a:lnTo>
                    <a:pt x="11455503" y="3797316"/>
                  </a:lnTo>
                  <a:lnTo>
                    <a:pt x="11464283" y="3794700"/>
                  </a:lnTo>
                  <a:lnTo>
                    <a:pt x="11492754" y="3760065"/>
                  </a:lnTo>
                  <a:lnTo>
                    <a:pt x="11493626" y="3750563"/>
                  </a:lnTo>
                  <a:lnTo>
                    <a:pt x="11493626" y="92963"/>
                  </a:lnTo>
                  <a:lnTo>
                    <a:pt x="11472341" y="53184"/>
                  </a:lnTo>
                  <a:lnTo>
                    <a:pt x="11446001" y="45338"/>
                  </a:lnTo>
                  <a:lnTo>
                    <a:pt x="11576304" y="45338"/>
                  </a:lnTo>
                  <a:lnTo>
                    <a:pt x="11576304" y="37981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0049" y="2800349"/>
              <a:ext cx="11410950" cy="3771900"/>
            </a:xfrm>
            <a:custGeom>
              <a:avLst/>
              <a:gdLst/>
              <a:ahLst/>
              <a:cxnLst/>
              <a:rect l="l" t="t" r="r" b="b"/>
              <a:pathLst>
                <a:path w="11410950" h="3771900">
                  <a:moveTo>
                    <a:pt x="11357551" y="3771899"/>
                  </a:moveTo>
                  <a:lnTo>
                    <a:pt x="33047" y="3771899"/>
                  </a:lnTo>
                  <a:lnTo>
                    <a:pt x="28187" y="3770448"/>
                  </a:lnTo>
                  <a:lnTo>
                    <a:pt x="966" y="3729617"/>
                  </a:lnTo>
                  <a:lnTo>
                    <a:pt x="0" y="3722327"/>
                  </a:lnTo>
                  <a:lnTo>
                    <a:pt x="0" y="37147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1357551" y="0"/>
                  </a:lnTo>
                  <a:lnTo>
                    <a:pt x="11396863" y="19392"/>
                  </a:lnTo>
                  <a:lnTo>
                    <a:pt x="11410949" y="53397"/>
                  </a:lnTo>
                  <a:lnTo>
                    <a:pt x="11410949" y="3718501"/>
                  </a:lnTo>
                  <a:lnTo>
                    <a:pt x="11391556" y="3757813"/>
                  </a:lnTo>
                  <a:lnTo>
                    <a:pt x="11361267" y="3771532"/>
                  </a:lnTo>
                  <a:lnTo>
                    <a:pt x="11357551" y="37718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0999" y="2800349"/>
              <a:ext cx="52069" cy="3771900"/>
            </a:xfrm>
            <a:custGeom>
              <a:avLst/>
              <a:gdLst/>
              <a:ahLst/>
              <a:cxnLst/>
              <a:rect l="l" t="t" r="r" b="b"/>
              <a:pathLst>
                <a:path w="52070" h="3771900">
                  <a:moveTo>
                    <a:pt x="51889" y="3771899"/>
                  </a:moveTo>
                  <a:lnTo>
                    <a:pt x="49571" y="3771899"/>
                  </a:lnTo>
                  <a:lnTo>
                    <a:pt x="42281" y="3770448"/>
                  </a:lnTo>
                  <a:lnTo>
                    <a:pt x="7250" y="3743620"/>
                  </a:lnTo>
                  <a:lnTo>
                    <a:pt x="0" y="37223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0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714749"/>
                  </a:lnTo>
                  <a:lnTo>
                    <a:pt x="43679" y="3755160"/>
                  </a:lnTo>
                  <a:lnTo>
                    <a:pt x="47399" y="3766319"/>
                  </a:lnTo>
                  <a:lnTo>
                    <a:pt x="51889" y="3771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96899" y="3553417"/>
            <a:ext cx="4780280" cy="220218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32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0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Stratégie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1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Trier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nom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(ordre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alphabétique)</a:t>
            </a:r>
            <a:endParaRPr sz="1100">
              <a:latin typeface="Times New Roman"/>
              <a:cs typeface="Times New Roman"/>
            </a:endParaRPr>
          </a:p>
          <a:p>
            <a:pPr marL="309880" marR="1564640" indent="-297815">
              <a:lnSpc>
                <a:spcPts val="1580"/>
              </a:lnSpc>
              <a:spcBef>
                <a:spcPts val="15"/>
              </a:spcBef>
            </a:pPr>
            <a:r>
              <a:rPr sz="1050" spc="95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950" spc="95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9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parNom</a:t>
            </a:r>
            <a:r>
              <a:rPr sz="1050" spc="37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-50" dirty="0">
                <a:solidFill>
                  <a:srgbClr val="334054"/>
                </a:solidFill>
                <a:latin typeface="Times New Roman"/>
                <a:cs typeface="Times New Roman"/>
              </a:rPr>
              <a:t>= </a:t>
            </a:r>
            <a:r>
              <a:rPr sz="1050" spc="110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10" dirty="0">
                <a:solidFill>
                  <a:srgbClr val="DA2677"/>
                </a:solidFill>
                <a:latin typeface="Times New Roman"/>
                <a:cs typeface="Times New Roman"/>
              </a:rPr>
              <a:t>comparing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1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5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:getNom);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  <a:spcBef>
                <a:spcPts val="58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Stratégie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2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Trier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matricule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décroissant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(ordre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inverse)</a:t>
            </a:r>
            <a:endParaRPr sz="1100">
              <a:latin typeface="Times New Roman"/>
              <a:cs typeface="Times New Roman"/>
            </a:endParaRPr>
          </a:p>
          <a:p>
            <a:pPr marL="309880" marR="1193165" indent="-297815">
              <a:lnSpc>
                <a:spcPct val="119000"/>
              </a:lnSpc>
              <a:spcBef>
                <a:spcPts val="65"/>
              </a:spcBef>
            </a:pPr>
            <a:r>
              <a:rPr sz="1050" spc="95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950" spc="95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9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parMatDesc</a:t>
            </a:r>
            <a:r>
              <a:rPr sz="1050" spc="3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-50" dirty="0">
                <a:solidFill>
                  <a:srgbClr val="334054"/>
                </a:solidFill>
                <a:latin typeface="Times New Roman"/>
                <a:cs typeface="Times New Roman"/>
              </a:rPr>
              <a:t>= </a:t>
            </a:r>
            <a:r>
              <a:rPr sz="1050" spc="110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10" dirty="0">
                <a:solidFill>
                  <a:srgbClr val="DA2677"/>
                </a:solidFill>
                <a:latin typeface="Times New Roman"/>
                <a:cs typeface="Times New Roman"/>
              </a:rPr>
              <a:t>comparing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1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5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:getMatricule)</a:t>
            </a:r>
            <a:endParaRPr sz="1050">
              <a:latin typeface="Times New Roman"/>
              <a:cs typeface="Times New Roman"/>
            </a:endParaRPr>
          </a:p>
          <a:p>
            <a:pPr marL="1052830">
              <a:lnSpc>
                <a:spcPct val="100000"/>
              </a:lnSpc>
              <a:spcBef>
                <a:spcPts val="315"/>
              </a:spcBef>
            </a:pP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70" dirty="0">
                <a:solidFill>
                  <a:srgbClr val="DA2677"/>
                </a:solidFill>
                <a:latin typeface="Times New Roman"/>
                <a:cs typeface="Times New Roman"/>
              </a:rPr>
              <a:t>reversed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  <a:spcBef>
                <a:spcPts val="69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Utilisation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on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passe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0" dirty="0">
                <a:solidFill>
                  <a:srgbClr val="94A2B8"/>
                </a:solidFill>
                <a:latin typeface="Times New Roman"/>
                <a:cs typeface="Times New Roman"/>
              </a:rPr>
              <a:t>stratégie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au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moment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du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0" dirty="0">
                <a:solidFill>
                  <a:srgbClr val="94A2B8"/>
                </a:solidFill>
                <a:latin typeface="Times New Roman"/>
                <a:cs typeface="Times New Roman"/>
              </a:rPr>
              <a:t>tri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  <a:tabLst>
                <a:tab pos="1870075" algn="l"/>
              </a:tabLst>
            </a:pP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sort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(parNom);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liste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est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triée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25" dirty="0">
                <a:solidFill>
                  <a:srgbClr val="94A2B8"/>
                </a:solidFill>
                <a:latin typeface="Times New Roman"/>
                <a:cs typeface="Times New Roman"/>
              </a:rPr>
              <a:t>nom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23" name="object 23"/>
            <p:cNvSpPr/>
            <p:nvPr/>
          </p:nvSpPr>
          <p:spPr>
            <a:xfrm>
              <a:off x="1571624" y="6800849"/>
              <a:ext cx="10620375" cy="57150"/>
            </a:xfrm>
            <a:custGeom>
              <a:avLst/>
              <a:gdLst/>
              <a:ahLst/>
              <a:cxnLst/>
              <a:rect l="l" t="t" r="r" b="b"/>
              <a:pathLst>
                <a:path w="10620375" h="57150">
                  <a:moveTo>
                    <a:pt x="0" y="57149"/>
                  </a:moveTo>
                  <a:lnTo>
                    <a:pt x="10620374" y="57149"/>
                  </a:lnTo>
                  <a:lnTo>
                    <a:pt x="106203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6800849"/>
              <a:ext cx="1571625" cy="57150"/>
            </a:xfrm>
            <a:custGeom>
              <a:avLst/>
              <a:gdLst/>
              <a:ahLst/>
              <a:cxnLst/>
              <a:rect l="l" t="t" r="r" b="b"/>
              <a:pathLst>
                <a:path w="1571625" h="57150">
                  <a:moveTo>
                    <a:pt x="15716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571624" y="0"/>
                  </a:lnTo>
                  <a:lnTo>
                    <a:pt x="15716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1672291" y="6551215"/>
            <a:ext cx="294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8</a:t>
            </a:fld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Comparable</a:t>
            </a:r>
            <a:r>
              <a:rPr spc="-145" dirty="0"/>
              <a:t> </a:t>
            </a:r>
            <a:r>
              <a:rPr spc="-150" dirty="0"/>
              <a:t>vs</a:t>
            </a:r>
            <a:r>
              <a:rPr spc="-140" dirty="0"/>
              <a:t> </a:t>
            </a:r>
            <a:r>
              <a:rPr spc="-155" dirty="0"/>
              <a:t>Comparator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848" y="1042416"/>
            <a:ext cx="11576685" cy="3383279"/>
            <a:chOff x="307848" y="1042416"/>
            <a:chExt cx="11576685" cy="3383279"/>
          </a:xfrm>
        </p:grpSpPr>
        <p:sp>
          <p:nvSpPr>
            <p:cNvPr id="4" name="object 4"/>
            <p:cNvSpPr/>
            <p:nvPr/>
          </p:nvSpPr>
          <p:spPr>
            <a:xfrm>
              <a:off x="335280" y="1051560"/>
              <a:ext cx="11521440" cy="3328670"/>
            </a:xfrm>
            <a:custGeom>
              <a:avLst/>
              <a:gdLst/>
              <a:ahLst/>
              <a:cxnLst/>
              <a:rect l="l" t="t" r="r" b="b"/>
              <a:pathLst>
                <a:path w="11521440" h="3328670">
                  <a:moveTo>
                    <a:pt x="11521440" y="3328416"/>
                  </a:moveTo>
                  <a:lnTo>
                    <a:pt x="0" y="3328416"/>
                  </a:lnTo>
                  <a:lnTo>
                    <a:pt x="0" y="0"/>
                  </a:lnTo>
                  <a:lnTo>
                    <a:pt x="11521440" y="0"/>
                  </a:lnTo>
                  <a:lnTo>
                    <a:pt x="11521440" y="24764"/>
                  </a:lnTo>
                  <a:lnTo>
                    <a:pt x="160019" y="24764"/>
                  </a:lnTo>
                  <a:lnTo>
                    <a:pt x="148760" y="25308"/>
                  </a:lnTo>
                  <a:lnTo>
                    <a:pt x="106084" y="38276"/>
                  </a:lnTo>
                  <a:lnTo>
                    <a:pt x="71620" y="66588"/>
                  </a:lnTo>
                  <a:lnTo>
                    <a:pt x="50613" y="105934"/>
                  </a:lnTo>
                  <a:lnTo>
                    <a:pt x="45719" y="139064"/>
                  </a:lnTo>
                  <a:lnTo>
                    <a:pt x="45719" y="3148964"/>
                  </a:lnTo>
                  <a:lnTo>
                    <a:pt x="54420" y="3192704"/>
                  </a:lnTo>
                  <a:lnTo>
                    <a:pt x="79197" y="3229786"/>
                  </a:lnTo>
                  <a:lnTo>
                    <a:pt x="116279" y="3254563"/>
                  </a:lnTo>
                  <a:lnTo>
                    <a:pt x="160019" y="3263264"/>
                  </a:lnTo>
                  <a:lnTo>
                    <a:pt x="11521440" y="3263264"/>
                  </a:lnTo>
                  <a:lnTo>
                    <a:pt x="11521440" y="3328416"/>
                  </a:lnTo>
                  <a:close/>
                </a:path>
                <a:path w="11521440" h="3328670">
                  <a:moveTo>
                    <a:pt x="11521440" y="3263264"/>
                  </a:moveTo>
                  <a:lnTo>
                    <a:pt x="11361419" y="3263264"/>
                  </a:lnTo>
                  <a:lnTo>
                    <a:pt x="11372678" y="3262720"/>
                  </a:lnTo>
                  <a:lnTo>
                    <a:pt x="11383721" y="3261089"/>
                  </a:lnTo>
                  <a:lnTo>
                    <a:pt x="11424932" y="3244019"/>
                  </a:lnTo>
                  <a:lnTo>
                    <a:pt x="11456473" y="3212478"/>
                  </a:lnTo>
                  <a:lnTo>
                    <a:pt x="11473543" y="3171267"/>
                  </a:lnTo>
                  <a:lnTo>
                    <a:pt x="11475719" y="3148964"/>
                  </a:lnTo>
                  <a:lnTo>
                    <a:pt x="11475719" y="139064"/>
                  </a:lnTo>
                  <a:lnTo>
                    <a:pt x="11467018" y="95323"/>
                  </a:lnTo>
                  <a:lnTo>
                    <a:pt x="11442241" y="58242"/>
                  </a:lnTo>
                  <a:lnTo>
                    <a:pt x="11405159" y="33465"/>
                  </a:lnTo>
                  <a:lnTo>
                    <a:pt x="11361419" y="24764"/>
                  </a:lnTo>
                  <a:lnTo>
                    <a:pt x="11521440" y="24764"/>
                  </a:lnTo>
                  <a:lnTo>
                    <a:pt x="11521440" y="326326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7848" y="1042416"/>
              <a:ext cx="11576685" cy="3383279"/>
            </a:xfrm>
            <a:custGeom>
              <a:avLst/>
              <a:gdLst/>
              <a:ahLst/>
              <a:cxnLst/>
              <a:rect l="l" t="t" r="r" b="b"/>
              <a:pathLst>
                <a:path w="11576685" h="3383279">
                  <a:moveTo>
                    <a:pt x="11576304" y="3383280"/>
                  </a:moveTo>
                  <a:lnTo>
                    <a:pt x="0" y="3383280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33908"/>
                  </a:lnTo>
                  <a:lnTo>
                    <a:pt x="187451" y="33908"/>
                  </a:lnTo>
                  <a:lnTo>
                    <a:pt x="176192" y="34452"/>
                  </a:lnTo>
                  <a:lnTo>
                    <a:pt x="133516" y="47420"/>
                  </a:lnTo>
                  <a:lnTo>
                    <a:pt x="99052" y="75732"/>
                  </a:lnTo>
                  <a:lnTo>
                    <a:pt x="78045" y="115078"/>
                  </a:lnTo>
                  <a:lnTo>
                    <a:pt x="73151" y="148208"/>
                  </a:lnTo>
                  <a:lnTo>
                    <a:pt x="73151" y="3158108"/>
                  </a:lnTo>
                  <a:lnTo>
                    <a:pt x="81852" y="3201848"/>
                  </a:lnTo>
                  <a:lnTo>
                    <a:pt x="106629" y="3238930"/>
                  </a:lnTo>
                  <a:lnTo>
                    <a:pt x="143711" y="3263707"/>
                  </a:lnTo>
                  <a:lnTo>
                    <a:pt x="187451" y="3272408"/>
                  </a:lnTo>
                  <a:lnTo>
                    <a:pt x="11576304" y="3272408"/>
                  </a:lnTo>
                  <a:lnTo>
                    <a:pt x="11576304" y="3383280"/>
                  </a:lnTo>
                  <a:close/>
                </a:path>
                <a:path w="11576685" h="3383279">
                  <a:moveTo>
                    <a:pt x="11576304" y="3272408"/>
                  </a:moveTo>
                  <a:lnTo>
                    <a:pt x="11388851" y="3272408"/>
                  </a:lnTo>
                  <a:lnTo>
                    <a:pt x="11400110" y="3271864"/>
                  </a:lnTo>
                  <a:lnTo>
                    <a:pt x="11411153" y="3270233"/>
                  </a:lnTo>
                  <a:lnTo>
                    <a:pt x="11452364" y="3253163"/>
                  </a:lnTo>
                  <a:lnTo>
                    <a:pt x="11483905" y="3221622"/>
                  </a:lnTo>
                  <a:lnTo>
                    <a:pt x="11500975" y="3180411"/>
                  </a:lnTo>
                  <a:lnTo>
                    <a:pt x="11503151" y="3158108"/>
                  </a:lnTo>
                  <a:lnTo>
                    <a:pt x="11503151" y="148208"/>
                  </a:lnTo>
                  <a:lnTo>
                    <a:pt x="11494450" y="104467"/>
                  </a:lnTo>
                  <a:lnTo>
                    <a:pt x="11469673" y="67386"/>
                  </a:lnTo>
                  <a:lnTo>
                    <a:pt x="11432591" y="42609"/>
                  </a:lnTo>
                  <a:lnTo>
                    <a:pt x="11388851" y="33908"/>
                  </a:lnTo>
                  <a:lnTo>
                    <a:pt x="11576304" y="33908"/>
                  </a:lnTo>
                  <a:lnTo>
                    <a:pt x="11576304" y="327240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1081087"/>
              <a:ext cx="11420475" cy="3228975"/>
            </a:xfrm>
            <a:custGeom>
              <a:avLst/>
              <a:gdLst/>
              <a:ahLst/>
              <a:cxnLst/>
              <a:rect l="l" t="t" r="r" b="b"/>
              <a:pathLst>
                <a:path w="11420475" h="3228975">
                  <a:moveTo>
                    <a:pt x="0" y="31194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1310936" y="0"/>
                  </a:lnTo>
                  <a:lnTo>
                    <a:pt x="11318127" y="0"/>
                  </a:lnTo>
                  <a:lnTo>
                    <a:pt x="11325250" y="701"/>
                  </a:lnTo>
                  <a:lnTo>
                    <a:pt x="11365811" y="14464"/>
                  </a:lnTo>
                  <a:lnTo>
                    <a:pt x="11398016" y="42701"/>
                  </a:lnTo>
                  <a:lnTo>
                    <a:pt x="11416964" y="81113"/>
                  </a:lnTo>
                  <a:lnTo>
                    <a:pt x="11418368" y="88167"/>
                  </a:lnTo>
                  <a:lnTo>
                    <a:pt x="11419771" y="95221"/>
                  </a:lnTo>
                  <a:lnTo>
                    <a:pt x="11420472" y="102345"/>
                  </a:lnTo>
                  <a:lnTo>
                    <a:pt x="11420474" y="109537"/>
                  </a:lnTo>
                  <a:lnTo>
                    <a:pt x="11420474" y="3119437"/>
                  </a:lnTo>
                  <a:lnTo>
                    <a:pt x="11420472" y="3126629"/>
                  </a:lnTo>
                  <a:lnTo>
                    <a:pt x="11419771" y="3133752"/>
                  </a:lnTo>
                  <a:lnTo>
                    <a:pt x="11418368" y="3140806"/>
                  </a:lnTo>
                  <a:lnTo>
                    <a:pt x="11416964" y="3147860"/>
                  </a:lnTo>
                  <a:lnTo>
                    <a:pt x="11414887" y="3154710"/>
                  </a:lnTo>
                  <a:lnTo>
                    <a:pt x="11412135" y="3161355"/>
                  </a:lnTo>
                  <a:lnTo>
                    <a:pt x="11409382" y="3167999"/>
                  </a:lnTo>
                  <a:lnTo>
                    <a:pt x="11406008" y="3174312"/>
                  </a:lnTo>
                  <a:lnTo>
                    <a:pt x="11402012" y="3180292"/>
                  </a:lnTo>
                  <a:lnTo>
                    <a:pt x="11398016" y="3186273"/>
                  </a:lnTo>
                  <a:lnTo>
                    <a:pt x="11365811" y="3214509"/>
                  </a:lnTo>
                  <a:lnTo>
                    <a:pt x="11352853" y="3220636"/>
                  </a:lnTo>
                  <a:lnTo>
                    <a:pt x="11346208" y="3223388"/>
                  </a:lnTo>
                  <a:lnTo>
                    <a:pt x="11310936" y="3228974"/>
                  </a:lnTo>
                  <a:lnTo>
                    <a:pt x="109537" y="3228974"/>
                  </a:lnTo>
                  <a:lnTo>
                    <a:pt x="102345" y="3228974"/>
                  </a:lnTo>
                  <a:lnTo>
                    <a:pt x="95221" y="3228272"/>
                  </a:lnTo>
                  <a:lnTo>
                    <a:pt x="88167" y="3226869"/>
                  </a:lnTo>
                  <a:lnTo>
                    <a:pt x="81113" y="3225466"/>
                  </a:lnTo>
                  <a:lnTo>
                    <a:pt x="74264" y="3223388"/>
                  </a:lnTo>
                  <a:lnTo>
                    <a:pt x="67619" y="3220636"/>
                  </a:lnTo>
                  <a:lnTo>
                    <a:pt x="60974" y="3217883"/>
                  </a:lnTo>
                  <a:lnTo>
                    <a:pt x="26997" y="3191806"/>
                  </a:lnTo>
                  <a:lnTo>
                    <a:pt x="18460" y="3180292"/>
                  </a:lnTo>
                  <a:lnTo>
                    <a:pt x="14464" y="3174312"/>
                  </a:lnTo>
                  <a:lnTo>
                    <a:pt x="11090" y="3167999"/>
                  </a:lnTo>
                  <a:lnTo>
                    <a:pt x="8338" y="3161355"/>
                  </a:lnTo>
                  <a:lnTo>
                    <a:pt x="5585" y="3154710"/>
                  </a:lnTo>
                  <a:lnTo>
                    <a:pt x="3507" y="3147860"/>
                  </a:lnTo>
                  <a:lnTo>
                    <a:pt x="2104" y="3140806"/>
                  </a:lnTo>
                  <a:lnTo>
                    <a:pt x="701" y="3133752"/>
                  </a:lnTo>
                  <a:lnTo>
                    <a:pt x="0" y="3126629"/>
                  </a:lnTo>
                  <a:lnTo>
                    <a:pt x="0" y="31194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0512" y="1085849"/>
              <a:ext cx="11410950" cy="504825"/>
            </a:xfrm>
            <a:custGeom>
              <a:avLst/>
              <a:gdLst/>
              <a:ahLst/>
              <a:cxnLst/>
              <a:rect l="l" t="t" r="r" b="b"/>
              <a:pathLst>
                <a:path w="11410950" h="504825">
                  <a:moveTo>
                    <a:pt x="11410950" y="104775"/>
                  </a:moveTo>
                  <a:lnTo>
                    <a:pt x="11402974" y="64681"/>
                  </a:lnTo>
                  <a:lnTo>
                    <a:pt x="11380267" y="30695"/>
                  </a:lnTo>
                  <a:lnTo>
                    <a:pt x="11346269" y="7975"/>
                  </a:lnTo>
                  <a:lnTo>
                    <a:pt x="11306175" y="0"/>
                  </a:lnTo>
                  <a:lnTo>
                    <a:pt x="6848475" y="0"/>
                  </a:lnTo>
                  <a:lnTo>
                    <a:pt x="2286000" y="0"/>
                  </a:lnTo>
                  <a:lnTo>
                    <a:pt x="104775" y="0"/>
                  </a:lnTo>
                  <a:lnTo>
                    <a:pt x="94462" y="508"/>
                  </a:lnTo>
                  <a:lnTo>
                    <a:pt x="55346" y="12395"/>
                  </a:lnTo>
                  <a:lnTo>
                    <a:pt x="23749" y="38341"/>
                  </a:lnTo>
                  <a:lnTo>
                    <a:pt x="4495" y="74409"/>
                  </a:lnTo>
                  <a:lnTo>
                    <a:pt x="0" y="104775"/>
                  </a:lnTo>
                  <a:lnTo>
                    <a:pt x="0" y="504825"/>
                  </a:lnTo>
                  <a:lnTo>
                    <a:pt x="2286000" y="504825"/>
                  </a:lnTo>
                  <a:lnTo>
                    <a:pt x="6848475" y="504825"/>
                  </a:lnTo>
                  <a:lnTo>
                    <a:pt x="11410950" y="504825"/>
                  </a:lnTo>
                  <a:lnTo>
                    <a:pt x="11410950" y="104775"/>
                  </a:lnTo>
                  <a:close/>
                </a:path>
              </a:pathLst>
            </a:custGeom>
            <a:solidFill>
              <a:srgbClr val="1D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0512" y="2162174"/>
              <a:ext cx="11410950" cy="1581150"/>
            </a:xfrm>
            <a:custGeom>
              <a:avLst/>
              <a:gdLst/>
              <a:ahLst/>
              <a:cxnLst/>
              <a:rect l="l" t="t" r="r" b="b"/>
              <a:pathLst>
                <a:path w="11410950" h="1581150">
                  <a:moveTo>
                    <a:pt x="11410950" y="1076325"/>
                  </a:moveTo>
                  <a:lnTo>
                    <a:pt x="6848475" y="1076325"/>
                  </a:lnTo>
                  <a:lnTo>
                    <a:pt x="2286000" y="1076325"/>
                  </a:lnTo>
                  <a:lnTo>
                    <a:pt x="0" y="1076325"/>
                  </a:lnTo>
                  <a:lnTo>
                    <a:pt x="0" y="1581150"/>
                  </a:lnTo>
                  <a:lnTo>
                    <a:pt x="2286000" y="1581150"/>
                  </a:lnTo>
                  <a:lnTo>
                    <a:pt x="6848475" y="1581150"/>
                  </a:lnTo>
                  <a:lnTo>
                    <a:pt x="11410950" y="1581150"/>
                  </a:lnTo>
                  <a:lnTo>
                    <a:pt x="11410950" y="1076325"/>
                  </a:lnTo>
                  <a:close/>
                </a:path>
                <a:path w="11410950" h="1581150">
                  <a:moveTo>
                    <a:pt x="11410950" y="0"/>
                  </a:moveTo>
                  <a:lnTo>
                    <a:pt x="6848475" y="0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571500"/>
                  </a:lnTo>
                  <a:lnTo>
                    <a:pt x="2286000" y="571500"/>
                  </a:lnTo>
                  <a:lnTo>
                    <a:pt x="6848475" y="571500"/>
                  </a:lnTo>
                  <a:lnTo>
                    <a:pt x="11410950" y="571500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0512" y="2152649"/>
              <a:ext cx="11410950" cy="1590675"/>
            </a:xfrm>
            <a:custGeom>
              <a:avLst/>
              <a:gdLst/>
              <a:ahLst/>
              <a:cxnLst/>
              <a:rect l="l" t="t" r="r" b="b"/>
              <a:pathLst>
                <a:path w="11410950" h="1590675">
                  <a:moveTo>
                    <a:pt x="11410950" y="1581150"/>
                  </a:moveTo>
                  <a:lnTo>
                    <a:pt x="6848475" y="1581150"/>
                  </a:lnTo>
                  <a:lnTo>
                    <a:pt x="2286000" y="1581150"/>
                  </a:lnTo>
                  <a:lnTo>
                    <a:pt x="0" y="1581150"/>
                  </a:lnTo>
                  <a:lnTo>
                    <a:pt x="0" y="1590675"/>
                  </a:lnTo>
                  <a:lnTo>
                    <a:pt x="2286000" y="1590675"/>
                  </a:lnTo>
                  <a:lnTo>
                    <a:pt x="6848475" y="1590675"/>
                  </a:lnTo>
                  <a:lnTo>
                    <a:pt x="11410950" y="1590675"/>
                  </a:lnTo>
                  <a:lnTo>
                    <a:pt x="11410950" y="1581150"/>
                  </a:lnTo>
                  <a:close/>
                </a:path>
                <a:path w="11410950" h="1590675">
                  <a:moveTo>
                    <a:pt x="11410950" y="1076325"/>
                  </a:moveTo>
                  <a:lnTo>
                    <a:pt x="6848475" y="1076325"/>
                  </a:lnTo>
                  <a:lnTo>
                    <a:pt x="2286000" y="1076325"/>
                  </a:lnTo>
                  <a:lnTo>
                    <a:pt x="0" y="1076325"/>
                  </a:lnTo>
                  <a:lnTo>
                    <a:pt x="0" y="1085850"/>
                  </a:lnTo>
                  <a:lnTo>
                    <a:pt x="2286000" y="1085850"/>
                  </a:lnTo>
                  <a:lnTo>
                    <a:pt x="6848475" y="1085850"/>
                  </a:lnTo>
                  <a:lnTo>
                    <a:pt x="11410950" y="1085850"/>
                  </a:lnTo>
                  <a:lnTo>
                    <a:pt x="11410950" y="1076325"/>
                  </a:lnTo>
                  <a:close/>
                </a:path>
                <a:path w="11410950" h="1590675">
                  <a:moveTo>
                    <a:pt x="11410950" y="571500"/>
                  </a:moveTo>
                  <a:lnTo>
                    <a:pt x="6848475" y="571500"/>
                  </a:lnTo>
                  <a:lnTo>
                    <a:pt x="2286000" y="571500"/>
                  </a:lnTo>
                  <a:lnTo>
                    <a:pt x="0" y="571500"/>
                  </a:lnTo>
                  <a:lnTo>
                    <a:pt x="0" y="581025"/>
                  </a:lnTo>
                  <a:lnTo>
                    <a:pt x="2286000" y="581025"/>
                  </a:lnTo>
                  <a:lnTo>
                    <a:pt x="6848475" y="581025"/>
                  </a:lnTo>
                  <a:lnTo>
                    <a:pt x="11410950" y="581025"/>
                  </a:lnTo>
                  <a:lnTo>
                    <a:pt x="11410950" y="571500"/>
                  </a:lnTo>
                  <a:close/>
                </a:path>
                <a:path w="11410950" h="1590675">
                  <a:moveTo>
                    <a:pt x="11410950" y="0"/>
                  </a:moveTo>
                  <a:lnTo>
                    <a:pt x="6848475" y="0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2286000" y="9525"/>
                  </a:lnTo>
                  <a:lnTo>
                    <a:pt x="6848475" y="9525"/>
                  </a:lnTo>
                  <a:lnTo>
                    <a:pt x="11410950" y="9525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6424" y="1218359"/>
            <a:ext cx="62420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10" dirty="0">
                <a:solidFill>
                  <a:srgbClr val="FFFFFF"/>
                </a:solidFill>
                <a:latin typeface="Arial"/>
                <a:cs typeface="Arial"/>
              </a:rPr>
              <a:t>CRITÈRE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01255" y="1257299"/>
            <a:ext cx="4735830" cy="762000"/>
            <a:chOff x="2901255" y="1257299"/>
            <a:chExt cx="4735830" cy="762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1255" y="1257299"/>
              <a:ext cx="171450" cy="1746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2341" y="1257299"/>
              <a:ext cx="174625" cy="1746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09887" y="1728787"/>
              <a:ext cx="1990725" cy="285750"/>
            </a:xfrm>
            <a:custGeom>
              <a:avLst/>
              <a:gdLst/>
              <a:ahLst/>
              <a:cxnLst/>
              <a:rect l="l" t="t" r="r" b="b"/>
              <a:pathLst>
                <a:path w="1990725" h="285750">
                  <a:moveTo>
                    <a:pt x="1847849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6" y="257628"/>
                  </a:lnTo>
                  <a:lnTo>
                    <a:pt x="28120" y="227992"/>
                  </a:lnTo>
                  <a:lnTo>
                    <a:pt x="8347" y="191000"/>
                  </a:lnTo>
                  <a:lnTo>
                    <a:pt x="171" y="149894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847849" y="0"/>
                  </a:lnTo>
                  <a:lnTo>
                    <a:pt x="1889324" y="6150"/>
                  </a:lnTo>
                  <a:lnTo>
                    <a:pt x="1927226" y="24078"/>
                  </a:lnTo>
                  <a:lnTo>
                    <a:pt x="1958294" y="52234"/>
                  </a:lnTo>
                  <a:lnTo>
                    <a:pt x="1979848" y="88198"/>
                  </a:lnTo>
                  <a:lnTo>
                    <a:pt x="1990038" y="128870"/>
                  </a:lnTo>
                  <a:lnTo>
                    <a:pt x="1990724" y="142874"/>
                  </a:lnTo>
                  <a:lnTo>
                    <a:pt x="1990553" y="149894"/>
                  </a:lnTo>
                  <a:lnTo>
                    <a:pt x="1982375" y="191000"/>
                  </a:lnTo>
                  <a:lnTo>
                    <a:pt x="1962603" y="227992"/>
                  </a:lnTo>
                  <a:lnTo>
                    <a:pt x="1932967" y="257628"/>
                  </a:lnTo>
                  <a:lnTo>
                    <a:pt x="1895974" y="277401"/>
                  </a:lnTo>
                  <a:lnTo>
                    <a:pt x="1854868" y="285578"/>
                  </a:lnTo>
                  <a:lnTo>
                    <a:pt x="1847849" y="28574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09887" y="1728787"/>
              <a:ext cx="1990725" cy="285750"/>
            </a:xfrm>
            <a:custGeom>
              <a:avLst/>
              <a:gdLst/>
              <a:ahLst/>
              <a:cxnLst/>
              <a:rect l="l" t="t" r="r" b="b"/>
              <a:pathLst>
                <a:path w="1990725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847849" y="0"/>
                  </a:lnTo>
                  <a:lnTo>
                    <a:pt x="1889324" y="6150"/>
                  </a:lnTo>
                  <a:lnTo>
                    <a:pt x="1927226" y="24078"/>
                  </a:lnTo>
                  <a:lnTo>
                    <a:pt x="1958294" y="52234"/>
                  </a:lnTo>
                  <a:lnTo>
                    <a:pt x="1979848" y="88198"/>
                  </a:lnTo>
                  <a:lnTo>
                    <a:pt x="1990038" y="128870"/>
                  </a:lnTo>
                  <a:lnTo>
                    <a:pt x="1990724" y="142874"/>
                  </a:lnTo>
                  <a:lnTo>
                    <a:pt x="1990553" y="149894"/>
                  </a:lnTo>
                  <a:lnTo>
                    <a:pt x="1982375" y="191000"/>
                  </a:lnTo>
                  <a:lnTo>
                    <a:pt x="1962603" y="227992"/>
                  </a:lnTo>
                  <a:lnTo>
                    <a:pt x="1932967" y="257628"/>
                  </a:lnTo>
                  <a:lnTo>
                    <a:pt x="1895974" y="277401"/>
                  </a:lnTo>
                  <a:lnTo>
                    <a:pt x="1854868" y="285578"/>
                  </a:lnTo>
                  <a:lnTo>
                    <a:pt x="1847849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FDE6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6030" y="1806574"/>
              <a:ext cx="101600" cy="13652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161952" y="1218359"/>
            <a:ext cx="133794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35" dirty="0">
                <a:solidFill>
                  <a:srgbClr val="FFFFFF"/>
                </a:solidFill>
                <a:latin typeface="Arial"/>
                <a:cs typeface="Arial"/>
              </a:rPr>
              <a:t>COMPARABLE</a:t>
            </a:r>
            <a:r>
              <a:rPr sz="125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&lt;</a:t>
            </a:r>
            <a:r>
              <a:rPr sz="1250" b="1" spc="-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&gt;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26213" y="1218359"/>
            <a:ext cx="135509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35" dirty="0">
                <a:solidFill>
                  <a:srgbClr val="FFFFFF"/>
                </a:solidFill>
                <a:latin typeface="Arial"/>
                <a:cs typeface="Arial"/>
              </a:rPr>
              <a:t>COMPARATOR</a:t>
            </a:r>
            <a:r>
              <a:rPr sz="125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&lt;</a:t>
            </a:r>
            <a:r>
              <a:rPr sz="1250" b="1" spc="-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&gt;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6424" y="1744662"/>
            <a:ext cx="8115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60" dirty="0">
                <a:solidFill>
                  <a:srgbClr val="334054"/>
                </a:solidFill>
                <a:latin typeface="Arial"/>
                <a:cs typeface="Arial"/>
              </a:rPr>
              <a:t>Défini 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où</a:t>
            </a:r>
            <a:r>
              <a:rPr sz="1350" b="1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334054"/>
                </a:solidFill>
                <a:latin typeface="Arial"/>
                <a:cs typeface="Arial"/>
              </a:rPr>
              <a:t>?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50492" y="1751759"/>
            <a:ext cx="166751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30" dirty="0">
                <a:solidFill>
                  <a:srgbClr val="B45309"/>
                </a:solidFill>
                <a:latin typeface="Arial"/>
                <a:cs typeface="Arial"/>
              </a:rPr>
              <a:t>Dans</a:t>
            </a:r>
            <a:r>
              <a:rPr sz="1250" b="1" spc="-45" dirty="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sz="1250" b="1" spc="-90" dirty="0">
                <a:solidFill>
                  <a:srgbClr val="B45309"/>
                </a:solidFill>
                <a:latin typeface="Arial"/>
                <a:cs typeface="Arial"/>
              </a:rPr>
              <a:t>la</a:t>
            </a:r>
            <a:r>
              <a:rPr sz="1250" b="1" spc="-45" dirty="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sz="1250" b="1" spc="-105" dirty="0">
                <a:solidFill>
                  <a:srgbClr val="B45309"/>
                </a:solidFill>
                <a:latin typeface="Arial"/>
                <a:cs typeface="Arial"/>
              </a:rPr>
              <a:t>classe</a:t>
            </a:r>
            <a:r>
              <a:rPr sz="1250" b="1" spc="-45" dirty="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sz="1250" b="1" spc="-50" dirty="0">
                <a:solidFill>
                  <a:srgbClr val="B45309"/>
                </a:solidFill>
                <a:latin typeface="Arial"/>
                <a:cs typeface="Arial"/>
              </a:rPr>
              <a:t>elle</a:t>
            </a:r>
            <a:r>
              <a:rPr sz="1200" b="1" spc="-50" dirty="0">
                <a:solidFill>
                  <a:srgbClr val="B45309"/>
                </a:solidFill>
                <a:latin typeface="Arial"/>
                <a:cs typeface="Arial"/>
              </a:rPr>
              <a:t>-</a:t>
            </a:r>
            <a:r>
              <a:rPr sz="1250" b="1" spc="-100" dirty="0">
                <a:solidFill>
                  <a:srgbClr val="B45309"/>
                </a:solidFill>
                <a:latin typeface="Arial"/>
                <a:cs typeface="Arial"/>
              </a:rPr>
              <a:t>même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467599" y="1724024"/>
            <a:ext cx="1990725" cy="295275"/>
            <a:chOff x="7467599" y="1724024"/>
            <a:chExt cx="1990725" cy="295275"/>
          </a:xfrm>
        </p:grpSpPr>
        <p:sp>
          <p:nvSpPr>
            <p:cNvPr id="22" name="object 22"/>
            <p:cNvSpPr/>
            <p:nvPr/>
          </p:nvSpPr>
          <p:spPr>
            <a:xfrm>
              <a:off x="7472361" y="1728787"/>
              <a:ext cx="1981200" cy="285750"/>
            </a:xfrm>
            <a:custGeom>
              <a:avLst/>
              <a:gdLst/>
              <a:ahLst/>
              <a:cxnLst/>
              <a:rect l="l" t="t" r="r" b="b"/>
              <a:pathLst>
                <a:path w="1981200" h="285750">
                  <a:moveTo>
                    <a:pt x="1838324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7" y="257628"/>
                  </a:lnTo>
                  <a:lnTo>
                    <a:pt x="28120" y="227992"/>
                  </a:lnTo>
                  <a:lnTo>
                    <a:pt x="8347" y="191000"/>
                  </a:lnTo>
                  <a:lnTo>
                    <a:pt x="171" y="149894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838324" y="0"/>
                  </a:lnTo>
                  <a:lnTo>
                    <a:pt x="1879798" y="6150"/>
                  </a:lnTo>
                  <a:lnTo>
                    <a:pt x="1917700" y="24078"/>
                  </a:lnTo>
                  <a:lnTo>
                    <a:pt x="1948769" y="52234"/>
                  </a:lnTo>
                  <a:lnTo>
                    <a:pt x="1970323" y="88198"/>
                  </a:lnTo>
                  <a:lnTo>
                    <a:pt x="1980513" y="128870"/>
                  </a:lnTo>
                  <a:lnTo>
                    <a:pt x="1981199" y="142874"/>
                  </a:lnTo>
                  <a:lnTo>
                    <a:pt x="1981028" y="149894"/>
                  </a:lnTo>
                  <a:lnTo>
                    <a:pt x="1972850" y="191000"/>
                  </a:lnTo>
                  <a:lnTo>
                    <a:pt x="1953077" y="227992"/>
                  </a:lnTo>
                  <a:lnTo>
                    <a:pt x="1923441" y="257628"/>
                  </a:lnTo>
                  <a:lnTo>
                    <a:pt x="1886449" y="277401"/>
                  </a:lnTo>
                  <a:lnTo>
                    <a:pt x="1845343" y="285578"/>
                  </a:lnTo>
                  <a:lnTo>
                    <a:pt x="1838324" y="285749"/>
                  </a:lnTo>
                  <a:close/>
                </a:path>
              </a:pathLst>
            </a:custGeom>
            <a:solidFill>
              <a:srgbClr val="DFF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72361" y="1728787"/>
              <a:ext cx="1981200" cy="285750"/>
            </a:xfrm>
            <a:custGeom>
              <a:avLst/>
              <a:gdLst/>
              <a:ahLst/>
              <a:cxnLst/>
              <a:rect l="l" t="t" r="r" b="b"/>
              <a:pathLst>
                <a:path w="1981200" h="285750">
                  <a:moveTo>
                    <a:pt x="0" y="142874"/>
                  </a:moveTo>
                  <a:lnTo>
                    <a:pt x="6149" y="101399"/>
                  </a:lnTo>
                  <a:lnTo>
                    <a:pt x="24077" y="63497"/>
                  </a:lnTo>
                  <a:lnTo>
                    <a:pt x="52235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838324" y="0"/>
                  </a:lnTo>
                  <a:lnTo>
                    <a:pt x="1879798" y="6150"/>
                  </a:lnTo>
                  <a:lnTo>
                    <a:pt x="1917700" y="24078"/>
                  </a:lnTo>
                  <a:lnTo>
                    <a:pt x="1948769" y="52234"/>
                  </a:lnTo>
                  <a:lnTo>
                    <a:pt x="1970323" y="88198"/>
                  </a:lnTo>
                  <a:lnTo>
                    <a:pt x="1980513" y="128870"/>
                  </a:lnTo>
                  <a:lnTo>
                    <a:pt x="1981199" y="142874"/>
                  </a:lnTo>
                  <a:lnTo>
                    <a:pt x="1981028" y="149894"/>
                  </a:lnTo>
                  <a:lnTo>
                    <a:pt x="1972850" y="191000"/>
                  </a:lnTo>
                  <a:lnTo>
                    <a:pt x="1953077" y="227992"/>
                  </a:lnTo>
                  <a:lnTo>
                    <a:pt x="1923441" y="257628"/>
                  </a:lnTo>
                  <a:lnTo>
                    <a:pt x="1886449" y="277401"/>
                  </a:lnTo>
                  <a:lnTo>
                    <a:pt x="1845343" y="285578"/>
                  </a:lnTo>
                  <a:lnTo>
                    <a:pt x="1838324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B9E6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70290" y="1806574"/>
              <a:ext cx="133350" cy="1365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748091" y="1751759"/>
            <a:ext cx="162052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14" dirty="0">
                <a:solidFill>
                  <a:srgbClr val="0369A1"/>
                </a:solidFill>
                <a:latin typeface="Arial"/>
                <a:cs typeface="Arial"/>
              </a:rPr>
              <a:t>Classe</a:t>
            </a:r>
            <a:r>
              <a:rPr sz="1250" b="1" spc="-55" dirty="0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sz="1250" b="1" spc="-90" dirty="0">
                <a:solidFill>
                  <a:srgbClr val="0369A1"/>
                </a:solidFill>
                <a:latin typeface="Arial"/>
                <a:cs typeface="Arial"/>
              </a:rPr>
              <a:t>externe</a:t>
            </a:r>
            <a:r>
              <a:rPr sz="1250" b="1" spc="-50" dirty="0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sz="1200" b="1" spc="60" dirty="0">
                <a:solidFill>
                  <a:srgbClr val="0369A1"/>
                </a:solidFill>
                <a:latin typeface="Arial"/>
                <a:cs typeface="Arial"/>
              </a:rPr>
              <a:t>/</a:t>
            </a:r>
            <a:r>
              <a:rPr sz="1200" b="1" spc="-35" dirty="0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sz="1250" b="1" spc="-110" dirty="0">
                <a:solidFill>
                  <a:srgbClr val="0369A1"/>
                </a:solidFill>
                <a:latin typeface="Arial"/>
                <a:cs typeface="Arial"/>
              </a:rPr>
              <a:t>Lambda</a:t>
            </a:r>
            <a:endParaRPr sz="12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6424" y="2316162"/>
            <a:ext cx="147828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85" dirty="0">
                <a:solidFill>
                  <a:srgbClr val="334054"/>
                </a:solidFill>
                <a:latin typeface="Arial"/>
                <a:cs typeface="Arial"/>
              </a:rPr>
              <a:t>Combien</a:t>
            </a:r>
            <a:r>
              <a:rPr sz="135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spc="-60" dirty="0">
                <a:solidFill>
                  <a:srgbClr val="334054"/>
                </a:solidFill>
                <a:latin typeface="Arial"/>
                <a:cs typeface="Arial"/>
              </a:rPr>
              <a:t>d'ordres</a:t>
            </a:r>
            <a:r>
              <a:rPr sz="1350" b="1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334054"/>
                </a:solidFill>
                <a:latin typeface="Arial"/>
                <a:cs typeface="Arial"/>
              </a:rPr>
              <a:t>?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905124" y="2295524"/>
            <a:ext cx="1552575" cy="295275"/>
            <a:chOff x="2905124" y="2295524"/>
            <a:chExt cx="1552575" cy="295275"/>
          </a:xfrm>
        </p:grpSpPr>
        <p:sp>
          <p:nvSpPr>
            <p:cNvPr id="28" name="object 28"/>
            <p:cNvSpPr/>
            <p:nvPr/>
          </p:nvSpPr>
          <p:spPr>
            <a:xfrm>
              <a:off x="2909887" y="2300287"/>
              <a:ext cx="1543050" cy="285750"/>
            </a:xfrm>
            <a:custGeom>
              <a:avLst/>
              <a:gdLst/>
              <a:ahLst/>
              <a:cxnLst/>
              <a:rect l="l" t="t" r="r" b="b"/>
              <a:pathLst>
                <a:path w="1543050" h="285750">
                  <a:moveTo>
                    <a:pt x="1400174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6" y="257628"/>
                  </a:lnTo>
                  <a:lnTo>
                    <a:pt x="28120" y="227992"/>
                  </a:lnTo>
                  <a:lnTo>
                    <a:pt x="8347" y="191000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00174" y="0"/>
                  </a:lnTo>
                  <a:lnTo>
                    <a:pt x="1441649" y="6150"/>
                  </a:lnTo>
                  <a:lnTo>
                    <a:pt x="1479551" y="24078"/>
                  </a:lnTo>
                  <a:lnTo>
                    <a:pt x="1510619" y="52234"/>
                  </a:lnTo>
                  <a:lnTo>
                    <a:pt x="1532173" y="88199"/>
                  </a:lnTo>
                  <a:lnTo>
                    <a:pt x="1542363" y="128870"/>
                  </a:lnTo>
                  <a:lnTo>
                    <a:pt x="1543049" y="142874"/>
                  </a:lnTo>
                  <a:lnTo>
                    <a:pt x="1542878" y="149893"/>
                  </a:lnTo>
                  <a:lnTo>
                    <a:pt x="1534701" y="190999"/>
                  </a:lnTo>
                  <a:lnTo>
                    <a:pt x="1514928" y="227992"/>
                  </a:lnTo>
                  <a:lnTo>
                    <a:pt x="1485292" y="257628"/>
                  </a:lnTo>
                  <a:lnTo>
                    <a:pt x="1448299" y="277401"/>
                  </a:lnTo>
                  <a:lnTo>
                    <a:pt x="1407193" y="285578"/>
                  </a:lnTo>
                  <a:lnTo>
                    <a:pt x="1400174" y="2857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09887" y="2300287"/>
              <a:ext cx="1543050" cy="285750"/>
            </a:xfrm>
            <a:custGeom>
              <a:avLst/>
              <a:gdLst/>
              <a:ahLst/>
              <a:cxnLst/>
              <a:rect l="l" t="t" r="r" b="b"/>
              <a:pathLst>
                <a:path w="1543050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400174" y="0"/>
                  </a:lnTo>
                  <a:lnTo>
                    <a:pt x="1441649" y="6150"/>
                  </a:lnTo>
                  <a:lnTo>
                    <a:pt x="1479551" y="24078"/>
                  </a:lnTo>
                  <a:lnTo>
                    <a:pt x="1510619" y="52234"/>
                  </a:lnTo>
                  <a:lnTo>
                    <a:pt x="1532173" y="88199"/>
                  </a:lnTo>
                  <a:lnTo>
                    <a:pt x="1542363" y="128870"/>
                  </a:lnTo>
                  <a:lnTo>
                    <a:pt x="1543049" y="142874"/>
                  </a:lnTo>
                  <a:lnTo>
                    <a:pt x="1542878" y="149893"/>
                  </a:lnTo>
                  <a:lnTo>
                    <a:pt x="1534701" y="190999"/>
                  </a:lnTo>
                  <a:lnTo>
                    <a:pt x="1514928" y="227992"/>
                  </a:lnTo>
                  <a:lnTo>
                    <a:pt x="1485292" y="257628"/>
                  </a:lnTo>
                  <a:lnTo>
                    <a:pt x="1448299" y="277401"/>
                  </a:lnTo>
                  <a:lnTo>
                    <a:pt x="1407193" y="285578"/>
                  </a:lnTo>
                  <a:lnTo>
                    <a:pt x="1400174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993330" y="2323259"/>
            <a:ext cx="136779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35" dirty="0">
                <a:solidFill>
                  <a:srgbClr val="465469"/>
                </a:solidFill>
                <a:latin typeface="Arial"/>
                <a:cs typeface="Arial"/>
              </a:rPr>
              <a:t>1</a:t>
            </a:r>
            <a:r>
              <a:rPr sz="1200" b="1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50" b="1" spc="-105" dirty="0">
                <a:solidFill>
                  <a:srgbClr val="465469"/>
                </a:solidFill>
                <a:latin typeface="Arial"/>
                <a:cs typeface="Arial"/>
              </a:rPr>
              <a:t>seul</a:t>
            </a:r>
            <a:r>
              <a:rPr sz="1250" b="1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spc="-100" dirty="0">
                <a:solidFill>
                  <a:srgbClr val="465469"/>
                </a:solidFill>
                <a:latin typeface="Arial"/>
                <a:cs typeface="Arial"/>
              </a:rPr>
              <a:t>(</a:t>
            </a:r>
            <a:r>
              <a:rPr sz="1250" b="1" spc="-100" dirty="0">
                <a:solidFill>
                  <a:srgbClr val="465469"/>
                </a:solidFill>
                <a:latin typeface="Arial"/>
                <a:cs typeface="Arial"/>
              </a:rPr>
              <a:t>Ordre</a:t>
            </a:r>
            <a:r>
              <a:rPr sz="1250" b="1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50" b="1" spc="-70" dirty="0">
                <a:solidFill>
                  <a:srgbClr val="465469"/>
                </a:solidFill>
                <a:latin typeface="Arial"/>
                <a:cs typeface="Arial"/>
              </a:rPr>
              <a:t>naturel</a:t>
            </a:r>
            <a:r>
              <a:rPr sz="1200" b="1" spc="-70" dirty="0">
                <a:solidFill>
                  <a:srgbClr val="465469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467599" y="2295524"/>
            <a:ext cx="1857375" cy="295275"/>
            <a:chOff x="7467599" y="2295524"/>
            <a:chExt cx="1857375" cy="295275"/>
          </a:xfrm>
        </p:grpSpPr>
        <p:sp>
          <p:nvSpPr>
            <p:cNvPr id="32" name="object 32"/>
            <p:cNvSpPr/>
            <p:nvPr/>
          </p:nvSpPr>
          <p:spPr>
            <a:xfrm>
              <a:off x="7472361" y="2300287"/>
              <a:ext cx="1847850" cy="285750"/>
            </a:xfrm>
            <a:custGeom>
              <a:avLst/>
              <a:gdLst/>
              <a:ahLst/>
              <a:cxnLst/>
              <a:rect l="l" t="t" r="r" b="b"/>
              <a:pathLst>
                <a:path w="1847850" h="285750">
                  <a:moveTo>
                    <a:pt x="1704974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7" y="257628"/>
                  </a:lnTo>
                  <a:lnTo>
                    <a:pt x="28120" y="227992"/>
                  </a:lnTo>
                  <a:lnTo>
                    <a:pt x="8347" y="191000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704974" y="0"/>
                  </a:lnTo>
                  <a:lnTo>
                    <a:pt x="1746448" y="6150"/>
                  </a:lnTo>
                  <a:lnTo>
                    <a:pt x="1784350" y="24078"/>
                  </a:lnTo>
                  <a:lnTo>
                    <a:pt x="1815419" y="52234"/>
                  </a:lnTo>
                  <a:lnTo>
                    <a:pt x="1836973" y="88199"/>
                  </a:lnTo>
                  <a:lnTo>
                    <a:pt x="1847163" y="128870"/>
                  </a:lnTo>
                  <a:lnTo>
                    <a:pt x="1847849" y="142874"/>
                  </a:lnTo>
                  <a:lnTo>
                    <a:pt x="1847677" y="149893"/>
                  </a:lnTo>
                  <a:lnTo>
                    <a:pt x="1839500" y="190999"/>
                  </a:lnTo>
                  <a:lnTo>
                    <a:pt x="1819727" y="227992"/>
                  </a:lnTo>
                  <a:lnTo>
                    <a:pt x="1790091" y="257628"/>
                  </a:lnTo>
                  <a:lnTo>
                    <a:pt x="1753099" y="277401"/>
                  </a:lnTo>
                  <a:lnTo>
                    <a:pt x="1711993" y="285578"/>
                  </a:lnTo>
                  <a:lnTo>
                    <a:pt x="1704974" y="285749"/>
                  </a:lnTo>
                  <a:close/>
                </a:path>
              </a:pathLst>
            </a:custGeom>
            <a:solidFill>
              <a:srgbClr val="DFF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472361" y="2300287"/>
              <a:ext cx="1847850" cy="285750"/>
            </a:xfrm>
            <a:custGeom>
              <a:avLst/>
              <a:gdLst/>
              <a:ahLst/>
              <a:cxnLst/>
              <a:rect l="l" t="t" r="r" b="b"/>
              <a:pathLst>
                <a:path w="1847850" h="285750">
                  <a:moveTo>
                    <a:pt x="0" y="142874"/>
                  </a:moveTo>
                  <a:lnTo>
                    <a:pt x="6149" y="101399"/>
                  </a:lnTo>
                  <a:lnTo>
                    <a:pt x="24077" y="63497"/>
                  </a:lnTo>
                  <a:lnTo>
                    <a:pt x="52235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704974" y="0"/>
                  </a:lnTo>
                  <a:lnTo>
                    <a:pt x="1746448" y="6150"/>
                  </a:lnTo>
                  <a:lnTo>
                    <a:pt x="1784350" y="24078"/>
                  </a:lnTo>
                  <a:lnTo>
                    <a:pt x="1815419" y="52234"/>
                  </a:lnTo>
                  <a:lnTo>
                    <a:pt x="1836973" y="88199"/>
                  </a:lnTo>
                  <a:lnTo>
                    <a:pt x="1847163" y="128870"/>
                  </a:lnTo>
                  <a:lnTo>
                    <a:pt x="1847849" y="142874"/>
                  </a:lnTo>
                  <a:lnTo>
                    <a:pt x="1847677" y="149893"/>
                  </a:lnTo>
                  <a:lnTo>
                    <a:pt x="1839500" y="190999"/>
                  </a:lnTo>
                  <a:lnTo>
                    <a:pt x="1819727" y="227992"/>
                  </a:lnTo>
                  <a:lnTo>
                    <a:pt x="1790091" y="257628"/>
                  </a:lnTo>
                  <a:lnTo>
                    <a:pt x="1753099" y="277401"/>
                  </a:lnTo>
                  <a:lnTo>
                    <a:pt x="1711993" y="285578"/>
                  </a:lnTo>
                  <a:lnTo>
                    <a:pt x="1704974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B9E6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76640" y="2374899"/>
              <a:ext cx="136525" cy="13970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7764760" y="2323259"/>
            <a:ext cx="147193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05" dirty="0">
                <a:solidFill>
                  <a:srgbClr val="0369A1"/>
                </a:solidFill>
                <a:latin typeface="Arial"/>
                <a:cs typeface="Arial"/>
              </a:rPr>
              <a:t>Autant</a:t>
            </a:r>
            <a:r>
              <a:rPr sz="1250" b="1" spc="-50" dirty="0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sz="1250" b="1" spc="-110" dirty="0">
                <a:solidFill>
                  <a:srgbClr val="0369A1"/>
                </a:solidFill>
                <a:latin typeface="Arial"/>
                <a:cs typeface="Arial"/>
              </a:rPr>
              <a:t>que</a:t>
            </a:r>
            <a:r>
              <a:rPr sz="1250" b="1" spc="-50" dirty="0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sz="1250" b="1" spc="-90" dirty="0">
                <a:solidFill>
                  <a:srgbClr val="0369A1"/>
                </a:solidFill>
                <a:latin typeface="Arial"/>
                <a:cs typeface="Arial"/>
              </a:rPr>
              <a:t>nécessaire</a:t>
            </a:r>
            <a:endParaRPr sz="12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6424" y="2849562"/>
            <a:ext cx="74612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65" dirty="0">
                <a:solidFill>
                  <a:srgbClr val="334054"/>
                </a:solidFill>
                <a:latin typeface="Arial"/>
                <a:cs typeface="Arial"/>
              </a:rPr>
              <a:t>Signature</a:t>
            </a:r>
            <a:endParaRPr sz="13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905124" y="2895599"/>
            <a:ext cx="1447800" cy="200025"/>
          </a:xfrm>
          <a:custGeom>
            <a:avLst/>
            <a:gdLst/>
            <a:ahLst/>
            <a:cxnLst/>
            <a:rect l="l" t="t" r="r" b="b"/>
            <a:pathLst>
              <a:path w="1447800" h="200025">
                <a:moveTo>
                  <a:pt x="1414752" y="200024"/>
                </a:moveTo>
                <a:lnTo>
                  <a:pt x="33047" y="200024"/>
                </a:lnTo>
                <a:lnTo>
                  <a:pt x="28187" y="199057"/>
                </a:lnTo>
                <a:lnTo>
                  <a:pt x="966" y="171837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414752" y="0"/>
                </a:lnTo>
                <a:lnTo>
                  <a:pt x="1446833" y="28187"/>
                </a:lnTo>
                <a:lnTo>
                  <a:pt x="1447799" y="33047"/>
                </a:lnTo>
                <a:lnTo>
                  <a:pt x="1447799" y="166977"/>
                </a:lnTo>
                <a:lnTo>
                  <a:pt x="1419612" y="199057"/>
                </a:lnTo>
                <a:lnTo>
                  <a:pt x="1414752" y="200024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945705" y="2890805"/>
            <a:ext cx="136271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210" dirty="0">
                <a:solidFill>
                  <a:srgbClr val="2562EB"/>
                </a:solidFill>
                <a:latin typeface="Times New Roman"/>
                <a:cs typeface="Times New Roman"/>
              </a:rPr>
              <a:t>int</a:t>
            </a:r>
            <a:r>
              <a:rPr sz="1050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2562EB"/>
                </a:solidFill>
                <a:latin typeface="Times New Roman"/>
                <a:cs typeface="Times New Roman"/>
              </a:rPr>
              <a:t>compareTo(T</a:t>
            </a:r>
            <a:r>
              <a:rPr sz="1050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2562EB"/>
                </a:solidFill>
                <a:latin typeface="Times New Roman"/>
                <a:cs typeface="Times New Roman"/>
              </a:rPr>
              <a:t>o)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67598" y="2895599"/>
            <a:ext cx="1676400" cy="200025"/>
          </a:xfrm>
          <a:custGeom>
            <a:avLst/>
            <a:gdLst/>
            <a:ahLst/>
            <a:cxnLst/>
            <a:rect l="l" t="t" r="r" b="b"/>
            <a:pathLst>
              <a:path w="1676400" h="200025">
                <a:moveTo>
                  <a:pt x="1643351" y="200024"/>
                </a:moveTo>
                <a:lnTo>
                  <a:pt x="33047" y="200024"/>
                </a:lnTo>
                <a:lnTo>
                  <a:pt x="28187" y="199057"/>
                </a:lnTo>
                <a:lnTo>
                  <a:pt x="966" y="171837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643351" y="0"/>
                </a:lnTo>
                <a:lnTo>
                  <a:pt x="1675432" y="28187"/>
                </a:lnTo>
                <a:lnTo>
                  <a:pt x="1676399" y="33047"/>
                </a:lnTo>
                <a:lnTo>
                  <a:pt x="1676399" y="166977"/>
                </a:lnTo>
                <a:lnTo>
                  <a:pt x="1648212" y="199057"/>
                </a:lnTo>
                <a:lnTo>
                  <a:pt x="1643351" y="200024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509966" y="2890805"/>
            <a:ext cx="158559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210" dirty="0">
                <a:solidFill>
                  <a:srgbClr val="2562EB"/>
                </a:solidFill>
                <a:latin typeface="Times New Roman"/>
                <a:cs typeface="Times New Roman"/>
              </a:rPr>
              <a:t>int</a:t>
            </a:r>
            <a:r>
              <a:rPr sz="1050" spc="31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70" dirty="0">
                <a:solidFill>
                  <a:srgbClr val="2562EB"/>
                </a:solidFill>
                <a:latin typeface="Times New Roman"/>
                <a:cs typeface="Times New Roman"/>
              </a:rPr>
              <a:t>compare(T</a:t>
            </a:r>
            <a:r>
              <a:rPr sz="1050" spc="31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215" dirty="0">
                <a:solidFill>
                  <a:srgbClr val="2562EB"/>
                </a:solidFill>
                <a:latin typeface="Times New Roman"/>
                <a:cs typeface="Times New Roman"/>
              </a:rPr>
              <a:t>a,</a:t>
            </a:r>
            <a:r>
              <a:rPr sz="1050" spc="31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2562EB"/>
                </a:solidFill>
                <a:latin typeface="Times New Roman"/>
                <a:cs typeface="Times New Roman"/>
              </a:rPr>
              <a:t>T</a:t>
            </a:r>
            <a:r>
              <a:rPr sz="1050" spc="31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10" dirty="0">
                <a:solidFill>
                  <a:srgbClr val="2562EB"/>
                </a:solidFill>
                <a:latin typeface="Times New Roman"/>
                <a:cs typeface="Times New Roman"/>
              </a:rPr>
              <a:t>b)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6424" y="3354387"/>
            <a:ext cx="110426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80" dirty="0">
                <a:solidFill>
                  <a:srgbClr val="334054"/>
                </a:solidFill>
                <a:latin typeface="Arial"/>
                <a:cs typeface="Arial"/>
              </a:rPr>
              <a:t>Usage</a:t>
            </a:r>
            <a:r>
              <a:rPr sz="1350" b="1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spc="-40" dirty="0">
                <a:solidFill>
                  <a:srgbClr val="334054"/>
                </a:solidFill>
                <a:latin typeface="Arial"/>
                <a:cs typeface="Arial"/>
              </a:rPr>
              <a:t>typique</a:t>
            </a:r>
            <a:endParaRPr sz="13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88555" y="3354387"/>
            <a:ext cx="26943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Collections.sort,</a:t>
            </a:r>
            <a:r>
              <a:rPr sz="135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334054"/>
                </a:solidFill>
                <a:latin typeface="Arial"/>
                <a:cs typeface="Arial"/>
              </a:rPr>
              <a:t>TreeSet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(par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 défaut)</a:t>
            </a:r>
            <a:endParaRPr sz="13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52816" y="3354387"/>
            <a:ext cx="251523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Tri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multi-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critères,</a:t>
            </a:r>
            <a:r>
              <a:rPr sz="135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classes</a:t>
            </a:r>
            <a:r>
              <a:rPr sz="135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externes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6424" y="3897312"/>
            <a:ext cx="53911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50" dirty="0">
                <a:solidFill>
                  <a:srgbClr val="334054"/>
                </a:solidFill>
                <a:latin typeface="Arial"/>
                <a:cs typeface="Arial"/>
              </a:rPr>
              <a:t>Impact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905124" y="3876674"/>
            <a:ext cx="1476375" cy="295275"/>
            <a:chOff x="2905124" y="3876674"/>
            <a:chExt cx="1476375" cy="295275"/>
          </a:xfrm>
        </p:grpSpPr>
        <p:sp>
          <p:nvSpPr>
            <p:cNvPr id="46" name="object 46"/>
            <p:cNvSpPr/>
            <p:nvPr/>
          </p:nvSpPr>
          <p:spPr>
            <a:xfrm>
              <a:off x="2909887" y="3881437"/>
              <a:ext cx="1466850" cy="285750"/>
            </a:xfrm>
            <a:custGeom>
              <a:avLst/>
              <a:gdLst/>
              <a:ahLst/>
              <a:cxnLst/>
              <a:rect l="l" t="t" r="r" b="b"/>
              <a:pathLst>
                <a:path w="1466850" h="285750">
                  <a:moveTo>
                    <a:pt x="1323974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6" y="257628"/>
                  </a:lnTo>
                  <a:lnTo>
                    <a:pt x="28120" y="227992"/>
                  </a:lnTo>
                  <a:lnTo>
                    <a:pt x="8347" y="190999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6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323974" y="0"/>
                  </a:lnTo>
                  <a:lnTo>
                    <a:pt x="1365449" y="6150"/>
                  </a:lnTo>
                  <a:lnTo>
                    <a:pt x="1403351" y="24078"/>
                  </a:lnTo>
                  <a:lnTo>
                    <a:pt x="1434419" y="52234"/>
                  </a:lnTo>
                  <a:lnTo>
                    <a:pt x="1455973" y="88198"/>
                  </a:lnTo>
                  <a:lnTo>
                    <a:pt x="1466163" y="128870"/>
                  </a:lnTo>
                  <a:lnTo>
                    <a:pt x="1466849" y="142874"/>
                  </a:lnTo>
                  <a:lnTo>
                    <a:pt x="1466678" y="149893"/>
                  </a:lnTo>
                  <a:lnTo>
                    <a:pt x="1458501" y="190999"/>
                  </a:lnTo>
                  <a:lnTo>
                    <a:pt x="1438728" y="227992"/>
                  </a:lnTo>
                  <a:lnTo>
                    <a:pt x="1409092" y="257628"/>
                  </a:lnTo>
                  <a:lnTo>
                    <a:pt x="1372099" y="277401"/>
                  </a:lnTo>
                  <a:lnTo>
                    <a:pt x="1330993" y="285578"/>
                  </a:lnTo>
                  <a:lnTo>
                    <a:pt x="1323974" y="28574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09887" y="3881437"/>
              <a:ext cx="1466850" cy="285750"/>
            </a:xfrm>
            <a:custGeom>
              <a:avLst/>
              <a:gdLst/>
              <a:ahLst/>
              <a:cxnLst/>
              <a:rect l="l" t="t" r="r" b="b"/>
              <a:pathLst>
                <a:path w="1466850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6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323974" y="0"/>
                  </a:lnTo>
                  <a:lnTo>
                    <a:pt x="1365449" y="6150"/>
                  </a:lnTo>
                  <a:lnTo>
                    <a:pt x="1403351" y="24078"/>
                  </a:lnTo>
                  <a:lnTo>
                    <a:pt x="1434419" y="52234"/>
                  </a:lnTo>
                  <a:lnTo>
                    <a:pt x="1455973" y="88198"/>
                  </a:lnTo>
                  <a:lnTo>
                    <a:pt x="1466163" y="128870"/>
                  </a:lnTo>
                  <a:lnTo>
                    <a:pt x="1466849" y="142874"/>
                  </a:lnTo>
                  <a:lnTo>
                    <a:pt x="1466678" y="149893"/>
                  </a:lnTo>
                  <a:lnTo>
                    <a:pt x="1458501" y="190999"/>
                  </a:lnTo>
                  <a:lnTo>
                    <a:pt x="1438728" y="227992"/>
                  </a:lnTo>
                  <a:lnTo>
                    <a:pt x="1409092" y="257628"/>
                  </a:lnTo>
                  <a:lnTo>
                    <a:pt x="1372099" y="277401"/>
                  </a:lnTo>
                  <a:lnTo>
                    <a:pt x="1330993" y="285578"/>
                  </a:lnTo>
                  <a:lnTo>
                    <a:pt x="1323974" y="285749"/>
                  </a:lnTo>
                  <a:lnTo>
                    <a:pt x="142874" y="285749"/>
                  </a:ln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FDE6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02855" y="3959224"/>
              <a:ext cx="136525" cy="13652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183830" y="3904409"/>
            <a:ext cx="110744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85" dirty="0">
                <a:solidFill>
                  <a:srgbClr val="B45309"/>
                </a:solidFill>
                <a:latin typeface="Arial"/>
                <a:cs typeface="Arial"/>
              </a:rPr>
              <a:t>Modifie</a:t>
            </a:r>
            <a:r>
              <a:rPr sz="1250" b="1" spc="-55" dirty="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sz="1250" b="1" spc="-90" dirty="0">
                <a:solidFill>
                  <a:srgbClr val="B45309"/>
                </a:solidFill>
                <a:latin typeface="Arial"/>
                <a:cs typeface="Arial"/>
              </a:rPr>
              <a:t>la</a:t>
            </a:r>
            <a:r>
              <a:rPr sz="1250" b="1" spc="-55" dirty="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sz="1250" b="1" spc="-90" dirty="0">
                <a:solidFill>
                  <a:srgbClr val="B45309"/>
                </a:solidFill>
                <a:latin typeface="Arial"/>
                <a:cs typeface="Arial"/>
              </a:rPr>
              <a:t>classe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467599" y="3876674"/>
            <a:ext cx="1181100" cy="295275"/>
            <a:chOff x="7467599" y="3876674"/>
            <a:chExt cx="1181100" cy="295275"/>
          </a:xfrm>
        </p:grpSpPr>
        <p:sp>
          <p:nvSpPr>
            <p:cNvPr id="51" name="object 51"/>
            <p:cNvSpPr/>
            <p:nvPr/>
          </p:nvSpPr>
          <p:spPr>
            <a:xfrm>
              <a:off x="7472361" y="3881437"/>
              <a:ext cx="1171575" cy="285750"/>
            </a:xfrm>
            <a:custGeom>
              <a:avLst/>
              <a:gdLst/>
              <a:ahLst/>
              <a:cxnLst/>
              <a:rect l="l" t="t" r="r" b="b"/>
              <a:pathLst>
                <a:path w="1171575" h="285750">
                  <a:moveTo>
                    <a:pt x="1028699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7" y="257628"/>
                  </a:lnTo>
                  <a:lnTo>
                    <a:pt x="28120" y="227992"/>
                  </a:lnTo>
                  <a:lnTo>
                    <a:pt x="8347" y="190999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6"/>
                  </a:lnTo>
                  <a:lnTo>
                    <a:pt x="8346" y="94749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028699" y="0"/>
                  </a:lnTo>
                  <a:lnTo>
                    <a:pt x="1070173" y="6150"/>
                  </a:lnTo>
                  <a:lnTo>
                    <a:pt x="1108075" y="24078"/>
                  </a:lnTo>
                  <a:lnTo>
                    <a:pt x="1139144" y="52234"/>
                  </a:lnTo>
                  <a:lnTo>
                    <a:pt x="1160698" y="88198"/>
                  </a:lnTo>
                  <a:lnTo>
                    <a:pt x="1170888" y="128870"/>
                  </a:lnTo>
                  <a:lnTo>
                    <a:pt x="1171574" y="142874"/>
                  </a:lnTo>
                  <a:lnTo>
                    <a:pt x="1171403" y="149893"/>
                  </a:lnTo>
                  <a:lnTo>
                    <a:pt x="1163225" y="190999"/>
                  </a:lnTo>
                  <a:lnTo>
                    <a:pt x="1143453" y="227992"/>
                  </a:lnTo>
                  <a:lnTo>
                    <a:pt x="1113816" y="257628"/>
                  </a:lnTo>
                  <a:lnTo>
                    <a:pt x="1076824" y="277401"/>
                  </a:lnTo>
                  <a:lnTo>
                    <a:pt x="1035718" y="285578"/>
                  </a:lnTo>
                  <a:lnTo>
                    <a:pt x="1028699" y="2857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472361" y="3881437"/>
              <a:ext cx="1171575" cy="285750"/>
            </a:xfrm>
            <a:custGeom>
              <a:avLst/>
              <a:gdLst/>
              <a:ahLst/>
              <a:cxnLst/>
              <a:rect l="l" t="t" r="r" b="b"/>
              <a:pathLst>
                <a:path w="1171575" h="285750">
                  <a:moveTo>
                    <a:pt x="0" y="142874"/>
                  </a:moveTo>
                  <a:lnTo>
                    <a:pt x="6149" y="101399"/>
                  </a:lnTo>
                  <a:lnTo>
                    <a:pt x="24077" y="63496"/>
                  </a:lnTo>
                  <a:lnTo>
                    <a:pt x="52235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028699" y="0"/>
                  </a:lnTo>
                  <a:lnTo>
                    <a:pt x="1070173" y="6150"/>
                  </a:lnTo>
                  <a:lnTo>
                    <a:pt x="1108075" y="24078"/>
                  </a:lnTo>
                  <a:lnTo>
                    <a:pt x="1139144" y="52234"/>
                  </a:lnTo>
                  <a:lnTo>
                    <a:pt x="1160698" y="88198"/>
                  </a:lnTo>
                  <a:lnTo>
                    <a:pt x="1170888" y="128870"/>
                  </a:lnTo>
                  <a:lnTo>
                    <a:pt x="1171574" y="142874"/>
                  </a:lnTo>
                  <a:lnTo>
                    <a:pt x="1171403" y="149893"/>
                  </a:lnTo>
                  <a:lnTo>
                    <a:pt x="1163225" y="190999"/>
                  </a:lnTo>
                  <a:lnTo>
                    <a:pt x="1143453" y="227992"/>
                  </a:lnTo>
                  <a:lnTo>
                    <a:pt x="1113816" y="257628"/>
                  </a:lnTo>
                  <a:lnTo>
                    <a:pt x="1076824" y="277401"/>
                  </a:lnTo>
                  <a:lnTo>
                    <a:pt x="1035718" y="285578"/>
                  </a:lnTo>
                  <a:lnTo>
                    <a:pt x="1028699" y="285749"/>
                  </a:lnTo>
                  <a:lnTo>
                    <a:pt x="142874" y="285749"/>
                  </a:ln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73465" y="3959224"/>
              <a:ext cx="127000" cy="136525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7748091" y="3904409"/>
            <a:ext cx="80962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75" dirty="0">
                <a:solidFill>
                  <a:srgbClr val="15803C"/>
                </a:solidFill>
                <a:latin typeface="Arial"/>
                <a:cs typeface="Arial"/>
              </a:rPr>
              <a:t>Non</a:t>
            </a:r>
            <a:r>
              <a:rPr sz="1200" b="1" spc="-75" dirty="0">
                <a:solidFill>
                  <a:srgbClr val="15803C"/>
                </a:solidFill>
                <a:latin typeface="Arial"/>
                <a:cs typeface="Arial"/>
              </a:rPr>
              <a:t>-</a:t>
            </a:r>
            <a:r>
              <a:rPr sz="1250" b="1" spc="-80" dirty="0">
                <a:solidFill>
                  <a:srgbClr val="15803C"/>
                </a:solidFill>
                <a:latin typeface="Arial"/>
                <a:cs typeface="Arial"/>
              </a:rPr>
              <a:t>intrusif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80999" y="4600574"/>
            <a:ext cx="11430000" cy="742950"/>
            <a:chOff x="380999" y="4600574"/>
            <a:chExt cx="11430000" cy="742950"/>
          </a:xfrm>
        </p:grpSpPr>
        <p:sp>
          <p:nvSpPr>
            <p:cNvPr id="56" name="object 56"/>
            <p:cNvSpPr/>
            <p:nvPr/>
          </p:nvSpPr>
          <p:spPr>
            <a:xfrm>
              <a:off x="404812" y="4600574"/>
              <a:ext cx="11406505" cy="742950"/>
            </a:xfrm>
            <a:custGeom>
              <a:avLst/>
              <a:gdLst/>
              <a:ahLst/>
              <a:cxnLst/>
              <a:rect l="l" t="t" r="r" b="b"/>
              <a:pathLst>
                <a:path w="11406505" h="742950">
                  <a:moveTo>
                    <a:pt x="11334989" y="742949"/>
                  </a:moveTo>
                  <a:lnTo>
                    <a:pt x="0" y="742949"/>
                  </a:lnTo>
                  <a:lnTo>
                    <a:pt x="0" y="0"/>
                  </a:lnTo>
                  <a:lnTo>
                    <a:pt x="11334989" y="0"/>
                  </a:lnTo>
                  <a:lnTo>
                    <a:pt x="11339945" y="488"/>
                  </a:lnTo>
                  <a:lnTo>
                    <a:pt x="11376481" y="15621"/>
                  </a:lnTo>
                  <a:lnTo>
                    <a:pt x="11402300" y="51661"/>
                  </a:lnTo>
                  <a:lnTo>
                    <a:pt x="11406186" y="71196"/>
                  </a:lnTo>
                  <a:lnTo>
                    <a:pt x="11406186" y="671753"/>
                  </a:lnTo>
                  <a:lnTo>
                    <a:pt x="11390564" y="713243"/>
                  </a:lnTo>
                  <a:lnTo>
                    <a:pt x="11354524" y="739063"/>
                  </a:lnTo>
                  <a:lnTo>
                    <a:pt x="11334989" y="7429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80999" y="4600574"/>
              <a:ext cx="47625" cy="742950"/>
            </a:xfrm>
            <a:custGeom>
              <a:avLst/>
              <a:gdLst/>
              <a:ahLst/>
              <a:cxnLst/>
              <a:rect l="l" t="t" r="r" b="b"/>
              <a:pathLst>
                <a:path w="47625" h="742950">
                  <a:moveTo>
                    <a:pt x="0" y="74294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742949"/>
                  </a:lnTo>
                  <a:lnTo>
                    <a:pt x="0" y="7429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9124" y="4857749"/>
              <a:ext cx="228600" cy="228600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977900" y="4708842"/>
            <a:ext cx="10420350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0"/>
              </a:spcBef>
            </a:pPr>
            <a:r>
              <a:rPr sz="1350" b="1" spc="-90" dirty="0">
                <a:solidFill>
                  <a:srgbClr val="166533"/>
                </a:solidFill>
                <a:latin typeface="Arial"/>
                <a:cs typeface="Arial"/>
              </a:rPr>
              <a:t>Règle</a:t>
            </a:r>
            <a:r>
              <a:rPr sz="1350" b="1" spc="-8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166533"/>
                </a:solidFill>
                <a:latin typeface="Arial"/>
                <a:cs typeface="Arial"/>
              </a:rPr>
              <a:t>simple</a:t>
            </a:r>
            <a:r>
              <a:rPr sz="1350" b="1" spc="-8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166533"/>
                </a:solidFill>
                <a:latin typeface="Arial"/>
                <a:cs typeface="Arial"/>
              </a:rPr>
              <a:t>:</a:t>
            </a:r>
            <a:r>
              <a:rPr sz="1350" b="1" spc="-3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Implémentez </a:t>
            </a:r>
            <a:r>
              <a:rPr sz="1350" spc="-45" dirty="0">
                <a:solidFill>
                  <a:srgbClr val="166533"/>
                </a:solidFill>
                <a:latin typeface="Arial"/>
                <a:cs typeface="Arial"/>
              </a:rPr>
              <a:t>Comparable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66533"/>
                </a:solidFill>
                <a:latin typeface="Arial"/>
                <a:cs typeface="Arial"/>
              </a:rPr>
              <a:t>pour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66533"/>
                </a:solidFill>
                <a:latin typeface="Arial"/>
                <a:cs typeface="Arial"/>
              </a:rPr>
              <a:t>l'ordre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166533"/>
                </a:solidFill>
                <a:latin typeface="Arial"/>
                <a:cs typeface="Arial"/>
              </a:rPr>
              <a:t>naturel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166533"/>
                </a:solidFill>
                <a:latin typeface="Arial"/>
                <a:cs typeface="Arial"/>
              </a:rPr>
              <a:t>logique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(ex: </a:t>
            </a:r>
            <a:r>
              <a:rPr sz="1350" spc="-25" dirty="0">
                <a:solidFill>
                  <a:srgbClr val="166533"/>
                </a:solidFill>
                <a:latin typeface="Arial"/>
                <a:cs typeface="Arial"/>
              </a:rPr>
              <a:t>matricule).</a:t>
            </a:r>
            <a:r>
              <a:rPr sz="1350" spc="-5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166533"/>
                </a:solidFill>
                <a:latin typeface="Arial"/>
                <a:cs typeface="Arial"/>
              </a:rPr>
              <a:t>Utilisez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Comparator </a:t>
            </a:r>
            <a:r>
              <a:rPr sz="1350" spc="-10" dirty="0">
                <a:solidFill>
                  <a:srgbClr val="166533"/>
                </a:solidFill>
                <a:latin typeface="Arial"/>
                <a:cs typeface="Arial"/>
              </a:rPr>
              <a:t>pour</a:t>
            </a:r>
            <a:r>
              <a:rPr sz="1350" spc="-4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166533"/>
                </a:solidFill>
                <a:latin typeface="Arial"/>
                <a:cs typeface="Arial"/>
              </a:rPr>
              <a:t>tous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166533"/>
                </a:solidFill>
                <a:latin typeface="Arial"/>
                <a:cs typeface="Arial"/>
              </a:rPr>
              <a:t>les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166533"/>
                </a:solidFill>
                <a:latin typeface="Arial"/>
                <a:cs typeface="Arial"/>
              </a:rPr>
              <a:t>autres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166533"/>
                </a:solidFill>
                <a:latin typeface="Arial"/>
                <a:cs typeface="Arial"/>
              </a:rPr>
              <a:t>besoins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166533"/>
                </a:solidFill>
                <a:latin typeface="Arial"/>
                <a:cs typeface="Arial"/>
              </a:rPr>
              <a:t>de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66533"/>
                </a:solidFill>
                <a:latin typeface="Arial"/>
                <a:cs typeface="Arial"/>
              </a:rPr>
              <a:t>tri</a:t>
            </a:r>
            <a:r>
              <a:rPr sz="1350" spc="-4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166533"/>
                </a:solidFill>
                <a:latin typeface="Arial"/>
                <a:cs typeface="Arial"/>
              </a:rPr>
              <a:t>(ex: par</a:t>
            </a:r>
            <a:r>
              <a:rPr sz="1350" spc="-5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166533"/>
                </a:solidFill>
                <a:latin typeface="Arial"/>
                <a:cs typeface="Arial"/>
              </a:rPr>
              <a:t>nom,</a:t>
            </a:r>
            <a:r>
              <a:rPr sz="1350" spc="-6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166533"/>
                </a:solidFill>
                <a:latin typeface="Arial"/>
                <a:cs typeface="Arial"/>
              </a:rPr>
              <a:t>par</a:t>
            </a:r>
            <a:r>
              <a:rPr sz="1350" spc="-5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166533"/>
                </a:solidFill>
                <a:latin typeface="Arial"/>
                <a:cs typeface="Arial"/>
              </a:rPr>
              <a:t>moyenne,</a:t>
            </a:r>
            <a:r>
              <a:rPr sz="1350" spc="-6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66533"/>
                </a:solidFill>
                <a:latin typeface="Arial"/>
                <a:cs typeface="Arial"/>
              </a:rPr>
              <a:t>inversé).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61" name="object 61"/>
            <p:cNvSpPr/>
            <p:nvPr/>
          </p:nvSpPr>
          <p:spPr>
            <a:xfrm>
              <a:off x="1771649" y="6800849"/>
              <a:ext cx="10420350" cy="57150"/>
            </a:xfrm>
            <a:custGeom>
              <a:avLst/>
              <a:gdLst/>
              <a:ahLst/>
              <a:cxnLst/>
              <a:rect l="l" t="t" r="r" b="b"/>
              <a:pathLst>
                <a:path w="10420350" h="57150">
                  <a:moveTo>
                    <a:pt x="0" y="57149"/>
                  </a:moveTo>
                  <a:lnTo>
                    <a:pt x="10420349" y="57149"/>
                  </a:lnTo>
                  <a:lnTo>
                    <a:pt x="104203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0" y="6800849"/>
              <a:ext cx="1771650" cy="57150"/>
            </a:xfrm>
            <a:custGeom>
              <a:avLst/>
              <a:gdLst/>
              <a:ahLst/>
              <a:cxnLst/>
              <a:rect l="l" t="t" r="r" b="b"/>
              <a:pathLst>
                <a:path w="1771650" h="57150">
                  <a:moveTo>
                    <a:pt x="17716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771649" y="0"/>
                  </a:lnTo>
                  <a:lnTo>
                    <a:pt x="17716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1672291" y="6551215"/>
            <a:ext cx="294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9</a:t>
            </a:fld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Comparator</a:t>
            </a:r>
            <a:r>
              <a:rPr spc="-150" dirty="0"/>
              <a:t> </a:t>
            </a:r>
            <a:r>
              <a:rPr spc="-130" dirty="0"/>
              <a:t>:</a:t>
            </a:r>
            <a:r>
              <a:rPr spc="-145" dirty="0"/>
              <a:t> </a:t>
            </a:r>
            <a:r>
              <a:rPr spc="-210" dirty="0"/>
              <a:t>Lambdas</a:t>
            </a:r>
            <a:r>
              <a:rPr spc="-150" dirty="0"/>
              <a:t> </a:t>
            </a:r>
            <a:r>
              <a:rPr spc="-380" dirty="0"/>
              <a:t>&amp;</a:t>
            </a:r>
            <a:r>
              <a:rPr spc="-145" dirty="0"/>
              <a:t> </a:t>
            </a:r>
            <a:r>
              <a:rPr spc="-150" dirty="0"/>
              <a:t>Méthodes </a:t>
            </a:r>
            <a:r>
              <a:rPr spc="-140" dirty="0"/>
              <a:t>statiques</a:t>
            </a:r>
            <a:r>
              <a:rPr spc="-145" dirty="0"/>
              <a:t> </a:t>
            </a:r>
            <a:r>
              <a:rPr spc="-135" dirty="0"/>
              <a:t>(Java</a:t>
            </a:r>
            <a:r>
              <a:rPr spc="-150" dirty="0"/>
              <a:t> </a:t>
            </a:r>
            <a:r>
              <a:rPr spc="-25" dirty="0"/>
              <a:t>8+)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6249" y="1028699"/>
            <a:ext cx="266700" cy="266700"/>
            <a:chOff x="476249" y="1028699"/>
            <a:chExt cx="266700" cy="266700"/>
          </a:xfrm>
        </p:grpSpPr>
        <p:sp>
          <p:nvSpPr>
            <p:cNvPr id="4" name="object 4"/>
            <p:cNvSpPr/>
            <p:nvPr/>
          </p:nvSpPr>
          <p:spPr>
            <a:xfrm>
              <a:off x="476249" y="1028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924" y="1092199"/>
              <a:ext cx="133350" cy="13652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73125" y="1011237"/>
            <a:ext cx="638619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70" dirty="0">
                <a:solidFill>
                  <a:srgbClr val="334054"/>
                </a:solidFill>
                <a:latin typeface="Arial"/>
                <a:cs typeface="Arial"/>
              </a:rPr>
              <a:t>comparing(Function)</a:t>
            </a:r>
            <a:r>
              <a:rPr sz="13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334054"/>
                </a:solidFill>
                <a:latin typeface="Arial"/>
                <a:cs typeface="Arial"/>
              </a:rPr>
              <a:t>Crée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comparateur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334054"/>
                </a:solidFill>
                <a:latin typeface="Arial"/>
                <a:cs typeface="Arial"/>
              </a:rPr>
              <a:t>basé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 sur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clé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d'extraction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(ex: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4054"/>
                </a:solidFill>
                <a:latin typeface="Monaco"/>
                <a:cs typeface="Monaco"/>
              </a:rPr>
              <a:t>getNom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).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62824" y="1057274"/>
            <a:ext cx="752475" cy="200025"/>
          </a:xfrm>
          <a:custGeom>
            <a:avLst/>
            <a:gdLst/>
            <a:ahLst/>
            <a:cxnLst/>
            <a:rect l="l" t="t" r="r" b="b"/>
            <a:pathLst>
              <a:path w="752475" h="200025">
                <a:moveTo>
                  <a:pt x="719426" y="200024"/>
                </a:moveTo>
                <a:lnTo>
                  <a:pt x="33047" y="200024"/>
                </a:lnTo>
                <a:lnTo>
                  <a:pt x="28187" y="199058"/>
                </a:lnTo>
                <a:lnTo>
                  <a:pt x="966" y="171837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19426" y="0"/>
                </a:lnTo>
                <a:lnTo>
                  <a:pt x="751507" y="28187"/>
                </a:lnTo>
                <a:lnTo>
                  <a:pt x="752474" y="33047"/>
                </a:lnTo>
                <a:lnTo>
                  <a:pt x="752474" y="166977"/>
                </a:lnTo>
                <a:lnTo>
                  <a:pt x="724287" y="199058"/>
                </a:lnTo>
                <a:lnTo>
                  <a:pt x="719426" y="200024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29003" y="1056778"/>
            <a:ext cx="62357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85" dirty="0">
                <a:solidFill>
                  <a:srgbClr val="1D40AF"/>
                </a:solidFill>
                <a:latin typeface="Arial"/>
                <a:cs typeface="Arial"/>
              </a:rPr>
              <a:t>Plus</a:t>
            </a:r>
            <a:r>
              <a:rPr sz="950" b="1" spc="-1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950" b="1" spc="-65" dirty="0">
                <a:solidFill>
                  <a:srgbClr val="1D40AF"/>
                </a:solidFill>
                <a:latin typeface="Arial"/>
                <a:cs typeface="Arial"/>
              </a:rPr>
              <a:t>lisible</a:t>
            </a:r>
            <a:r>
              <a:rPr sz="950" b="1" spc="-1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950" b="1" spc="-50" dirty="0">
                <a:solidFill>
                  <a:srgbClr val="1D40AF"/>
                </a:solidFill>
                <a:latin typeface="Arial"/>
                <a:cs typeface="Arial"/>
              </a:rPr>
              <a:t>!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6249" y="1409699"/>
            <a:ext cx="266700" cy="266700"/>
            <a:chOff x="476249" y="1409699"/>
            <a:chExt cx="266700" cy="266700"/>
          </a:xfrm>
        </p:grpSpPr>
        <p:sp>
          <p:nvSpPr>
            <p:cNvPr id="10" name="object 10"/>
            <p:cNvSpPr/>
            <p:nvPr/>
          </p:nvSpPr>
          <p:spPr>
            <a:xfrm>
              <a:off x="476249" y="1409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415" y="1489074"/>
              <a:ext cx="155575" cy="1016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73125" y="1392237"/>
            <a:ext cx="6297295" cy="6178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55" dirty="0">
                <a:solidFill>
                  <a:srgbClr val="334054"/>
                </a:solidFill>
                <a:latin typeface="Arial"/>
                <a:cs typeface="Arial"/>
              </a:rPr>
              <a:t>reversed()</a:t>
            </a:r>
            <a:r>
              <a:rPr sz="1350" b="1" spc="-9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Inverse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l'ordre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du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comparateur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existant.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334054"/>
                </a:solidFill>
                <a:latin typeface="Arial"/>
                <a:cs typeface="Arial"/>
              </a:rPr>
              <a:t>Simple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efficace.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50" b="1" spc="-50" dirty="0">
                <a:solidFill>
                  <a:srgbClr val="334054"/>
                </a:solidFill>
                <a:latin typeface="Arial"/>
                <a:cs typeface="Arial"/>
              </a:rPr>
              <a:t>thenComparing(...)</a:t>
            </a:r>
            <a:r>
              <a:rPr sz="1350" b="1" spc="-9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334054"/>
                </a:solidFill>
                <a:latin typeface="Arial"/>
                <a:cs typeface="Arial"/>
              </a:rPr>
              <a:t>Chaîne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plusieurs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critères.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334054"/>
                </a:solidFill>
                <a:latin typeface="Arial"/>
                <a:cs typeface="Arial"/>
              </a:rPr>
              <a:t>Si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14" dirty="0">
                <a:solidFill>
                  <a:srgbClr val="334054"/>
                </a:solidFill>
                <a:latin typeface="Arial"/>
                <a:cs typeface="Arial"/>
              </a:rPr>
              <a:t>1er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critère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est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égal,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utilise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2ème.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6249" y="1790699"/>
            <a:ext cx="266700" cy="266700"/>
            <a:chOff x="476249" y="1790699"/>
            <a:chExt cx="266700" cy="266700"/>
          </a:xfrm>
        </p:grpSpPr>
        <p:sp>
          <p:nvSpPr>
            <p:cNvPr id="14" name="object 14"/>
            <p:cNvSpPr/>
            <p:nvPr/>
          </p:nvSpPr>
          <p:spPr>
            <a:xfrm>
              <a:off x="476249" y="1790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2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940" y="1851024"/>
              <a:ext cx="136525" cy="13970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24562" y="2368549"/>
            <a:ext cx="142875" cy="168275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07848" y="2709672"/>
            <a:ext cx="11576685" cy="3975100"/>
            <a:chOff x="307848" y="2709672"/>
            <a:chExt cx="11576685" cy="3975100"/>
          </a:xfrm>
        </p:grpSpPr>
        <p:sp>
          <p:nvSpPr>
            <p:cNvPr id="18" name="object 18"/>
            <p:cNvSpPr/>
            <p:nvPr/>
          </p:nvSpPr>
          <p:spPr>
            <a:xfrm>
              <a:off x="307848" y="2709672"/>
              <a:ext cx="11576685" cy="3975100"/>
            </a:xfrm>
            <a:custGeom>
              <a:avLst/>
              <a:gdLst/>
              <a:ahLst/>
              <a:cxnLst/>
              <a:rect l="l" t="t" r="r" b="b"/>
              <a:pathLst>
                <a:path w="11576685" h="3975100">
                  <a:moveTo>
                    <a:pt x="11576304" y="3974592"/>
                  </a:moveTo>
                  <a:lnTo>
                    <a:pt x="0" y="3974592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43052"/>
                  </a:lnTo>
                  <a:lnTo>
                    <a:pt x="130301" y="43052"/>
                  </a:lnTo>
                  <a:lnTo>
                    <a:pt x="120799" y="43924"/>
                  </a:lnTo>
                  <a:lnTo>
                    <a:pt x="86164" y="72395"/>
                  </a:lnTo>
                  <a:lnTo>
                    <a:pt x="82676" y="90677"/>
                  </a:lnTo>
                  <a:lnTo>
                    <a:pt x="82676" y="3805427"/>
                  </a:lnTo>
                  <a:lnTo>
                    <a:pt x="103961" y="3845205"/>
                  </a:lnTo>
                  <a:lnTo>
                    <a:pt x="130301" y="3853052"/>
                  </a:lnTo>
                  <a:lnTo>
                    <a:pt x="11576304" y="3853052"/>
                  </a:lnTo>
                  <a:lnTo>
                    <a:pt x="11576304" y="3974592"/>
                  </a:lnTo>
                  <a:close/>
                </a:path>
                <a:path w="11576685" h="3975100">
                  <a:moveTo>
                    <a:pt x="11576304" y="3853052"/>
                  </a:moveTo>
                  <a:lnTo>
                    <a:pt x="11446001" y="3853052"/>
                  </a:lnTo>
                  <a:lnTo>
                    <a:pt x="11455503" y="3852180"/>
                  </a:lnTo>
                  <a:lnTo>
                    <a:pt x="11464283" y="3849564"/>
                  </a:lnTo>
                  <a:lnTo>
                    <a:pt x="11492754" y="3814929"/>
                  </a:lnTo>
                  <a:lnTo>
                    <a:pt x="11493626" y="3805427"/>
                  </a:lnTo>
                  <a:lnTo>
                    <a:pt x="11493626" y="90677"/>
                  </a:lnTo>
                  <a:lnTo>
                    <a:pt x="11472341" y="50898"/>
                  </a:lnTo>
                  <a:lnTo>
                    <a:pt x="11446001" y="43052"/>
                  </a:lnTo>
                  <a:lnTo>
                    <a:pt x="11576304" y="43052"/>
                  </a:lnTo>
                  <a:lnTo>
                    <a:pt x="11576304" y="385305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0049" y="2743199"/>
              <a:ext cx="11410950" cy="3829050"/>
            </a:xfrm>
            <a:custGeom>
              <a:avLst/>
              <a:gdLst/>
              <a:ahLst/>
              <a:cxnLst/>
              <a:rect l="l" t="t" r="r" b="b"/>
              <a:pathLst>
                <a:path w="11410950" h="3829050">
                  <a:moveTo>
                    <a:pt x="11357551" y="3829049"/>
                  </a:moveTo>
                  <a:lnTo>
                    <a:pt x="33047" y="3829049"/>
                  </a:lnTo>
                  <a:lnTo>
                    <a:pt x="28187" y="3827598"/>
                  </a:lnTo>
                  <a:lnTo>
                    <a:pt x="966" y="3786767"/>
                  </a:lnTo>
                  <a:lnTo>
                    <a:pt x="0" y="3779477"/>
                  </a:lnTo>
                  <a:lnTo>
                    <a:pt x="0" y="377189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1357551" y="0"/>
                  </a:lnTo>
                  <a:lnTo>
                    <a:pt x="11396863" y="19392"/>
                  </a:lnTo>
                  <a:lnTo>
                    <a:pt x="11410949" y="53397"/>
                  </a:lnTo>
                  <a:lnTo>
                    <a:pt x="11410949" y="3775651"/>
                  </a:lnTo>
                  <a:lnTo>
                    <a:pt x="11391556" y="3814963"/>
                  </a:lnTo>
                  <a:lnTo>
                    <a:pt x="11361267" y="3828682"/>
                  </a:lnTo>
                  <a:lnTo>
                    <a:pt x="11357551" y="38290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0999" y="2743199"/>
              <a:ext cx="52069" cy="3829050"/>
            </a:xfrm>
            <a:custGeom>
              <a:avLst/>
              <a:gdLst/>
              <a:ahLst/>
              <a:cxnLst/>
              <a:rect l="l" t="t" r="r" b="b"/>
              <a:pathLst>
                <a:path w="52070" h="3829050">
                  <a:moveTo>
                    <a:pt x="51889" y="3829049"/>
                  </a:moveTo>
                  <a:lnTo>
                    <a:pt x="49571" y="3829049"/>
                  </a:lnTo>
                  <a:lnTo>
                    <a:pt x="42281" y="3827598"/>
                  </a:lnTo>
                  <a:lnTo>
                    <a:pt x="7250" y="3800770"/>
                  </a:lnTo>
                  <a:lnTo>
                    <a:pt x="0" y="377947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771899"/>
                  </a:lnTo>
                  <a:lnTo>
                    <a:pt x="43679" y="3812310"/>
                  </a:lnTo>
                  <a:lnTo>
                    <a:pt x="47399" y="3823469"/>
                  </a:lnTo>
                  <a:lnTo>
                    <a:pt x="51889" y="38290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96899" y="3448642"/>
            <a:ext cx="4705985" cy="4108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32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Trier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moyenne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décroissante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(du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meilleur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au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5" dirty="0">
                <a:solidFill>
                  <a:srgbClr val="94A2B8"/>
                </a:solidFill>
                <a:latin typeface="Times New Roman"/>
                <a:cs typeface="Times New Roman"/>
              </a:rPr>
              <a:t>moins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5" dirty="0">
                <a:solidFill>
                  <a:srgbClr val="94A2B8"/>
                </a:solidFill>
                <a:latin typeface="Times New Roman"/>
                <a:cs typeface="Times New Roman"/>
              </a:rPr>
              <a:t>bon)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95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950" spc="95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9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40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byMoyDesc</a:t>
            </a:r>
            <a:r>
              <a:rPr sz="1050" spc="40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-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4109" y="3863397"/>
            <a:ext cx="359219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00" dirty="0">
                <a:solidFill>
                  <a:srgbClr val="DA2677"/>
                </a:solidFill>
                <a:latin typeface="Times New Roman"/>
                <a:cs typeface="Times New Roman"/>
              </a:rPr>
              <a:t>comparingDouble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45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:getMoyenne)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19624" y="3876674"/>
            <a:ext cx="342900" cy="200025"/>
          </a:xfrm>
          <a:custGeom>
            <a:avLst/>
            <a:gdLst/>
            <a:ahLst/>
            <a:cxnLst/>
            <a:rect l="l" t="t" r="r" b="b"/>
            <a:pathLst>
              <a:path w="342900" h="200025">
                <a:moveTo>
                  <a:pt x="309852" y="200024"/>
                </a:moveTo>
                <a:lnTo>
                  <a:pt x="33047" y="200024"/>
                </a:lnTo>
                <a:lnTo>
                  <a:pt x="28187" y="199057"/>
                </a:lnTo>
                <a:lnTo>
                  <a:pt x="966" y="171836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09852" y="0"/>
                </a:lnTo>
                <a:lnTo>
                  <a:pt x="341932" y="28186"/>
                </a:lnTo>
                <a:lnTo>
                  <a:pt x="342899" y="33047"/>
                </a:lnTo>
                <a:lnTo>
                  <a:pt x="342899" y="166977"/>
                </a:lnTo>
                <a:lnTo>
                  <a:pt x="314711" y="199057"/>
                </a:lnTo>
                <a:lnTo>
                  <a:pt x="309852" y="200024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87589" y="3888673"/>
            <a:ext cx="21399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55" dirty="0">
                <a:solidFill>
                  <a:srgbClr val="1D40AF"/>
                </a:solidFill>
                <a:latin typeface="Times New Roman"/>
                <a:cs typeface="Times New Roman"/>
              </a:rPr>
              <a:t>Clé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37030" y="4063422"/>
            <a:ext cx="91757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70" dirty="0">
                <a:solidFill>
                  <a:srgbClr val="DA2677"/>
                </a:solidFill>
                <a:latin typeface="Times New Roman"/>
                <a:cs typeface="Times New Roman"/>
              </a:rPr>
              <a:t>reversed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95574" y="4076699"/>
            <a:ext cx="714375" cy="200025"/>
          </a:xfrm>
          <a:custGeom>
            <a:avLst/>
            <a:gdLst/>
            <a:ahLst/>
            <a:cxnLst/>
            <a:rect l="l" t="t" r="r" b="b"/>
            <a:pathLst>
              <a:path w="714375" h="200025">
                <a:moveTo>
                  <a:pt x="681327" y="200024"/>
                </a:moveTo>
                <a:lnTo>
                  <a:pt x="33047" y="200024"/>
                </a:lnTo>
                <a:lnTo>
                  <a:pt x="28187" y="199057"/>
                </a:lnTo>
                <a:lnTo>
                  <a:pt x="966" y="171836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81327" y="0"/>
                </a:lnTo>
                <a:lnTo>
                  <a:pt x="713408" y="28187"/>
                </a:lnTo>
                <a:lnTo>
                  <a:pt x="714374" y="33047"/>
                </a:lnTo>
                <a:lnTo>
                  <a:pt x="714374" y="166977"/>
                </a:lnTo>
                <a:lnTo>
                  <a:pt x="686187" y="199057"/>
                </a:lnTo>
                <a:lnTo>
                  <a:pt x="681327" y="200024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755502" y="4088698"/>
            <a:ext cx="59118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95" dirty="0">
                <a:solidFill>
                  <a:srgbClr val="1D40AF"/>
                </a:solidFill>
                <a:latin typeface="Times New Roman"/>
                <a:cs typeface="Times New Roman"/>
              </a:rPr>
              <a:t>Inversion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6899" y="4420192"/>
            <a:ext cx="5003165" cy="61087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32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Tri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multi-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critères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Nom,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puis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Matricule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homonymes</a:t>
            </a:r>
            <a:endParaRPr sz="1100">
              <a:latin typeface="Times New Roman"/>
              <a:cs typeface="Times New Roman"/>
            </a:endParaRPr>
          </a:p>
          <a:p>
            <a:pPr marL="309880" marR="1861820" indent="-297815">
              <a:lnSpc>
                <a:spcPts val="1580"/>
              </a:lnSpc>
              <a:spcBef>
                <a:spcPts val="5"/>
              </a:spcBef>
            </a:pPr>
            <a:r>
              <a:rPr sz="1050" spc="95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950" spc="95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9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byNomPuisMat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sz="1050" spc="-50" dirty="0">
                <a:solidFill>
                  <a:srgbClr val="334054"/>
                </a:solidFill>
                <a:latin typeface="Times New Roman"/>
                <a:cs typeface="Times New Roman"/>
              </a:rPr>
              <a:t>= </a:t>
            </a:r>
            <a:r>
              <a:rPr sz="1050" spc="110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10" dirty="0">
                <a:solidFill>
                  <a:srgbClr val="DA2677"/>
                </a:solidFill>
                <a:latin typeface="Times New Roman"/>
                <a:cs typeface="Times New Roman"/>
              </a:rPr>
              <a:t>comparing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1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5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:getNom)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37030" y="5034972"/>
            <a:ext cx="292354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14" dirty="0">
                <a:solidFill>
                  <a:srgbClr val="DA2677"/>
                </a:solidFill>
                <a:latin typeface="Times New Roman"/>
                <a:cs typeface="Times New Roman"/>
              </a:rPr>
              <a:t>thenComparing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7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:getMatricule);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695824" y="5048249"/>
            <a:ext cx="657225" cy="200025"/>
          </a:xfrm>
          <a:custGeom>
            <a:avLst/>
            <a:gdLst/>
            <a:ahLst/>
            <a:cxnLst/>
            <a:rect l="l" t="t" r="r" b="b"/>
            <a:pathLst>
              <a:path w="657225" h="200025">
                <a:moveTo>
                  <a:pt x="624177" y="200024"/>
                </a:moveTo>
                <a:lnTo>
                  <a:pt x="33047" y="200024"/>
                </a:lnTo>
                <a:lnTo>
                  <a:pt x="28187" y="199057"/>
                </a:lnTo>
                <a:lnTo>
                  <a:pt x="966" y="171836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24177" y="0"/>
                </a:lnTo>
                <a:lnTo>
                  <a:pt x="656258" y="28187"/>
                </a:lnTo>
                <a:lnTo>
                  <a:pt x="657225" y="33047"/>
                </a:lnTo>
                <a:lnTo>
                  <a:pt x="657225" y="166977"/>
                </a:lnTo>
                <a:lnTo>
                  <a:pt x="629037" y="199057"/>
                </a:lnTo>
                <a:lnTo>
                  <a:pt x="624177" y="200024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61705" y="5060248"/>
            <a:ext cx="528320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50" dirty="0">
                <a:solidFill>
                  <a:srgbClr val="1D40AF"/>
                </a:solidFill>
                <a:latin typeface="Times New Roman"/>
                <a:cs typeface="Times New Roman"/>
              </a:rPr>
              <a:t>Chaînage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6899" y="5391742"/>
            <a:ext cx="1957705" cy="4108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32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Application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20" dirty="0">
                <a:solidFill>
                  <a:srgbClr val="DA2677"/>
                </a:solidFill>
                <a:latin typeface="Times New Roman"/>
                <a:cs typeface="Times New Roman"/>
              </a:rPr>
              <a:t>sort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(byMoyDesc);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640690" y="6522640"/>
            <a:ext cx="32639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50" dirty="0">
                <a:solidFill>
                  <a:srgbClr val="94A2B8"/>
                </a:solidFill>
                <a:latin typeface="Arial"/>
                <a:cs typeface="Arial"/>
              </a:rPr>
              <a:t>10/62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5" name="object 35"/>
            <p:cNvSpPr/>
            <p:nvPr/>
          </p:nvSpPr>
          <p:spPr>
            <a:xfrm>
              <a:off x="1962149" y="6800849"/>
              <a:ext cx="10229850" cy="57150"/>
            </a:xfrm>
            <a:custGeom>
              <a:avLst/>
              <a:gdLst/>
              <a:ahLst/>
              <a:cxnLst/>
              <a:rect l="l" t="t" r="r" b="b"/>
              <a:pathLst>
                <a:path w="10229850" h="57150">
                  <a:moveTo>
                    <a:pt x="0" y="57149"/>
                  </a:moveTo>
                  <a:lnTo>
                    <a:pt x="10229849" y="57149"/>
                  </a:lnTo>
                  <a:lnTo>
                    <a:pt x="102298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6800849"/>
              <a:ext cx="1962150" cy="57150"/>
            </a:xfrm>
            <a:custGeom>
              <a:avLst/>
              <a:gdLst/>
              <a:ahLst/>
              <a:cxnLst/>
              <a:rect l="l" t="t" r="r" b="b"/>
              <a:pathLst>
                <a:path w="1962150" h="57150">
                  <a:moveTo>
                    <a:pt x="19621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962149" y="0"/>
                  </a:lnTo>
                  <a:lnTo>
                    <a:pt x="19621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Classe</a:t>
            </a:r>
            <a:r>
              <a:rPr spc="-160" dirty="0"/>
              <a:t> </a:t>
            </a:r>
            <a:r>
              <a:rPr spc="-170" dirty="0"/>
              <a:t>Etudiant</a:t>
            </a:r>
            <a:r>
              <a:rPr spc="-160" dirty="0"/>
              <a:t> </a:t>
            </a:r>
            <a:r>
              <a:rPr spc="-105" dirty="0"/>
              <a:t>(1/2</a:t>
            </a:r>
            <a:r>
              <a:rPr spc="-155" dirty="0"/>
              <a:t> </a:t>
            </a:r>
            <a:r>
              <a:rPr spc="-130" dirty="0"/>
              <a:t>:</a:t>
            </a:r>
            <a:r>
              <a:rPr spc="-160" dirty="0"/>
              <a:t> </a:t>
            </a:r>
            <a:r>
              <a:rPr spc="-190" dirty="0"/>
              <a:t>champs</a:t>
            </a:r>
            <a:r>
              <a:rPr spc="-155" dirty="0"/>
              <a:t> </a:t>
            </a:r>
            <a:r>
              <a:rPr dirty="0"/>
              <a:t>+</a:t>
            </a:r>
            <a:r>
              <a:rPr spc="-160" dirty="0"/>
              <a:t> </a:t>
            </a:r>
            <a:r>
              <a:rPr spc="-114" dirty="0"/>
              <a:t>constructeur)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5210174"/>
            <a:ext cx="8572500" cy="771525"/>
            <a:chOff x="1809749" y="5210174"/>
            <a:chExt cx="8572500" cy="771525"/>
          </a:xfrm>
        </p:grpSpPr>
        <p:sp>
          <p:nvSpPr>
            <p:cNvPr id="4" name="object 4"/>
            <p:cNvSpPr/>
            <p:nvPr/>
          </p:nvSpPr>
          <p:spPr>
            <a:xfrm>
              <a:off x="1814512" y="5214937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8496227" y="761999"/>
                  </a:moveTo>
                  <a:lnTo>
                    <a:pt x="66746" y="761999"/>
                  </a:lnTo>
                  <a:lnTo>
                    <a:pt x="62101" y="761542"/>
                  </a:lnTo>
                  <a:lnTo>
                    <a:pt x="24240" y="744392"/>
                  </a:lnTo>
                  <a:lnTo>
                    <a:pt x="2287" y="709098"/>
                  </a:lnTo>
                  <a:lnTo>
                    <a:pt x="0" y="695252"/>
                  </a:lnTo>
                  <a:lnTo>
                    <a:pt x="0" y="6905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695252"/>
                  </a:lnTo>
                  <a:lnTo>
                    <a:pt x="8548327" y="734150"/>
                  </a:lnTo>
                  <a:lnTo>
                    <a:pt x="8514540" y="758356"/>
                  </a:lnTo>
                  <a:lnTo>
                    <a:pt x="8500872" y="761542"/>
                  </a:lnTo>
                  <a:lnTo>
                    <a:pt x="8496227" y="7619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5214937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0" y="6905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05473" y="1372"/>
                  </a:lnTo>
                  <a:lnTo>
                    <a:pt x="8510074" y="2287"/>
                  </a:lnTo>
                  <a:lnTo>
                    <a:pt x="8531223" y="12039"/>
                  </a:lnTo>
                  <a:lnTo>
                    <a:pt x="8535124" y="14645"/>
                  </a:lnTo>
                  <a:lnTo>
                    <a:pt x="8550933" y="31748"/>
                  </a:lnTo>
                  <a:lnTo>
                    <a:pt x="8553538" y="35648"/>
                  </a:lnTo>
                  <a:lnTo>
                    <a:pt x="8555739" y="39764"/>
                  </a:lnTo>
                  <a:lnTo>
                    <a:pt x="8557535" y="44099"/>
                  </a:lnTo>
                  <a:lnTo>
                    <a:pt x="8559330" y="48432"/>
                  </a:lnTo>
                  <a:lnTo>
                    <a:pt x="8562974" y="71437"/>
                  </a:lnTo>
                  <a:lnTo>
                    <a:pt x="8562974" y="690562"/>
                  </a:lnTo>
                  <a:lnTo>
                    <a:pt x="8562973" y="695252"/>
                  </a:lnTo>
                  <a:lnTo>
                    <a:pt x="8562515" y="699897"/>
                  </a:lnTo>
                  <a:lnTo>
                    <a:pt x="8561599" y="704498"/>
                  </a:lnTo>
                  <a:lnTo>
                    <a:pt x="8560684" y="709098"/>
                  </a:lnTo>
                  <a:lnTo>
                    <a:pt x="8538732" y="744392"/>
                  </a:lnTo>
                  <a:lnTo>
                    <a:pt x="8531223" y="749959"/>
                  </a:lnTo>
                  <a:lnTo>
                    <a:pt x="8527324" y="752565"/>
                  </a:lnTo>
                  <a:lnTo>
                    <a:pt x="8505473" y="760626"/>
                  </a:lnTo>
                  <a:lnTo>
                    <a:pt x="8500872" y="761542"/>
                  </a:lnTo>
                  <a:lnTo>
                    <a:pt x="8496227" y="761999"/>
                  </a:lnTo>
                  <a:lnTo>
                    <a:pt x="8491536" y="761999"/>
                  </a:lnTo>
                  <a:lnTo>
                    <a:pt x="71437" y="761999"/>
                  </a:lnTo>
                  <a:lnTo>
                    <a:pt x="66746" y="761999"/>
                  </a:lnTo>
                  <a:lnTo>
                    <a:pt x="62101" y="761542"/>
                  </a:lnTo>
                  <a:lnTo>
                    <a:pt x="57500" y="760626"/>
                  </a:lnTo>
                  <a:lnTo>
                    <a:pt x="52900" y="759711"/>
                  </a:lnTo>
                  <a:lnTo>
                    <a:pt x="20923" y="741075"/>
                  </a:lnTo>
                  <a:lnTo>
                    <a:pt x="17606" y="737759"/>
                  </a:lnTo>
                  <a:lnTo>
                    <a:pt x="14645" y="734150"/>
                  </a:lnTo>
                  <a:lnTo>
                    <a:pt x="12039" y="730250"/>
                  </a:lnTo>
                  <a:lnTo>
                    <a:pt x="9433" y="726349"/>
                  </a:lnTo>
                  <a:lnTo>
                    <a:pt x="1372" y="704498"/>
                  </a:lnTo>
                  <a:lnTo>
                    <a:pt x="457" y="699897"/>
                  </a:lnTo>
                  <a:lnTo>
                    <a:pt x="0" y="695252"/>
                  </a:lnTo>
                  <a:lnTo>
                    <a:pt x="0" y="690562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2949" y="5499099"/>
              <a:ext cx="136525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82825" y="5297189"/>
            <a:ext cx="7853680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Note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importante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993312"/>
                </a:solidFill>
                <a:latin typeface="Arial"/>
                <a:cs typeface="Arial"/>
              </a:rPr>
              <a:t>Le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mot-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clé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final</a:t>
            </a:r>
            <a:r>
              <a:rPr sz="1100" spc="-33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sur le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matricule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garantit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que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l'identité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de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l'étudiant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ne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changera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jamais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après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la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création,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ce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qui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est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crucial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pour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les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Set</a:t>
            </a:r>
            <a:r>
              <a:rPr sz="1100" spc="-34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et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3312"/>
                </a:solidFill>
                <a:latin typeface="Monaco"/>
                <a:cs typeface="Monaco"/>
              </a:rPr>
              <a:t>Map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584960"/>
            <a:ext cx="8717280" cy="3499485"/>
            <a:chOff x="1737360" y="1584960"/>
            <a:chExt cx="8717280" cy="3499485"/>
          </a:xfrm>
        </p:grpSpPr>
        <p:sp>
          <p:nvSpPr>
            <p:cNvPr id="9" name="object 9"/>
            <p:cNvSpPr/>
            <p:nvPr/>
          </p:nvSpPr>
          <p:spPr>
            <a:xfrm>
              <a:off x="1737360" y="1584960"/>
              <a:ext cx="8717280" cy="3499485"/>
            </a:xfrm>
            <a:custGeom>
              <a:avLst/>
              <a:gdLst/>
              <a:ahLst/>
              <a:cxnLst/>
              <a:rect l="l" t="t" r="r" b="b"/>
              <a:pathLst>
                <a:path w="8717280" h="3499485">
                  <a:moveTo>
                    <a:pt x="8717280" y="3499104"/>
                  </a:moveTo>
                  <a:lnTo>
                    <a:pt x="0" y="3499104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3814"/>
                  </a:lnTo>
                  <a:lnTo>
                    <a:pt x="129539" y="43814"/>
                  </a:lnTo>
                  <a:lnTo>
                    <a:pt x="120037" y="44686"/>
                  </a:lnTo>
                  <a:lnTo>
                    <a:pt x="85402" y="73157"/>
                  </a:lnTo>
                  <a:lnTo>
                    <a:pt x="81914" y="91439"/>
                  </a:lnTo>
                  <a:lnTo>
                    <a:pt x="81914" y="3329939"/>
                  </a:lnTo>
                  <a:lnTo>
                    <a:pt x="103199" y="3369718"/>
                  </a:lnTo>
                  <a:lnTo>
                    <a:pt x="129539" y="3377564"/>
                  </a:lnTo>
                  <a:lnTo>
                    <a:pt x="8717280" y="3377564"/>
                  </a:lnTo>
                  <a:lnTo>
                    <a:pt x="8717280" y="3499104"/>
                  </a:lnTo>
                  <a:close/>
                </a:path>
                <a:path w="8717280" h="3499485">
                  <a:moveTo>
                    <a:pt x="8717280" y="3377564"/>
                  </a:moveTo>
                  <a:lnTo>
                    <a:pt x="8587739" y="3377564"/>
                  </a:lnTo>
                  <a:lnTo>
                    <a:pt x="8597241" y="3376692"/>
                  </a:lnTo>
                  <a:lnTo>
                    <a:pt x="8606022" y="3374077"/>
                  </a:lnTo>
                  <a:lnTo>
                    <a:pt x="8634492" y="3339442"/>
                  </a:lnTo>
                  <a:lnTo>
                    <a:pt x="8635364" y="3329939"/>
                  </a:lnTo>
                  <a:lnTo>
                    <a:pt x="8635364" y="91439"/>
                  </a:lnTo>
                  <a:lnTo>
                    <a:pt x="8614080" y="51661"/>
                  </a:lnTo>
                  <a:lnTo>
                    <a:pt x="8587739" y="43814"/>
                  </a:lnTo>
                  <a:lnTo>
                    <a:pt x="8717280" y="43814"/>
                  </a:lnTo>
                  <a:lnTo>
                    <a:pt x="8717280" y="337756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619249"/>
              <a:ext cx="8553450" cy="3352800"/>
            </a:xfrm>
            <a:custGeom>
              <a:avLst/>
              <a:gdLst/>
              <a:ahLst/>
              <a:cxnLst/>
              <a:rect l="l" t="t" r="r" b="b"/>
              <a:pathLst>
                <a:path w="8553450" h="3352800">
                  <a:moveTo>
                    <a:pt x="8500051" y="3352799"/>
                  </a:moveTo>
                  <a:lnTo>
                    <a:pt x="33047" y="3352799"/>
                  </a:lnTo>
                  <a:lnTo>
                    <a:pt x="28187" y="3351349"/>
                  </a:lnTo>
                  <a:lnTo>
                    <a:pt x="966" y="3310517"/>
                  </a:lnTo>
                  <a:lnTo>
                    <a:pt x="0" y="3303227"/>
                  </a:lnTo>
                  <a:lnTo>
                    <a:pt x="0" y="32956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3299402"/>
                  </a:lnTo>
                  <a:lnTo>
                    <a:pt x="8534055" y="3338713"/>
                  </a:lnTo>
                  <a:lnTo>
                    <a:pt x="8503768" y="3352432"/>
                  </a:lnTo>
                  <a:lnTo>
                    <a:pt x="8500051" y="3352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619249"/>
              <a:ext cx="52069" cy="3352800"/>
            </a:xfrm>
            <a:custGeom>
              <a:avLst/>
              <a:gdLst/>
              <a:ahLst/>
              <a:cxnLst/>
              <a:rect l="l" t="t" r="r" b="b"/>
              <a:pathLst>
                <a:path w="52069" h="3352800">
                  <a:moveTo>
                    <a:pt x="51889" y="3352799"/>
                  </a:moveTo>
                  <a:lnTo>
                    <a:pt x="49571" y="3352799"/>
                  </a:lnTo>
                  <a:lnTo>
                    <a:pt x="42281" y="3351349"/>
                  </a:lnTo>
                  <a:lnTo>
                    <a:pt x="7250" y="3324520"/>
                  </a:lnTo>
                  <a:lnTo>
                    <a:pt x="0" y="3303229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295649"/>
                  </a:lnTo>
                  <a:lnTo>
                    <a:pt x="43679" y="3336060"/>
                  </a:lnTo>
                  <a:lnTo>
                    <a:pt x="47399" y="3347219"/>
                  </a:lnTo>
                  <a:lnTo>
                    <a:pt x="51889" y="33527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5856" rIns="0" bIns="0" rtlCol="0">
            <a:spAutoFit/>
          </a:bodyPr>
          <a:lstStyle/>
          <a:p>
            <a:pPr marL="304165" indent="-218440">
              <a:lnSpc>
                <a:spcPct val="100000"/>
              </a:lnSpc>
              <a:spcBef>
                <a:spcPts val="300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04165" algn="l"/>
                <a:tab pos="304800" algn="l"/>
              </a:tabLst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7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80" dirty="0">
                <a:solidFill>
                  <a:srgbClr val="2562EB"/>
                </a:solidFill>
                <a:latin typeface="Times New Roman"/>
                <a:cs typeface="Times New Roman"/>
              </a:rPr>
              <a:t>class</a:t>
            </a:r>
            <a:r>
              <a:rPr sz="1000" b="1" spc="37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135" dirty="0"/>
              <a:t>Etudiant</a:t>
            </a:r>
            <a:r>
              <a:rPr spc="355" dirty="0"/>
              <a:t> </a:t>
            </a:r>
            <a:r>
              <a:rPr sz="1000" b="1" spc="85" dirty="0">
                <a:solidFill>
                  <a:srgbClr val="2562EB"/>
                </a:solidFill>
                <a:latin typeface="Times New Roman"/>
                <a:cs typeface="Times New Roman"/>
              </a:rPr>
              <a:t>implements</a:t>
            </a:r>
            <a:r>
              <a:rPr sz="1000" b="1" spc="37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85" dirty="0"/>
              <a:t>Comparable</a:t>
            </a:r>
            <a:r>
              <a:rPr spc="85" dirty="0">
                <a:solidFill>
                  <a:srgbClr val="334054"/>
                </a:solidFill>
              </a:rPr>
              <a:t>&lt;</a:t>
            </a:r>
            <a:r>
              <a:rPr spc="85" dirty="0"/>
              <a:t>Etudiant</a:t>
            </a:r>
            <a:r>
              <a:rPr spc="85" dirty="0">
                <a:solidFill>
                  <a:srgbClr val="334054"/>
                </a:solidFill>
              </a:rPr>
              <a:t>&gt;</a:t>
            </a:r>
            <a:r>
              <a:rPr spc="355" dirty="0">
                <a:solidFill>
                  <a:srgbClr val="334054"/>
                </a:solidFill>
              </a:rPr>
              <a:t> </a:t>
            </a:r>
            <a:r>
              <a:rPr spc="30" dirty="0">
                <a:solidFill>
                  <a:srgbClr val="334054"/>
                </a:solidFill>
              </a:rPr>
              <a:t>{</a:t>
            </a:r>
            <a:endParaRPr sz="10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78460" algn="l"/>
                <a:tab pos="379095" algn="l"/>
                <a:tab pos="2830195" algn="l"/>
              </a:tabLst>
            </a:pPr>
            <a:r>
              <a:rPr sz="1000" b="1" spc="145" dirty="0">
                <a:solidFill>
                  <a:srgbClr val="2562EB"/>
                </a:solidFill>
                <a:latin typeface="Times New Roman"/>
                <a:cs typeface="Times New Roman"/>
              </a:rPr>
              <a:t>private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90" dirty="0">
                <a:solidFill>
                  <a:srgbClr val="2562EB"/>
                </a:solidFill>
                <a:latin typeface="Times New Roman"/>
                <a:cs typeface="Times New Roman"/>
              </a:rPr>
              <a:t>final</a:t>
            </a:r>
            <a:r>
              <a:rPr sz="1000" b="1" spc="35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155" dirty="0"/>
              <a:t>String</a:t>
            </a:r>
            <a:r>
              <a:rPr spc="335" dirty="0"/>
              <a:t> </a:t>
            </a:r>
            <a:r>
              <a:rPr spc="145" dirty="0">
                <a:solidFill>
                  <a:srgbClr val="334054"/>
                </a:solidFill>
              </a:rPr>
              <a:t>matricule;</a:t>
            </a:r>
            <a:r>
              <a:rPr dirty="0">
                <a:solidFill>
                  <a:srgbClr val="334054"/>
                </a:solidFill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identifiant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immuable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000" b="1" spc="145" dirty="0">
                <a:solidFill>
                  <a:srgbClr val="2562EB"/>
                </a:solidFill>
                <a:latin typeface="Times New Roman"/>
                <a:cs typeface="Times New Roman"/>
              </a:rPr>
              <a:t>private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155" dirty="0"/>
              <a:t>String</a:t>
            </a:r>
            <a:r>
              <a:rPr spc="330" dirty="0"/>
              <a:t> </a:t>
            </a:r>
            <a:r>
              <a:rPr spc="-20" dirty="0">
                <a:solidFill>
                  <a:srgbClr val="334054"/>
                </a:solidFill>
              </a:rPr>
              <a:t>nom;</a:t>
            </a:r>
            <a:endParaRPr sz="1000">
              <a:latin typeface="Times New Roman"/>
              <a:cs typeface="Times New Roman"/>
            </a:endParaRPr>
          </a:p>
          <a:p>
            <a:pPr marL="86360" marR="2977515" indent="292100">
              <a:lnSpc>
                <a:spcPct val="113100"/>
              </a:lnSpc>
              <a:spcBef>
                <a:spcPts val="70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000" b="1" spc="145" dirty="0">
                <a:solidFill>
                  <a:srgbClr val="2562EB"/>
                </a:solidFill>
                <a:latin typeface="Times New Roman"/>
                <a:cs typeface="Times New Roman"/>
              </a:rPr>
              <a:t>private</a:t>
            </a:r>
            <a:r>
              <a:rPr sz="1000" b="1" spc="33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00" dirty="0">
                <a:solidFill>
                  <a:srgbClr val="2562EB"/>
                </a:solidFill>
                <a:latin typeface="Times New Roman"/>
                <a:cs typeface="Times New Roman"/>
              </a:rPr>
              <a:t>double</a:t>
            </a:r>
            <a:r>
              <a:rPr sz="1000" b="1" spc="35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50" dirty="0">
                <a:solidFill>
                  <a:srgbClr val="334054"/>
                </a:solidFill>
              </a:rPr>
              <a:t>moyenne; </a:t>
            </a:r>
            <a:r>
              <a:rPr spc="5" dirty="0">
                <a:solidFill>
                  <a:srgbClr val="CBD5E1"/>
                </a:solidFill>
              </a:rPr>
              <a:t>5</a:t>
            </a:r>
            <a:endParaRPr sz="10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105000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7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150" dirty="0"/>
              <a:t>Etudiant</a:t>
            </a:r>
            <a:r>
              <a:rPr spc="150" dirty="0">
                <a:solidFill>
                  <a:srgbClr val="334054"/>
                </a:solidFill>
              </a:rPr>
              <a:t>(</a:t>
            </a:r>
            <a:r>
              <a:rPr spc="150" dirty="0"/>
              <a:t>String</a:t>
            </a:r>
            <a:r>
              <a:rPr spc="360" dirty="0"/>
              <a:t> </a:t>
            </a:r>
            <a:r>
              <a:rPr spc="160" dirty="0">
                <a:solidFill>
                  <a:srgbClr val="334054"/>
                </a:solidFill>
              </a:rPr>
              <a:t>matricule,</a:t>
            </a:r>
            <a:r>
              <a:rPr spc="360" dirty="0">
                <a:solidFill>
                  <a:srgbClr val="334054"/>
                </a:solidFill>
              </a:rPr>
              <a:t> </a:t>
            </a:r>
            <a:r>
              <a:rPr spc="155" dirty="0"/>
              <a:t>String</a:t>
            </a:r>
            <a:r>
              <a:rPr spc="360" dirty="0"/>
              <a:t> </a:t>
            </a:r>
            <a:r>
              <a:rPr dirty="0">
                <a:solidFill>
                  <a:srgbClr val="334054"/>
                </a:solidFill>
              </a:rPr>
              <a:t>nom,</a:t>
            </a:r>
            <a:r>
              <a:rPr spc="360" dirty="0">
                <a:solidFill>
                  <a:srgbClr val="334054"/>
                </a:solidFill>
              </a:rPr>
              <a:t> </a:t>
            </a:r>
            <a:r>
              <a:rPr sz="1000" b="1" spc="100" dirty="0">
                <a:solidFill>
                  <a:srgbClr val="2562EB"/>
                </a:solidFill>
                <a:latin typeface="Times New Roman"/>
                <a:cs typeface="Times New Roman"/>
              </a:rPr>
              <a:t>double</a:t>
            </a:r>
            <a:r>
              <a:rPr sz="1000" b="1" spc="37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55" dirty="0">
                <a:solidFill>
                  <a:srgbClr val="334054"/>
                </a:solidFill>
              </a:rPr>
              <a:t>moyenne)</a:t>
            </a:r>
            <a:r>
              <a:rPr spc="360" dirty="0">
                <a:solidFill>
                  <a:srgbClr val="334054"/>
                </a:solidFill>
              </a:rPr>
              <a:t> </a:t>
            </a:r>
            <a:r>
              <a:rPr spc="30" dirty="0">
                <a:solidFill>
                  <a:srgbClr val="334054"/>
                </a:solidFill>
              </a:rPr>
              <a:t>{</a:t>
            </a:r>
            <a:endParaRPr sz="10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 startAt="6"/>
              <a:tabLst>
                <a:tab pos="378460" algn="l"/>
                <a:tab pos="379095" algn="l"/>
                <a:tab pos="1492885" algn="l"/>
                <a:tab pos="2087245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140" dirty="0">
                <a:solidFill>
                  <a:srgbClr val="334054"/>
                </a:solidFill>
              </a:rPr>
              <a:t>(matricule</a:t>
            </a:r>
            <a:r>
              <a:rPr dirty="0">
                <a:solidFill>
                  <a:srgbClr val="334054"/>
                </a:solidFill>
              </a:rPr>
              <a:t>	=</a:t>
            </a:r>
            <a:r>
              <a:rPr spc="305" dirty="0">
                <a:solidFill>
                  <a:srgbClr val="334054"/>
                </a:solidFill>
              </a:rPr>
              <a:t> </a:t>
            </a:r>
            <a:r>
              <a:rPr sz="1000" b="1" spc="145" dirty="0">
                <a:solidFill>
                  <a:srgbClr val="2562EB"/>
                </a:solidFill>
                <a:latin typeface="Times New Roman"/>
                <a:cs typeface="Times New Roman"/>
              </a:rPr>
              <a:t>null</a:t>
            </a:r>
            <a:r>
              <a:rPr sz="1000" b="1" dirty="0">
                <a:solidFill>
                  <a:srgbClr val="2562EB"/>
                </a:solidFill>
                <a:latin typeface="Times New Roman"/>
                <a:cs typeface="Times New Roman"/>
              </a:rPr>
              <a:t>	</a:t>
            </a:r>
            <a:r>
              <a:rPr spc="370" dirty="0">
                <a:solidFill>
                  <a:srgbClr val="334054"/>
                </a:solidFill>
              </a:rPr>
              <a:t>|</a:t>
            </a:r>
            <a:r>
              <a:rPr spc="320" dirty="0">
                <a:solidFill>
                  <a:srgbClr val="334054"/>
                </a:solidFill>
              </a:rPr>
              <a:t> </a:t>
            </a:r>
            <a:r>
              <a:rPr spc="145" dirty="0">
                <a:solidFill>
                  <a:srgbClr val="334054"/>
                </a:solidFill>
              </a:rPr>
              <a:t>matricule.isBlank())</a:t>
            </a:r>
            <a:endParaRPr sz="10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105000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000" b="1" spc="70" dirty="0">
                <a:solidFill>
                  <a:srgbClr val="2562EB"/>
                </a:solidFill>
                <a:latin typeface="Times New Roman"/>
                <a:cs typeface="Times New Roman"/>
              </a:rPr>
              <a:t>throw</a:t>
            </a:r>
            <a:r>
              <a:rPr sz="1000" b="1" spc="39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1000" b="1" spc="39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120" dirty="0"/>
              <a:t>IllegalArgumentException</a:t>
            </a:r>
            <a:r>
              <a:rPr spc="120" dirty="0">
                <a:solidFill>
                  <a:srgbClr val="334054"/>
                </a:solidFill>
              </a:rPr>
              <a:t>(</a:t>
            </a:r>
            <a:r>
              <a:rPr spc="120" dirty="0">
                <a:solidFill>
                  <a:srgbClr val="16A24A"/>
                </a:solidFill>
              </a:rPr>
              <a:t>"Matricule</a:t>
            </a:r>
            <a:r>
              <a:rPr spc="385" dirty="0">
                <a:solidFill>
                  <a:srgbClr val="16A24A"/>
                </a:solidFill>
              </a:rPr>
              <a:t> </a:t>
            </a:r>
            <a:r>
              <a:rPr spc="165" dirty="0">
                <a:solidFill>
                  <a:srgbClr val="16A24A"/>
                </a:solidFill>
              </a:rPr>
              <a:t>invalide"</a:t>
            </a:r>
            <a:r>
              <a:rPr spc="165" dirty="0">
                <a:solidFill>
                  <a:srgbClr val="334054"/>
                </a:solidFill>
              </a:rPr>
              <a:t>);</a:t>
            </a:r>
            <a:endParaRPr sz="10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000" b="1" spc="165" dirty="0">
                <a:solidFill>
                  <a:srgbClr val="2562EB"/>
                </a:solidFill>
                <a:latin typeface="Times New Roman"/>
                <a:cs typeface="Times New Roman"/>
              </a:rPr>
              <a:t>this</a:t>
            </a:r>
            <a:r>
              <a:rPr spc="165" dirty="0">
                <a:solidFill>
                  <a:srgbClr val="334054"/>
                </a:solidFill>
              </a:rPr>
              <a:t>.matricule</a:t>
            </a:r>
            <a:r>
              <a:rPr spc="345" dirty="0">
                <a:solidFill>
                  <a:srgbClr val="334054"/>
                </a:solidFill>
              </a:rPr>
              <a:t> </a:t>
            </a:r>
            <a:r>
              <a:rPr dirty="0">
                <a:solidFill>
                  <a:srgbClr val="334054"/>
                </a:solidFill>
              </a:rPr>
              <a:t>=</a:t>
            </a:r>
            <a:r>
              <a:rPr spc="350" dirty="0">
                <a:solidFill>
                  <a:srgbClr val="334054"/>
                </a:solidFill>
              </a:rPr>
              <a:t> </a:t>
            </a:r>
            <a:r>
              <a:rPr spc="145" dirty="0">
                <a:solidFill>
                  <a:srgbClr val="334054"/>
                </a:solidFill>
              </a:rPr>
              <a:t>matricule;</a:t>
            </a:r>
            <a:endParaRPr sz="10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105000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000" b="1" spc="120" dirty="0">
                <a:solidFill>
                  <a:srgbClr val="2562EB"/>
                </a:solidFill>
                <a:latin typeface="Times New Roman"/>
                <a:cs typeface="Times New Roman"/>
              </a:rPr>
              <a:t>this</a:t>
            </a:r>
            <a:r>
              <a:rPr spc="120" dirty="0">
                <a:solidFill>
                  <a:srgbClr val="334054"/>
                </a:solidFill>
              </a:rPr>
              <a:t>.nom</a:t>
            </a:r>
            <a:r>
              <a:rPr spc="320" dirty="0">
                <a:solidFill>
                  <a:srgbClr val="334054"/>
                </a:solidFill>
              </a:rPr>
              <a:t> </a:t>
            </a:r>
            <a:r>
              <a:rPr dirty="0">
                <a:solidFill>
                  <a:srgbClr val="334054"/>
                </a:solidFill>
              </a:rPr>
              <a:t>=</a:t>
            </a:r>
            <a:r>
              <a:rPr spc="320" dirty="0">
                <a:solidFill>
                  <a:srgbClr val="334054"/>
                </a:solidFill>
              </a:rPr>
              <a:t> </a:t>
            </a:r>
            <a:r>
              <a:rPr spc="-20" dirty="0">
                <a:solidFill>
                  <a:srgbClr val="334054"/>
                </a:solidFill>
              </a:rPr>
              <a:t>nom;</a:t>
            </a:r>
            <a:endParaRPr sz="10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000" b="1" spc="110" dirty="0">
                <a:solidFill>
                  <a:srgbClr val="2562EB"/>
                </a:solidFill>
                <a:latin typeface="Times New Roman"/>
                <a:cs typeface="Times New Roman"/>
              </a:rPr>
              <a:t>this</a:t>
            </a:r>
            <a:r>
              <a:rPr spc="110" dirty="0">
                <a:solidFill>
                  <a:srgbClr val="334054"/>
                </a:solidFill>
              </a:rPr>
              <a:t>.moyenne</a:t>
            </a:r>
            <a:r>
              <a:rPr spc="315" dirty="0">
                <a:solidFill>
                  <a:srgbClr val="334054"/>
                </a:solidFill>
              </a:rPr>
              <a:t> </a:t>
            </a:r>
            <a:r>
              <a:rPr dirty="0">
                <a:solidFill>
                  <a:srgbClr val="334054"/>
                </a:solidFill>
              </a:rPr>
              <a:t>=</a:t>
            </a:r>
            <a:r>
              <a:rPr spc="315" dirty="0">
                <a:solidFill>
                  <a:srgbClr val="334054"/>
                </a:solidFill>
              </a:rPr>
              <a:t> </a:t>
            </a:r>
            <a:r>
              <a:rPr spc="50" dirty="0">
                <a:solidFill>
                  <a:srgbClr val="334054"/>
                </a:solidFill>
              </a:rPr>
              <a:t>moyenne;</a:t>
            </a:r>
            <a:endParaRPr sz="10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6"/>
              <a:tabLst>
                <a:tab pos="378460" algn="l"/>
                <a:tab pos="379095" algn="l"/>
              </a:tabLst>
            </a:pPr>
            <a:r>
              <a:rPr spc="80" dirty="0">
                <a:solidFill>
                  <a:srgbClr val="334054"/>
                </a:solidFill>
              </a:rPr>
              <a:t>}</a:t>
            </a: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155" dirty="0"/>
              <a:t>String</a:t>
            </a:r>
            <a:r>
              <a:rPr spc="345" dirty="0"/>
              <a:t> </a:t>
            </a:r>
            <a:r>
              <a:rPr spc="145" dirty="0">
                <a:solidFill>
                  <a:srgbClr val="DA2677"/>
                </a:solidFill>
              </a:rPr>
              <a:t>getMatricule</a:t>
            </a:r>
            <a:r>
              <a:rPr spc="145" dirty="0">
                <a:solidFill>
                  <a:srgbClr val="334054"/>
                </a:solidFill>
              </a:rPr>
              <a:t>()</a:t>
            </a:r>
            <a:r>
              <a:rPr spc="345" dirty="0">
                <a:solidFill>
                  <a:srgbClr val="334054"/>
                </a:solidFill>
              </a:rPr>
              <a:t> </a:t>
            </a:r>
            <a:r>
              <a:rPr spc="80" dirty="0">
                <a:solidFill>
                  <a:srgbClr val="334054"/>
                </a:solidFill>
              </a:rPr>
              <a:t>{</a:t>
            </a:r>
            <a:r>
              <a:rPr spc="340" dirty="0">
                <a:solidFill>
                  <a:srgbClr val="334054"/>
                </a:solidFill>
              </a:rPr>
              <a:t> </a:t>
            </a: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155" dirty="0">
                <a:solidFill>
                  <a:srgbClr val="334054"/>
                </a:solidFill>
              </a:rPr>
              <a:t>matricule;</a:t>
            </a:r>
            <a:r>
              <a:rPr spc="345" dirty="0">
                <a:solidFill>
                  <a:srgbClr val="334054"/>
                </a:solidFill>
              </a:rPr>
              <a:t> </a:t>
            </a:r>
            <a:r>
              <a:rPr spc="30" dirty="0">
                <a:solidFill>
                  <a:srgbClr val="334054"/>
                </a:solidFill>
              </a:rPr>
              <a:t>}</a:t>
            </a:r>
            <a:endParaRPr sz="10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105000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7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155" dirty="0"/>
              <a:t>String</a:t>
            </a:r>
            <a:r>
              <a:rPr spc="360" dirty="0"/>
              <a:t> </a:t>
            </a:r>
            <a:r>
              <a:rPr spc="70" dirty="0">
                <a:solidFill>
                  <a:srgbClr val="DA2677"/>
                </a:solidFill>
              </a:rPr>
              <a:t>getNom</a:t>
            </a:r>
            <a:r>
              <a:rPr spc="70" dirty="0">
                <a:solidFill>
                  <a:srgbClr val="334054"/>
                </a:solidFill>
              </a:rPr>
              <a:t>()</a:t>
            </a:r>
            <a:r>
              <a:rPr spc="360" dirty="0">
                <a:solidFill>
                  <a:srgbClr val="334054"/>
                </a:solidFill>
              </a:rPr>
              <a:t> </a:t>
            </a:r>
            <a:r>
              <a:rPr spc="80" dirty="0">
                <a:solidFill>
                  <a:srgbClr val="334054"/>
                </a:solidFill>
              </a:rPr>
              <a:t>{</a:t>
            </a:r>
            <a:r>
              <a:rPr spc="360" dirty="0">
                <a:solidFill>
                  <a:srgbClr val="334054"/>
                </a:solidFill>
              </a:rPr>
              <a:t> </a:t>
            </a: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7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334054"/>
                </a:solidFill>
              </a:rPr>
              <a:t>nom;</a:t>
            </a:r>
            <a:r>
              <a:rPr spc="365" dirty="0">
                <a:solidFill>
                  <a:srgbClr val="334054"/>
                </a:solidFill>
              </a:rPr>
              <a:t> </a:t>
            </a:r>
            <a:r>
              <a:rPr spc="30" dirty="0">
                <a:solidFill>
                  <a:srgbClr val="334054"/>
                </a:solidFill>
              </a:rPr>
              <a:t>}</a:t>
            </a:r>
            <a:endParaRPr sz="10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00" dirty="0">
                <a:solidFill>
                  <a:srgbClr val="2562EB"/>
                </a:solidFill>
                <a:latin typeface="Times New Roman"/>
                <a:cs typeface="Times New Roman"/>
              </a:rPr>
              <a:t>double</a:t>
            </a:r>
            <a:r>
              <a:rPr sz="100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85" dirty="0">
                <a:solidFill>
                  <a:srgbClr val="DA2677"/>
                </a:solidFill>
              </a:rPr>
              <a:t>getMoyenne</a:t>
            </a:r>
            <a:r>
              <a:rPr spc="85" dirty="0">
                <a:solidFill>
                  <a:srgbClr val="334054"/>
                </a:solidFill>
              </a:rPr>
              <a:t>()</a:t>
            </a:r>
            <a:r>
              <a:rPr spc="340" dirty="0">
                <a:solidFill>
                  <a:srgbClr val="334054"/>
                </a:solidFill>
              </a:rPr>
              <a:t> </a:t>
            </a:r>
            <a:r>
              <a:rPr spc="80" dirty="0">
                <a:solidFill>
                  <a:srgbClr val="334054"/>
                </a:solidFill>
              </a:rPr>
              <a:t>{</a:t>
            </a:r>
            <a:r>
              <a:rPr spc="340" dirty="0">
                <a:solidFill>
                  <a:srgbClr val="334054"/>
                </a:solidFill>
              </a:rPr>
              <a:t> </a:t>
            </a: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60" dirty="0">
                <a:solidFill>
                  <a:srgbClr val="334054"/>
                </a:solidFill>
              </a:rPr>
              <a:t>moyenne;</a:t>
            </a:r>
            <a:r>
              <a:rPr spc="345" dirty="0">
                <a:solidFill>
                  <a:srgbClr val="334054"/>
                </a:solidFill>
              </a:rPr>
              <a:t> </a:t>
            </a:r>
            <a:r>
              <a:rPr spc="30" dirty="0">
                <a:solidFill>
                  <a:srgbClr val="334054"/>
                </a:solidFill>
              </a:rPr>
              <a:t>}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304165" algn="l"/>
              </a:tabLst>
            </a:pPr>
            <a:r>
              <a:rPr spc="30" dirty="0">
                <a:solidFill>
                  <a:srgbClr val="CBD5E1"/>
                </a:solidFill>
              </a:rPr>
              <a:t>16</a:t>
            </a:r>
            <a:r>
              <a:rPr dirty="0">
                <a:solidFill>
                  <a:srgbClr val="CBD5E1"/>
                </a:solidFill>
              </a:rPr>
              <a:t>	</a:t>
            </a:r>
            <a:r>
              <a:rPr spc="30" dirty="0">
                <a:solidFill>
                  <a:srgbClr val="334054"/>
                </a:solidFill>
              </a:rPr>
              <a:t>}</a:t>
            </a:r>
          </a:p>
        </p:txBody>
      </p:sp>
      <p:sp>
        <p:nvSpPr>
          <p:cNvPr id="13" name="object 13"/>
          <p:cNvSpPr/>
          <p:nvPr/>
        </p:nvSpPr>
        <p:spPr>
          <a:xfrm>
            <a:off x="9372598" y="1619249"/>
            <a:ext cx="1009650" cy="238125"/>
          </a:xfrm>
          <a:custGeom>
            <a:avLst/>
            <a:gdLst/>
            <a:ahLst/>
            <a:cxnLst/>
            <a:rect l="l" t="t" r="r" b="b"/>
            <a:pathLst>
              <a:path w="1009650" h="238125">
                <a:moveTo>
                  <a:pt x="1009650" y="238124"/>
                </a:moveTo>
                <a:lnTo>
                  <a:pt x="53397" y="238124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956252" y="0"/>
                </a:lnTo>
                <a:lnTo>
                  <a:pt x="995563" y="19392"/>
                </a:lnTo>
                <a:lnTo>
                  <a:pt x="1009650" y="53397"/>
                </a:lnTo>
                <a:lnTo>
                  <a:pt x="1009650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456935" y="1650298"/>
            <a:ext cx="842644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95" dirty="0">
                <a:solidFill>
                  <a:srgbClr val="64738B"/>
                </a:solidFill>
                <a:latin typeface="Times New Roman"/>
                <a:cs typeface="Times New Roman"/>
              </a:rPr>
              <a:t>Etudiant.java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1276349" y="6800849"/>
              <a:ext cx="10915650" cy="57150"/>
            </a:xfrm>
            <a:custGeom>
              <a:avLst/>
              <a:gdLst/>
              <a:ahLst/>
              <a:cxnLst/>
              <a:rect l="l" t="t" r="r" b="b"/>
              <a:pathLst>
                <a:path w="10915650" h="57150">
                  <a:moveTo>
                    <a:pt x="0" y="57149"/>
                  </a:moveTo>
                  <a:lnTo>
                    <a:pt x="10915649" y="57149"/>
                  </a:lnTo>
                  <a:lnTo>
                    <a:pt x="109156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1276350" cy="57150"/>
            </a:xfrm>
            <a:custGeom>
              <a:avLst/>
              <a:gdLst/>
              <a:ahLst/>
              <a:cxnLst/>
              <a:rect l="l" t="t" r="r" b="b"/>
              <a:pathLst>
                <a:path w="1276350" h="57150">
                  <a:moveTo>
                    <a:pt x="12763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276349" y="0"/>
                  </a:lnTo>
                  <a:lnTo>
                    <a:pt x="12763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671100" y="6551215"/>
            <a:ext cx="29591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6/57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Classe</a:t>
            </a:r>
            <a:r>
              <a:rPr spc="-140" dirty="0"/>
              <a:t> </a:t>
            </a:r>
            <a:r>
              <a:rPr spc="-170" dirty="0"/>
              <a:t>Etudiant</a:t>
            </a:r>
            <a:r>
              <a:rPr spc="-140" dirty="0"/>
              <a:t> </a:t>
            </a:r>
            <a:r>
              <a:rPr dirty="0"/>
              <a:t>(2/2</a:t>
            </a:r>
            <a:r>
              <a:rPr spc="-140" dirty="0"/>
              <a:t> </a:t>
            </a:r>
            <a:r>
              <a:rPr spc="-130" dirty="0"/>
              <a:t>:</a:t>
            </a:r>
            <a:r>
              <a:rPr spc="-135" dirty="0"/>
              <a:t> equals,</a:t>
            </a:r>
            <a:r>
              <a:rPr spc="-215" dirty="0"/>
              <a:t> </a:t>
            </a:r>
            <a:r>
              <a:rPr spc="-165" dirty="0"/>
              <a:t>hashCode,</a:t>
            </a:r>
            <a:r>
              <a:rPr spc="-215" dirty="0"/>
              <a:t> </a:t>
            </a:r>
            <a:r>
              <a:rPr spc="-165" dirty="0"/>
              <a:t>compareTo)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5324474"/>
            <a:ext cx="8572500" cy="733425"/>
            <a:chOff x="1809749" y="5324474"/>
            <a:chExt cx="8572500" cy="733425"/>
          </a:xfrm>
        </p:grpSpPr>
        <p:sp>
          <p:nvSpPr>
            <p:cNvPr id="4" name="object 4"/>
            <p:cNvSpPr/>
            <p:nvPr/>
          </p:nvSpPr>
          <p:spPr>
            <a:xfrm>
              <a:off x="1814512" y="5329237"/>
              <a:ext cx="8562975" cy="723900"/>
            </a:xfrm>
            <a:custGeom>
              <a:avLst/>
              <a:gdLst/>
              <a:ahLst/>
              <a:cxnLst/>
              <a:rect l="l" t="t" r="r" b="b"/>
              <a:pathLst>
                <a:path w="8562975" h="723900">
                  <a:moveTo>
                    <a:pt x="8496227" y="723899"/>
                  </a:moveTo>
                  <a:lnTo>
                    <a:pt x="66746" y="723899"/>
                  </a:lnTo>
                  <a:lnTo>
                    <a:pt x="62101" y="723442"/>
                  </a:lnTo>
                  <a:lnTo>
                    <a:pt x="24240" y="706292"/>
                  </a:lnTo>
                  <a:lnTo>
                    <a:pt x="2287" y="670999"/>
                  </a:lnTo>
                  <a:lnTo>
                    <a:pt x="0" y="657152"/>
                  </a:lnTo>
                  <a:lnTo>
                    <a:pt x="0" y="652462"/>
                  </a:lnTo>
                  <a:lnTo>
                    <a:pt x="0" y="66746"/>
                  </a:lnTo>
                  <a:lnTo>
                    <a:pt x="14645" y="27847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1"/>
                  </a:lnTo>
                  <a:lnTo>
                    <a:pt x="8562973" y="66746"/>
                  </a:lnTo>
                  <a:lnTo>
                    <a:pt x="8562973" y="657152"/>
                  </a:lnTo>
                  <a:lnTo>
                    <a:pt x="8548327" y="696050"/>
                  </a:lnTo>
                  <a:lnTo>
                    <a:pt x="8514540" y="720256"/>
                  </a:lnTo>
                  <a:lnTo>
                    <a:pt x="8500872" y="723442"/>
                  </a:lnTo>
                  <a:lnTo>
                    <a:pt x="8496227" y="7238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5329237"/>
              <a:ext cx="8562975" cy="723900"/>
            </a:xfrm>
            <a:custGeom>
              <a:avLst/>
              <a:gdLst/>
              <a:ahLst/>
              <a:cxnLst/>
              <a:rect l="l" t="t" r="r" b="b"/>
              <a:pathLst>
                <a:path w="8562975" h="723900">
                  <a:moveTo>
                    <a:pt x="0" y="6524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1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7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8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8"/>
                  </a:lnTo>
                  <a:lnTo>
                    <a:pt x="48432" y="3642"/>
                  </a:lnTo>
                  <a:lnTo>
                    <a:pt x="52900" y="2287"/>
                  </a:lnTo>
                  <a:lnTo>
                    <a:pt x="57500" y="1373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05473" y="1373"/>
                  </a:lnTo>
                  <a:lnTo>
                    <a:pt x="8510074" y="2287"/>
                  </a:lnTo>
                  <a:lnTo>
                    <a:pt x="8514540" y="3642"/>
                  </a:lnTo>
                  <a:lnTo>
                    <a:pt x="8518873" y="5438"/>
                  </a:lnTo>
                  <a:lnTo>
                    <a:pt x="8523206" y="7232"/>
                  </a:lnTo>
                  <a:lnTo>
                    <a:pt x="8527324" y="9433"/>
                  </a:lnTo>
                  <a:lnTo>
                    <a:pt x="8531223" y="12038"/>
                  </a:lnTo>
                  <a:lnTo>
                    <a:pt x="8535124" y="14645"/>
                  </a:lnTo>
                  <a:lnTo>
                    <a:pt x="8550933" y="31748"/>
                  </a:lnTo>
                  <a:lnTo>
                    <a:pt x="8553538" y="35648"/>
                  </a:lnTo>
                  <a:lnTo>
                    <a:pt x="8555739" y="39764"/>
                  </a:lnTo>
                  <a:lnTo>
                    <a:pt x="8557535" y="44099"/>
                  </a:lnTo>
                  <a:lnTo>
                    <a:pt x="8559330" y="48431"/>
                  </a:lnTo>
                  <a:lnTo>
                    <a:pt x="8560684" y="52899"/>
                  </a:lnTo>
                  <a:lnTo>
                    <a:pt x="8561599" y="57499"/>
                  </a:lnTo>
                  <a:lnTo>
                    <a:pt x="8562515" y="62100"/>
                  </a:lnTo>
                  <a:lnTo>
                    <a:pt x="8562973" y="66746"/>
                  </a:lnTo>
                  <a:lnTo>
                    <a:pt x="8562974" y="71437"/>
                  </a:lnTo>
                  <a:lnTo>
                    <a:pt x="8562974" y="652462"/>
                  </a:lnTo>
                  <a:lnTo>
                    <a:pt x="8562973" y="657152"/>
                  </a:lnTo>
                  <a:lnTo>
                    <a:pt x="8562515" y="661798"/>
                  </a:lnTo>
                  <a:lnTo>
                    <a:pt x="8561599" y="666398"/>
                  </a:lnTo>
                  <a:lnTo>
                    <a:pt x="8560684" y="670999"/>
                  </a:lnTo>
                  <a:lnTo>
                    <a:pt x="8559330" y="675466"/>
                  </a:lnTo>
                  <a:lnTo>
                    <a:pt x="8557535" y="679799"/>
                  </a:lnTo>
                  <a:lnTo>
                    <a:pt x="8555739" y="684133"/>
                  </a:lnTo>
                  <a:lnTo>
                    <a:pt x="8531223" y="711859"/>
                  </a:lnTo>
                  <a:lnTo>
                    <a:pt x="8527324" y="714466"/>
                  </a:lnTo>
                  <a:lnTo>
                    <a:pt x="8523206" y="716666"/>
                  </a:lnTo>
                  <a:lnTo>
                    <a:pt x="8518873" y="718461"/>
                  </a:lnTo>
                  <a:lnTo>
                    <a:pt x="8514540" y="720256"/>
                  </a:lnTo>
                  <a:lnTo>
                    <a:pt x="8510074" y="721611"/>
                  </a:lnTo>
                  <a:lnTo>
                    <a:pt x="8505473" y="722526"/>
                  </a:lnTo>
                  <a:lnTo>
                    <a:pt x="8500872" y="723442"/>
                  </a:lnTo>
                  <a:lnTo>
                    <a:pt x="8496227" y="723899"/>
                  </a:lnTo>
                  <a:lnTo>
                    <a:pt x="8491536" y="723899"/>
                  </a:lnTo>
                  <a:lnTo>
                    <a:pt x="71437" y="723899"/>
                  </a:lnTo>
                  <a:lnTo>
                    <a:pt x="66746" y="723899"/>
                  </a:lnTo>
                  <a:lnTo>
                    <a:pt x="62101" y="723442"/>
                  </a:lnTo>
                  <a:lnTo>
                    <a:pt x="57500" y="722526"/>
                  </a:lnTo>
                  <a:lnTo>
                    <a:pt x="52900" y="721611"/>
                  </a:lnTo>
                  <a:lnTo>
                    <a:pt x="48433" y="720256"/>
                  </a:lnTo>
                  <a:lnTo>
                    <a:pt x="44099" y="718461"/>
                  </a:lnTo>
                  <a:lnTo>
                    <a:pt x="39765" y="716666"/>
                  </a:lnTo>
                  <a:lnTo>
                    <a:pt x="35649" y="714466"/>
                  </a:lnTo>
                  <a:lnTo>
                    <a:pt x="31749" y="711859"/>
                  </a:lnTo>
                  <a:lnTo>
                    <a:pt x="27848" y="709253"/>
                  </a:lnTo>
                  <a:lnTo>
                    <a:pt x="24240" y="706292"/>
                  </a:lnTo>
                  <a:lnTo>
                    <a:pt x="20923" y="702975"/>
                  </a:lnTo>
                  <a:lnTo>
                    <a:pt x="17606" y="699659"/>
                  </a:lnTo>
                  <a:lnTo>
                    <a:pt x="14645" y="696050"/>
                  </a:lnTo>
                  <a:lnTo>
                    <a:pt x="12039" y="692150"/>
                  </a:lnTo>
                  <a:lnTo>
                    <a:pt x="9433" y="688249"/>
                  </a:lnTo>
                  <a:lnTo>
                    <a:pt x="7232" y="684133"/>
                  </a:lnTo>
                  <a:lnTo>
                    <a:pt x="5437" y="679799"/>
                  </a:lnTo>
                  <a:lnTo>
                    <a:pt x="3642" y="675466"/>
                  </a:lnTo>
                  <a:lnTo>
                    <a:pt x="2287" y="670999"/>
                  </a:lnTo>
                  <a:lnTo>
                    <a:pt x="1372" y="666398"/>
                  </a:lnTo>
                  <a:lnTo>
                    <a:pt x="457" y="661798"/>
                  </a:lnTo>
                  <a:lnTo>
                    <a:pt x="0" y="657152"/>
                  </a:lnTo>
                  <a:lnTo>
                    <a:pt x="0" y="652462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6599" y="5597524"/>
              <a:ext cx="196850" cy="1682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30449" y="5440064"/>
            <a:ext cx="7452995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100"/>
              </a:spcBef>
            </a:pP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Attention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993312"/>
                </a:solidFill>
                <a:latin typeface="Arial"/>
                <a:cs typeface="Arial"/>
              </a:rPr>
              <a:t>Si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matricule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changeait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après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insertion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dans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un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993312"/>
                </a:solidFill>
                <a:latin typeface="Arial"/>
                <a:cs typeface="Arial"/>
              </a:rPr>
              <a:t>HashSet,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l'étudiant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deviendrait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introuvable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!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D'où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l'importance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de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l'immutabilité.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508760"/>
            <a:ext cx="8717280" cy="3688079"/>
            <a:chOff x="1737360" y="1508760"/>
            <a:chExt cx="8717280" cy="3688079"/>
          </a:xfrm>
        </p:grpSpPr>
        <p:sp>
          <p:nvSpPr>
            <p:cNvPr id="9" name="object 9"/>
            <p:cNvSpPr/>
            <p:nvPr/>
          </p:nvSpPr>
          <p:spPr>
            <a:xfrm>
              <a:off x="1737360" y="1508760"/>
              <a:ext cx="8717280" cy="3688079"/>
            </a:xfrm>
            <a:custGeom>
              <a:avLst/>
              <a:gdLst/>
              <a:ahLst/>
              <a:cxnLst/>
              <a:rect l="l" t="t" r="r" b="b"/>
              <a:pathLst>
                <a:path w="8717280" h="3688079">
                  <a:moveTo>
                    <a:pt x="8717280" y="3688080"/>
                  </a:moveTo>
                  <a:lnTo>
                    <a:pt x="0" y="3688080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3814"/>
                  </a:lnTo>
                  <a:lnTo>
                    <a:pt x="129539" y="43814"/>
                  </a:lnTo>
                  <a:lnTo>
                    <a:pt x="120037" y="44686"/>
                  </a:lnTo>
                  <a:lnTo>
                    <a:pt x="85402" y="73157"/>
                  </a:lnTo>
                  <a:lnTo>
                    <a:pt x="81914" y="91439"/>
                  </a:lnTo>
                  <a:lnTo>
                    <a:pt x="81914" y="3520439"/>
                  </a:lnTo>
                  <a:lnTo>
                    <a:pt x="103199" y="3560217"/>
                  </a:lnTo>
                  <a:lnTo>
                    <a:pt x="129539" y="3568064"/>
                  </a:lnTo>
                  <a:lnTo>
                    <a:pt x="8717280" y="3568064"/>
                  </a:lnTo>
                  <a:lnTo>
                    <a:pt x="8717280" y="3688080"/>
                  </a:lnTo>
                  <a:close/>
                </a:path>
                <a:path w="8717280" h="3688079">
                  <a:moveTo>
                    <a:pt x="8717280" y="3568064"/>
                  </a:moveTo>
                  <a:lnTo>
                    <a:pt x="8587739" y="3568064"/>
                  </a:lnTo>
                  <a:lnTo>
                    <a:pt x="8597241" y="3567192"/>
                  </a:lnTo>
                  <a:lnTo>
                    <a:pt x="8606022" y="3564577"/>
                  </a:lnTo>
                  <a:lnTo>
                    <a:pt x="8634492" y="3529941"/>
                  </a:lnTo>
                  <a:lnTo>
                    <a:pt x="8635364" y="3520439"/>
                  </a:lnTo>
                  <a:lnTo>
                    <a:pt x="8635364" y="91439"/>
                  </a:lnTo>
                  <a:lnTo>
                    <a:pt x="8614080" y="51661"/>
                  </a:lnTo>
                  <a:lnTo>
                    <a:pt x="8587739" y="43814"/>
                  </a:lnTo>
                  <a:lnTo>
                    <a:pt x="8717280" y="43814"/>
                  </a:lnTo>
                  <a:lnTo>
                    <a:pt x="8717280" y="356806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543049"/>
              <a:ext cx="8553450" cy="3543300"/>
            </a:xfrm>
            <a:custGeom>
              <a:avLst/>
              <a:gdLst/>
              <a:ahLst/>
              <a:cxnLst/>
              <a:rect l="l" t="t" r="r" b="b"/>
              <a:pathLst>
                <a:path w="8553450" h="3543300">
                  <a:moveTo>
                    <a:pt x="8500051" y="3543299"/>
                  </a:moveTo>
                  <a:lnTo>
                    <a:pt x="33047" y="3543299"/>
                  </a:lnTo>
                  <a:lnTo>
                    <a:pt x="28187" y="3541848"/>
                  </a:lnTo>
                  <a:lnTo>
                    <a:pt x="966" y="3501017"/>
                  </a:lnTo>
                  <a:lnTo>
                    <a:pt x="0" y="3493727"/>
                  </a:lnTo>
                  <a:lnTo>
                    <a:pt x="0" y="3486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3489902"/>
                  </a:lnTo>
                  <a:lnTo>
                    <a:pt x="8534055" y="3529213"/>
                  </a:lnTo>
                  <a:lnTo>
                    <a:pt x="8503768" y="3542932"/>
                  </a:lnTo>
                  <a:lnTo>
                    <a:pt x="8500051" y="35432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543049"/>
              <a:ext cx="52069" cy="3543300"/>
            </a:xfrm>
            <a:custGeom>
              <a:avLst/>
              <a:gdLst/>
              <a:ahLst/>
              <a:cxnLst/>
              <a:rect l="l" t="t" r="r" b="b"/>
              <a:pathLst>
                <a:path w="52069" h="3543300">
                  <a:moveTo>
                    <a:pt x="51889" y="3543299"/>
                  </a:moveTo>
                  <a:lnTo>
                    <a:pt x="49571" y="3543299"/>
                  </a:lnTo>
                  <a:lnTo>
                    <a:pt x="42281" y="3541849"/>
                  </a:lnTo>
                  <a:lnTo>
                    <a:pt x="7250" y="3515020"/>
                  </a:lnTo>
                  <a:lnTo>
                    <a:pt x="0" y="34937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486149"/>
                  </a:lnTo>
                  <a:lnTo>
                    <a:pt x="43679" y="3526560"/>
                  </a:lnTo>
                  <a:lnTo>
                    <a:pt x="47399" y="3537719"/>
                  </a:lnTo>
                  <a:lnTo>
                    <a:pt x="51889" y="35432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5095" y="1690693"/>
            <a:ext cx="5369560" cy="31877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78460" indent="-366395">
              <a:lnSpc>
                <a:spcPct val="100000"/>
              </a:lnSpc>
              <a:spcBef>
                <a:spcPts val="335"/>
              </a:spcBef>
              <a:buClr>
                <a:srgbClr val="CBD5E1"/>
              </a:buClr>
              <a:buSzPct val="110526"/>
              <a:buAutoNum type="arabicPlain" startAt="17"/>
              <a:tabLst>
                <a:tab pos="378460" algn="l"/>
                <a:tab pos="379095" algn="l"/>
              </a:tabLst>
            </a:pPr>
            <a:r>
              <a:rPr sz="950" spc="60" dirty="0">
                <a:solidFill>
                  <a:srgbClr val="E9580C"/>
                </a:solidFill>
                <a:latin typeface="Times New Roman"/>
                <a:cs typeface="Times New Roman"/>
              </a:rPr>
              <a:t>@</a:t>
            </a:r>
            <a:r>
              <a:rPr sz="1050" spc="60" dirty="0">
                <a:solidFill>
                  <a:srgbClr val="E9580C"/>
                </a:solidFill>
                <a:latin typeface="Times New Roman"/>
                <a:cs typeface="Times New Roman"/>
              </a:rPr>
              <a:t>Override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105000"/>
              <a:buFont typeface="Times New Roman"/>
              <a:buAutoNum type="arabicPlain" startAt="17"/>
              <a:tabLst>
                <a:tab pos="378460" algn="l"/>
                <a:tab pos="379095" algn="l"/>
              </a:tabLst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05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30" dirty="0">
                <a:solidFill>
                  <a:srgbClr val="DA2677"/>
                </a:solidFill>
                <a:latin typeface="Times New Roman"/>
                <a:cs typeface="Times New Roman"/>
              </a:rPr>
              <a:t>equals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Object</a:t>
            </a:r>
            <a:r>
              <a:rPr sz="1050" spc="34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o)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 startAt="17"/>
              <a:tabLst>
                <a:tab pos="378460" algn="l"/>
                <a:tab pos="379095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90" dirty="0">
                <a:solidFill>
                  <a:srgbClr val="334054"/>
                </a:solidFill>
                <a:latin typeface="Times New Roman"/>
                <a:cs typeface="Times New Roman"/>
              </a:rPr>
              <a:t>(!(o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150" dirty="0">
                <a:solidFill>
                  <a:srgbClr val="2562EB"/>
                </a:solidFill>
                <a:latin typeface="Times New Roman"/>
                <a:cs typeface="Times New Roman"/>
              </a:rPr>
              <a:t>instanceof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3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75" dirty="0">
                <a:solidFill>
                  <a:srgbClr val="334054"/>
                </a:solidFill>
                <a:latin typeface="Times New Roman"/>
                <a:cs typeface="Times New Roman"/>
              </a:rPr>
              <a:t>other))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200" dirty="0">
                <a:solidFill>
                  <a:srgbClr val="2562EB"/>
                </a:solidFill>
                <a:latin typeface="Times New Roman"/>
                <a:cs typeface="Times New Roman"/>
              </a:rPr>
              <a:t>false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105000"/>
              <a:buFont typeface="Times New Roman"/>
              <a:buAutoNum type="arabicPlain" startAt="17"/>
              <a:tabLst>
                <a:tab pos="378460" algn="l"/>
                <a:tab pos="379095" algn="l"/>
                <a:tab pos="3573145" algn="l"/>
              </a:tabLst>
            </a:pP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matricule.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equals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(other.matricule);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identité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matricule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17"/>
              <a:tabLst>
                <a:tab pos="378460" algn="l"/>
                <a:tab pos="379095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110526"/>
              <a:buAutoNum type="arabicPlain" startAt="17"/>
              <a:tabLst>
                <a:tab pos="378460" algn="l"/>
                <a:tab pos="379095" algn="l"/>
              </a:tabLst>
            </a:pPr>
            <a:r>
              <a:rPr sz="950" spc="60" dirty="0">
                <a:solidFill>
                  <a:srgbClr val="E9580C"/>
                </a:solidFill>
                <a:latin typeface="Times New Roman"/>
                <a:cs typeface="Times New Roman"/>
              </a:rPr>
              <a:t>@</a:t>
            </a:r>
            <a:r>
              <a:rPr sz="1050" spc="60" dirty="0">
                <a:solidFill>
                  <a:srgbClr val="E9580C"/>
                </a:solidFill>
                <a:latin typeface="Times New Roman"/>
                <a:cs typeface="Times New Roman"/>
              </a:rPr>
              <a:t>Override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 startAt="17"/>
              <a:tabLst>
                <a:tab pos="378460" algn="l"/>
                <a:tab pos="379095" algn="l"/>
              </a:tabLst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90" dirty="0">
                <a:solidFill>
                  <a:srgbClr val="2562EB"/>
                </a:solidFill>
                <a:latin typeface="Times New Roman"/>
                <a:cs typeface="Times New Roman"/>
              </a:rPr>
              <a:t>int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DA2677"/>
                </a:solidFill>
                <a:latin typeface="Times New Roman"/>
                <a:cs typeface="Times New Roman"/>
              </a:rPr>
              <a:t>hashCode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105000"/>
              <a:buFont typeface="Times New Roman"/>
              <a:buAutoNum type="arabicPlain" startAt="17"/>
              <a:tabLst>
                <a:tab pos="378460" algn="l"/>
                <a:tab pos="379095" algn="l"/>
                <a:tab pos="2607310" algn="l"/>
              </a:tabLst>
            </a:pP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matricule.</a:t>
            </a:r>
            <a:r>
              <a:rPr sz="1050" spc="125" dirty="0">
                <a:solidFill>
                  <a:srgbClr val="DA2677"/>
                </a:solidFill>
                <a:latin typeface="Times New Roman"/>
                <a:cs typeface="Times New Roman"/>
              </a:rPr>
              <a:t>hashCode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cohérent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avec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equals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17"/>
              <a:tabLst>
                <a:tab pos="378460" algn="l"/>
                <a:tab pos="379095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110526"/>
              <a:buAutoNum type="arabicPlain" startAt="17"/>
              <a:tabLst>
                <a:tab pos="378460" algn="l"/>
                <a:tab pos="379095" algn="l"/>
              </a:tabLst>
            </a:pPr>
            <a:r>
              <a:rPr sz="950" spc="60" dirty="0">
                <a:solidFill>
                  <a:srgbClr val="E9580C"/>
                </a:solidFill>
                <a:latin typeface="Times New Roman"/>
                <a:cs typeface="Times New Roman"/>
              </a:rPr>
              <a:t>@</a:t>
            </a:r>
            <a:r>
              <a:rPr sz="1050" spc="60" dirty="0">
                <a:solidFill>
                  <a:srgbClr val="E9580C"/>
                </a:solidFill>
                <a:latin typeface="Times New Roman"/>
                <a:cs typeface="Times New Roman"/>
              </a:rPr>
              <a:t>Override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 startAt="17"/>
              <a:tabLst>
                <a:tab pos="378460" algn="l"/>
                <a:tab pos="379095" algn="l"/>
              </a:tabLst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90" dirty="0">
                <a:solidFill>
                  <a:srgbClr val="2562EB"/>
                </a:solidFill>
                <a:latin typeface="Times New Roman"/>
                <a:cs typeface="Times New Roman"/>
              </a:rPr>
              <a:t>int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00" dirty="0">
                <a:solidFill>
                  <a:srgbClr val="DA2677"/>
                </a:solidFill>
                <a:latin typeface="Times New Roman"/>
                <a:cs typeface="Times New Roman"/>
              </a:rPr>
              <a:t>compareTo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3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o)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105000"/>
              <a:buFont typeface="Times New Roman"/>
              <a:buAutoNum type="arabicPlain" startAt="17"/>
              <a:tabLst>
                <a:tab pos="378460" algn="l"/>
                <a:tab pos="379095" algn="l"/>
                <a:tab pos="3870960" algn="l"/>
              </a:tabLst>
            </a:pP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this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.matricule.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compareTo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(o.matricule);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ordre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naturel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17"/>
              <a:tabLst>
                <a:tab pos="378460" algn="l"/>
                <a:tab pos="379095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110526"/>
              <a:buAutoNum type="arabicPlain" startAt="17"/>
              <a:tabLst>
                <a:tab pos="378460" algn="l"/>
                <a:tab pos="379095" algn="l"/>
              </a:tabLst>
            </a:pPr>
            <a:r>
              <a:rPr sz="950" spc="60" dirty="0">
                <a:solidFill>
                  <a:srgbClr val="E9580C"/>
                </a:solidFill>
                <a:latin typeface="Times New Roman"/>
                <a:cs typeface="Times New Roman"/>
              </a:rPr>
              <a:t>@</a:t>
            </a:r>
            <a:r>
              <a:rPr sz="1050" spc="60" dirty="0">
                <a:solidFill>
                  <a:srgbClr val="E9580C"/>
                </a:solidFill>
                <a:latin typeface="Times New Roman"/>
                <a:cs typeface="Times New Roman"/>
              </a:rPr>
              <a:t>Override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 startAt="17"/>
              <a:tabLst>
                <a:tab pos="378460" algn="l"/>
                <a:tab pos="379095" algn="l"/>
              </a:tabLst>
            </a:pPr>
            <a:r>
              <a:rPr sz="1000" b="1" spc="135" dirty="0">
                <a:solidFill>
                  <a:srgbClr val="2562EB"/>
                </a:solidFill>
                <a:latin typeface="Times New Roman"/>
                <a:cs typeface="Times New Roman"/>
              </a:rPr>
              <a:t>public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33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75" dirty="0">
                <a:solidFill>
                  <a:srgbClr val="DA2677"/>
                </a:solidFill>
                <a:latin typeface="Times New Roman"/>
                <a:cs typeface="Times New Roman"/>
              </a:rPr>
              <a:t>toString</a:t>
            </a:r>
            <a:r>
              <a:rPr sz="1050" spc="17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105000"/>
              <a:buFont typeface="Times New Roman"/>
              <a:buAutoNum type="arabicPlain" startAt="17"/>
              <a:tabLst>
                <a:tab pos="378460" algn="l"/>
                <a:tab pos="379095" algn="l"/>
              </a:tabLst>
            </a:pP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matricule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16A24A"/>
                </a:solidFill>
                <a:latin typeface="Times New Roman"/>
                <a:cs typeface="Times New Roman"/>
              </a:rPr>
              <a:t>–</a:t>
            </a:r>
            <a:r>
              <a:rPr sz="1050" spc="33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3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nom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90" dirty="0">
                <a:solidFill>
                  <a:srgbClr val="16A24A"/>
                </a:solidFill>
                <a:latin typeface="Times New Roman"/>
                <a:cs typeface="Times New Roman"/>
              </a:rPr>
              <a:t>("</a:t>
            </a:r>
            <a:r>
              <a:rPr sz="1050" spc="33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moyenne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85" dirty="0">
                <a:solidFill>
                  <a:srgbClr val="16A24A"/>
                </a:solidFill>
                <a:latin typeface="Times New Roman"/>
                <a:cs typeface="Times New Roman"/>
              </a:rPr>
              <a:t>")"</a:t>
            </a:r>
            <a:r>
              <a:rPr sz="1050" spc="185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17"/>
              <a:tabLst>
                <a:tab pos="378460" algn="l"/>
                <a:tab pos="379095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67774" y="1543049"/>
            <a:ext cx="1514475" cy="238125"/>
          </a:xfrm>
          <a:custGeom>
            <a:avLst/>
            <a:gdLst/>
            <a:ahLst/>
            <a:cxnLst/>
            <a:rect l="l" t="t" r="r" b="b"/>
            <a:pathLst>
              <a:path w="1514475" h="238125">
                <a:moveTo>
                  <a:pt x="1514474" y="238124"/>
                </a:moveTo>
                <a:lnTo>
                  <a:pt x="53397" y="238124"/>
                </a:lnTo>
                <a:lnTo>
                  <a:pt x="14084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1461076" y="0"/>
                </a:lnTo>
                <a:lnTo>
                  <a:pt x="1464794" y="365"/>
                </a:lnTo>
                <a:lnTo>
                  <a:pt x="1500387" y="19392"/>
                </a:lnTo>
                <a:lnTo>
                  <a:pt x="1514474" y="53397"/>
                </a:lnTo>
                <a:lnTo>
                  <a:pt x="1514474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954045" y="1568545"/>
            <a:ext cx="1345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85" dirty="0">
                <a:solidFill>
                  <a:srgbClr val="64738B"/>
                </a:solidFill>
                <a:latin typeface="Times New Roman"/>
                <a:cs typeface="Times New Roman"/>
              </a:rPr>
              <a:t>Etudiant.java</a:t>
            </a:r>
            <a:r>
              <a:rPr sz="900" b="1" spc="305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900" b="1" spc="140" dirty="0">
                <a:solidFill>
                  <a:srgbClr val="64738B"/>
                </a:solidFill>
                <a:latin typeface="Times New Roman"/>
                <a:cs typeface="Times New Roman"/>
              </a:rPr>
              <a:t>(suite)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1495424" y="6800849"/>
              <a:ext cx="10696575" cy="57150"/>
            </a:xfrm>
            <a:custGeom>
              <a:avLst/>
              <a:gdLst/>
              <a:ahLst/>
              <a:cxnLst/>
              <a:rect l="l" t="t" r="r" b="b"/>
              <a:pathLst>
                <a:path w="10696575" h="57150">
                  <a:moveTo>
                    <a:pt x="0" y="57149"/>
                  </a:moveTo>
                  <a:lnTo>
                    <a:pt x="10696574" y="57149"/>
                  </a:lnTo>
                  <a:lnTo>
                    <a:pt x="106965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1495425" cy="57150"/>
            </a:xfrm>
            <a:custGeom>
              <a:avLst/>
              <a:gdLst/>
              <a:ahLst/>
              <a:cxnLst/>
              <a:rect l="l" t="t" r="r" b="b"/>
              <a:pathLst>
                <a:path w="1495425" h="57150">
                  <a:moveTo>
                    <a:pt x="14954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495424" y="0"/>
                  </a:lnTo>
                  <a:lnTo>
                    <a:pt x="14954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671100" y="6551215"/>
            <a:ext cx="29591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7/57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equals()</a:t>
            </a:r>
            <a:r>
              <a:rPr spc="-135" dirty="0"/>
              <a:t> </a:t>
            </a:r>
            <a:r>
              <a:rPr spc="-85" dirty="0"/>
              <a:t>et</a:t>
            </a:r>
            <a:r>
              <a:rPr spc="-135" dirty="0"/>
              <a:t> </a:t>
            </a:r>
            <a:r>
              <a:rPr spc="-160" dirty="0"/>
              <a:t>hashCode()</a:t>
            </a:r>
            <a:r>
              <a:rPr spc="-135" dirty="0"/>
              <a:t> expliqués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6136" y="868680"/>
            <a:ext cx="5681980" cy="1064260"/>
            <a:chOff x="326136" y="868680"/>
            <a:chExt cx="5681980" cy="1064260"/>
          </a:xfrm>
        </p:grpSpPr>
        <p:sp>
          <p:nvSpPr>
            <p:cNvPr id="4" name="object 4"/>
            <p:cNvSpPr/>
            <p:nvPr/>
          </p:nvSpPr>
          <p:spPr>
            <a:xfrm>
              <a:off x="326136" y="868680"/>
              <a:ext cx="5681980" cy="1064260"/>
            </a:xfrm>
            <a:custGeom>
              <a:avLst/>
              <a:gdLst/>
              <a:ahLst/>
              <a:cxnLst/>
              <a:rect l="l" t="t" r="r" b="b"/>
              <a:pathLst>
                <a:path w="5681980" h="1064260">
                  <a:moveTo>
                    <a:pt x="5681472" y="1063752"/>
                  </a:moveTo>
                  <a:lnTo>
                    <a:pt x="0" y="1063752"/>
                  </a:lnTo>
                  <a:lnTo>
                    <a:pt x="0" y="0"/>
                  </a:lnTo>
                  <a:lnTo>
                    <a:pt x="5681472" y="0"/>
                  </a:lnTo>
                  <a:lnTo>
                    <a:pt x="5681472" y="45719"/>
                  </a:lnTo>
                  <a:lnTo>
                    <a:pt x="131063" y="45719"/>
                  </a:lnTo>
                  <a:lnTo>
                    <a:pt x="124495" y="46037"/>
                  </a:lnTo>
                  <a:lnTo>
                    <a:pt x="88786" y="60828"/>
                  </a:lnTo>
                  <a:lnTo>
                    <a:pt x="67243" y="93068"/>
                  </a:lnTo>
                  <a:lnTo>
                    <a:pt x="64388" y="112394"/>
                  </a:lnTo>
                  <a:lnTo>
                    <a:pt x="64388" y="912494"/>
                  </a:lnTo>
                  <a:lnTo>
                    <a:pt x="75615" y="949544"/>
                  </a:lnTo>
                  <a:lnTo>
                    <a:pt x="105548" y="974094"/>
                  </a:lnTo>
                  <a:lnTo>
                    <a:pt x="131063" y="979169"/>
                  </a:lnTo>
                  <a:lnTo>
                    <a:pt x="5681472" y="979169"/>
                  </a:lnTo>
                  <a:lnTo>
                    <a:pt x="5681472" y="1063752"/>
                  </a:lnTo>
                  <a:close/>
                </a:path>
                <a:path w="5681980" h="1064260">
                  <a:moveTo>
                    <a:pt x="5681472" y="979169"/>
                  </a:moveTo>
                  <a:lnTo>
                    <a:pt x="5550788" y="979169"/>
                  </a:lnTo>
                  <a:lnTo>
                    <a:pt x="5557356" y="978852"/>
                  </a:lnTo>
                  <a:lnTo>
                    <a:pt x="5563798" y="977900"/>
                  </a:lnTo>
                  <a:lnTo>
                    <a:pt x="5597934" y="959640"/>
                  </a:lnTo>
                  <a:lnTo>
                    <a:pt x="5616194" y="925504"/>
                  </a:lnTo>
                  <a:lnTo>
                    <a:pt x="5617463" y="912494"/>
                  </a:lnTo>
                  <a:lnTo>
                    <a:pt x="5617463" y="112394"/>
                  </a:lnTo>
                  <a:lnTo>
                    <a:pt x="5606236" y="75345"/>
                  </a:lnTo>
                  <a:lnTo>
                    <a:pt x="5576303" y="50795"/>
                  </a:lnTo>
                  <a:lnTo>
                    <a:pt x="5550788" y="45719"/>
                  </a:lnTo>
                  <a:lnTo>
                    <a:pt x="5681472" y="45719"/>
                  </a:lnTo>
                  <a:lnTo>
                    <a:pt x="5681472" y="979169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5762" y="909637"/>
              <a:ext cx="5562600" cy="942975"/>
            </a:xfrm>
            <a:custGeom>
              <a:avLst/>
              <a:gdLst/>
              <a:ahLst/>
              <a:cxnLst/>
              <a:rect l="l" t="t" r="r" b="b"/>
              <a:pathLst>
                <a:path w="5562600" h="942975">
                  <a:moveTo>
                    <a:pt x="5495852" y="942974"/>
                  </a:moveTo>
                  <a:lnTo>
                    <a:pt x="66746" y="942974"/>
                  </a:lnTo>
                  <a:lnTo>
                    <a:pt x="62101" y="942517"/>
                  </a:lnTo>
                  <a:lnTo>
                    <a:pt x="24240" y="925368"/>
                  </a:lnTo>
                  <a:lnTo>
                    <a:pt x="2287" y="890074"/>
                  </a:lnTo>
                  <a:lnTo>
                    <a:pt x="0" y="876227"/>
                  </a:lnTo>
                  <a:lnTo>
                    <a:pt x="0" y="871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495852" y="0"/>
                  </a:lnTo>
                  <a:lnTo>
                    <a:pt x="5534750" y="14645"/>
                  </a:lnTo>
                  <a:lnTo>
                    <a:pt x="5558955" y="48432"/>
                  </a:lnTo>
                  <a:lnTo>
                    <a:pt x="5562598" y="66746"/>
                  </a:lnTo>
                  <a:lnTo>
                    <a:pt x="5562598" y="876227"/>
                  </a:lnTo>
                  <a:lnTo>
                    <a:pt x="5547952" y="915125"/>
                  </a:lnTo>
                  <a:lnTo>
                    <a:pt x="5514165" y="939331"/>
                  </a:lnTo>
                  <a:lnTo>
                    <a:pt x="5500498" y="942517"/>
                  </a:lnTo>
                  <a:lnTo>
                    <a:pt x="5495852" y="9429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909637"/>
              <a:ext cx="5562600" cy="942975"/>
            </a:xfrm>
            <a:custGeom>
              <a:avLst/>
              <a:gdLst/>
              <a:ahLst/>
              <a:cxnLst/>
              <a:rect l="l" t="t" r="r" b="b"/>
              <a:pathLst>
                <a:path w="5562600" h="942975">
                  <a:moveTo>
                    <a:pt x="0" y="871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71437" y="0"/>
                  </a:lnTo>
                  <a:lnTo>
                    <a:pt x="5491162" y="0"/>
                  </a:lnTo>
                  <a:lnTo>
                    <a:pt x="5530849" y="12039"/>
                  </a:lnTo>
                  <a:lnTo>
                    <a:pt x="5541675" y="20923"/>
                  </a:lnTo>
                  <a:lnTo>
                    <a:pt x="5544991" y="24240"/>
                  </a:lnTo>
                  <a:lnTo>
                    <a:pt x="5547952" y="27848"/>
                  </a:lnTo>
                  <a:lnTo>
                    <a:pt x="5550558" y="31748"/>
                  </a:lnTo>
                  <a:lnTo>
                    <a:pt x="5553164" y="35648"/>
                  </a:lnTo>
                  <a:lnTo>
                    <a:pt x="5562599" y="71437"/>
                  </a:lnTo>
                  <a:lnTo>
                    <a:pt x="5562599" y="871537"/>
                  </a:lnTo>
                  <a:lnTo>
                    <a:pt x="5550558" y="911225"/>
                  </a:lnTo>
                  <a:lnTo>
                    <a:pt x="5547952" y="915126"/>
                  </a:lnTo>
                  <a:lnTo>
                    <a:pt x="5544991" y="918734"/>
                  </a:lnTo>
                  <a:lnTo>
                    <a:pt x="5541675" y="922051"/>
                  </a:lnTo>
                  <a:lnTo>
                    <a:pt x="5538358" y="925368"/>
                  </a:lnTo>
                  <a:lnTo>
                    <a:pt x="5500498" y="942517"/>
                  </a:lnTo>
                  <a:lnTo>
                    <a:pt x="5491162" y="942974"/>
                  </a:lnTo>
                  <a:lnTo>
                    <a:pt x="71437" y="942974"/>
                  </a:lnTo>
                  <a:lnTo>
                    <a:pt x="31748" y="930935"/>
                  </a:lnTo>
                  <a:lnTo>
                    <a:pt x="27848" y="928329"/>
                  </a:lnTo>
                  <a:lnTo>
                    <a:pt x="24240" y="925368"/>
                  </a:lnTo>
                  <a:lnTo>
                    <a:pt x="20923" y="922051"/>
                  </a:lnTo>
                  <a:lnTo>
                    <a:pt x="17606" y="918734"/>
                  </a:lnTo>
                  <a:lnTo>
                    <a:pt x="457" y="880873"/>
                  </a:lnTo>
                  <a:lnTo>
                    <a:pt x="0" y="876228"/>
                  </a:lnTo>
                  <a:lnTo>
                    <a:pt x="0" y="8715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1024" y="1076324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47903" y="419099"/>
                  </a:moveTo>
                  <a:lnTo>
                    <a:pt x="71196" y="419099"/>
                  </a:lnTo>
                  <a:lnTo>
                    <a:pt x="66241" y="418611"/>
                  </a:lnTo>
                  <a:lnTo>
                    <a:pt x="29705" y="403477"/>
                  </a:lnTo>
                  <a:lnTo>
                    <a:pt x="3885" y="367437"/>
                  </a:lnTo>
                  <a:lnTo>
                    <a:pt x="0" y="347903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7903" y="0"/>
                  </a:lnTo>
                  <a:lnTo>
                    <a:pt x="389394" y="15621"/>
                  </a:lnTo>
                  <a:lnTo>
                    <a:pt x="415214" y="51661"/>
                  </a:lnTo>
                  <a:lnTo>
                    <a:pt x="419100" y="71196"/>
                  </a:lnTo>
                  <a:lnTo>
                    <a:pt x="419100" y="347903"/>
                  </a:lnTo>
                  <a:lnTo>
                    <a:pt x="403478" y="389394"/>
                  </a:lnTo>
                  <a:lnTo>
                    <a:pt x="367437" y="415214"/>
                  </a:lnTo>
                  <a:lnTo>
                    <a:pt x="352858" y="418611"/>
                  </a:lnTo>
                  <a:lnTo>
                    <a:pt x="347903" y="419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562" y="1184274"/>
              <a:ext cx="196850" cy="2000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130300" y="965220"/>
            <a:ext cx="3354704" cy="7454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300" b="1" spc="70" dirty="0">
                <a:solidFill>
                  <a:srgbClr val="1D40AF"/>
                </a:solidFill>
                <a:latin typeface="Times New Roman"/>
                <a:cs typeface="Times New Roman"/>
              </a:rPr>
              <a:t>hashCode()</a:t>
            </a: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04200"/>
              </a:lnSpc>
              <a:spcBef>
                <a:spcPts val="505"/>
              </a:spcBef>
            </a:pP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L'étiquette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sur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casier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(trouver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zone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rapidement). </a:t>
            </a:r>
            <a:r>
              <a:rPr sz="1200" spc="-85" dirty="0">
                <a:solidFill>
                  <a:srgbClr val="465469"/>
                </a:solidFill>
                <a:latin typeface="Arial"/>
                <a:cs typeface="Arial"/>
              </a:rPr>
              <a:t>Ex: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"Tous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noms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commençant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A".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84392" y="868680"/>
            <a:ext cx="5681980" cy="1064260"/>
            <a:chOff x="6184392" y="868680"/>
            <a:chExt cx="5681980" cy="1064260"/>
          </a:xfrm>
        </p:grpSpPr>
        <p:sp>
          <p:nvSpPr>
            <p:cNvPr id="11" name="object 11"/>
            <p:cNvSpPr/>
            <p:nvPr/>
          </p:nvSpPr>
          <p:spPr>
            <a:xfrm>
              <a:off x="6184392" y="868680"/>
              <a:ext cx="5681980" cy="1064260"/>
            </a:xfrm>
            <a:custGeom>
              <a:avLst/>
              <a:gdLst/>
              <a:ahLst/>
              <a:cxnLst/>
              <a:rect l="l" t="t" r="r" b="b"/>
              <a:pathLst>
                <a:path w="5681980" h="1064260">
                  <a:moveTo>
                    <a:pt x="5681472" y="1063752"/>
                  </a:moveTo>
                  <a:lnTo>
                    <a:pt x="0" y="1063752"/>
                  </a:lnTo>
                  <a:lnTo>
                    <a:pt x="0" y="0"/>
                  </a:lnTo>
                  <a:lnTo>
                    <a:pt x="5681472" y="0"/>
                  </a:lnTo>
                  <a:lnTo>
                    <a:pt x="5681472" y="45719"/>
                  </a:lnTo>
                  <a:lnTo>
                    <a:pt x="130682" y="45719"/>
                  </a:lnTo>
                  <a:lnTo>
                    <a:pt x="124114" y="46037"/>
                  </a:lnTo>
                  <a:lnTo>
                    <a:pt x="88404" y="60828"/>
                  </a:lnTo>
                  <a:lnTo>
                    <a:pt x="66861" y="93068"/>
                  </a:lnTo>
                  <a:lnTo>
                    <a:pt x="64007" y="112394"/>
                  </a:lnTo>
                  <a:lnTo>
                    <a:pt x="64007" y="912494"/>
                  </a:lnTo>
                  <a:lnTo>
                    <a:pt x="75233" y="949544"/>
                  </a:lnTo>
                  <a:lnTo>
                    <a:pt x="105166" y="974094"/>
                  </a:lnTo>
                  <a:lnTo>
                    <a:pt x="130682" y="979169"/>
                  </a:lnTo>
                  <a:lnTo>
                    <a:pt x="5681472" y="979169"/>
                  </a:lnTo>
                  <a:lnTo>
                    <a:pt x="5681472" y="1063752"/>
                  </a:lnTo>
                  <a:close/>
                </a:path>
                <a:path w="5681980" h="1064260">
                  <a:moveTo>
                    <a:pt x="5681472" y="979169"/>
                  </a:moveTo>
                  <a:lnTo>
                    <a:pt x="5550407" y="979169"/>
                  </a:lnTo>
                  <a:lnTo>
                    <a:pt x="5556975" y="978852"/>
                  </a:lnTo>
                  <a:lnTo>
                    <a:pt x="5563416" y="977900"/>
                  </a:lnTo>
                  <a:lnTo>
                    <a:pt x="5597553" y="959640"/>
                  </a:lnTo>
                  <a:lnTo>
                    <a:pt x="5615812" y="925504"/>
                  </a:lnTo>
                  <a:lnTo>
                    <a:pt x="5617082" y="912494"/>
                  </a:lnTo>
                  <a:lnTo>
                    <a:pt x="5617082" y="112394"/>
                  </a:lnTo>
                  <a:lnTo>
                    <a:pt x="5605855" y="75345"/>
                  </a:lnTo>
                  <a:lnTo>
                    <a:pt x="5575921" y="50795"/>
                  </a:lnTo>
                  <a:lnTo>
                    <a:pt x="5550407" y="45719"/>
                  </a:lnTo>
                  <a:lnTo>
                    <a:pt x="5681472" y="45719"/>
                  </a:lnTo>
                  <a:lnTo>
                    <a:pt x="5681472" y="979169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43637" y="909637"/>
              <a:ext cx="5562600" cy="942975"/>
            </a:xfrm>
            <a:custGeom>
              <a:avLst/>
              <a:gdLst/>
              <a:ahLst/>
              <a:cxnLst/>
              <a:rect l="l" t="t" r="r" b="b"/>
              <a:pathLst>
                <a:path w="5562600" h="942975">
                  <a:moveTo>
                    <a:pt x="5495852" y="942974"/>
                  </a:moveTo>
                  <a:lnTo>
                    <a:pt x="66746" y="942974"/>
                  </a:lnTo>
                  <a:lnTo>
                    <a:pt x="62100" y="942517"/>
                  </a:lnTo>
                  <a:lnTo>
                    <a:pt x="24240" y="925368"/>
                  </a:lnTo>
                  <a:lnTo>
                    <a:pt x="2287" y="890074"/>
                  </a:lnTo>
                  <a:lnTo>
                    <a:pt x="0" y="876227"/>
                  </a:lnTo>
                  <a:lnTo>
                    <a:pt x="0" y="871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5495852" y="0"/>
                  </a:lnTo>
                  <a:lnTo>
                    <a:pt x="5534750" y="14645"/>
                  </a:lnTo>
                  <a:lnTo>
                    <a:pt x="5558955" y="48432"/>
                  </a:lnTo>
                  <a:lnTo>
                    <a:pt x="5562598" y="66746"/>
                  </a:lnTo>
                  <a:lnTo>
                    <a:pt x="5562598" y="876227"/>
                  </a:lnTo>
                  <a:lnTo>
                    <a:pt x="5547953" y="915125"/>
                  </a:lnTo>
                  <a:lnTo>
                    <a:pt x="5514166" y="939331"/>
                  </a:lnTo>
                  <a:lnTo>
                    <a:pt x="5500497" y="942517"/>
                  </a:lnTo>
                  <a:lnTo>
                    <a:pt x="5495852" y="9429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43637" y="909637"/>
              <a:ext cx="5562600" cy="942975"/>
            </a:xfrm>
            <a:custGeom>
              <a:avLst/>
              <a:gdLst/>
              <a:ahLst/>
              <a:cxnLst/>
              <a:rect l="l" t="t" r="r" b="b"/>
              <a:pathLst>
                <a:path w="5562600" h="942975">
                  <a:moveTo>
                    <a:pt x="0" y="871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71437" y="0"/>
                  </a:lnTo>
                  <a:lnTo>
                    <a:pt x="5491162" y="0"/>
                  </a:lnTo>
                  <a:lnTo>
                    <a:pt x="5530849" y="12039"/>
                  </a:lnTo>
                  <a:lnTo>
                    <a:pt x="5534750" y="14645"/>
                  </a:lnTo>
                  <a:lnTo>
                    <a:pt x="5557160" y="44099"/>
                  </a:lnTo>
                  <a:lnTo>
                    <a:pt x="5558955" y="48433"/>
                  </a:lnTo>
                  <a:lnTo>
                    <a:pt x="5560310" y="52900"/>
                  </a:lnTo>
                  <a:lnTo>
                    <a:pt x="5561225" y="57500"/>
                  </a:lnTo>
                  <a:lnTo>
                    <a:pt x="5562140" y="62101"/>
                  </a:lnTo>
                  <a:lnTo>
                    <a:pt x="5562598" y="66746"/>
                  </a:lnTo>
                  <a:lnTo>
                    <a:pt x="5562599" y="71437"/>
                  </a:lnTo>
                  <a:lnTo>
                    <a:pt x="5562599" y="871537"/>
                  </a:lnTo>
                  <a:lnTo>
                    <a:pt x="5562598" y="876228"/>
                  </a:lnTo>
                  <a:lnTo>
                    <a:pt x="5562140" y="880873"/>
                  </a:lnTo>
                  <a:lnTo>
                    <a:pt x="5561225" y="885474"/>
                  </a:lnTo>
                  <a:lnTo>
                    <a:pt x="5560310" y="890074"/>
                  </a:lnTo>
                  <a:lnTo>
                    <a:pt x="5558955" y="894541"/>
                  </a:lnTo>
                  <a:lnTo>
                    <a:pt x="5557160" y="898875"/>
                  </a:lnTo>
                  <a:lnTo>
                    <a:pt x="5555366" y="903208"/>
                  </a:lnTo>
                  <a:lnTo>
                    <a:pt x="5553165" y="907325"/>
                  </a:lnTo>
                  <a:lnTo>
                    <a:pt x="5550559" y="911225"/>
                  </a:lnTo>
                  <a:lnTo>
                    <a:pt x="5547953" y="915126"/>
                  </a:lnTo>
                  <a:lnTo>
                    <a:pt x="5530849" y="930935"/>
                  </a:lnTo>
                  <a:lnTo>
                    <a:pt x="5526949" y="933541"/>
                  </a:lnTo>
                  <a:lnTo>
                    <a:pt x="5491162" y="942974"/>
                  </a:lnTo>
                  <a:lnTo>
                    <a:pt x="71437" y="942974"/>
                  </a:lnTo>
                  <a:lnTo>
                    <a:pt x="44099" y="937536"/>
                  </a:lnTo>
                  <a:lnTo>
                    <a:pt x="39764" y="935741"/>
                  </a:lnTo>
                  <a:lnTo>
                    <a:pt x="35648" y="933541"/>
                  </a:lnTo>
                  <a:lnTo>
                    <a:pt x="31748" y="930935"/>
                  </a:lnTo>
                  <a:lnTo>
                    <a:pt x="27848" y="928329"/>
                  </a:lnTo>
                  <a:lnTo>
                    <a:pt x="24240" y="925368"/>
                  </a:lnTo>
                  <a:lnTo>
                    <a:pt x="20923" y="922051"/>
                  </a:lnTo>
                  <a:lnTo>
                    <a:pt x="17607" y="918734"/>
                  </a:lnTo>
                  <a:lnTo>
                    <a:pt x="5437" y="898875"/>
                  </a:lnTo>
                  <a:lnTo>
                    <a:pt x="3642" y="894541"/>
                  </a:lnTo>
                  <a:lnTo>
                    <a:pt x="2287" y="890074"/>
                  </a:lnTo>
                  <a:lnTo>
                    <a:pt x="1372" y="885474"/>
                  </a:lnTo>
                  <a:lnTo>
                    <a:pt x="457" y="880873"/>
                  </a:lnTo>
                  <a:lnTo>
                    <a:pt x="0" y="876228"/>
                  </a:lnTo>
                  <a:lnTo>
                    <a:pt x="0" y="8715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38899" y="1076324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47904" y="419099"/>
                  </a:moveTo>
                  <a:lnTo>
                    <a:pt x="71196" y="419099"/>
                  </a:lnTo>
                  <a:lnTo>
                    <a:pt x="66241" y="418611"/>
                  </a:lnTo>
                  <a:lnTo>
                    <a:pt x="29704" y="403477"/>
                  </a:lnTo>
                  <a:lnTo>
                    <a:pt x="3885" y="367437"/>
                  </a:lnTo>
                  <a:lnTo>
                    <a:pt x="0" y="347903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7904" y="0"/>
                  </a:lnTo>
                  <a:lnTo>
                    <a:pt x="389394" y="15621"/>
                  </a:lnTo>
                  <a:lnTo>
                    <a:pt x="415214" y="51661"/>
                  </a:lnTo>
                  <a:lnTo>
                    <a:pt x="419100" y="71196"/>
                  </a:lnTo>
                  <a:lnTo>
                    <a:pt x="419100" y="347903"/>
                  </a:lnTo>
                  <a:lnTo>
                    <a:pt x="403478" y="389394"/>
                  </a:lnTo>
                  <a:lnTo>
                    <a:pt x="367437" y="415214"/>
                  </a:lnTo>
                  <a:lnTo>
                    <a:pt x="352859" y="418611"/>
                  </a:lnTo>
                  <a:lnTo>
                    <a:pt x="347904" y="419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4149" y="1171574"/>
              <a:ext cx="228600" cy="2286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988175" y="965220"/>
            <a:ext cx="2870835" cy="7454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300" b="1" spc="155" dirty="0">
                <a:solidFill>
                  <a:srgbClr val="1D40AF"/>
                </a:solidFill>
                <a:latin typeface="Times New Roman"/>
                <a:cs typeface="Times New Roman"/>
              </a:rPr>
              <a:t>equals()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Comparer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le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contenu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précis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du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dossier.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85" dirty="0">
                <a:solidFill>
                  <a:srgbClr val="465469"/>
                </a:solidFill>
                <a:latin typeface="Arial"/>
                <a:cs typeface="Arial"/>
              </a:rPr>
              <a:t>Ex: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"Est-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ce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bien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dossier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465469"/>
                </a:solidFill>
                <a:latin typeface="Arial"/>
                <a:cs typeface="Arial"/>
              </a:rPr>
              <a:t>A001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Ndiaye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?"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0999" y="5857874"/>
            <a:ext cx="11430000" cy="752475"/>
            <a:chOff x="380999" y="5857874"/>
            <a:chExt cx="11430000" cy="752475"/>
          </a:xfrm>
        </p:grpSpPr>
        <p:sp>
          <p:nvSpPr>
            <p:cNvPr id="18" name="object 18"/>
            <p:cNvSpPr/>
            <p:nvPr/>
          </p:nvSpPr>
          <p:spPr>
            <a:xfrm>
              <a:off x="400049" y="5857874"/>
              <a:ext cx="11410950" cy="752475"/>
            </a:xfrm>
            <a:custGeom>
              <a:avLst/>
              <a:gdLst/>
              <a:ahLst/>
              <a:cxnLst/>
              <a:rect l="l" t="t" r="r" b="b"/>
              <a:pathLst>
                <a:path w="11410950" h="752475">
                  <a:moveTo>
                    <a:pt x="11357551" y="752474"/>
                  </a:moveTo>
                  <a:lnTo>
                    <a:pt x="0" y="752474"/>
                  </a:lnTo>
                  <a:lnTo>
                    <a:pt x="0" y="0"/>
                  </a:lnTo>
                  <a:lnTo>
                    <a:pt x="11357551" y="0"/>
                  </a:lnTo>
                  <a:lnTo>
                    <a:pt x="11361267" y="366"/>
                  </a:lnTo>
                  <a:lnTo>
                    <a:pt x="11396863" y="19391"/>
                  </a:lnTo>
                  <a:lnTo>
                    <a:pt x="11410949" y="53397"/>
                  </a:lnTo>
                  <a:lnTo>
                    <a:pt x="11410949" y="699077"/>
                  </a:lnTo>
                  <a:lnTo>
                    <a:pt x="11391556" y="738388"/>
                  </a:lnTo>
                  <a:lnTo>
                    <a:pt x="11357551" y="752474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0999" y="5857874"/>
              <a:ext cx="38100" cy="752475"/>
            </a:xfrm>
            <a:custGeom>
              <a:avLst/>
              <a:gdLst/>
              <a:ahLst/>
              <a:cxnLst/>
              <a:rect l="l" t="t" r="r" b="b"/>
              <a:pathLst>
                <a:path w="38100" h="752475">
                  <a:moveTo>
                    <a:pt x="0" y="752474"/>
                  </a:moveTo>
                  <a:lnTo>
                    <a:pt x="0" y="0"/>
                  </a:lnTo>
                  <a:lnTo>
                    <a:pt x="38099" y="0"/>
                  </a:lnTo>
                  <a:lnTo>
                    <a:pt x="38099" y="752474"/>
                  </a:lnTo>
                  <a:lnTo>
                    <a:pt x="0" y="752474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424" y="6042024"/>
              <a:ext cx="139700" cy="12065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96899" y="5925791"/>
            <a:ext cx="4912360" cy="5194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590"/>
              </a:spcBef>
            </a:pPr>
            <a:r>
              <a:rPr sz="1200" b="1" spc="-55" dirty="0">
                <a:solidFill>
                  <a:srgbClr val="C2400C"/>
                </a:solidFill>
                <a:latin typeface="Arial"/>
                <a:cs typeface="Arial"/>
              </a:rPr>
              <a:t>CONTRAT</a:t>
            </a:r>
            <a:r>
              <a:rPr sz="1200" b="1" spc="-30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C2400C"/>
                </a:solidFill>
                <a:latin typeface="Arial"/>
                <a:cs typeface="Arial"/>
              </a:rPr>
              <a:t>OBLIGATOIRE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  <a:tabLst>
                <a:tab pos="1383665" algn="l"/>
                <a:tab pos="3698240" algn="l"/>
              </a:tabLst>
            </a:pPr>
            <a:r>
              <a:rPr sz="1200" b="1" spc="170" dirty="0">
                <a:solidFill>
                  <a:srgbClr val="993312"/>
                </a:solidFill>
                <a:latin typeface="Times New Roman"/>
                <a:cs typeface="Times New Roman"/>
              </a:rPr>
              <a:t>Si</a:t>
            </a:r>
            <a:r>
              <a:rPr sz="1200" b="1" spc="38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150" dirty="0">
                <a:solidFill>
                  <a:srgbClr val="993312"/>
                </a:solidFill>
                <a:latin typeface="Times New Roman"/>
                <a:cs typeface="Times New Roman"/>
              </a:rPr>
              <a:t>a.equals(b)</a:t>
            </a:r>
            <a:r>
              <a:rPr sz="1200" b="1" dirty="0">
                <a:solidFill>
                  <a:srgbClr val="993312"/>
                </a:solidFill>
                <a:latin typeface="Times New Roman"/>
                <a:cs typeface="Times New Roman"/>
              </a:rPr>
              <a:t>	</a:t>
            </a:r>
            <a:r>
              <a:rPr sz="1100" b="1" dirty="0">
                <a:solidFill>
                  <a:srgbClr val="993312"/>
                </a:solidFill>
                <a:latin typeface="Times New Roman"/>
                <a:cs typeface="Times New Roman"/>
              </a:rPr>
              <a:t>=</a:t>
            </a:r>
            <a:r>
              <a:rPr sz="1100" b="1" spc="35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135" dirty="0">
                <a:solidFill>
                  <a:srgbClr val="993312"/>
                </a:solidFill>
                <a:latin typeface="Times New Roman"/>
                <a:cs typeface="Times New Roman"/>
              </a:rPr>
              <a:t>true</a:t>
            </a:r>
            <a:r>
              <a:rPr sz="1200" b="1" spc="32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-114" dirty="0">
                <a:solidFill>
                  <a:srgbClr val="993312"/>
                </a:solidFill>
                <a:latin typeface="Times New Roman"/>
                <a:cs typeface="Times New Roman"/>
              </a:rPr>
              <a:t>ALORS</a:t>
            </a:r>
            <a:r>
              <a:rPr sz="1200" b="1" spc="32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95" dirty="0">
                <a:solidFill>
                  <a:srgbClr val="993312"/>
                </a:solidFill>
                <a:latin typeface="Times New Roman"/>
                <a:cs typeface="Times New Roman"/>
              </a:rPr>
              <a:t>a.hashCode()</a:t>
            </a:r>
            <a:r>
              <a:rPr sz="1200" b="1" dirty="0">
                <a:solidFill>
                  <a:srgbClr val="993312"/>
                </a:solidFill>
                <a:latin typeface="Times New Roman"/>
                <a:cs typeface="Times New Roman"/>
              </a:rPr>
              <a:t>	</a:t>
            </a:r>
            <a:r>
              <a:rPr sz="1100" b="1" dirty="0">
                <a:solidFill>
                  <a:srgbClr val="993312"/>
                </a:solidFill>
                <a:latin typeface="Times New Roman"/>
                <a:cs typeface="Times New Roman"/>
              </a:rPr>
              <a:t>=</a:t>
            </a:r>
            <a:r>
              <a:rPr sz="1100" b="1" spc="44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90" dirty="0">
                <a:solidFill>
                  <a:srgbClr val="993312"/>
                </a:solidFill>
                <a:latin typeface="Times New Roman"/>
                <a:cs typeface="Times New Roman"/>
              </a:rPr>
              <a:t>b.hashCode()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0999" y="2095500"/>
            <a:ext cx="11430000" cy="3571875"/>
            <a:chOff x="380999" y="2095500"/>
            <a:chExt cx="11430000" cy="3571875"/>
          </a:xfrm>
        </p:grpSpPr>
        <p:sp>
          <p:nvSpPr>
            <p:cNvPr id="23" name="object 23"/>
            <p:cNvSpPr/>
            <p:nvPr/>
          </p:nvSpPr>
          <p:spPr>
            <a:xfrm>
              <a:off x="381000" y="2095500"/>
              <a:ext cx="11430000" cy="3571875"/>
            </a:xfrm>
            <a:custGeom>
              <a:avLst/>
              <a:gdLst/>
              <a:ahLst/>
              <a:cxnLst/>
              <a:rect l="l" t="t" r="r" b="b"/>
              <a:pathLst>
                <a:path w="11430000" h="3571875">
                  <a:moveTo>
                    <a:pt x="11353800" y="3571874"/>
                  </a:moveTo>
                  <a:lnTo>
                    <a:pt x="76198" y="3571874"/>
                  </a:lnTo>
                  <a:lnTo>
                    <a:pt x="68693" y="3571512"/>
                  </a:lnTo>
                  <a:lnTo>
                    <a:pt x="27882" y="3554607"/>
                  </a:lnTo>
                  <a:lnTo>
                    <a:pt x="3262" y="3517760"/>
                  </a:lnTo>
                  <a:lnTo>
                    <a:pt x="0" y="76198"/>
                  </a:lnTo>
                  <a:lnTo>
                    <a:pt x="362" y="68693"/>
                  </a:lnTo>
                  <a:lnTo>
                    <a:pt x="17266" y="27882"/>
                  </a:lnTo>
                  <a:lnTo>
                    <a:pt x="54113" y="3262"/>
                  </a:lnTo>
                  <a:lnTo>
                    <a:pt x="76199" y="0"/>
                  </a:lnTo>
                  <a:lnTo>
                    <a:pt x="11353799" y="0"/>
                  </a:lnTo>
                  <a:lnTo>
                    <a:pt x="11396140" y="12829"/>
                  </a:lnTo>
                  <a:lnTo>
                    <a:pt x="11424198" y="47039"/>
                  </a:lnTo>
                  <a:lnTo>
                    <a:pt x="11429999" y="76198"/>
                  </a:lnTo>
                  <a:lnTo>
                    <a:pt x="11429999" y="3495676"/>
                  </a:lnTo>
                  <a:lnTo>
                    <a:pt x="11417168" y="3538016"/>
                  </a:lnTo>
                  <a:lnTo>
                    <a:pt x="11382959" y="3566073"/>
                  </a:lnTo>
                  <a:lnTo>
                    <a:pt x="11353800" y="35718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0987" y="2095499"/>
              <a:ext cx="11430000" cy="3571875"/>
            </a:xfrm>
            <a:custGeom>
              <a:avLst/>
              <a:gdLst/>
              <a:ahLst/>
              <a:cxnLst/>
              <a:rect l="l" t="t" r="r" b="b"/>
              <a:pathLst>
                <a:path w="11430000" h="3571875">
                  <a:moveTo>
                    <a:pt x="9525" y="3461931"/>
                  </a:moveTo>
                  <a:lnTo>
                    <a:pt x="0" y="3461931"/>
                  </a:lnTo>
                  <a:lnTo>
                    <a:pt x="0" y="3490506"/>
                  </a:lnTo>
                  <a:lnTo>
                    <a:pt x="9525" y="3490506"/>
                  </a:lnTo>
                  <a:lnTo>
                    <a:pt x="9525" y="3461931"/>
                  </a:lnTo>
                  <a:close/>
                </a:path>
                <a:path w="11430000" h="3571875">
                  <a:moveTo>
                    <a:pt x="9525" y="3414306"/>
                  </a:moveTo>
                  <a:lnTo>
                    <a:pt x="0" y="3414306"/>
                  </a:lnTo>
                  <a:lnTo>
                    <a:pt x="0" y="3442881"/>
                  </a:lnTo>
                  <a:lnTo>
                    <a:pt x="9525" y="3442881"/>
                  </a:lnTo>
                  <a:lnTo>
                    <a:pt x="9525" y="3414306"/>
                  </a:lnTo>
                  <a:close/>
                </a:path>
                <a:path w="11430000" h="3571875">
                  <a:moveTo>
                    <a:pt x="9525" y="3366681"/>
                  </a:moveTo>
                  <a:lnTo>
                    <a:pt x="0" y="3366681"/>
                  </a:lnTo>
                  <a:lnTo>
                    <a:pt x="0" y="3395256"/>
                  </a:lnTo>
                  <a:lnTo>
                    <a:pt x="9525" y="3395256"/>
                  </a:lnTo>
                  <a:lnTo>
                    <a:pt x="9525" y="3366681"/>
                  </a:lnTo>
                  <a:close/>
                </a:path>
                <a:path w="11430000" h="3571875">
                  <a:moveTo>
                    <a:pt x="9525" y="3319056"/>
                  </a:moveTo>
                  <a:lnTo>
                    <a:pt x="0" y="3319056"/>
                  </a:lnTo>
                  <a:lnTo>
                    <a:pt x="0" y="3347631"/>
                  </a:lnTo>
                  <a:lnTo>
                    <a:pt x="9525" y="3347631"/>
                  </a:lnTo>
                  <a:lnTo>
                    <a:pt x="9525" y="3319056"/>
                  </a:lnTo>
                  <a:close/>
                </a:path>
                <a:path w="11430000" h="3571875">
                  <a:moveTo>
                    <a:pt x="9525" y="3271431"/>
                  </a:moveTo>
                  <a:lnTo>
                    <a:pt x="0" y="3271431"/>
                  </a:lnTo>
                  <a:lnTo>
                    <a:pt x="0" y="3300006"/>
                  </a:lnTo>
                  <a:lnTo>
                    <a:pt x="9525" y="3300006"/>
                  </a:lnTo>
                  <a:lnTo>
                    <a:pt x="9525" y="3271431"/>
                  </a:lnTo>
                  <a:close/>
                </a:path>
                <a:path w="11430000" h="3571875">
                  <a:moveTo>
                    <a:pt x="9525" y="3223806"/>
                  </a:moveTo>
                  <a:lnTo>
                    <a:pt x="0" y="3223806"/>
                  </a:lnTo>
                  <a:lnTo>
                    <a:pt x="0" y="3252381"/>
                  </a:lnTo>
                  <a:lnTo>
                    <a:pt x="9525" y="3252381"/>
                  </a:lnTo>
                  <a:lnTo>
                    <a:pt x="9525" y="3223806"/>
                  </a:lnTo>
                  <a:close/>
                </a:path>
                <a:path w="11430000" h="3571875">
                  <a:moveTo>
                    <a:pt x="9525" y="3176181"/>
                  </a:moveTo>
                  <a:lnTo>
                    <a:pt x="0" y="3176181"/>
                  </a:lnTo>
                  <a:lnTo>
                    <a:pt x="0" y="3204756"/>
                  </a:lnTo>
                  <a:lnTo>
                    <a:pt x="9525" y="3204756"/>
                  </a:lnTo>
                  <a:lnTo>
                    <a:pt x="9525" y="3176181"/>
                  </a:lnTo>
                  <a:close/>
                </a:path>
                <a:path w="11430000" h="3571875">
                  <a:moveTo>
                    <a:pt x="9525" y="3128556"/>
                  </a:moveTo>
                  <a:lnTo>
                    <a:pt x="0" y="3128556"/>
                  </a:lnTo>
                  <a:lnTo>
                    <a:pt x="0" y="3157131"/>
                  </a:lnTo>
                  <a:lnTo>
                    <a:pt x="9525" y="3157131"/>
                  </a:lnTo>
                  <a:lnTo>
                    <a:pt x="9525" y="3128556"/>
                  </a:lnTo>
                  <a:close/>
                </a:path>
                <a:path w="11430000" h="3571875">
                  <a:moveTo>
                    <a:pt x="9525" y="3080931"/>
                  </a:moveTo>
                  <a:lnTo>
                    <a:pt x="0" y="3080931"/>
                  </a:lnTo>
                  <a:lnTo>
                    <a:pt x="0" y="3109506"/>
                  </a:lnTo>
                  <a:lnTo>
                    <a:pt x="9525" y="3109506"/>
                  </a:lnTo>
                  <a:lnTo>
                    <a:pt x="9525" y="3080931"/>
                  </a:lnTo>
                  <a:close/>
                </a:path>
                <a:path w="11430000" h="3571875">
                  <a:moveTo>
                    <a:pt x="9525" y="3033306"/>
                  </a:moveTo>
                  <a:lnTo>
                    <a:pt x="0" y="3033306"/>
                  </a:lnTo>
                  <a:lnTo>
                    <a:pt x="0" y="3061881"/>
                  </a:lnTo>
                  <a:lnTo>
                    <a:pt x="9525" y="3061881"/>
                  </a:lnTo>
                  <a:lnTo>
                    <a:pt x="9525" y="3033306"/>
                  </a:lnTo>
                  <a:close/>
                </a:path>
                <a:path w="11430000" h="3571875">
                  <a:moveTo>
                    <a:pt x="9525" y="2985681"/>
                  </a:moveTo>
                  <a:lnTo>
                    <a:pt x="0" y="2985681"/>
                  </a:lnTo>
                  <a:lnTo>
                    <a:pt x="0" y="3014256"/>
                  </a:lnTo>
                  <a:lnTo>
                    <a:pt x="9525" y="3014256"/>
                  </a:lnTo>
                  <a:lnTo>
                    <a:pt x="9525" y="2985681"/>
                  </a:lnTo>
                  <a:close/>
                </a:path>
                <a:path w="11430000" h="3571875">
                  <a:moveTo>
                    <a:pt x="9525" y="2938056"/>
                  </a:moveTo>
                  <a:lnTo>
                    <a:pt x="0" y="2938056"/>
                  </a:lnTo>
                  <a:lnTo>
                    <a:pt x="0" y="2966631"/>
                  </a:lnTo>
                  <a:lnTo>
                    <a:pt x="9525" y="2966631"/>
                  </a:lnTo>
                  <a:lnTo>
                    <a:pt x="9525" y="2938056"/>
                  </a:lnTo>
                  <a:close/>
                </a:path>
                <a:path w="11430000" h="3571875">
                  <a:moveTo>
                    <a:pt x="9525" y="2890431"/>
                  </a:moveTo>
                  <a:lnTo>
                    <a:pt x="0" y="2890431"/>
                  </a:lnTo>
                  <a:lnTo>
                    <a:pt x="0" y="2919006"/>
                  </a:lnTo>
                  <a:lnTo>
                    <a:pt x="9525" y="2919006"/>
                  </a:lnTo>
                  <a:lnTo>
                    <a:pt x="9525" y="2890431"/>
                  </a:lnTo>
                  <a:close/>
                </a:path>
                <a:path w="11430000" h="3571875">
                  <a:moveTo>
                    <a:pt x="9525" y="2842806"/>
                  </a:moveTo>
                  <a:lnTo>
                    <a:pt x="0" y="2842806"/>
                  </a:lnTo>
                  <a:lnTo>
                    <a:pt x="0" y="2871381"/>
                  </a:lnTo>
                  <a:lnTo>
                    <a:pt x="9525" y="2871381"/>
                  </a:lnTo>
                  <a:lnTo>
                    <a:pt x="9525" y="2842806"/>
                  </a:lnTo>
                  <a:close/>
                </a:path>
                <a:path w="11430000" h="3571875">
                  <a:moveTo>
                    <a:pt x="9525" y="2795181"/>
                  </a:moveTo>
                  <a:lnTo>
                    <a:pt x="0" y="2795181"/>
                  </a:lnTo>
                  <a:lnTo>
                    <a:pt x="0" y="2823756"/>
                  </a:lnTo>
                  <a:lnTo>
                    <a:pt x="9525" y="2823756"/>
                  </a:lnTo>
                  <a:lnTo>
                    <a:pt x="9525" y="2795181"/>
                  </a:lnTo>
                  <a:close/>
                </a:path>
                <a:path w="11430000" h="3571875">
                  <a:moveTo>
                    <a:pt x="9525" y="2747556"/>
                  </a:moveTo>
                  <a:lnTo>
                    <a:pt x="0" y="2747556"/>
                  </a:lnTo>
                  <a:lnTo>
                    <a:pt x="0" y="2776131"/>
                  </a:lnTo>
                  <a:lnTo>
                    <a:pt x="9525" y="2776131"/>
                  </a:lnTo>
                  <a:lnTo>
                    <a:pt x="9525" y="2747556"/>
                  </a:lnTo>
                  <a:close/>
                </a:path>
                <a:path w="11430000" h="3571875">
                  <a:moveTo>
                    <a:pt x="9525" y="2699931"/>
                  </a:moveTo>
                  <a:lnTo>
                    <a:pt x="0" y="2699931"/>
                  </a:lnTo>
                  <a:lnTo>
                    <a:pt x="0" y="2728506"/>
                  </a:lnTo>
                  <a:lnTo>
                    <a:pt x="9525" y="2728506"/>
                  </a:lnTo>
                  <a:lnTo>
                    <a:pt x="9525" y="2699931"/>
                  </a:lnTo>
                  <a:close/>
                </a:path>
                <a:path w="11430000" h="3571875">
                  <a:moveTo>
                    <a:pt x="9525" y="2652306"/>
                  </a:moveTo>
                  <a:lnTo>
                    <a:pt x="0" y="2652306"/>
                  </a:lnTo>
                  <a:lnTo>
                    <a:pt x="0" y="2680881"/>
                  </a:lnTo>
                  <a:lnTo>
                    <a:pt x="9525" y="2680881"/>
                  </a:lnTo>
                  <a:lnTo>
                    <a:pt x="9525" y="2652306"/>
                  </a:lnTo>
                  <a:close/>
                </a:path>
                <a:path w="11430000" h="3571875">
                  <a:moveTo>
                    <a:pt x="9525" y="2604681"/>
                  </a:moveTo>
                  <a:lnTo>
                    <a:pt x="0" y="2604681"/>
                  </a:lnTo>
                  <a:lnTo>
                    <a:pt x="0" y="2633256"/>
                  </a:lnTo>
                  <a:lnTo>
                    <a:pt x="9525" y="2633256"/>
                  </a:lnTo>
                  <a:lnTo>
                    <a:pt x="9525" y="2604681"/>
                  </a:lnTo>
                  <a:close/>
                </a:path>
                <a:path w="11430000" h="3571875">
                  <a:moveTo>
                    <a:pt x="9525" y="2557056"/>
                  </a:moveTo>
                  <a:lnTo>
                    <a:pt x="0" y="2557056"/>
                  </a:lnTo>
                  <a:lnTo>
                    <a:pt x="0" y="2585631"/>
                  </a:lnTo>
                  <a:lnTo>
                    <a:pt x="9525" y="2585631"/>
                  </a:lnTo>
                  <a:lnTo>
                    <a:pt x="9525" y="2557056"/>
                  </a:lnTo>
                  <a:close/>
                </a:path>
                <a:path w="11430000" h="3571875">
                  <a:moveTo>
                    <a:pt x="9525" y="2509431"/>
                  </a:moveTo>
                  <a:lnTo>
                    <a:pt x="0" y="2509431"/>
                  </a:lnTo>
                  <a:lnTo>
                    <a:pt x="0" y="2538006"/>
                  </a:lnTo>
                  <a:lnTo>
                    <a:pt x="9525" y="2538006"/>
                  </a:lnTo>
                  <a:lnTo>
                    <a:pt x="9525" y="2509431"/>
                  </a:lnTo>
                  <a:close/>
                </a:path>
                <a:path w="11430000" h="3571875">
                  <a:moveTo>
                    <a:pt x="9525" y="2461806"/>
                  </a:moveTo>
                  <a:lnTo>
                    <a:pt x="0" y="2461806"/>
                  </a:lnTo>
                  <a:lnTo>
                    <a:pt x="0" y="2490381"/>
                  </a:lnTo>
                  <a:lnTo>
                    <a:pt x="9525" y="2490381"/>
                  </a:lnTo>
                  <a:lnTo>
                    <a:pt x="9525" y="2461806"/>
                  </a:lnTo>
                  <a:close/>
                </a:path>
                <a:path w="11430000" h="3571875">
                  <a:moveTo>
                    <a:pt x="9525" y="2414181"/>
                  </a:moveTo>
                  <a:lnTo>
                    <a:pt x="0" y="2414181"/>
                  </a:lnTo>
                  <a:lnTo>
                    <a:pt x="0" y="2442756"/>
                  </a:lnTo>
                  <a:lnTo>
                    <a:pt x="9525" y="2442756"/>
                  </a:lnTo>
                  <a:lnTo>
                    <a:pt x="9525" y="2414181"/>
                  </a:lnTo>
                  <a:close/>
                </a:path>
                <a:path w="11430000" h="3571875">
                  <a:moveTo>
                    <a:pt x="9525" y="2366556"/>
                  </a:moveTo>
                  <a:lnTo>
                    <a:pt x="0" y="2366556"/>
                  </a:lnTo>
                  <a:lnTo>
                    <a:pt x="0" y="2395131"/>
                  </a:lnTo>
                  <a:lnTo>
                    <a:pt x="9525" y="2395131"/>
                  </a:lnTo>
                  <a:lnTo>
                    <a:pt x="9525" y="2366556"/>
                  </a:lnTo>
                  <a:close/>
                </a:path>
                <a:path w="11430000" h="3571875">
                  <a:moveTo>
                    <a:pt x="9525" y="2318931"/>
                  </a:moveTo>
                  <a:lnTo>
                    <a:pt x="0" y="2318931"/>
                  </a:lnTo>
                  <a:lnTo>
                    <a:pt x="0" y="2347506"/>
                  </a:lnTo>
                  <a:lnTo>
                    <a:pt x="9525" y="2347506"/>
                  </a:lnTo>
                  <a:lnTo>
                    <a:pt x="9525" y="2318931"/>
                  </a:lnTo>
                  <a:close/>
                </a:path>
                <a:path w="11430000" h="3571875">
                  <a:moveTo>
                    <a:pt x="9525" y="2271306"/>
                  </a:moveTo>
                  <a:lnTo>
                    <a:pt x="0" y="2271306"/>
                  </a:lnTo>
                  <a:lnTo>
                    <a:pt x="0" y="2299881"/>
                  </a:lnTo>
                  <a:lnTo>
                    <a:pt x="9525" y="2299881"/>
                  </a:lnTo>
                  <a:lnTo>
                    <a:pt x="9525" y="2271306"/>
                  </a:lnTo>
                  <a:close/>
                </a:path>
                <a:path w="11430000" h="3571875">
                  <a:moveTo>
                    <a:pt x="9525" y="2223681"/>
                  </a:moveTo>
                  <a:lnTo>
                    <a:pt x="0" y="2223681"/>
                  </a:lnTo>
                  <a:lnTo>
                    <a:pt x="0" y="2252256"/>
                  </a:lnTo>
                  <a:lnTo>
                    <a:pt x="9525" y="2252256"/>
                  </a:lnTo>
                  <a:lnTo>
                    <a:pt x="9525" y="2223681"/>
                  </a:lnTo>
                  <a:close/>
                </a:path>
                <a:path w="11430000" h="3571875">
                  <a:moveTo>
                    <a:pt x="9525" y="2176056"/>
                  </a:moveTo>
                  <a:lnTo>
                    <a:pt x="0" y="2176056"/>
                  </a:lnTo>
                  <a:lnTo>
                    <a:pt x="0" y="2204631"/>
                  </a:lnTo>
                  <a:lnTo>
                    <a:pt x="9525" y="2204631"/>
                  </a:lnTo>
                  <a:lnTo>
                    <a:pt x="9525" y="2176056"/>
                  </a:lnTo>
                  <a:close/>
                </a:path>
                <a:path w="11430000" h="3571875">
                  <a:moveTo>
                    <a:pt x="9525" y="2128431"/>
                  </a:moveTo>
                  <a:lnTo>
                    <a:pt x="0" y="2128431"/>
                  </a:lnTo>
                  <a:lnTo>
                    <a:pt x="0" y="2157006"/>
                  </a:lnTo>
                  <a:lnTo>
                    <a:pt x="9525" y="2157006"/>
                  </a:lnTo>
                  <a:lnTo>
                    <a:pt x="9525" y="2128431"/>
                  </a:lnTo>
                  <a:close/>
                </a:path>
                <a:path w="11430000" h="3571875">
                  <a:moveTo>
                    <a:pt x="9525" y="2080806"/>
                  </a:moveTo>
                  <a:lnTo>
                    <a:pt x="0" y="2080806"/>
                  </a:lnTo>
                  <a:lnTo>
                    <a:pt x="0" y="2109381"/>
                  </a:lnTo>
                  <a:lnTo>
                    <a:pt x="9525" y="2109381"/>
                  </a:lnTo>
                  <a:lnTo>
                    <a:pt x="9525" y="2080806"/>
                  </a:lnTo>
                  <a:close/>
                </a:path>
                <a:path w="11430000" h="3571875">
                  <a:moveTo>
                    <a:pt x="9525" y="2033181"/>
                  </a:moveTo>
                  <a:lnTo>
                    <a:pt x="0" y="2033181"/>
                  </a:lnTo>
                  <a:lnTo>
                    <a:pt x="0" y="2061756"/>
                  </a:lnTo>
                  <a:lnTo>
                    <a:pt x="9525" y="2061756"/>
                  </a:lnTo>
                  <a:lnTo>
                    <a:pt x="9525" y="2033181"/>
                  </a:lnTo>
                  <a:close/>
                </a:path>
                <a:path w="11430000" h="3571875">
                  <a:moveTo>
                    <a:pt x="9525" y="1985556"/>
                  </a:moveTo>
                  <a:lnTo>
                    <a:pt x="0" y="1985556"/>
                  </a:lnTo>
                  <a:lnTo>
                    <a:pt x="0" y="2014131"/>
                  </a:lnTo>
                  <a:lnTo>
                    <a:pt x="9525" y="2014131"/>
                  </a:lnTo>
                  <a:lnTo>
                    <a:pt x="9525" y="1985556"/>
                  </a:lnTo>
                  <a:close/>
                </a:path>
                <a:path w="11430000" h="3571875">
                  <a:moveTo>
                    <a:pt x="9525" y="1937931"/>
                  </a:moveTo>
                  <a:lnTo>
                    <a:pt x="0" y="1937931"/>
                  </a:lnTo>
                  <a:lnTo>
                    <a:pt x="0" y="1966506"/>
                  </a:lnTo>
                  <a:lnTo>
                    <a:pt x="9525" y="1966506"/>
                  </a:lnTo>
                  <a:lnTo>
                    <a:pt x="9525" y="1937931"/>
                  </a:lnTo>
                  <a:close/>
                </a:path>
                <a:path w="11430000" h="3571875">
                  <a:moveTo>
                    <a:pt x="9525" y="1890306"/>
                  </a:moveTo>
                  <a:lnTo>
                    <a:pt x="0" y="1890306"/>
                  </a:lnTo>
                  <a:lnTo>
                    <a:pt x="0" y="1918881"/>
                  </a:lnTo>
                  <a:lnTo>
                    <a:pt x="9525" y="1918881"/>
                  </a:lnTo>
                  <a:lnTo>
                    <a:pt x="9525" y="1890306"/>
                  </a:lnTo>
                  <a:close/>
                </a:path>
                <a:path w="11430000" h="3571875">
                  <a:moveTo>
                    <a:pt x="9525" y="1842681"/>
                  </a:moveTo>
                  <a:lnTo>
                    <a:pt x="0" y="1842681"/>
                  </a:lnTo>
                  <a:lnTo>
                    <a:pt x="0" y="1871256"/>
                  </a:lnTo>
                  <a:lnTo>
                    <a:pt x="9525" y="1871256"/>
                  </a:lnTo>
                  <a:lnTo>
                    <a:pt x="9525" y="1842681"/>
                  </a:lnTo>
                  <a:close/>
                </a:path>
                <a:path w="11430000" h="3571875">
                  <a:moveTo>
                    <a:pt x="9525" y="1795056"/>
                  </a:moveTo>
                  <a:lnTo>
                    <a:pt x="0" y="1795056"/>
                  </a:lnTo>
                  <a:lnTo>
                    <a:pt x="0" y="1823631"/>
                  </a:lnTo>
                  <a:lnTo>
                    <a:pt x="9525" y="1823631"/>
                  </a:lnTo>
                  <a:lnTo>
                    <a:pt x="9525" y="1795056"/>
                  </a:lnTo>
                  <a:close/>
                </a:path>
                <a:path w="11430000" h="3571875">
                  <a:moveTo>
                    <a:pt x="9525" y="1747431"/>
                  </a:moveTo>
                  <a:lnTo>
                    <a:pt x="0" y="1747431"/>
                  </a:lnTo>
                  <a:lnTo>
                    <a:pt x="0" y="1776006"/>
                  </a:lnTo>
                  <a:lnTo>
                    <a:pt x="9525" y="1776006"/>
                  </a:lnTo>
                  <a:lnTo>
                    <a:pt x="9525" y="1747431"/>
                  </a:lnTo>
                  <a:close/>
                </a:path>
                <a:path w="11430000" h="3571875">
                  <a:moveTo>
                    <a:pt x="9525" y="1699806"/>
                  </a:moveTo>
                  <a:lnTo>
                    <a:pt x="0" y="1699806"/>
                  </a:lnTo>
                  <a:lnTo>
                    <a:pt x="0" y="1728381"/>
                  </a:lnTo>
                  <a:lnTo>
                    <a:pt x="9525" y="1728381"/>
                  </a:lnTo>
                  <a:lnTo>
                    <a:pt x="9525" y="1699806"/>
                  </a:lnTo>
                  <a:close/>
                </a:path>
                <a:path w="11430000" h="3571875">
                  <a:moveTo>
                    <a:pt x="9525" y="1652181"/>
                  </a:moveTo>
                  <a:lnTo>
                    <a:pt x="0" y="1652181"/>
                  </a:lnTo>
                  <a:lnTo>
                    <a:pt x="0" y="1680756"/>
                  </a:lnTo>
                  <a:lnTo>
                    <a:pt x="9525" y="1680756"/>
                  </a:lnTo>
                  <a:lnTo>
                    <a:pt x="9525" y="1652181"/>
                  </a:lnTo>
                  <a:close/>
                </a:path>
                <a:path w="11430000" h="3571875">
                  <a:moveTo>
                    <a:pt x="9525" y="1604556"/>
                  </a:moveTo>
                  <a:lnTo>
                    <a:pt x="0" y="1604556"/>
                  </a:lnTo>
                  <a:lnTo>
                    <a:pt x="0" y="1633131"/>
                  </a:lnTo>
                  <a:lnTo>
                    <a:pt x="9525" y="1633131"/>
                  </a:lnTo>
                  <a:lnTo>
                    <a:pt x="9525" y="1604556"/>
                  </a:lnTo>
                  <a:close/>
                </a:path>
                <a:path w="11430000" h="3571875">
                  <a:moveTo>
                    <a:pt x="9525" y="1556931"/>
                  </a:moveTo>
                  <a:lnTo>
                    <a:pt x="0" y="1556931"/>
                  </a:lnTo>
                  <a:lnTo>
                    <a:pt x="0" y="1585506"/>
                  </a:lnTo>
                  <a:lnTo>
                    <a:pt x="9525" y="1585506"/>
                  </a:lnTo>
                  <a:lnTo>
                    <a:pt x="9525" y="1556931"/>
                  </a:lnTo>
                  <a:close/>
                </a:path>
                <a:path w="11430000" h="3571875">
                  <a:moveTo>
                    <a:pt x="9525" y="1509306"/>
                  </a:moveTo>
                  <a:lnTo>
                    <a:pt x="0" y="1509306"/>
                  </a:lnTo>
                  <a:lnTo>
                    <a:pt x="0" y="1537881"/>
                  </a:lnTo>
                  <a:lnTo>
                    <a:pt x="9525" y="1537881"/>
                  </a:lnTo>
                  <a:lnTo>
                    <a:pt x="9525" y="1509306"/>
                  </a:lnTo>
                  <a:close/>
                </a:path>
                <a:path w="11430000" h="3571875">
                  <a:moveTo>
                    <a:pt x="9525" y="1461681"/>
                  </a:moveTo>
                  <a:lnTo>
                    <a:pt x="0" y="1461681"/>
                  </a:lnTo>
                  <a:lnTo>
                    <a:pt x="0" y="1490256"/>
                  </a:lnTo>
                  <a:lnTo>
                    <a:pt x="9525" y="1490256"/>
                  </a:lnTo>
                  <a:lnTo>
                    <a:pt x="9525" y="1461681"/>
                  </a:lnTo>
                  <a:close/>
                </a:path>
                <a:path w="11430000" h="3571875">
                  <a:moveTo>
                    <a:pt x="9525" y="1414056"/>
                  </a:moveTo>
                  <a:lnTo>
                    <a:pt x="0" y="1414056"/>
                  </a:lnTo>
                  <a:lnTo>
                    <a:pt x="0" y="1442631"/>
                  </a:lnTo>
                  <a:lnTo>
                    <a:pt x="9525" y="1442631"/>
                  </a:lnTo>
                  <a:lnTo>
                    <a:pt x="9525" y="1414056"/>
                  </a:lnTo>
                  <a:close/>
                </a:path>
                <a:path w="11430000" h="3571875">
                  <a:moveTo>
                    <a:pt x="9525" y="1366431"/>
                  </a:moveTo>
                  <a:lnTo>
                    <a:pt x="0" y="1366431"/>
                  </a:lnTo>
                  <a:lnTo>
                    <a:pt x="0" y="1395006"/>
                  </a:lnTo>
                  <a:lnTo>
                    <a:pt x="9525" y="1395006"/>
                  </a:lnTo>
                  <a:lnTo>
                    <a:pt x="9525" y="1366431"/>
                  </a:lnTo>
                  <a:close/>
                </a:path>
                <a:path w="11430000" h="3571875">
                  <a:moveTo>
                    <a:pt x="9525" y="1318806"/>
                  </a:moveTo>
                  <a:lnTo>
                    <a:pt x="0" y="1318806"/>
                  </a:lnTo>
                  <a:lnTo>
                    <a:pt x="0" y="1347381"/>
                  </a:lnTo>
                  <a:lnTo>
                    <a:pt x="9525" y="1347381"/>
                  </a:lnTo>
                  <a:lnTo>
                    <a:pt x="9525" y="1318806"/>
                  </a:lnTo>
                  <a:close/>
                </a:path>
                <a:path w="11430000" h="3571875">
                  <a:moveTo>
                    <a:pt x="9525" y="1271181"/>
                  </a:moveTo>
                  <a:lnTo>
                    <a:pt x="0" y="1271181"/>
                  </a:lnTo>
                  <a:lnTo>
                    <a:pt x="0" y="1299756"/>
                  </a:lnTo>
                  <a:lnTo>
                    <a:pt x="9525" y="1299756"/>
                  </a:lnTo>
                  <a:lnTo>
                    <a:pt x="9525" y="1271181"/>
                  </a:lnTo>
                  <a:close/>
                </a:path>
                <a:path w="11430000" h="3571875">
                  <a:moveTo>
                    <a:pt x="9525" y="1223556"/>
                  </a:moveTo>
                  <a:lnTo>
                    <a:pt x="0" y="1223556"/>
                  </a:lnTo>
                  <a:lnTo>
                    <a:pt x="0" y="1252131"/>
                  </a:lnTo>
                  <a:lnTo>
                    <a:pt x="9525" y="1252131"/>
                  </a:lnTo>
                  <a:lnTo>
                    <a:pt x="9525" y="1223556"/>
                  </a:lnTo>
                  <a:close/>
                </a:path>
                <a:path w="11430000" h="3571875">
                  <a:moveTo>
                    <a:pt x="9525" y="1175931"/>
                  </a:moveTo>
                  <a:lnTo>
                    <a:pt x="0" y="1175931"/>
                  </a:lnTo>
                  <a:lnTo>
                    <a:pt x="0" y="1204506"/>
                  </a:lnTo>
                  <a:lnTo>
                    <a:pt x="9525" y="1204506"/>
                  </a:lnTo>
                  <a:lnTo>
                    <a:pt x="9525" y="1175931"/>
                  </a:lnTo>
                  <a:close/>
                </a:path>
                <a:path w="11430000" h="3571875">
                  <a:moveTo>
                    <a:pt x="9525" y="1128306"/>
                  </a:moveTo>
                  <a:lnTo>
                    <a:pt x="0" y="1128306"/>
                  </a:lnTo>
                  <a:lnTo>
                    <a:pt x="0" y="1156881"/>
                  </a:lnTo>
                  <a:lnTo>
                    <a:pt x="9525" y="1156881"/>
                  </a:lnTo>
                  <a:lnTo>
                    <a:pt x="9525" y="1128306"/>
                  </a:lnTo>
                  <a:close/>
                </a:path>
                <a:path w="11430000" h="3571875">
                  <a:moveTo>
                    <a:pt x="9525" y="1080681"/>
                  </a:moveTo>
                  <a:lnTo>
                    <a:pt x="0" y="1080681"/>
                  </a:lnTo>
                  <a:lnTo>
                    <a:pt x="0" y="1109256"/>
                  </a:lnTo>
                  <a:lnTo>
                    <a:pt x="9525" y="1109256"/>
                  </a:lnTo>
                  <a:lnTo>
                    <a:pt x="9525" y="1080681"/>
                  </a:lnTo>
                  <a:close/>
                </a:path>
                <a:path w="11430000" h="3571875">
                  <a:moveTo>
                    <a:pt x="9525" y="1033056"/>
                  </a:moveTo>
                  <a:lnTo>
                    <a:pt x="0" y="1033056"/>
                  </a:lnTo>
                  <a:lnTo>
                    <a:pt x="0" y="1061631"/>
                  </a:lnTo>
                  <a:lnTo>
                    <a:pt x="9525" y="1061631"/>
                  </a:lnTo>
                  <a:lnTo>
                    <a:pt x="9525" y="1033056"/>
                  </a:lnTo>
                  <a:close/>
                </a:path>
                <a:path w="11430000" h="3571875">
                  <a:moveTo>
                    <a:pt x="9525" y="985431"/>
                  </a:moveTo>
                  <a:lnTo>
                    <a:pt x="0" y="985431"/>
                  </a:lnTo>
                  <a:lnTo>
                    <a:pt x="0" y="1014006"/>
                  </a:lnTo>
                  <a:lnTo>
                    <a:pt x="9525" y="1014006"/>
                  </a:lnTo>
                  <a:lnTo>
                    <a:pt x="9525" y="985431"/>
                  </a:lnTo>
                  <a:close/>
                </a:path>
                <a:path w="11430000" h="3571875">
                  <a:moveTo>
                    <a:pt x="9525" y="937806"/>
                  </a:moveTo>
                  <a:lnTo>
                    <a:pt x="0" y="937806"/>
                  </a:lnTo>
                  <a:lnTo>
                    <a:pt x="0" y="966381"/>
                  </a:lnTo>
                  <a:lnTo>
                    <a:pt x="9525" y="966381"/>
                  </a:lnTo>
                  <a:lnTo>
                    <a:pt x="9525" y="937806"/>
                  </a:lnTo>
                  <a:close/>
                </a:path>
                <a:path w="11430000" h="3571875">
                  <a:moveTo>
                    <a:pt x="9525" y="890181"/>
                  </a:moveTo>
                  <a:lnTo>
                    <a:pt x="0" y="890181"/>
                  </a:lnTo>
                  <a:lnTo>
                    <a:pt x="0" y="918756"/>
                  </a:lnTo>
                  <a:lnTo>
                    <a:pt x="9525" y="918756"/>
                  </a:lnTo>
                  <a:lnTo>
                    <a:pt x="9525" y="890181"/>
                  </a:lnTo>
                  <a:close/>
                </a:path>
                <a:path w="11430000" h="3571875">
                  <a:moveTo>
                    <a:pt x="9525" y="842556"/>
                  </a:moveTo>
                  <a:lnTo>
                    <a:pt x="0" y="842556"/>
                  </a:lnTo>
                  <a:lnTo>
                    <a:pt x="0" y="871131"/>
                  </a:lnTo>
                  <a:lnTo>
                    <a:pt x="9525" y="871131"/>
                  </a:lnTo>
                  <a:lnTo>
                    <a:pt x="9525" y="842556"/>
                  </a:lnTo>
                  <a:close/>
                </a:path>
                <a:path w="11430000" h="3571875">
                  <a:moveTo>
                    <a:pt x="9525" y="794931"/>
                  </a:moveTo>
                  <a:lnTo>
                    <a:pt x="0" y="794931"/>
                  </a:lnTo>
                  <a:lnTo>
                    <a:pt x="0" y="823506"/>
                  </a:lnTo>
                  <a:lnTo>
                    <a:pt x="9525" y="823506"/>
                  </a:lnTo>
                  <a:lnTo>
                    <a:pt x="9525" y="794931"/>
                  </a:lnTo>
                  <a:close/>
                </a:path>
                <a:path w="11430000" h="3571875">
                  <a:moveTo>
                    <a:pt x="9525" y="747306"/>
                  </a:moveTo>
                  <a:lnTo>
                    <a:pt x="0" y="747306"/>
                  </a:lnTo>
                  <a:lnTo>
                    <a:pt x="0" y="775881"/>
                  </a:lnTo>
                  <a:lnTo>
                    <a:pt x="9525" y="775881"/>
                  </a:lnTo>
                  <a:lnTo>
                    <a:pt x="9525" y="747306"/>
                  </a:lnTo>
                  <a:close/>
                </a:path>
                <a:path w="11430000" h="3571875">
                  <a:moveTo>
                    <a:pt x="9525" y="699681"/>
                  </a:moveTo>
                  <a:lnTo>
                    <a:pt x="0" y="699681"/>
                  </a:lnTo>
                  <a:lnTo>
                    <a:pt x="0" y="728256"/>
                  </a:lnTo>
                  <a:lnTo>
                    <a:pt x="9525" y="728256"/>
                  </a:lnTo>
                  <a:lnTo>
                    <a:pt x="9525" y="699681"/>
                  </a:lnTo>
                  <a:close/>
                </a:path>
                <a:path w="11430000" h="3571875">
                  <a:moveTo>
                    <a:pt x="9525" y="652056"/>
                  </a:moveTo>
                  <a:lnTo>
                    <a:pt x="0" y="652056"/>
                  </a:lnTo>
                  <a:lnTo>
                    <a:pt x="0" y="680631"/>
                  </a:lnTo>
                  <a:lnTo>
                    <a:pt x="9525" y="680631"/>
                  </a:lnTo>
                  <a:lnTo>
                    <a:pt x="9525" y="652056"/>
                  </a:lnTo>
                  <a:close/>
                </a:path>
                <a:path w="11430000" h="3571875">
                  <a:moveTo>
                    <a:pt x="9525" y="604431"/>
                  </a:moveTo>
                  <a:lnTo>
                    <a:pt x="0" y="604431"/>
                  </a:lnTo>
                  <a:lnTo>
                    <a:pt x="0" y="633006"/>
                  </a:lnTo>
                  <a:lnTo>
                    <a:pt x="9525" y="633006"/>
                  </a:lnTo>
                  <a:lnTo>
                    <a:pt x="9525" y="604431"/>
                  </a:lnTo>
                  <a:close/>
                </a:path>
                <a:path w="11430000" h="3571875">
                  <a:moveTo>
                    <a:pt x="9525" y="556806"/>
                  </a:moveTo>
                  <a:lnTo>
                    <a:pt x="0" y="556806"/>
                  </a:lnTo>
                  <a:lnTo>
                    <a:pt x="0" y="585381"/>
                  </a:lnTo>
                  <a:lnTo>
                    <a:pt x="9525" y="585381"/>
                  </a:lnTo>
                  <a:lnTo>
                    <a:pt x="9525" y="556806"/>
                  </a:lnTo>
                  <a:close/>
                </a:path>
                <a:path w="11430000" h="3571875">
                  <a:moveTo>
                    <a:pt x="9525" y="509181"/>
                  </a:moveTo>
                  <a:lnTo>
                    <a:pt x="0" y="509181"/>
                  </a:lnTo>
                  <a:lnTo>
                    <a:pt x="0" y="537756"/>
                  </a:lnTo>
                  <a:lnTo>
                    <a:pt x="9525" y="537756"/>
                  </a:lnTo>
                  <a:lnTo>
                    <a:pt x="9525" y="509181"/>
                  </a:lnTo>
                  <a:close/>
                </a:path>
                <a:path w="11430000" h="3571875">
                  <a:moveTo>
                    <a:pt x="9525" y="461556"/>
                  </a:moveTo>
                  <a:lnTo>
                    <a:pt x="0" y="461556"/>
                  </a:lnTo>
                  <a:lnTo>
                    <a:pt x="0" y="490131"/>
                  </a:lnTo>
                  <a:lnTo>
                    <a:pt x="9525" y="490131"/>
                  </a:lnTo>
                  <a:lnTo>
                    <a:pt x="9525" y="461556"/>
                  </a:lnTo>
                  <a:close/>
                </a:path>
                <a:path w="11430000" h="3571875">
                  <a:moveTo>
                    <a:pt x="9525" y="413931"/>
                  </a:moveTo>
                  <a:lnTo>
                    <a:pt x="0" y="413931"/>
                  </a:lnTo>
                  <a:lnTo>
                    <a:pt x="0" y="442506"/>
                  </a:lnTo>
                  <a:lnTo>
                    <a:pt x="9525" y="442506"/>
                  </a:lnTo>
                  <a:lnTo>
                    <a:pt x="9525" y="413931"/>
                  </a:lnTo>
                  <a:close/>
                </a:path>
                <a:path w="11430000" h="3571875">
                  <a:moveTo>
                    <a:pt x="9525" y="366306"/>
                  </a:moveTo>
                  <a:lnTo>
                    <a:pt x="0" y="366306"/>
                  </a:lnTo>
                  <a:lnTo>
                    <a:pt x="0" y="394881"/>
                  </a:lnTo>
                  <a:lnTo>
                    <a:pt x="9525" y="394881"/>
                  </a:lnTo>
                  <a:lnTo>
                    <a:pt x="9525" y="366306"/>
                  </a:lnTo>
                  <a:close/>
                </a:path>
                <a:path w="11430000" h="3571875">
                  <a:moveTo>
                    <a:pt x="9525" y="318681"/>
                  </a:moveTo>
                  <a:lnTo>
                    <a:pt x="0" y="318681"/>
                  </a:lnTo>
                  <a:lnTo>
                    <a:pt x="0" y="347256"/>
                  </a:lnTo>
                  <a:lnTo>
                    <a:pt x="9525" y="347256"/>
                  </a:lnTo>
                  <a:lnTo>
                    <a:pt x="9525" y="318681"/>
                  </a:lnTo>
                  <a:close/>
                </a:path>
                <a:path w="11430000" h="3571875">
                  <a:moveTo>
                    <a:pt x="9525" y="271056"/>
                  </a:moveTo>
                  <a:lnTo>
                    <a:pt x="0" y="271056"/>
                  </a:lnTo>
                  <a:lnTo>
                    <a:pt x="0" y="299631"/>
                  </a:lnTo>
                  <a:lnTo>
                    <a:pt x="9525" y="299631"/>
                  </a:lnTo>
                  <a:lnTo>
                    <a:pt x="9525" y="271056"/>
                  </a:lnTo>
                  <a:close/>
                </a:path>
                <a:path w="11430000" h="3571875">
                  <a:moveTo>
                    <a:pt x="9525" y="223431"/>
                  </a:moveTo>
                  <a:lnTo>
                    <a:pt x="0" y="223431"/>
                  </a:lnTo>
                  <a:lnTo>
                    <a:pt x="0" y="252006"/>
                  </a:lnTo>
                  <a:lnTo>
                    <a:pt x="9525" y="252006"/>
                  </a:lnTo>
                  <a:lnTo>
                    <a:pt x="9525" y="223431"/>
                  </a:lnTo>
                  <a:close/>
                </a:path>
                <a:path w="11430000" h="3571875">
                  <a:moveTo>
                    <a:pt x="9525" y="175806"/>
                  </a:moveTo>
                  <a:lnTo>
                    <a:pt x="0" y="175806"/>
                  </a:lnTo>
                  <a:lnTo>
                    <a:pt x="0" y="204381"/>
                  </a:lnTo>
                  <a:lnTo>
                    <a:pt x="9525" y="204381"/>
                  </a:lnTo>
                  <a:lnTo>
                    <a:pt x="9525" y="175806"/>
                  </a:lnTo>
                  <a:close/>
                </a:path>
                <a:path w="11430000" h="3571875">
                  <a:moveTo>
                    <a:pt x="9525" y="128181"/>
                  </a:moveTo>
                  <a:lnTo>
                    <a:pt x="0" y="128181"/>
                  </a:lnTo>
                  <a:lnTo>
                    <a:pt x="0" y="156756"/>
                  </a:lnTo>
                  <a:lnTo>
                    <a:pt x="9525" y="156756"/>
                  </a:lnTo>
                  <a:lnTo>
                    <a:pt x="9525" y="128181"/>
                  </a:lnTo>
                  <a:close/>
                </a:path>
                <a:path w="11430000" h="3571875">
                  <a:moveTo>
                    <a:pt x="9525" y="80556"/>
                  </a:moveTo>
                  <a:lnTo>
                    <a:pt x="0" y="80556"/>
                  </a:lnTo>
                  <a:lnTo>
                    <a:pt x="0" y="109131"/>
                  </a:lnTo>
                  <a:lnTo>
                    <a:pt x="9525" y="109131"/>
                  </a:lnTo>
                  <a:lnTo>
                    <a:pt x="9525" y="80556"/>
                  </a:lnTo>
                  <a:close/>
                </a:path>
                <a:path w="11430000" h="3571875">
                  <a:moveTo>
                    <a:pt x="19710" y="3530968"/>
                  </a:moveTo>
                  <a:lnTo>
                    <a:pt x="10617" y="3507448"/>
                  </a:lnTo>
                  <a:lnTo>
                    <a:pt x="1244" y="3509137"/>
                  </a:lnTo>
                  <a:lnTo>
                    <a:pt x="11633" y="3536010"/>
                  </a:lnTo>
                  <a:lnTo>
                    <a:pt x="19710" y="3530968"/>
                  </a:lnTo>
                  <a:close/>
                </a:path>
                <a:path w="11430000" h="3571875">
                  <a:moveTo>
                    <a:pt x="20078" y="40284"/>
                  </a:moveTo>
                  <a:lnTo>
                    <a:pt x="12065" y="35153"/>
                  </a:lnTo>
                  <a:lnTo>
                    <a:pt x="9017" y="40246"/>
                  </a:lnTo>
                  <a:lnTo>
                    <a:pt x="5803" y="47040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1371" y="61912"/>
                  </a:lnTo>
                  <a:lnTo>
                    <a:pt x="10731" y="63703"/>
                  </a:lnTo>
                  <a:lnTo>
                    <a:pt x="10795" y="63195"/>
                  </a:lnTo>
                  <a:lnTo>
                    <a:pt x="12382" y="56883"/>
                  </a:lnTo>
                  <a:lnTo>
                    <a:pt x="14605" y="50685"/>
                  </a:lnTo>
                  <a:lnTo>
                    <a:pt x="17411" y="44742"/>
                  </a:lnTo>
                  <a:lnTo>
                    <a:pt x="20078" y="40284"/>
                  </a:lnTo>
                  <a:close/>
                </a:path>
                <a:path w="11430000" h="3571875">
                  <a:moveTo>
                    <a:pt x="51435" y="3557549"/>
                  </a:moveTo>
                  <a:lnTo>
                    <a:pt x="30403" y="3544049"/>
                  </a:lnTo>
                  <a:lnTo>
                    <a:pt x="23863" y="3550958"/>
                  </a:lnTo>
                  <a:lnTo>
                    <a:pt x="47904" y="3566388"/>
                  </a:lnTo>
                  <a:lnTo>
                    <a:pt x="51435" y="3557549"/>
                  </a:lnTo>
                  <a:close/>
                </a:path>
                <a:path w="11430000" h="3571875">
                  <a:moveTo>
                    <a:pt x="52146" y="14084"/>
                  </a:moveTo>
                  <a:lnTo>
                    <a:pt x="48704" y="5207"/>
                  </a:lnTo>
                  <a:lnTo>
                    <a:pt x="47040" y="5803"/>
                  </a:lnTo>
                  <a:lnTo>
                    <a:pt x="40246" y="9017"/>
                  </a:lnTo>
                  <a:lnTo>
                    <a:pt x="33858" y="12839"/>
                  </a:lnTo>
                  <a:lnTo>
                    <a:pt x="27889" y="17272"/>
                  </a:lnTo>
                  <a:lnTo>
                    <a:pt x="24498" y="20358"/>
                  </a:lnTo>
                  <a:lnTo>
                    <a:pt x="30962" y="27343"/>
                  </a:lnTo>
                  <a:lnTo>
                    <a:pt x="33934" y="24638"/>
                  </a:lnTo>
                  <a:lnTo>
                    <a:pt x="39154" y="20751"/>
                  </a:lnTo>
                  <a:lnTo>
                    <a:pt x="44742" y="17411"/>
                  </a:lnTo>
                  <a:lnTo>
                    <a:pt x="50685" y="14605"/>
                  </a:lnTo>
                  <a:lnTo>
                    <a:pt x="52146" y="14084"/>
                  </a:lnTo>
                  <a:close/>
                </a:path>
                <a:path w="11430000" h="3571875">
                  <a:moveTo>
                    <a:pt x="94983" y="3562350"/>
                  </a:moveTo>
                  <a:lnTo>
                    <a:pt x="76200" y="3562350"/>
                  </a:lnTo>
                  <a:lnTo>
                    <a:pt x="69634" y="3562032"/>
                  </a:lnTo>
                  <a:lnTo>
                    <a:pt x="67945" y="3561791"/>
                  </a:lnTo>
                  <a:lnTo>
                    <a:pt x="66763" y="3571227"/>
                  </a:lnTo>
                  <a:lnTo>
                    <a:pt x="68694" y="3571519"/>
                  </a:lnTo>
                  <a:lnTo>
                    <a:pt x="76200" y="3571875"/>
                  </a:lnTo>
                  <a:lnTo>
                    <a:pt x="94983" y="3571875"/>
                  </a:lnTo>
                  <a:lnTo>
                    <a:pt x="94983" y="3562350"/>
                  </a:lnTo>
                  <a:close/>
                </a:path>
                <a:path w="11430000" h="3571875">
                  <a:moveTo>
                    <a:pt x="104775" y="0"/>
                  </a:moveTo>
                  <a:lnTo>
                    <a:pt x="76200" y="0"/>
                  </a:lnTo>
                  <a:lnTo>
                    <a:pt x="68694" y="368"/>
                  </a:lnTo>
                  <a:lnTo>
                    <a:pt x="67576" y="533"/>
                  </a:lnTo>
                  <a:lnTo>
                    <a:pt x="68656" y="9994"/>
                  </a:lnTo>
                  <a:lnTo>
                    <a:pt x="69634" y="9842"/>
                  </a:lnTo>
                  <a:lnTo>
                    <a:pt x="76200" y="9525"/>
                  </a:lnTo>
                  <a:lnTo>
                    <a:pt x="104775" y="9525"/>
                  </a:lnTo>
                  <a:lnTo>
                    <a:pt x="104775" y="0"/>
                  </a:lnTo>
                  <a:close/>
                </a:path>
                <a:path w="11430000" h="3571875">
                  <a:moveTo>
                    <a:pt x="142608" y="3562350"/>
                  </a:moveTo>
                  <a:lnTo>
                    <a:pt x="114033" y="3562350"/>
                  </a:lnTo>
                  <a:lnTo>
                    <a:pt x="114033" y="3571875"/>
                  </a:lnTo>
                  <a:lnTo>
                    <a:pt x="142608" y="3571875"/>
                  </a:lnTo>
                  <a:lnTo>
                    <a:pt x="142608" y="3562350"/>
                  </a:lnTo>
                  <a:close/>
                </a:path>
                <a:path w="11430000" h="3571875">
                  <a:moveTo>
                    <a:pt x="152400" y="0"/>
                  </a:moveTo>
                  <a:lnTo>
                    <a:pt x="123825" y="0"/>
                  </a:lnTo>
                  <a:lnTo>
                    <a:pt x="123825" y="9525"/>
                  </a:lnTo>
                  <a:lnTo>
                    <a:pt x="152400" y="9525"/>
                  </a:lnTo>
                  <a:lnTo>
                    <a:pt x="152400" y="0"/>
                  </a:lnTo>
                  <a:close/>
                </a:path>
                <a:path w="11430000" h="3571875">
                  <a:moveTo>
                    <a:pt x="190233" y="3562350"/>
                  </a:moveTo>
                  <a:lnTo>
                    <a:pt x="161658" y="3562350"/>
                  </a:lnTo>
                  <a:lnTo>
                    <a:pt x="161658" y="3571875"/>
                  </a:lnTo>
                  <a:lnTo>
                    <a:pt x="190233" y="3571875"/>
                  </a:lnTo>
                  <a:lnTo>
                    <a:pt x="190233" y="3562350"/>
                  </a:lnTo>
                  <a:close/>
                </a:path>
                <a:path w="11430000" h="357187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11430000" h="3571875">
                  <a:moveTo>
                    <a:pt x="237858" y="3562350"/>
                  </a:moveTo>
                  <a:lnTo>
                    <a:pt x="209283" y="3562350"/>
                  </a:lnTo>
                  <a:lnTo>
                    <a:pt x="209283" y="3571875"/>
                  </a:lnTo>
                  <a:lnTo>
                    <a:pt x="237858" y="3571875"/>
                  </a:lnTo>
                  <a:lnTo>
                    <a:pt x="237858" y="3562350"/>
                  </a:lnTo>
                  <a:close/>
                </a:path>
                <a:path w="11430000" h="3571875">
                  <a:moveTo>
                    <a:pt x="247650" y="0"/>
                  </a:moveTo>
                  <a:lnTo>
                    <a:pt x="219075" y="0"/>
                  </a:lnTo>
                  <a:lnTo>
                    <a:pt x="219075" y="9525"/>
                  </a:lnTo>
                  <a:lnTo>
                    <a:pt x="247650" y="9525"/>
                  </a:lnTo>
                  <a:lnTo>
                    <a:pt x="247650" y="0"/>
                  </a:lnTo>
                  <a:close/>
                </a:path>
                <a:path w="11430000" h="3571875">
                  <a:moveTo>
                    <a:pt x="285483" y="3562350"/>
                  </a:moveTo>
                  <a:lnTo>
                    <a:pt x="256908" y="3562350"/>
                  </a:lnTo>
                  <a:lnTo>
                    <a:pt x="256908" y="3571875"/>
                  </a:lnTo>
                  <a:lnTo>
                    <a:pt x="285483" y="3571875"/>
                  </a:lnTo>
                  <a:lnTo>
                    <a:pt x="285483" y="3562350"/>
                  </a:lnTo>
                  <a:close/>
                </a:path>
                <a:path w="11430000" h="3571875">
                  <a:moveTo>
                    <a:pt x="295275" y="0"/>
                  </a:moveTo>
                  <a:lnTo>
                    <a:pt x="266700" y="0"/>
                  </a:lnTo>
                  <a:lnTo>
                    <a:pt x="26670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11430000" h="3571875">
                  <a:moveTo>
                    <a:pt x="333108" y="3562350"/>
                  </a:moveTo>
                  <a:lnTo>
                    <a:pt x="304533" y="3562350"/>
                  </a:lnTo>
                  <a:lnTo>
                    <a:pt x="304533" y="3571875"/>
                  </a:lnTo>
                  <a:lnTo>
                    <a:pt x="333108" y="3571875"/>
                  </a:lnTo>
                  <a:lnTo>
                    <a:pt x="333108" y="3562350"/>
                  </a:lnTo>
                  <a:close/>
                </a:path>
                <a:path w="11430000" h="3571875">
                  <a:moveTo>
                    <a:pt x="342900" y="0"/>
                  </a:moveTo>
                  <a:lnTo>
                    <a:pt x="314325" y="0"/>
                  </a:lnTo>
                  <a:lnTo>
                    <a:pt x="314325" y="9525"/>
                  </a:lnTo>
                  <a:lnTo>
                    <a:pt x="342900" y="9525"/>
                  </a:lnTo>
                  <a:lnTo>
                    <a:pt x="342900" y="0"/>
                  </a:lnTo>
                  <a:close/>
                </a:path>
                <a:path w="11430000" h="3571875">
                  <a:moveTo>
                    <a:pt x="380733" y="3562350"/>
                  </a:moveTo>
                  <a:lnTo>
                    <a:pt x="352158" y="3562350"/>
                  </a:lnTo>
                  <a:lnTo>
                    <a:pt x="352158" y="3571875"/>
                  </a:lnTo>
                  <a:lnTo>
                    <a:pt x="380733" y="3571875"/>
                  </a:lnTo>
                  <a:lnTo>
                    <a:pt x="380733" y="3562350"/>
                  </a:lnTo>
                  <a:close/>
                </a:path>
                <a:path w="11430000" h="3571875">
                  <a:moveTo>
                    <a:pt x="390525" y="0"/>
                  </a:moveTo>
                  <a:lnTo>
                    <a:pt x="361950" y="0"/>
                  </a:lnTo>
                  <a:lnTo>
                    <a:pt x="361950" y="9525"/>
                  </a:lnTo>
                  <a:lnTo>
                    <a:pt x="390525" y="9525"/>
                  </a:lnTo>
                  <a:lnTo>
                    <a:pt x="390525" y="0"/>
                  </a:lnTo>
                  <a:close/>
                </a:path>
                <a:path w="11430000" h="3571875">
                  <a:moveTo>
                    <a:pt x="428358" y="3562350"/>
                  </a:moveTo>
                  <a:lnTo>
                    <a:pt x="399783" y="3562350"/>
                  </a:lnTo>
                  <a:lnTo>
                    <a:pt x="399783" y="3571875"/>
                  </a:lnTo>
                  <a:lnTo>
                    <a:pt x="428358" y="3571875"/>
                  </a:lnTo>
                  <a:lnTo>
                    <a:pt x="428358" y="3562350"/>
                  </a:lnTo>
                  <a:close/>
                </a:path>
                <a:path w="11430000" h="3571875">
                  <a:moveTo>
                    <a:pt x="438150" y="0"/>
                  </a:moveTo>
                  <a:lnTo>
                    <a:pt x="409575" y="0"/>
                  </a:lnTo>
                  <a:lnTo>
                    <a:pt x="409575" y="9525"/>
                  </a:lnTo>
                  <a:lnTo>
                    <a:pt x="438150" y="9525"/>
                  </a:lnTo>
                  <a:lnTo>
                    <a:pt x="438150" y="0"/>
                  </a:lnTo>
                  <a:close/>
                </a:path>
                <a:path w="11430000" h="3571875">
                  <a:moveTo>
                    <a:pt x="475983" y="3562350"/>
                  </a:moveTo>
                  <a:lnTo>
                    <a:pt x="447408" y="3562350"/>
                  </a:lnTo>
                  <a:lnTo>
                    <a:pt x="447408" y="3571875"/>
                  </a:lnTo>
                  <a:lnTo>
                    <a:pt x="475983" y="3571875"/>
                  </a:lnTo>
                  <a:lnTo>
                    <a:pt x="475983" y="3562350"/>
                  </a:lnTo>
                  <a:close/>
                </a:path>
                <a:path w="11430000" h="357187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11430000" h="3571875">
                  <a:moveTo>
                    <a:pt x="523608" y="3562350"/>
                  </a:moveTo>
                  <a:lnTo>
                    <a:pt x="495033" y="3562350"/>
                  </a:lnTo>
                  <a:lnTo>
                    <a:pt x="495033" y="3571875"/>
                  </a:lnTo>
                  <a:lnTo>
                    <a:pt x="523608" y="3571875"/>
                  </a:lnTo>
                  <a:lnTo>
                    <a:pt x="523608" y="3562350"/>
                  </a:lnTo>
                  <a:close/>
                </a:path>
                <a:path w="11430000" h="3571875">
                  <a:moveTo>
                    <a:pt x="533400" y="0"/>
                  </a:moveTo>
                  <a:lnTo>
                    <a:pt x="504825" y="0"/>
                  </a:lnTo>
                  <a:lnTo>
                    <a:pt x="504825" y="9525"/>
                  </a:lnTo>
                  <a:lnTo>
                    <a:pt x="533400" y="9525"/>
                  </a:lnTo>
                  <a:lnTo>
                    <a:pt x="533400" y="0"/>
                  </a:lnTo>
                  <a:close/>
                </a:path>
                <a:path w="11430000" h="3571875">
                  <a:moveTo>
                    <a:pt x="571233" y="3562350"/>
                  </a:moveTo>
                  <a:lnTo>
                    <a:pt x="542658" y="3562350"/>
                  </a:lnTo>
                  <a:lnTo>
                    <a:pt x="542658" y="3571875"/>
                  </a:lnTo>
                  <a:lnTo>
                    <a:pt x="571233" y="3571875"/>
                  </a:lnTo>
                  <a:lnTo>
                    <a:pt x="571233" y="3562350"/>
                  </a:lnTo>
                  <a:close/>
                </a:path>
                <a:path w="11430000" h="3571875">
                  <a:moveTo>
                    <a:pt x="581025" y="0"/>
                  </a:moveTo>
                  <a:lnTo>
                    <a:pt x="552450" y="0"/>
                  </a:lnTo>
                  <a:lnTo>
                    <a:pt x="55245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11430000" h="3571875">
                  <a:moveTo>
                    <a:pt x="618858" y="3562350"/>
                  </a:moveTo>
                  <a:lnTo>
                    <a:pt x="590283" y="3562350"/>
                  </a:lnTo>
                  <a:lnTo>
                    <a:pt x="590283" y="3571875"/>
                  </a:lnTo>
                  <a:lnTo>
                    <a:pt x="618858" y="3571875"/>
                  </a:lnTo>
                  <a:lnTo>
                    <a:pt x="618858" y="3562350"/>
                  </a:lnTo>
                  <a:close/>
                </a:path>
                <a:path w="11430000" h="3571875">
                  <a:moveTo>
                    <a:pt x="628650" y="0"/>
                  </a:moveTo>
                  <a:lnTo>
                    <a:pt x="600075" y="0"/>
                  </a:lnTo>
                  <a:lnTo>
                    <a:pt x="600075" y="9525"/>
                  </a:lnTo>
                  <a:lnTo>
                    <a:pt x="628650" y="9525"/>
                  </a:lnTo>
                  <a:lnTo>
                    <a:pt x="628650" y="0"/>
                  </a:lnTo>
                  <a:close/>
                </a:path>
                <a:path w="11430000" h="3571875">
                  <a:moveTo>
                    <a:pt x="666483" y="3562350"/>
                  </a:moveTo>
                  <a:lnTo>
                    <a:pt x="637908" y="3562350"/>
                  </a:lnTo>
                  <a:lnTo>
                    <a:pt x="637908" y="3571875"/>
                  </a:lnTo>
                  <a:lnTo>
                    <a:pt x="666483" y="3571875"/>
                  </a:lnTo>
                  <a:lnTo>
                    <a:pt x="666483" y="3562350"/>
                  </a:lnTo>
                  <a:close/>
                </a:path>
                <a:path w="11430000" h="3571875">
                  <a:moveTo>
                    <a:pt x="676275" y="0"/>
                  </a:moveTo>
                  <a:lnTo>
                    <a:pt x="647700" y="0"/>
                  </a:lnTo>
                  <a:lnTo>
                    <a:pt x="647700" y="9525"/>
                  </a:lnTo>
                  <a:lnTo>
                    <a:pt x="676275" y="9525"/>
                  </a:lnTo>
                  <a:lnTo>
                    <a:pt x="676275" y="0"/>
                  </a:lnTo>
                  <a:close/>
                </a:path>
                <a:path w="11430000" h="3571875">
                  <a:moveTo>
                    <a:pt x="714108" y="3562350"/>
                  </a:moveTo>
                  <a:lnTo>
                    <a:pt x="685533" y="3562350"/>
                  </a:lnTo>
                  <a:lnTo>
                    <a:pt x="685533" y="3571875"/>
                  </a:lnTo>
                  <a:lnTo>
                    <a:pt x="714108" y="3571875"/>
                  </a:lnTo>
                  <a:lnTo>
                    <a:pt x="714108" y="3562350"/>
                  </a:lnTo>
                  <a:close/>
                </a:path>
                <a:path w="11430000" h="3571875">
                  <a:moveTo>
                    <a:pt x="723900" y="0"/>
                  </a:moveTo>
                  <a:lnTo>
                    <a:pt x="695325" y="0"/>
                  </a:lnTo>
                  <a:lnTo>
                    <a:pt x="695325" y="9525"/>
                  </a:lnTo>
                  <a:lnTo>
                    <a:pt x="723900" y="9525"/>
                  </a:lnTo>
                  <a:lnTo>
                    <a:pt x="723900" y="0"/>
                  </a:lnTo>
                  <a:close/>
                </a:path>
                <a:path w="11430000" h="3571875">
                  <a:moveTo>
                    <a:pt x="761733" y="3562350"/>
                  </a:moveTo>
                  <a:lnTo>
                    <a:pt x="733158" y="3562350"/>
                  </a:lnTo>
                  <a:lnTo>
                    <a:pt x="733158" y="3571875"/>
                  </a:lnTo>
                  <a:lnTo>
                    <a:pt x="761733" y="3571875"/>
                  </a:lnTo>
                  <a:lnTo>
                    <a:pt x="761733" y="3562350"/>
                  </a:lnTo>
                  <a:close/>
                </a:path>
                <a:path w="11430000" h="357187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11430000" h="3571875">
                  <a:moveTo>
                    <a:pt x="809358" y="3562350"/>
                  </a:moveTo>
                  <a:lnTo>
                    <a:pt x="780783" y="3562350"/>
                  </a:lnTo>
                  <a:lnTo>
                    <a:pt x="780783" y="3571875"/>
                  </a:lnTo>
                  <a:lnTo>
                    <a:pt x="809358" y="3571875"/>
                  </a:lnTo>
                  <a:lnTo>
                    <a:pt x="809358" y="3562350"/>
                  </a:lnTo>
                  <a:close/>
                </a:path>
                <a:path w="11430000" h="3571875">
                  <a:moveTo>
                    <a:pt x="819150" y="0"/>
                  </a:moveTo>
                  <a:lnTo>
                    <a:pt x="790575" y="0"/>
                  </a:lnTo>
                  <a:lnTo>
                    <a:pt x="790575" y="9525"/>
                  </a:lnTo>
                  <a:lnTo>
                    <a:pt x="819150" y="9525"/>
                  </a:lnTo>
                  <a:lnTo>
                    <a:pt x="819150" y="0"/>
                  </a:lnTo>
                  <a:close/>
                </a:path>
                <a:path w="11430000" h="3571875">
                  <a:moveTo>
                    <a:pt x="856983" y="3562350"/>
                  </a:moveTo>
                  <a:lnTo>
                    <a:pt x="828408" y="3562350"/>
                  </a:lnTo>
                  <a:lnTo>
                    <a:pt x="828408" y="3571875"/>
                  </a:lnTo>
                  <a:lnTo>
                    <a:pt x="856983" y="3571875"/>
                  </a:lnTo>
                  <a:lnTo>
                    <a:pt x="856983" y="3562350"/>
                  </a:lnTo>
                  <a:close/>
                </a:path>
                <a:path w="11430000" h="3571875">
                  <a:moveTo>
                    <a:pt x="866775" y="0"/>
                  </a:moveTo>
                  <a:lnTo>
                    <a:pt x="838200" y="0"/>
                  </a:lnTo>
                  <a:lnTo>
                    <a:pt x="83820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11430000" h="3571875">
                  <a:moveTo>
                    <a:pt x="904608" y="3562350"/>
                  </a:moveTo>
                  <a:lnTo>
                    <a:pt x="876033" y="3562350"/>
                  </a:lnTo>
                  <a:lnTo>
                    <a:pt x="876033" y="3571875"/>
                  </a:lnTo>
                  <a:lnTo>
                    <a:pt x="904608" y="3571875"/>
                  </a:lnTo>
                  <a:lnTo>
                    <a:pt x="904608" y="3562350"/>
                  </a:lnTo>
                  <a:close/>
                </a:path>
                <a:path w="11430000" h="3571875">
                  <a:moveTo>
                    <a:pt x="914400" y="0"/>
                  </a:moveTo>
                  <a:lnTo>
                    <a:pt x="885825" y="0"/>
                  </a:lnTo>
                  <a:lnTo>
                    <a:pt x="885825" y="9525"/>
                  </a:lnTo>
                  <a:lnTo>
                    <a:pt x="914400" y="9525"/>
                  </a:lnTo>
                  <a:lnTo>
                    <a:pt x="914400" y="0"/>
                  </a:lnTo>
                  <a:close/>
                </a:path>
                <a:path w="11430000" h="3571875">
                  <a:moveTo>
                    <a:pt x="952233" y="3562350"/>
                  </a:moveTo>
                  <a:lnTo>
                    <a:pt x="923658" y="3562350"/>
                  </a:lnTo>
                  <a:lnTo>
                    <a:pt x="923658" y="3571875"/>
                  </a:lnTo>
                  <a:lnTo>
                    <a:pt x="952233" y="3571875"/>
                  </a:lnTo>
                  <a:lnTo>
                    <a:pt x="952233" y="3562350"/>
                  </a:lnTo>
                  <a:close/>
                </a:path>
                <a:path w="11430000" h="3571875">
                  <a:moveTo>
                    <a:pt x="962025" y="0"/>
                  </a:moveTo>
                  <a:lnTo>
                    <a:pt x="933450" y="0"/>
                  </a:lnTo>
                  <a:lnTo>
                    <a:pt x="933450" y="9525"/>
                  </a:lnTo>
                  <a:lnTo>
                    <a:pt x="962025" y="9525"/>
                  </a:lnTo>
                  <a:lnTo>
                    <a:pt x="962025" y="0"/>
                  </a:lnTo>
                  <a:close/>
                </a:path>
                <a:path w="11430000" h="3571875">
                  <a:moveTo>
                    <a:pt x="999858" y="3562350"/>
                  </a:moveTo>
                  <a:lnTo>
                    <a:pt x="971283" y="3562350"/>
                  </a:lnTo>
                  <a:lnTo>
                    <a:pt x="971283" y="3571875"/>
                  </a:lnTo>
                  <a:lnTo>
                    <a:pt x="999858" y="3571875"/>
                  </a:lnTo>
                  <a:lnTo>
                    <a:pt x="999858" y="3562350"/>
                  </a:lnTo>
                  <a:close/>
                </a:path>
                <a:path w="11430000" h="3571875">
                  <a:moveTo>
                    <a:pt x="1009650" y="0"/>
                  </a:moveTo>
                  <a:lnTo>
                    <a:pt x="981075" y="0"/>
                  </a:lnTo>
                  <a:lnTo>
                    <a:pt x="981075" y="9525"/>
                  </a:lnTo>
                  <a:lnTo>
                    <a:pt x="1009650" y="9525"/>
                  </a:lnTo>
                  <a:lnTo>
                    <a:pt x="1009650" y="0"/>
                  </a:lnTo>
                  <a:close/>
                </a:path>
                <a:path w="11430000" h="3571875">
                  <a:moveTo>
                    <a:pt x="1047483" y="3562350"/>
                  </a:moveTo>
                  <a:lnTo>
                    <a:pt x="1018908" y="3562350"/>
                  </a:lnTo>
                  <a:lnTo>
                    <a:pt x="1018908" y="3571875"/>
                  </a:lnTo>
                  <a:lnTo>
                    <a:pt x="1047483" y="3571875"/>
                  </a:lnTo>
                  <a:lnTo>
                    <a:pt x="1047483" y="3562350"/>
                  </a:lnTo>
                  <a:close/>
                </a:path>
                <a:path w="11430000" h="357187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11430000" h="3571875">
                  <a:moveTo>
                    <a:pt x="1095108" y="3562350"/>
                  </a:moveTo>
                  <a:lnTo>
                    <a:pt x="1066533" y="3562350"/>
                  </a:lnTo>
                  <a:lnTo>
                    <a:pt x="1066533" y="3571875"/>
                  </a:lnTo>
                  <a:lnTo>
                    <a:pt x="1095108" y="3571875"/>
                  </a:lnTo>
                  <a:lnTo>
                    <a:pt x="1095108" y="3562350"/>
                  </a:lnTo>
                  <a:close/>
                </a:path>
                <a:path w="11430000" h="3571875">
                  <a:moveTo>
                    <a:pt x="1104900" y="0"/>
                  </a:moveTo>
                  <a:lnTo>
                    <a:pt x="1076325" y="0"/>
                  </a:lnTo>
                  <a:lnTo>
                    <a:pt x="1076325" y="9525"/>
                  </a:lnTo>
                  <a:lnTo>
                    <a:pt x="1104900" y="9525"/>
                  </a:lnTo>
                  <a:lnTo>
                    <a:pt x="1104900" y="0"/>
                  </a:lnTo>
                  <a:close/>
                </a:path>
                <a:path w="11430000" h="3571875">
                  <a:moveTo>
                    <a:pt x="1142733" y="3562350"/>
                  </a:moveTo>
                  <a:lnTo>
                    <a:pt x="1114158" y="3562350"/>
                  </a:lnTo>
                  <a:lnTo>
                    <a:pt x="1114158" y="3571875"/>
                  </a:lnTo>
                  <a:lnTo>
                    <a:pt x="1142733" y="3571875"/>
                  </a:lnTo>
                  <a:lnTo>
                    <a:pt x="1142733" y="3562350"/>
                  </a:lnTo>
                  <a:close/>
                </a:path>
                <a:path w="11430000" h="3571875">
                  <a:moveTo>
                    <a:pt x="1152525" y="0"/>
                  </a:moveTo>
                  <a:lnTo>
                    <a:pt x="1123950" y="0"/>
                  </a:lnTo>
                  <a:lnTo>
                    <a:pt x="112395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11430000" h="3571875">
                  <a:moveTo>
                    <a:pt x="1190358" y="3562350"/>
                  </a:moveTo>
                  <a:lnTo>
                    <a:pt x="1161783" y="3562350"/>
                  </a:lnTo>
                  <a:lnTo>
                    <a:pt x="1161783" y="3571875"/>
                  </a:lnTo>
                  <a:lnTo>
                    <a:pt x="1190358" y="3571875"/>
                  </a:lnTo>
                  <a:lnTo>
                    <a:pt x="1190358" y="3562350"/>
                  </a:lnTo>
                  <a:close/>
                </a:path>
                <a:path w="11430000" h="3571875">
                  <a:moveTo>
                    <a:pt x="1200150" y="0"/>
                  </a:moveTo>
                  <a:lnTo>
                    <a:pt x="1171575" y="0"/>
                  </a:lnTo>
                  <a:lnTo>
                    <a:pt x="1171575" y="9525"/>
                  </a:lnTo>
                  <a:lnTo>
                    <a:pt x="1200150" y="9525"/>
                  </a:lnTo>
                  <a:lnTo>
                    <a:pt x="1200150" y="0"/>
                  </a:lnTo>
                  <a:close/>
                </a:path>
                <a:path w="11430000" h="3571875">
                  <a:moveTo>
                    <a:pt x="1237983" y="3562350"/>
                  </a:moveTo>
                  <a:lnTo>
                    <a:pt x="1209408" y="3562350"/>
                  </a:lnTo>
                  <a:lnTo>
                    <a:pt x="1209408" y="3571875"/>
                  </a:lnTo>
                  <a:lnTo>
                    <a:pt x="1237983" y="3571875"/>
                  </a:lnTo>
                  <a:lnTo>
                    <a:pt x="1237983" y="3562350"/>
                  </a:lnTo>
                  <a:close/>
                </a:path>
                <a:path w="11430000" h="3571875">
                  <a:moveTo>
                    <a:pt x="1247775" y="0"/>
                  </a:moveTo>
                  <a:lnTo>
                    <a:pt x="1219200" y="0"/>
                  </a:lnTo>
                  <a:lnTo>
                    <a:pt x="1219200" y="9525"/>
                  </a:lnTo>
                  <a:lnTo>
                    <a:pt x="1247775" y="9525"/>
                  </a:lnTo>
                  <a:lnTo>
                    <a:pt x="1247775" y="0"/>
                  </a:lnTo>
                  <a:close/>
                </a:path>
                <a:path w="11430000" h="3571875">
                  <a:moveTo>
                    <a:pt x="1285608" y="3562350"/>
                  </a:moveTo>
                  <a:lnTo>
                    <a:pt x="1257033" y="3562350"/>
                  </a:lnTo>
                  <a:lnTo>
                    <a:pt x="1257033" y="3571875"/>
                  </a:lnTo>
                  <a:lnTo>
                    <a:pt x="1285608" y="3571875"/>
                  </a:lnTo>
                  <a:lnTo>
                    <a:pt x="1285608" y="3562350"/>
                  </a:lnTo>
                  <a:close/>
                </a:path>
                <a:path w="11430000" h="3571875">
                  <a:moveTo>
                    <a:pt x="1295400" y="0"/>
                  </a:moveTo>
                  <a:lnTo>
                    <a:pt x="1266825" y="0"/>
                  </a:lnTo>
                  <a:lnTo>
                    <a:pt x="1266825" y="9525"/>
                  </a:lnTo>
                  <a:lnTo>
                    <a:pt x="1295400" y="9525"/>
                  </a:lnTo>
                  <a:lnTo>
                    <a:pt x="1295400" y="0"/>
                  </a:lnTo>
                  <a:close/>
                </a:path>
                <a:path w="11430000" h="3571875">
                  <a:moveTo>
                    <a:pt x="1333233" y="3562350"/>
                  </a:moveTo>
                  <a:lnTo>
                    <a:pt x="1304658" y="3562350"/>
                  </a:lnTo>
                  <a:lnTo>
                    <a:pt x="1304658" y="3571875"/>
                  </a:lnTo>
                  <a:lnTo>
                    <a:pt x="1333233" y="3571875"/>
                  </a:lnTo>
                  <a:lnTo>
                    <a:pt x="1333233" y="3562350"/>
                  </a:lnTo>
                  <a:close/>
                </a:path>
                <a:path w="11430000" h="357187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11430000" h="3571875">
                  <a:moveTo>
                    <a:pt x="1380858" y="3562350"/>
                  </a:moveTo>
                  <a:lnTo>
                    <a:pt x="1352283" y="3562350"/>
                  </a:lnTo>
                  <a:lnTo>
                    <a:pt x="1352283" y="3571875"/>
                  </a:lnTo>
                  <a:lnTo>
                    <a:pt x="1380858" y="3571875"/>
                  </a:lnTo>
                  <a:lnTo>
                    <a:pt x="1380858" y="3562350"/>
                  </a:lnTo>
                  <a:close/>
                </a:path>
                <a:path w="11430000" h="3571875">
                  <a:moveTo>
                    <a:pt x="1390650" y="0"/>
                  </a:moveTo>
                  <a:lnTo>
                    <a:pt x="1362075" y="0"/>
                  </a:lnTo>
                  <a:lnTo>
                    <a:pt x="1362075" y="9525"/>
                  </a:lnTo>
                  <a:lnTo>
                    <a:pt x="1390650" y="9525"/>
                  </a:lnTo>
                  <a:lnTo>
                    <a:pt x="1390650" y="0"/>
                  </a:lnTo>
                  <a:close/>
                </a:path>
                <a:path w="11430000" h="3571875">
                  <a:moveTo>
                    <a:pt x="1428483" y="3562350"/>
                  </a:moveTo>
                  <a:lnTo>
                    <a:pt x="1399908" y="3562350"/>
                  </a:lnTo>
                  <a:lnTo>
                    <a:pt x="1399908" y="3571875"/>
                  </a:lnTo>
                  <a:lnTo>
                    <a:pt x="1428483" y="3571875"/>
                  </a:lnTo>
                  <a:lnTo>
                    <a:pt x="1428483" y="3562350"/>
                  </a:lnTo>
                  <a:close/>
                </a:path>
                <a:path w="11430000" h="3571875">
                  <a:moveTo>
                    <a:pt x="1438275" y="0"/>
                  </a:moveTo>
                  <a:lnTo>
                    <a:pt x="1409700" y="0"/>
                  </a:lnTo>
                  <a:lnTo>
                    <a:pt x="140970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11430000" h="3571875">
                  <a:moveTo>
                    <a:pt x="1476108" y="3562350"/>
                  </a:moveTo>
                  <a:lnTo>
                    <a:pt x="1447533" y="3562350"/>
                  </a:lnTo>
                  <a:lnTo>
                    <a:pt x="1447533" y="3571875"/>
                  </a:lnTo>
                  <a:lnTo>
                    <a:pt x="1476108" y="3571875"/>
                  </a:lnTo>
                  <a:lnTo>
                    <a:pt x="1476108" y="3562350"/>
                  </a:lnTo>
                  <a:close/>
                </a:path>
                <a:path w="11430000" h="3571875">
                  <a:moveTo>
                    <a:pt x="1485900" y="0"/>
                  </a:moveTo>
                  <a:lnTo>
                    <a:pt x="1457325" y="0"/>
                  </a:lnTo>
                  <a:lnTo>
                    <a:pt x="1457325" y="9525"/>
                  </a:lnTo>
                  <a:lnTo>
                    <a:pt x="1485900" y="9525"/>
                  </a:lnTo>
                  <a:lnTo>
                    <a:pt x="1485900" y="0"/>
                  </a:lnTo>
                  <a:close/>
                </a:path>
                <a:path w="11430000" h="3571875">
                  <a:moveTo>
                    <a:pt x="1523733" y="3562350"/>
                  </a:moveTo>
                  <a:lnTo>
                    <a:pt x="1495158" y="3562350"/>
                  </a:lnTo>
                  <a:lnTo>
                    <a:pt x="1495158" y="3571875"/>
                  </a:lnTo>
                  <a:lnTo>
                    <a:pt x="1523733" y="3571875"/>
                  </a:lnTo>
                  <a:lnTo>
                    <a:pt x="1523733" y="3562350"/>
                  </a:lnTo>
                  <a:close/>
                </a:path>
                <a:path w="11430000" h="3571875">
                  <a:moveTo>
                    <a:pt x="1533525" y="0"/>
                  </a:moveTo>
                  <a:lnTo>
                    <a:pt x="1504950" y="0"/>
                  </a:lnTo>
                  <a:lnTo>
                    <a:pt x="1504950" y="9525"/>
                  </a:lnTo>
                  <a:lnTo>
                    <a:pt x="1533525" y="9525"/>
                  </a:lnTo>
                  <a:lnTo>
                    <a:pt x="1533525" y="0"/>
                  </a:lnTo>
                  <a:close/>
                </a:path>
                <a:path w="11430000" h="3571875">
                  <a:moveTo>
                    <a:pt x="1571358" y="3562350"/>
                  </a:moveTo>
                  <a:lnTo>
                    <a:pt x="1542783" y="3562350"/>
                  </a:lnTo>
                  <a:lnTo>
                    <a:pt x="1542783" y="3571875"/>
                  </a:lnTo>
                  <a:lnTo>
                    <a:pt x="1571358" y="3571875"/>
                  </a:lnTo>
                  <a:lnTo>
                    <a:pt x="1571358" y="3562350"/>
                  </a:lnTo>
                  <a:close/>
                </a:path>
                <a:path w="11430000" h="3571875">
                  <a:moveTo>
                    <a:pt x="1581150" y="0"/>
                  </a:moveTo>
                  <a:lnTo>
                    <a:pt x="1552575" y="0"/>
                  </a:lnTo>
                  <a:lnTo>
                    <a:pt x="1552575" y="9525"/>
                  </a:lnTo>
                  <a:lnTo>
                    <a:pt x="1581150" y="9525"/>
                  </a:lnTo>
                  <a:lnTo>
                    <a:pt x="1581150" y="0"/>
                  </a:lnTo>
                  <a:close/>
                </a:path>
                <a:path w="11430000" h="3571875">
                  <a:moveTo>
                    <a:pt x="1618983" y="3562350"/>
                  </a:moveTo>
                  <a:lnTo>
                    <a:pt x="1590408" y="3562350"/>
                  </a:lnTo>
                  <a:lnTo>
                    <a:pt x="1590408" y="3571875"/>
                  </a:lnTo>
                  <a:lnTo>
                    <a:pt x="1618983" y="3571875"/>
                  </a:lnTo>
                  <a:lnTo>
                    <a:pt x="1618983" y="3562350"/>
                  </a:lnTo>
                  <a:close/>
                </a:path>
                <a:path w="11430000" h="357187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11430000" h="3571875">
                  <a:moveTo>
                    <a:pt x="1666608" y="3562350"/>
                  </a:moveTo>
                  <a:lnTo>
                    <a:pt x="1638033" y="3562350"/>
                  </a:lnTo>
                  <a:lnTo>
                    <a:pt x="1638033" y="3571875"/>
                  </a:lnTo>
                  <a:lnTo>
                    <a:pt x="1666608" y="3571875"/>
                  </a:lnTo>
                  <a:lnTo>
                    <a:pt x="1666608" y="3562350"/>
                  </a:lnTo>
                  <a:close/>
                </a:path>
                <a:path w="11430000" h="3571875">
                  <a:moveTo>
                    <a:pt x="1676400" y="0"/>
                  </a:moveTo>
                  <a:lnTo>
                    <a:pt x="1647825" y="0"/>
                  </a:lnTo>
                  <a:lnTo>
                    <a:pt x="1647825" y="9525"/>
                  </a:lnTo>
                  <a:lnTo>
                    <a:pt x="1676400" y="9525"/>
                  </a:lnTo>
                  <a:lnTo>
                    <a:pt x="1676400" y="0"/>
                  </a:lnTo>
                  <a:close/>
                </a:path>
                <a:path w="11430000" h="3571875">
                  <a:moveTo>
                    <a:pt x="1714233" y="3562350"/>
                  </a:moveTo>
                  <a:lnTo>
                    <a:pt x="1685658" y="3562350"/>
                  </a:lnTo>
                  <a:lnTo>
                    <a:pt x="1685658" y="3571875"/>
                  </a:lnTo>
                  <a:lnTo>
                    <a:pt x="1714233" y="3571875"/>
                  </a:lnTo>
                  <a:lnTo>
                    <a:pt x="1714233" y="3562350"/>
                  </a:lnTo>
                  <a:close/>
                </a:path>
                <a:path w="11430000" h="3571875">
                  <a:moveTo>
                    <a:pt x="1724025" y="0"/>
                  </a:moveTo>
                  <a:lnTo>
                    <a:pt x="1695450" y="0"/>
                  </a:lnTo>
                  <a:lnTo>
                    <a:pt x="169545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11430000" h="3571875">
                  <a:moveTo>
                    <a:pt x="1761858" y="3562350"/>
                  </a:moveTo>
                  <a:lnTo>
                    <a:pt x="1733283" y="3562350"/>
                  </a:lnTo>
                  <a:lnTo>
                    <a:pt x="1733283" y="3571875"/>
                  </a:lnTo>
                  <a:lnTo>
                    <a:pt x="1761858" y="3571875"/>
                  </a:lnTo>
                  <a:lnTo>
                    <a:pt x="1761858" y="3562350"/>
                  </a:lnTo>
                  <a:close/>
                </a:path>
                <a:path w="11430000" h="3571875">
                  <a:moveTo>
                    <a:pt x="1771662" y="0"/>
                  </a:moveTo>
                  <a:lnTo>
                    <a:pt x="1743075" y="0"/>
                  </a:lnTo>
                  <a:lnTo>
                    <a:pt x="1743075" y="9525"/>
                  </a:lnTo>
                  <a:lnTo>
                    <a:pt x="1771662" y="9525"/>
                  </a:lnTo>
                  <a:lnTo>
                    <a:pt x="1771662" y="0"/>
                  </a:lnTo>
                  <a:close/>
                </a:path>
                <a:path w="11430000" h="3571875">
                  <a:moveTo>
                    <a:pt x="1809483" y="3562350"/>
                  </a:moveTo>
                  <a:lnTo>
                    <a:pt x="1780908" y="3562350"/>
                  </a:lnTo>
                  <a:lnTo>
                    <a:pt x="1780908" y="3571875"/>
                  </a:lnTo>
                  <a:lnTo>
                    <a:pt x="1809483" y="3571875"/>
                  </a:lnTo>
                  <a:lnTo>
                    <a:pt x="1809483" y="3562350"/>
                  </a:lnTo>
                  <a:close/>
                </a:path>
                <a:path w="11430000" h="3571875">
                  <a:moveTo>
                    <a:pt x="1819275" y="0"/>
                  </a:moveTo>
                  <a:lnTo>
                    <a:pt x="1790700" y="0"/>
                  </a:lnTo>
                  <a:lnTo>
                    <a:pt x="1790700" y="9525"/>
                  </a:lnTo>
                  <a:lnTo>
                    <a:pt x="1819275" y="9525"/>
                  </a:lnTo>
                  <a:lnTo>
                    <a:pt x="1819275" y="0"/>
                  </a:lnTo>
                  <a:close/>
                </a:path>
                <a:path w="11430000" h="3571875">
                  <a:moveTo>
                    <a:pt x="1857108" y="3562350"/>
                  </a:moveTo>
                  <a:lnTo>
                    <a:pt x="1828533" y="3562350"/>
                  </a:lnTo>
                  <a:lnTo>
                    <a:pt x="1828533" y="3571875"/>
                  </a:lnTo>
                  <a:lnTo>
                    <a:pt x="1857108" y="3571875"/>
                  </a:lnTo>
                  <a:lnTo>
                    <a:pt x="1857108" y="3562350"/>
                  </a:lnTo>
                  <a:close/>
                </a:path>
                <a:path w="11430000" h="3571875">
                  <a:moveTo>
                    <a:pt x="1866900" y="0"/>
                  </a:moveTo>
                  <a:lnTo>
                    <a:pt x="1838325" y="0"/>
                  </a:lnTo>
                  <a:lnTo>
                    <a:pt x="1838325" y="9525"/>
                  </a:lnTo>
                  <a:lnTo>
                    <a:pt x="1866900" y="9525"/>
                  </a:lnTo>
                  <a:lnTo>
                    <a:pt x="1866900" y="0"/>
                  </a:lnTo>
                  <a:close/>
                </a:path>
                <a:path w="11430000" h="3571875">
                  <a:moveTo>
                    <a:pt x="1904733" y="3562350"/>
                  </a:moveTo>
                  <a:lnTo>
                    <a:pt x="1876158" y="3562350"/>
                  </a:lnTo>
                  <a:lnTo>
                    <a:pt x="1876158" y="3571875"/>
                  </a:lnTo>
                  <a:lnTo>
                    <a:pt x="1904733" y="3571875"/>
                  </a:lnTo>
                  <a:lnTo>
                    <a:pt x="1904733" y="3562350"/>
                  </a:lnTo>
                  <a:close/>
                </a:path>
                <a:path w="11430000" h="357187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11430000" h="3571875">
                  <a:moveTo>
                    <a:pt x="1952358" y="3562350"/>
                  </a:moveTo>
                  <a:lnTo>
                    <a:pt x="1923783" y="3562350"/>
                  </a:lnTo>
                  <a:lnTo>
                    <a:pt x="1923783" y="3571875"/>
                  </a:lnTo>
                  <a:lnTo>
                    <a:pt x="1952358" y="3571875"/>
                  </a:lnTo>
                  <a:lnTo>
                    <a:pt x="1952358" y="3562350"/>
                  </a:lnTo>
                  <a:close/>
                </a:path>
                <a:path w="11430000" h="3571875">
                  <a:moveTo>
                    <a:pt x="1962150" y="0"/>
                  </a:moveTo>
                  <a:lnTo>
                    <a:pt x="1933575" y="0"/>
                  </a:lnTo>
                  <a:lnTo>
                    <a:pt x="1933575" y="9525"/>
                  </a:lnTo>
                  <a:lnTo>
                    <a:pt x="1962150" y="9525"/>
                  </a:lnTo>
                  <a:lnTo>
                    <a:pt x="1962150" y="0"/>
                  </a:lnTo>
                  <a:close/>
                </a:path>
                <a:path w="11430000" h="3571875">
                  <a:moveTo>
                    <a:pt x="1999983" y="3562350"/>
                  </a:moveTo>
                  <a:lnTo>
                    <a:pt x="1971408" y="3562350"/>
                  </a:lnTo>
                  <a:lnTo>
                    <a:pt x="1971408" y="3571875"/>
                  </a:lnTo>
                  <a:lnTo>
                    <a:pt x="1999983" y="3571875"/>
                  </a:lnTo>
                  <a:lnTo>
                    <a:pt x="1999983" y="3562350"/>
                  </a:lnTo>
                  <a:close/>
                </a:path>
                <a:path w="11430000" h="3571875">
                  <a:moveTo>
                    <a:pt x="2009775" y="0"/>
                  </a:moveTo>
                  <a:lnTo>
                    <a:pt x="1981200" y="0"/>
                  </a:lnTo>
                  <a:lnTo>
                    <a:pt x="198120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11430000" h="3571875">
                  <a:moveTo>
                    <a:pt x="2047608" y="3562350"/>
                  </a:moveTo>
                  <a:lnTo>
                    <a:pt x="2019033" y="3562350"/>
                  </a:lnTo>
                  <a:lnTo>
                    <a:pt x="2019033" y="3571875"/>
                  </a:lnTo>
                  <a:lnTo>
                    <a:pt x="2047608" y="3571875"/>
                  </a:lnTo>
                  <a:lnTo>
                    <a:pt x="2047608" y="3562350"/>
                  </a:lnTo>
                  <a:close/>
                </a:path>
                <a:path w="11430000" h="3571875">
                  <a:moveTo>
                    <a:pt x="2057400" y="0"/>
                  </a:moveTo>
                  <a:lnTo>
                    <a:pt x="2028825" y="0"/>
                  </a:lnTo>
                  <a:lnTo>
                    <a:pt x="2028825" y="9525"/>
                  </a:lnTo>
                  <a:lnTo>
                    <a:pt x="2057400" y="9525"/>
                  </a:lnTo>
                  <a:lnTo>
                    <a:pt x="2057400" y="0"/>
                  </a:lnTo>
                  <a:close/>
                </a:path>
                <a:path w="11430000" h="3571875">
                  <a:moveTo>
                    <a:pt x="2095233" y="3562350"/>
                  </a:moveTo>
                  <a:lnTo>
                    <a:pt x="2066658" y="3562350"/>
                  </a:lnTo>
                  <a:lnTo>
                    <a:pt x="2066658" y="3571875"/>
                  </a:lnTo>
                  <a:lnTo>
                    <a:pt x="2095233" y="3571875"/>
                  </a:lnTo>
                  <a:lnTo>
                    <a:pt x="2095233" y="3562350"/>
                  </a:lnTo>
                  <a:close/>
                </a:path>
                <a:path w="11430000" h="3571875">
                  <a:moveTo>
                    <a:pt x="2105025" y="0"/>
                  </a:moveTo>
                  <a:lnTo>
                    <a:pt x="2076450" y="0"/>
                  </a:lnTo>
                  <a:lnTo>
                    <a:pt x="2076450" y="9525"/>
                  </a:lnTo>
                  <a:lnTo>
                    <a:pt x="2105025" y="9525"/>
                  </a:lnTo>
                  <a:lnTo>
                    <a:pt x="2105025" y="0"/>
                  </a:lnTo>
                  <a:close/>
                </a:path>
                <a:path w="11430000" h="3571875">
                  <a:moveTo>
                    <a:pt x="2142858" y="3562350"/>
                  </a:moveTo>
                  <a:lnTo>
                    <a:pt x="2114283" y="3562350"/>
                  </a:lnTo>
                  <a:lnTo>
                    <a:pt x="2114283" y="3571875"/>
                  </a:lnTo>
                  <a:lnTo>
                    <a:pt x="2142858" y="3571875"/>
                  </a:lnTo>
                  <a:lnTo>
                    <a:pt x="2142858" y="3562350"/>
                  </a:lnTo>
                  <a:close/>
                </a:path>
                <a:path w="11430000" h="3571875">
                  <a:moveTo>
                    <a:pt x="2152650" y="0"/>
                  </a:moveTo>
                  <a:lnTo>
                    <a:pt x="2124075" y="0"/>
                  </a:lnTo>
                  <a:lnTo>
                    <a:pt x="2124075" y="9525"/>
                  </a:lnTo>
                  <a:lnTo>
                    <a:pt x="2152650" y="9525"/>
                  </a:lnTo>
                  <a:lnTo>
                    <a:pt x="2152650" y="0"/>
                  </a:lnTo>
                  <a:close/>
                </a:path>
                <a:path w="11430000" h="3571875">
                  <a:moveTo>
                    <a:pt x="2190483" y="3562350"/>
                  </a:moveTo>
                  <a:lnTo>
                    <a:pt x="2161908" y="3562350"/>
                  </a:lnTo>
                  <a:lnTo>
                    <a:pt x="2161908" y="3571875"/>
                  </a:lnTo>
                  <a:lnTo>
                    <a:pt x="2190483" y="3571875"/>
                  </a:lnTo>
                  <a:lnTo>
                    <a:pt x="2190483" y="3562350"/>
                  </a:lnTo>
                  <a:close/>
                </a:path>
                <a:path w="11430000" h="357187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11430000" h="3571875">
                  <a:moveTo>
                    <a:pt x="2238108" y="3562350"/>
                  </a:moveTo>
                  <a:lnTo>
                    <a:pt x="2209533" y="3562350"/>
                  </a:lnTo>
                  <a:lnTo>
                    <a:pt x="2209533" y="3571875"/>
                  </a:lnTo>
                  <a:lnTo>
                    <a:pt x="2238108" y="3571875"/>
                  </a:lnTo>
                  <a:lnTo>
                    <a:pt x="2238108" y="3562350"/>
                  </a:lnTo>
                  <a:close/>
                </a:path>
                <a:path w="11430000" h="3571875">
                  <a:moveTo>
                    <a:pt x="2247900" y="0"/>
                  </a:moveTo>
                  <a:lnTo>
                    <a:pt x="2219325" y="0"/>
                  </a:lnTo>
                  <a:lnTo>
                    <a:pt x="2219325" y="9525"/>
                  </a:lnTo>
                  <a:lnTo>
                    <a:pt x="2247900" y="9525"/>
                  </a:lnTo>
                  <a:lnTo>
                    <a:pt x="2247900" y="0"/>
                  </a:lnTo>
                  <a:close/>
                </a:path>
                <a:path w="11430000" h="3571875">
                  <a:moveTo>
                    <a:pt x="2285733" y="3562350"/>
                  </a:moveTo>
                  <a:lnTo>
                    <a:pt x="2257158" y="3562350"/>
                  </a:lnTo>
                  <a:lnTo>
                    <a:pt x="2257158" y="3571875"/>
                  </a:lnTo>
                  <a:lnTo>
                    <a:pt x="2285733" y="3571875"/>
                  </a:lnTo>
                  <a:lnTo>
                    <a:pt x="2285733" y="3562350"/>
                  </a:lnTo>
                  <a:close/>
                </a:path>
                <a:path w="11430000" h="3571875">
                  <a:moveTo>
                    <a:pt x="2295525" y="0"/>
                  </a:moveTo>
                  <a:lnTo>
                    <a:pt x="2266950" y="0"/>
                  </a:lnTo>
                  <a:lnTo>
                    <a:pt x="226695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11430000" h="3571875">
                  <a:moveTo>
                    <a:pt x="2333358" y="3562350"/>
                  </a:moveTo>
                  <a:lnTo>
                    <a:pt x="2304783" y="3562350"/>
                  </a:lnTo>
                  <a:lnTo>
                    <a:pt x="2304783" y="3571875"/>
                  </a:lnTo>
                  <a:lnTo>
                    <a:pt x="2333358" y="3571875"/>
                  </a:lnTo>
                  <a:lnTo>
                    <a:pt x="2333358" y="3562350"/>
                  </a:lnTo>
                  <a:close/>
                </a:path>
                <a:path w="11430000" h="3571875">
                  <a:moveTo>
                    <a:pt x="2343150" y="0"/>
                  </a:moveTo>
                  <a:lnTo>
                    <a:pt x="2314575" y="0"/>
                  </a:lnTo>
                  <a:lnTo>
                    <a:pt x="2314575" y="9525"/>
                  </a:lnTo>
                  <a:lnTo>
                    <a:pt x="2343150" y="9525"/>
                  </a:lnTo>
                  <a:lnTo>
                    <a:pt x="2343150" y="0"/>
                  </a:lnTo>
                  <a:close/>
                </a:path>
                <a:path w="11430000" h="3571875">
                  <a:moveTo>
                    <a:pt x="2380983" y="3562350"/>
                  </a:moveTo>
                  <a:lnTo>
                    <a:pt x="2352408" y="3562350"/>
                  </a:lnTo>
                  <a:lnTo>
                    <a:pt x="2352408" y="3571875"/>
                  </a:lnTo>
                  <a:lnTo>
                    <a:pt x="2380983" y="3571875"/>
                  </a:lnTo>
                  <a:lnTo>
                    <a:pt x="2380983" y="3562350"/>
                  </a:lnTo>
                  <a:close/>
                </a:path>
                <a:path w="11430000" h="3571875">
                  <a:moveTo>
                    <a:pt x="2390775" y="0"/>
                  </a:moveTo>
                  <a:lnTo>
                    <a:pt x="2362200" y="0"/>
                  </a:lnTo>
                  <a:lnTo>
                    <a:pt x="2362200" y="9525"/>
                  </a:lnTo>
                  <a:lnTo>
                    <a:pt x="2390775" y="9525"/>
                  </a:lnTo>
                  <a:lnTo>
                    <a:pt x="2390775" y="0"/>
                  </a:lnTo>
                  <a:close/>
                </a:path>
                <a:path w="11430000" h="3571875">
                  <a:moveTo>
                    <a:pt x="2428608" y="3562350"/>
                  </a:moveTo>
                  <a:lnTo>
                    <a:pt x="2400033" y="3562350"/>
                  </a:lnTo>
                  <a:lnTo>
                    <a:pt x="2400033" y="3571875"/>
                  </a:lnTo>
                  <a:lnTo>
                    <a:pt x="2428608" y="3571875"/>
                  </a:lnTo>
                  <a:lnTo>
                    <a:pt x="2428608" y="3562350"/>
                  </a:lnTo>
                  <a:close/>
                </a:path>
                <a:path w="11430000" h="3571875">
                  <a:moveTo>
                    <a:pt x="2438400" y="0"/>
                  </a:moveTo>
                  <a:lnTo>
                    <a:pt x="2409825" y="0"/>
                  </a:lnTo>
                  <a:lnTo>
                    <a:pt x="2409825" y="9525"/>
                  </a:lnTo>
                  <a:lnTo>
                    <a:pt x="2438400" y="9525"/>
                  </a:lnTo>
                  <a:lnTo>
                    <a:pt x="2438400" y="0"/>
                  </a:lnTo>
                  <a:close/>
                </a:path>
                <a:path w="11430000" h="3571875">
                  <a:moveTo>
                    <a:pt x="2476233" y="3562350"/>
                  </a:moveTo>
                  <a:lnTo>
                    <a:pt x="2447658" y="3562350"/>
                  </a:lnTo>
                  <a:lnTo>
                    <a:pt x="2447658" y="3571875"/>
                  </a:lnTo>
                  <a:lnTo>
                    <a:pt x="2476233" y="3571875"/>
                  </a:lnTo>
                  <a:lnTo>
                    <a:pt x="2476233" y="3562350"/>
                  </a:lnTo>
                  <a:close/>
                </a:path>
                <a:path w="11430000" h="357187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11430000" h="3571875">
                  <a:moveTo>
                    <a:pt x="2523858" y="3562350"/>
                  </a:moveTo>
                  <a:lnTo>
                    <a:pt x="2495283" y="3562350"/>
                  </a:lnTo>
                  <a:lnTo>
                    <a:pt x="2495283" y="3571875"/>
                  </a:lnTo>
                  <a:lnTo>
                    <a:pt x="2523858" y="3571875"/>
                  </a:lnTo>
                  <a:lnTo>
                    <a:pt x="2523858" y="3562350"/>
                  </a:lnTo>
                  <a:close/>
                </a:path>
                <a:path w="11430000" h="3571875">
                  <a:moveTo>
                    <a:pt x="2533650" y="0"/>
                  </a:moveTo>
                  <a:lnTo>
                    <a:pt x="2505075" y="0"/>
                  </a:lnTo>
                  <a:lnTo>
                    <a:pt x="2505075" y="9525"/>
                  </a:lnTo>
                  <a:lnTo>
                    <a:pt x="2533650" y="9525"/>
                  </a:lnTo>
                  <a:lnTo>
                    <a:pt x="2533650" y="0"/>
                  </a:lnTo>
                  <a:close/>
                </a:path>
                <a:path w="11430000" h="3571875">
                  <a:moveTo>
                    <a:pt x="2571483" y="3562350"/>
                  </a:moveTo>
                  <a:lnTo>
                    <a:pt x="2542908" y="3562350"/>
                  </a:lnTo>
                  <a:lnTo>
                    <a:pt x="2542908" y="3571875"/>
                  </a:lnTo>
                  <a:lnTo>
                    <a:pt x="2571483" y="3571875"/>
                  </a:lnTo>
                  <a:lnTo>
                    <a:pt x="2571483" y="3562350"/>
                  </a:lnTo>
                  <a:close/>
                </a:path>
                <a:path w="11430000" h="3571875">
                  <a:moveTo>
                    <a:pt x="2581275" y="0"/>
                  </a:moveTo>
                  <a:lnTo>
                    <a:pt x="2552700" y="0"/>
                  </a:lnTo>
                  <a:lnTo>
                    <a:pt x="255270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11430000" h="3571875">
                  <a:moveTo>
                    <a:pt x="2619108" y="3562350"/>
                  </a:moveTo>
                  <a:lnTo>
                    <a:pt x="2590533" y="3562350"/>
                  </a:lnTo>
                  <a:lnTo>
                    <a:pt x="2590533" y="3571875"/>
                  </a:lnTo>
                  <a:lnTo>
                    <a:pt x="2619108" y="3571875"/>
                  </a:lnTo>
                  <a:lnTo>
                    <a:pt x="2619108" y="3562350"/>
                  </a:lnTo>
                  <a:close/>
                </a:path>
                <a:path w="11430000" h="3571875">
                  <a:moveTo>
                    <a:pt x="2628900" y="0"/>
                  </a:moveTo>
                  <a:lnTo>
                    <a:pt x="2600325" y="0"/>
                  </a:lnTo>
                  <a:lnTo>
                    <a:pt x="2600325" y="9525"/>
                  </a:lnTo>
                  <a:lnTo>
                    <a:pt x="2628900" y="9525"/>
                  </a:lnTo>
                  <a:lnTo>
                    <a:pt x="2628900" y="0"/>
                  </a:lnTo>
                  <a:close/>
                </a:path>
                <a:path w="11430000" h="3571875">
                  <a:moveTo>
                    <a:pt x="2666733" y="3562350"/>
                  </a:moveTo>
                  <a:lnTo>
                    <a:pt x="2638158" y="3562350"/>
                  </a:lnTo>
                  <a:lnTo>
                    <a:pt x="2638158" y="3571875"/>
                  </a:lnTo>
                  <a:lnTo>
                    <a:pt x="2666733" y="3571875"/>
                  </a:lnTo>
                  <a:lnTo>
                    <a:pt x="2666733" y="3562350"/>
                  </a:lnTo>
                  <a:close/>
                </a:path>
                <a:path w="11430000" h="3571875">
                  <a:moveTo>
                    <a:pt x="2676525" y="0"/>
                  </a:moveTo>
                  <a:lnTo>
                    <a:pt x="2647950" y="0"/>
                  </a:lnTo>
                  <a:lnTo>
                    <a:pt x="2647950" y="9525"/>
                  </a:lnTo>
                  <a:lnTo>
                    <a:pt x="2676525" y="9525"/>
                  </a:lnTo>
                  <a:lnTo>
                    <a:pt x="2676525" y="0"/>
                  </a:lnTo>
                  <a:close/>
                </a:path>
                <a:path w="11430000" h="3571875">
                  <a:moveTo>
                    <a:pt x="2714358" y="3562350"/>
                  </a:moveTo>
                  <a:lnTo>
                    <a:pt x="2685783" y="3562350"/>
                  </a:lnTo>
                  <a:lnTo>
                    <a:pt x="2685783" y="3571875"/>
                  </a:lnTo>
                  <a:lnTo>
                    <a:pt x="2714358" y="3571875"/>
                  </a:lnTo>
                  <a:lnTo>
                    <a:pt x="2714358" y="3562350"/>
                  </a:lnTo>
                  <a:close/>
                </a:path>
                <a:path w="11430000" h="3571875">
                  <a:moveTo>
                    <a:pt x="2724150" y="0"/>
                  </a:moveTo>
                  <a:lnTo>
                    <a:pt x="2695575" y="0"/>
                  </a:lnTo>
                  <a:lnTo>
                    <a:pt x="2695575" y="9525"/>
                  </a:lnTo>
                  <a:lnTo>
                    <a:pt x="2724150" y="9525"/>
                  </a:lnTo>
                  <a:lnTo>
                    <a:pt x="2724150" y="0"/>
                  </a:lnTo>
                  <a:close/>
                </a:path>
                <a:path w="11430000" h="3571875">
                  <a:moveTo>
                    <a:pt x="2761983" y="3562350"/>
                  </a:moveTo>
                  <a:lnTo>
                    <a:pt x="2733408" y="3562350"/>
                  </a:lnTo>
                  <a:lnTo>
                    <a:pt x="2733408" y="3571875"/>
                  </a:lnTo>
                  <a:lnTo>
                    <a:pt x="2761983" y="3571875"/>
                  </a:lnTo>
                  <a:lnTo>
                    <a:pt x="2761983" y="3562350"/>
                  </a:lnTo>
                  <a:close/>
                </a:path>
                <a:path w="11430000" h="357187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11430000" h="3571875">
                  <a:moveTo>
                    <a:pt x="2809608" y="3562350"/>
                  </a:moveTo>
                  <a:lnTo>
                    <a:pt x="2781033" y="3562350"/>
                  </a:lnTo>
                  <a:lnTo>
                    <a:pt x="2781033" y="3571875"/>
                  </a:lnTo>
                  <a:lnTo>
                    <a:pt x="2809608" y="3571875"/>
                  </a:lnTo>
                  <a:lnTo>
                    <a:pt x="2809608" y="3562350"/>
                  </a:lnTo>
                  <a:close/>
                </a:path>
                <a:path w="11430000" h="3571875">
                  <a:moveTo>
                    <a:pt x="2819400" y="0"/>
                  </a:moveTo>
                  <a:lnTo>
                    <a:pt x="2790825" y="0"/>
                  </a:lnTo>
                  <a:lnTo>
                    <a:pt x="2790825" y="9525"/>
                  </a:lnTo>
                  <a:lnTo>
                    <a:pt x="2819400" y="9525"/>
                  </a:lnTo>
                  <a:lnTo>
                    <a:pt x="2819400" y="0"/>
                  </a:lnTo>
                  <a:close/>
                </a:path>
                <a:path w="11430000" h="3571875">
                  <a:moveTo>
                    <a:pt x="2857233" y="3562350"/>
                  </a:moveTo>
                  <a:lnTo>
                    <a:pt x="2828658" y="3562350"/>
                  </a:lnTo>
                  <a:lnTo>
                    <a:pt x="2828658" y="3571875"/>
                  </a:lnTo>
                  <a:lnTo>
                    <a:pt x="2857233" y="3571875"/>
                  </a:lnTo>
                  <a:lnTo>
                    <a:pt x="2857233" y="3562350"/>
                  </a:lnTo>
                  <a:close/>
                </a:path>
                <a:path w="11430000" h="3571875">
                  <a:moveTo>
                    <a:pt x="2867025" y="0"/>
                  </a:moveTo>
                  <a:lnTo>
                    <a:pt x="2838450" y="0"/>
                  </a:lnTo>
                  <a:lnTo>
                    <a:pt x="283845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11430000" h="3571875">
                  <a:moveTo>
                    <a:pt x="2904858" y="3562350"/>
                  </a:moveTo>
                  <a:lnTo>
                    <a:pt x="2876283" y="3562350"/>
                  </a:lnTo>
                  <a:lnTo>
                    <a:pt x="2876283" y="3571875"/>
                  </a:lnTo>
                  <a:lnTo>
                    <a:pt x="2904858" y="3571875"/>
                  </a:lnTo>
                  <a:lnTo>
                    <a:pt x="2904858" y="3562350"/>
                  </a:lnTo>
                  <a:close/>
                </a:path>
                <a:path w="11430000" h="3571875">
                  <a:moveTo>
                    <a:pt x="2914650" y="0"/>
                  </a:moveTo>
                  <a:lnTo>
                    <a:pt x="2886075" y="0"/>
                  </a:lnTo>
                  <a:lnTo>
                    <a:pt x="2886075" y="9525"/>
                  </a:lnTo>
                  <a:lnTo>
                    <a:pt x="2914650" y="9525"/>
                  </a:lnTo>
                  <a:lnTo>
                    <a:pt x="2914650" y="0"/>
                  </a:lnTo>
                  <a:close/>
                </a:path>
                <a:path w="11430000" h="3571875">
                  <a:moveTo>
                    <a:pt x="2952483" y="3562350"/>
                  </a:moveTo>
                  <a:lnTo>
                    <a:pt x="2923908" y="3562350"/>
                  </a:lnTo>
                  <a:lnTo>
                    <a:pt x="2923908" y="3571875"/>
                  </a:lnTo>
                  <a:lnTo>
                    <a:pt x="2952483" y="3571875"/>
                  </a:lnTo>
                  <a:lnTo>
                    <a:pt x="2952483" y="3562350"/>
                  </a:lnTo>
                  <a:close/>
                </a:path>
                <a:path w="11430000" h="3571875">
                  <a:moveTo>
                    <a:pt x="2962275" y="0"/>
                  </a:moveTo>
                  <a:lnTo>
                    <a:pt x="2933700" y="0"/>
                  </a:lnTo>
                  <a:lnTo>
                    <a:pt x="2933700" y="9525"/>
                  </a:lnTo>
                  <a:lnTo>
                    <a:pt x="2962275" y="9525"/>
                  </a:lnTo>
                  <a:lnTo>
                    <a:pt x="2962275" y="0"/>
                  </a:lnTo>
                  <a:close/>
                </a:path>
                <a:path w="11430000" h="3571875">
                  <a:moveTo>
                    <a:pt x="3000108" y="3562350"/>
                  </a:moveTo>
                  <a:lnTo>
                    <a:pt x="2971533" y="3562350"/>
                  </a:lnTo>
                  <a:lnTo>
                    <a:pt x="2971533" y="3571875"/>
                  </a:lnTo>
                  <a:lnTo>
                    <a:pt x="3000108" y="3571875"/>
                  </a:lnTo>
                  <a:lnTo>
                    <a:pt x="3000108" y="3562350"/>
                  </a:lnTo>
                  <a:close/>
                </a:path>
                <a:path w="11430000" h="3571875">
                  <a:moveTo>
                    <a:pt x="3009900" y="0"/>
                  </a:moveTo>
                  <a:lnTo>
                    <a:pt x="2981325" y="0"/>
                  </a:lnTo>
                  <a:lnTo>
                    <a:pt x="2981325" y="9525"/>
                  </a:lnTo>
                  <a:lnTo>
                    <a:pt x="3009900" y="9525"/>
                  </a:lnTo>
                  <a:lnTo>
                    <a:pt x="3009900" y="0"/>
                  </a:lnTo>
                  <a:close/>
                </a:path>
                <a:path w="11430000" h="3571875">
                  <a:moveTo>
                    <a:pt x="3047733" y="3562350"/>
                  </a:moveTo>
                  <a:lnTo>
                    <a:pt x="3019158" y="3562350"/>
                  </a:lnTo>
                  <a:lnTo>
                    <a:pt x="3019158" y="3571875"/>
                  </a:lnTo>
                  <a:lnTo>
                    <a:pt x="3047733" y="3571875"/>
                  </a:lnTo>
                  <a:lnTo>
                    <a:pt x="3047733" y="3562350"/>
                  </a:lnTo>
                  <a:close/>
                </a:path>
                <a:path w="11430000" h="357187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11430000" h="3571875">
                  <a:moveTo>
                    <a:pt x="3095358" y="3562350"/>
                  </a:moveTo>
                  <a:lnTo>
                    <a:pt x="3066783" y="3562350"/>
                  </a:lnTo>
                  <a:lnTo>
                    <a:pt x="3066783" y="3571875"/>
                  </a:lnTo>
                  <a:lnTo>
                    <a:pt x="3095358" y="3571875"/>
                  </a:lnTo>
                  <a:lnTo>
                    <a:pt x="3095358" y="3562350"/>
                  </a:lnTo>
                  <a:close/>
                </a:path>
                <a:path w="11430000" h="3571875">
                  <a:moveTo>
                    <a:pt x="3105150" y="0"/>
                  </a:moveTo>
                  <a:lnTo>
                    <a:pt x="3076575" y="0"/>
                  </a:lnTo>
                  <a:lnTo>
                    <a:pt x="3076575" y="9525"/>
                  </a:lnTo>
                  <a:lnTo>
                    <a:pt x="3105150" y="9525"/>
                  </a:lnTo>
                  <a:lnTo>
                    <a:pt x="3105150" y="0"/>
                  </a:lnTo>
                  <a:close/>
                </a:path>
                <a:path w="11430000" h="3571875">
                  <a:moveTo>
                    <a:pt x="3142983" y="3562350"/>
                  </a:moveTo>
                  <a:lnTo>
                    <a:pt x="3114408" y="3562350"/>
                  </a:lnTo>
                  <a:lnTo>
                    <a:pt x="3114408" y="3571875"/>
                  </a:lnTo>
                  <a:lnTo>
                    <a:pt x="3142983" y="3571875"/>
                  </a:lnTo>
                  <a:lnTo>
                    <a:pt x="3142983" y="3562350"/>
                  </a:lnTo>
                  <a:close/>
                </a:path>
                <a:path w="11430000" h="3571875">
                  <a:moveTo>
                    <a:pt x="3152775" y="0"/>
                  </a:moveTo>
                  <a:lnTo>
                    <a:pt x="3124200" y="0"/>
                  </a:lnTo>
                  <a:lnTo>
                    <a:pt x="312420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11430000" h="3571875">
                  <a:moveTo>
                    <a:pt x="3190608" y="3562350"/>
                  </a:moveTo>
                  <a:lnTo>
                    <a:pt x="3162033" y="3562350"/>
                  </a:lnTo>
                  <a:lnTo>
                    <a:pt x="3162033" y="3571875"/>
                  </a:lnTo>
                  <a:lnTo>
                    <a:pt x="3190608" y="3571875"/>
                  </a:lnTo>
                  <a:lnTo>
                    <a:pt x="3190608" y="3562350"/>
                  </a:lnTo>
                  <a:close/>
                </a:path>
                <a:path w="11430000" h="3571875">
                  <a:moveTo>
                    <a:pt x="3200412" y="0"/>
                  </a:moveTo>
                  <a:lnTo>
                    <a:pt x="3171825" y="0"/>
                  </a:lnTo>
                  <a:lnTo>
                    <a:pt x="3171825" y="9525"/>
                  </a:lnTo>
                  <a:lnTo>
                    <a:pt x="3200412" y="9525"/>
                  </a:lnTo>
                  <a:lnTo>
                    <a:pt x="3200412" y="0"/>
                  </a:lnTo>
                  <a:close/>
                </a:path>
                <a:path w="11430000" h="3571875">
                  <a:moveTo>
                    <a:pt x="3238233" y="3562350"/>
                  </a:moveTo>
                  <a:lnTo>
                    <a:pt x="3209658" y="3562350"/>
                  </a:lnTo>
                  <a:lnTo>
                    <a:pt x="3209658" y="3571875"/>
                  </a:lnTo>
                  <a:lnTo>
                    <a:pt x="3238233" y="3571875"/>
                  </a:lnTo>
                  <a:lnTo>
                    <a:pt x="3238233" y="3562350"/>
                  </a:lnTo>
                  <a:close/>
                </a:path>
                <a:path w="11430000" h="3571875">
                  <a:moveTo>
                    <a:pt x="3248025" y="0"/>
                  </a:moveTo>
                  <a:lnTo>
                    <a:pt x="3219450" y="0"/>
                  </a:lnTo>
                  <a:lnTo>
                    <a:pt x="3219450" y="9525"/>
                  </a:lnTo>
                  <a:lnTo>
                    <a:pt x="3248025" y="9525"/>
                  </a:lnTo>
                  <a:lnTo>
                    <a:pt x="3248025" y="0"/>
                  </a:lnTo>
                  <a:close/>
                </a:path>
                <a:path w="11430000" h="3571875">
                  <a:moveTo>
                    <a:pt x="3285858" y="3562350"/>
                  </a:moveTo>
                  <a:lnTo>
                    <a:pt x="3257283" y="3562350"/>
                  </a:lnTo>
                  <a:lnTo>
                    <a:pt x="3257283" y="3571875"/>
                  </a:lnTo>
                  <a:lnTo>
                    <a:pt x="3285858" y="3571875"/>
                  </a:lnTo>
                  <a:lnTo>
                    <a:pt x="3285858" y="3562350"/>
                  </a:lnTo>
                  <a:close/>
                </a:path>
                <a:path w="11430000" h="3571875">
                  <a:moveTo>
                    <a:pt x="3295650" y="0"/>
                  </a:moveTo>
                  <a:lnTo>
                    <a:pt x="3267075" y="0"/>
                  </a:lnTo>
                  <a:lnTo>
                    <a:pt x="3267075" y="9525"/>
                  </a:lnTo>
                  <a:lnTo>
                    <a:pt x="3295650" y="9525"/>
                  </a:lnTo>
                  <a:lnTo>
                    <a:pt x="3295650" y="0"/>
                  </a:lnTo>
                  <a:close/>
                </a:path>
                <a:path w="11430000" h="3571875">
                  <a:moveTo>
                    <a:pt x="3333483" y="3562350"/>
                  </a:moveTo>
                  <a:lnTo>
                    <a:pt x="3304908" y="3562350"/>
                  </a:lnTo>
                  <a:lnTo>
                    <a:pt x="3304908" y="3571875"/>
                  </a:lnTo>
                  <a:lnTo>
                    <a:pt x="3333483" y="3571875"/>
                  </a:lnTo>
                  <a:lnTo>
                    <a:pt x="3333483" y="3562350"/>
                  </a:lnTo>
                  <a:close/>
                </a:path>
                <a:path w="11430000" h="357187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11430000" h="3571875">
                  <a:moveTo>
                    <a:pt x="3381108" y="3562350"/>
                  </a:moveTo>
                  <a:lnTo>
                    <a:pt x="3352533" y="3562350"/>
                  </a:lnTo>
                  <a:lnTo>
                    <a:pt x="3352533" y="3571875"/>
                  </a:lnTo>
                  <a:lnTo>
                    <a:pt x="3381108" y="3571875"/>
                  </a:lnTo>
                  <a:lnTo>
                    <a:pt x="3381108" y="3562350"/>
                  </a:lnTo>
                  <a:close/>
                </a:path>
                <a:path w="11430000" h="3571875">
                  <a:moveTo>
                    <a:pt x="3390900" y="0"/>
                  </a:moveTo>
                  <a:lnTo>
                    <a:pt x="3362325" y="0"/>
                  </a:lnTo>
                  <a:lnTo>
                    <a:pt x="3362325" y="9525"/>
                  </a:lnTo>
                  <a:lnTo>
                    <a:pt x="3390900" y="9525"/>
                  </a:lnTo>
                  <a:lnTo>
                    <a:pt x="3390900" y="0"/>
                  </a:lnTo>
                  <a:close/>
                </a:path>
                <a:path w="11430000" h="3571875">
                  <a:moveTo>
                    <a:pt x="3428733" y="3562350"/>
                  </a:moveTo>
                  <a:lnTo>
                    <a:pt x="3400158" y="3562350"/>
                  </a:lnTo>
                  <a:lnTo>
                    <a:pt x="3400158" y="3571875"/>
                  </a:lnTo>
                  <a:lnTo>
                    <a:pt x="3428733" y="3571875"/>
                  </a:lnTo>
                  <a:lnTo>
                    <a:pt x="3428733" y="3562350"/>
                  </a:lnTo>
                  <a:close/>
                </a:path>
                <a:path w="11430000" h="3571875">
                  <a:moveTo>
                    <a:pt x="3438525" y="0"/>
                  </a:moveTo>
                  <a:lnTo>
                    <a:pt x="3409950" y="0"/>
                  </a:lnTo>
                  <a:lnTo>
                    <a:pt x="340995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11430000" h="3571875">
                  <a:moveTo>
                    <a:pt x="3476358" y="3562350"/>
                  </a:moveTo>
                  <a:lnTo>
                    <a:pt x="3447783" y="3562350"/>
                  </a:lnTo>
                  <a:lnTo>
                    <a:pt x="3447783" y="3571875"/>
                  </a:lnTo>
                  <a:lnTo>
                    <a:pt x="3476358" y="3571875"/>
                  </a:lnTo>
                  <a:lnTo>
                    <a:pt x="3476358" y="3562350"/>
                  </a:lnTo>
                  <a:close/>
                </a:path>
                <a:path w="11430000" h="3571875">
                  <a:moveTo>
                    <a:pt x="3486150" y="0"/>
                  </a:moveTo>
                  <a:lnTo>
                    <a:pt x="3457575" y="0"/>
                  </a:lnTo>
                  <a:lnTo>
                    <a:pt x="3457575" y="9525"/>
                  </a:lnTo>
                  <a:lnTo>
                    <a:pt x="3486150" y="9525"/>
                  </a:lnTo>
                  <a:lnTo>
                    <a:pt x="3486150" y="0"/>
                  </a:lnTo>
                  <a:close/>
                </a:path>
                <a:path w="11430000" h="3571875">
                  <a:moveTo>
                    <a:pt x="3523983" y="3562350"/>
                  </a:moveTo>
                  <a:lnTo>
                    <a:pt x="3495408" y="3562350"/>
                  </a:lnTo>
                  <a:lnTo>
                    <a:pt x="3495408" y="3571875"/>
                  </a:lnTo>
                  <a:lnTo>
                    <a:pt x="3523983" y="3571875"/>
                  </a:lnTo>
                  <a:lnTo>
                    <a:pt x="3523983" y="3562350"/>
                  </a:lnTo>
                  <a:close/>
                </a:path>
                <a:path w="11430000" h="3571875">
                  <a:moveTo>
                    <a:pt x="3533775" y="0"/>
                  </a:moveTo>
                  <a:lnTo>
                    <a:pt x="3505200" y="0"/>
                  </a:lnTo>
                  <a:lnTo>
                    <a:pt x="3505200" y="9525"/>
                  </a:lnTo>
                  <a:lnTo>
                    <a:pt x="3533775" y="9525"/>
                  </a:lnTo>
                  <a:lnTo>
                    <a:pt x="3533775" y="0"/>
                  </a:lnTo>
                  <a:close/>
                </a:path>
                <a:path w="11430000" h="3571875">
                  <a:moveTo>
                    <a:pt x="3571608" y="3562350"/>
                  </a:moveTo>
                  <a:lnTo>
                    <a:pt x="3543033" y="3562350"/>
                  </a:lnTo>
                  <a:lnTo>
                    <a:pt x="3543033" y="3571875"/>
                  </a:lnTo>
                  <a:lnTo>
                    <a:pt x="3571608" y="3571875"/>
                  </a:lnTo>
                  <a:lnTo>
                    <a:pt x="3571608" y="3562350"/>
                  </a:lnTo>
                  <a:close/>
                </a:path>
                <a:path w="11430000" h="3571875">
                  <a:moveTo>
                    <a:pt x="3581400" y="0"/>
                  </a:moveTo>
                  <a:lnTo>
                    <a:pt x="3552837" y="0"/>
                  </a:lnTo>
                  <a:lnTo>
                    <a:pt x="3552837" y="9525"/>
                  </a:lnTo>
                  <a:lnTo>
                    <a:pt x="3581400" y="9525"/>
                  </a:lnTo>
                  <a:lnTo>
                    <a:pt x="3581400" y="0"/>
                  </a:lnTo>
                  <a:close/>
                </a:path>
                <a:path w="11430000" h="3571875">
                  <a:moveTo>
                    <a:pt x="3619233" y="3562350"/>
                  </a:moveTo>
                  <a:lnTo>
                    <a:pt x="3590658" y="3562350"/>
                  </a:lnTo>
                  <a:lnTo>
                    <a:pt x="3590658" y="3571875"/>
                  </a:lnTo>
                  <a:lnTo>
                    <a:pt x="3619233" y="3571875"/>
                  </a:lnTo>
                  <a:lnTo>
                    <a:pt x="3619233" y="3562350"/>
                  </a:lnTo>
                  <a:close/>
                </a:path>
                <a:path w="11430000" h="357187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11430000" h="3571875">
                  <a:moveTo>
                    <a:pt x="3666858" y="3562350"/>
                  </a:moveTo>
                  <a:lnTo>
                    <a:pt x="3638283" y="3562350"/>
                  </a:lnTo>
                  <a:lnTo>
                    <a:pt x="3638283" y="3571875"/>
                  </a:lnTo>
                  <a:lnTo>
                    <a:pt x="3666858" y="3571875"/>
                  </a:lnTo>
                  <a:lnTo>
                    <a:pt x="3666858" y="3562350"/>
                  </a:lnTo>
                  <a:close/>
                </a:path>
                <a:path w="11430000" h="3571875">
                  <a:moveTo>
                    <a:pt x="3676650" y="0"/>
                  </a:moveTo>
                  <a:lnTo>
                    <a:pt x="3648075" y="0"/>
                  </a:lnTo>
                  <a:lnTo>
                    <a:pt x="3648075" y="9525"/>
                  </a:lnTo>
                  <a:lnTo>
                    <a:pt x="3676650" y="9525"/>
                  </a:lnTo>
                  <a:lnTo>
                    <a:pt x="3676650" y="0"/>
                  </a:lnTo>
                  <a:close/>
                </a:path>
                <a:path w="11430000" h="3571875">
                  <a:moveTo>
                    <a:pt x="3714483" y="3562350"/>
                  </a:moveTo>
                  <a:lnTo>
                    <a:pt x="3685908" y="3562350"/>
                  </a:lnTo>
                  <a:lnTo>
                    <a:pt x="3685908" y="3571875"/>
                  </a:lnTo>
                  <a:lnTo>
                    <a:pt x="3714483" y="3571875"/>
                  </a:lnTo>
                  <a:lnTo>
                    <a:pt x="3714483" y="3562350"/>
                  </a:lnTo>
                  <a:close/>
                </a:path>
                <a:path w="11430000" h="3571875">
                  <a:moveTo>
                    <a:pt x="3724275" y="0"/>
                  </a:moveTo>
                  <a:lnTo>
                    <a:pt x="3695700" y="0"/>
                  </a:lnTo>
                  <a:lnTo>
                    <a:pt x="369570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11430000" h="3571875">
                  <a:moveTo>
                    <a:pt x="3762108" y="3562350"/>
                  </a:moveTo>
                  <a:lnTo>
                    <a:pt x="3733533" y="3562350"/>
                  </a:lnTo>
                  <a:lnTo>
                    <a:pt x="3733533" y="3571875"/>
                  </a:lnTo>
                  <a:lnTo>
                    <a:pt x="3762108" y="3571875"/>
                  </a:lnTo>
                  <a:lnTo>
                    <a:pt x="3762108" y="3562350"/>
                  </a:lnTo>
                  <a:close/>
                </a:path>
                <a:path w="11430000" h="3571875">
                  <a:moveTo>
                    <a:pt x="3771900" y="0"/>
                  </a:moveTo>
                  <a:lnTo>
                    <a:pt x="3743325" y="0"/>
                  </a:lnTo>
                  <a:lnTo>
                    <a:pt x="3743325" y="9525"/>
                  </a:lnTo>
                  <a:lnTo>
                    <a:pt x="3771900" y="9525"/>
                  </a:lnTo>
                  <a:lnTo>
                    <a:pt x="3771900" y="0"/>
                  </a:lnTo>
                  <a:close/>
                </a:path>
                <a:path w="11430000" h="3571875">
                  <a:moveTo>
                    <a:pt x="3809733" y="3562350"/>
                  </a:moveTo>
                  <a:lnTo>
                    <a:pt x="3781158" y="3562350"/>
                  </a:lnTo>
                  <a:lnTo>
                    <a:pt x="3781158" y="3571875"/>
                  </a:lnTo>
                  <a:lnTo>
                    <a:pt x="3809733" y="3571875"/>
                  </a:lnTo>
                  <a:lnTo>
                    <a:pt x="3809733" y="3562350"/>
                  </a:lnTo>
                  <a:close/>
                </a:path>
                <a:path w="11430000" h="3571875">
                  <a:moveTo>
                    <a:pt x="3819537" y="0"/>
                  </a:moveTo>
                  <a:lnTo>
                    <a:pt x="3790950" y="0"/>
                  </a:lnTo>
                  <a:lnTo>
                    <a:pt x="3790950" y="9525"/>
                  </a:lnTo>
                  <a:lnTo>
                    <a:pt x="3819537" y="9525"/>
                  </a:lnTo>
                  <a:lnTo>
                    <a:pt x="3819537" y="0"/>
                  </a:lnTo>
                  <a:close/>
                </a:path>
                <a:path w="11430000" h="3571875">
                  <a:moveTo>
                    <a:pt x="3857358" y="3562350"/>
                  </a:moveTo>
                  <a:lnTo>
                    <a:pt x="3828783" y="3562350"/>
                  </a:lnTo>
                  <a:lnTo>
                    <a:pt x="3828783" y="3571875"/>
                  </a:lnTo>
                  <a:lnTo>
                    <a:pt x="3857358" y="3571875"/>
                  </a:lnTo>
                  <a:lnTo>
                    <a:pt x="3857358" y="3562350"/>
                  </a:lnTo>
                  <a:close/>
                </a:path>
                <a:path w="11430000" h="3571875">
                  <a:moveTo>
                    <a:pt x="3867150" y="0"/>
                  </a:moveTo>
                  <a:lnTo>
                    <a:pt x="3838575" y="0"/>
                  </a:lnTo>
                  <a:lnTo>
                    <a:pt x="3838575" y="9525"/>
                  </a:lnTo>
                  <a:lnTo>
                    <a:pt x="3867150" y="9525"/>
                  </a:lnTo>
                  <a:lnTo>
                    <a:pt x="3867150" y="0"/>
                  </a:lnTo>
                  <a:close/>
                </a:path>
                <a:path w="11430000" h="3571875">
                  <a:moveTo>
                    <a:pt x="3904983" y="3562350"/>
                  </a:moveTo>
                  <a:lnTo>
                    <a:pt x="3876408" y="3562350"/>
                  </a:lnTo>
                  <a:lnTo>
                    <a:pt x="3876408" y="3571875"/>
                  </a:lnTo>
                  <a:lnTo>
                    <a:pt x="3904983" y="3571875"/>
                  </a:lnTo>
                  <a:lnTo>
                    <a:pt x="3904983" y="3562350"/>
                  </a:lnTo>
                  <a:close/>
                </a:path>
                <a:path w="11430000" h="357187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11430000" h="3571875">
                  <a:moveTo>
                    <a:pt x="3952608" y="3562350"/>
                  </a:moveTo>
                  <a:lnTo>
                    <a:pt x="3924033" y="3562350"/>
                  </a:lnTo>
                  <a:lnTo>
                    <a:pt x="3924033" y="3571875"/>
                  </a:lnTo>
                  <a:lnTo>
                    <a:pt x="3952608" y="3571875"/>
                  </a:lnTo>
                  <a:lnTo>
                    <a:pt x="3952608" y="3562350"/>
                  </a:lnTo>
                  <a:close/>
                </a:path>
                <a:path w="11430000" h="3571875">
                  <a:moveTo>
                    <a:pt x="3962400" y="0"/>
                  </a:moveTo>
                  <a:lnTo>
                    <a:pt x="3933825" y="0"/>
                  </a:lnTo>
                  <a:lnTo>
                    <a:pt x="3933825" y="9525"/>
                  </a:lnTo>
                  <a:lnTo>
                    <a:pt x="3962400" y="9525"/>
                  </a:lnTo>
                  <a:lnTo>
                    <a:pt x="3962400" y="0"/>
                  </a:lnTo>
                  <a:close/>
                </a:path>
                <a:path w="11430000" h="3571875">
                  <a:moveTo>
                    <a:pt x="4000233" y="3562350"/>
                  </a:moveTo>
                  <a:lnTo>
                    <a:pt x="3971658" y="3562350"/>
                  </a:lnTo>
                  <a:lnTo>
                    <a:pt x="3971658" y="3571875"/>
                  </a:lnTo>
                  <a:lnTo>
                    <a:pt x="4000233" y="3571875"/>
                  </a:lnTo>
                  <a:lnTo>
                    <a:pt x="4000233" y="3562350"/>
                  </a:lnTo>
                  <a:close/>
                </a:path>
                <a:path w="11430000" h="3571875">
                  <a:moveTo>
                    <a:pt x="4010025" y="0"/>
                  </a:moveTo>
                  <a:lnTo>
                    <a:pt x="3981450" y="0"/>
                  </a:lnTo>
                  <a:lnTo>
                    <a:pt x="398145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  <a:path w="11430000" h="3571875">
                  <a:moveTo>
                    <a:pt x="4047858" y="3562350"/>
                  </a:moveTo>
                  <a:lnTo>
                    <a:pt x="4019283" y="3562350"/>
                  </a:lnTo>
                  <a:lnTo>
                    <a:pt x="4019283" y="3571875"/>
                  </a:lnTo>
                  <a:lnTo>
                    <a:pt x="4047858" y="3571875"/>
                  </a:lnTo>
                  <a:lnTo>
                    <a:pt x="4047858" y="3562350"/>
                  </a:lnTo>
                  <a:close/>
                </a:path>
                <a:path w="11430000" h="3571875">
                  <a:moveTo>
                    <a:pt x="4057650" y="0"/>
                  </a:moveTo>
                  <a:lnTo>
                    <a:pt x="4029075" y="0"/>
                  </a:lnTo>
                  <a:lnTo>
                    <a:pt x="4029075" y="9525"/>
                  </a:lnTo>
                  <a:lnTo>
                    <a:pt x="4057650" y="9525"/>
                  </a:lnTo>
                  <a:lnTo>
                    <a:pt x="4057650" y="0"/>
                  </a:lnTo>
                  <a:close/>
                </a:path>
                <a:path w="11430000" h="3571875">
                  <a:moveTo>
                    <a:pt x="4095483" y="3562350"/>
                  </a:moveTo>
                  <a:lnTo>
                    <a:pt x="4066908" y="3562350"/>
                  </a:lnTo>
                  <a:lnTo>
                    <a:pt x="4066908" y="3571875"/>
                  </a:lnTo>
                  <a:lnTo>
                    <a:pt x="4095483" y="3571875"/>
                  </a:lnTo>
                  <a:lnTo>
                    <a:pt x="4095483" y="3562350"/>
                  </a:lnTo>
                  <a:close/>
                </a:path>
                <a:path w="11430000" h="3571875">
                  <a:moveTo>
                    <a:pt x="4105275" y="0"/>
                  </a:moveTo>
                  <a:lnTo>
                    <a:pt x="4076700" y="0"/>
                  </a:lnTo>
                  <a:lnTo>
                    <a:pt x="4076700" y="9525"/>
                  </a:lnTo>
                  <a:lnTo>
                    <a:pt x="4105275" y="9525"/>
                  </a:lnTo>
                  <a:lnTo>
                    <a:pt x="4105275" y="0"/>
                  </a:lnTo>
                  <a:close/>
                </a:path>
                <a:path w="11430000" h="3571875">
                  <a:moveTo>
                    <a:pt x="4143108" y="3562350"/>
                  </a:moveTo>
                  <a:lnTo>
                    <a:pt x="4114533" y="3562350"/>
                  </a:lnTo>
                  <a:lnTo>
                    <a:pt x="4114533" y="3571875"/>
                  </a:lnTo>
                  <a:lnTo>
                    <a:pt x="4143108" y="3571875"/>
                  </a:lnTo>
                  <a:lnTo>
                    <a:pt x="4143108" y="3562350"/>
                  </a:lnTo>
                  <a:close/>
                </a:path>
                <a:path w="11430000" h="3571875">
                  <a:moveTo>
                    <a:pt x="4152900" y="0"/>
                  </a:moveTo>
                  <a:lnTo>
                    <a:pt x="4124325" y="0"/>
                  </a:lnTo>
                  <a:lnTo>
                    <a:pt x="4124325" y="9525"/>
                  </a:lnTo>
                  <a:lnTo>
                    <a:pt x="4152900" y="9525"/>
                  </a:lnTo>
                  <a:lnTo>
                    <a:pt x="4152900" y="0"/>
                  </a:lnTo>
                  <a:close/>
                </a:path>
                <a:path w="11430000" h="3571875">
                  <a:moveTo>
                    <a:pt x="4190733" y="3562350"/>
                  </a:moveTo>
                  <a:lnTo>
                    <a:pt x="4162158" y="3562350"/>
                  </a:lnTo>
                  <a:lnTo>
                    <a:pt x="4162158" y="3571875"/>
                  </a:lnTo>
                  <a:lnTo>
                    <a:pt x="4190733" y="3571875"/>
                  </a:lnTo>
                  <a:lnTo>
                    <a:pt x="4190733" y="3562350"/>
                  </a:lnTo>
                  <a:close/>
                </a:path>
                <a:path w="11430000" h="3571875">
                  <a:moveTo>
                    <a:pt x="4200525" y="0"/>
                  </a:moveTo>
                  <a:lnTo>
                    <a:pt x="4171962" y="0"/>
                  </a:lnTo>
                  <a:lnTo>
                    <a:pt x="4171962" y="9525"/>
                  </a:lnTo>
                  <a:lnTo>
                    <a:pt x="4200525" y="9525"/>
                  </a:lnTo>
                  <a:lnTo>
                    <a:pt x="4200525" y="0"/>
                  </a:lnTo>
                  <a:close/>
                </a:path>
                <a:path w="11430000" h="3571875">
                  <a:moveTo>
                    <a:pt x="4238358" y="3562350"/>
                  </a:moveTo>
                  <a:lnTo>
                    <a:pt x="4209783" y="3562350"/>
                  </a:lnTo>
                  <a:lnTo>
                    <a:pt x="4209783" y="3571875"/>
                  </a:lnTo>
                  <a:lnTo>
                    <a:pt x="4238358" y="3571875"/>
                  </a:lnTo>
                  <a:lnTo>
                    <a:pt x="4238358" y="3562350"/>
                  </a:lnTo>
                  <a:close/>
                </a:path>
                <a:path w="11430000" h="3571875">
                  <a:moveTo>
                    <a:pt x="4248150" y="0"/>
                  </a:moveTo>
                  <a:lnTo>
                    <a:pt x="4219575" y="0"/>
                  </a:lnTo>
                  <a:lnTo>
                    <a:pt x="4219575" y="9525"/>
                  </a:lnTo>
                  <a:lnTo>
                    <a:pt x="4248150" y="9525"/>
                  </a:lnTo>
                  <a:lnTo>
                    <a:pt x="4248150" y="0"/>
                  </a:lnTo>
                  <a:close/>
                </a:path>
                <a:path w="11430000" h="3571875">
                  <a:moveTo>
                    <a:pt x="4285983" y="3562350"/>
                  </a:moveTo>
                  <a:lnTo>
                    <a:pt x="4257408" y="3562350"/>
                  </a:lnTo>
                  <a:lnTo>
                    <a:pt x="4257408" y="3571875"/>
                  </a:lnTo>
                  <a:lnTo>
                    <a:pt x="4285983" y="3571875"/>
                  </a:lnTo>
                  <a:lnTo>
                    <a:pt x="4285983" y="3562350"/>
                  </a:lnTo>
                  <a:close/>
                </a:path>
                <a:path w="11430000" h="3571875">
                  <a:moveTo>
                    <a:pt x="4295775" y="0"/>
                  </a:moveTo>
                  <a:lnTo>
                    <a:pt x="4267200" y="0"/>
                  </a:lnTo>
                  <a:lnTo>
                    <a:pt x="4267200" y="9525"/>
                  </a:lnTo>
                  <a:lnTo>
                    <a:pt x="4295775" y="9525"/>
                  </a:lnTo>
                  <a:lnTo>
                    <a:pt x="4295775" y="0"/>
                  </a:lnTo>
                  <a:close/>
                </a:path>
                <a:path w="11430000" h="3571875">
                  <a:moveTo>
                    <a:pt x="4333608" y="3562350"/>
                  </a:moveTo>
                  <a:lnTo>
                    <a:pt x="4305033" y="3562350"/>
                  </a:lnTo>
                  <a:lnTo>
                    <a:pt x="4305033" y="3571875"/>
                  </a:lnTo>
                  <a:lnTo>
                    <a:pt x="4333608" y="3571875"/>
                  </a:lnTo>
                  <a:lnTo>
                    <a:pt x="4333608" y="3562350"/>
                  </a:lnTo>
                  <a:close/>
                </a:path>
                <a:path w="11430000" h="3571875">
                  <a:moveTo>
                    <a:pt x="4343400" y="0"/>
                  </a:moveTo>
                  <a:lnTo>
                    <a:pt x="4314825" y="0"/>
                  </a:lnTo>
                  <a:lnTo>
                    <a:pt x="4314825" y="9525"/>
                  </a:lnTo>
                  <a:lnTo>
                    <a:pt x="4343400" y="9525"/>
                  </a:lnTo>
                  <a:lnTo>
                    <a:pt x="4343400" y="0"/>
                  </a:lnTo>
                  <a:close/>
                </a:path>
                <a:path w="11430000" h="3571875">
                  <a:moveTo>
                    <a:pt x="4381233" y="3562350"/>
                  </a:moveTo>
                  <a:lnTo>
                    <a:pt x="4352658" y="3562350"/>
                  </a:lnTo>
                  <a:lnTo>
                    <a:pt x="4352658" y="3571875"/>
                  </a:lnTo>
                  <a:lnTo>
                    <a:pt x="4381233" y="3571875"/>
                  </a:lnTo>
                  <a:lnTo>
                    <a:pt x="4381233" y="3562350"/>
                  </a:lnTo>
                  <a:close/>
                </a:path>
                <a:path w="11430000" h="3571875">
                  <a:moveTo>
                    <a:pt x="4391025" y="0"/>
                  </a:moveTo>
                  <a:lnTo>
                    <a:pt x="4362450" y="0"/>
                  </a:lnTo>
                  <a:lnTo>
                    <a:pt x="4362450" y="9525"/>
                  </a:lnTo>
                  <a:lnTo>
                    <a:pt x="4391025" y="9525"/>
                  </a:lnTo>
                  <a:lnTo>
                    <a:pt x="4391025" y="0"/>
                  </a:lnTo>
                  <a:close/>
                </a:path>
                <a:path w="11430000" h="3571875">
                  <a:moveTo>
                    <a:pt x="4428858" y="3562350"/>
                  </a:moveTo>
                  <a:lnTo>
                    <a:pt x="4400283" y="3562350"/>
                  </a:lnTo>
                  <a:lnTo>
                    <a:pt x="4400283" y="3571875"/>
                  </a:lnTo>
                  <a:lnTo>
                    <a:pt x="4428858" y="3571875"/>
                  </a:lnTo>
                  <a:lnTo>
                    <a:pt x="4428858" y="3562350"/>
                  </a:lnTo>
                  <a:close/>
                </a:path>
                <a:path w="11430000" h="3571875">
                  <a:moveTo>
                    <a:pt x="4438650" y="0"/>
                  </a:moveTo>
                  <a:lnTo>
                    <a:pt x="4410075" y="0"/>
                  </a:lnTo>
                  <a:lnTo>
                    <a:pt x="4410075" y="9525"/>
                  </a:lnTo>
                  <a:lnTo>
                    <a:pt x="4438650" y="9525"/>
                  </a:lnTo>
                  <a:lnTo>
                    <a:pt x="4438650" y="0"/>
                  </a:lnTo>
                  <a:close/>
                </a:path>
                <a:path w="11430000" h="3571875">
                  <a:moveTo>
                    <a:pt x="4476483" y="3562350"/>
                  </a:moveTo>
                  <a:lnTo>
                    <a:pt x="4447908" y="3562350"/>
                  </a:lnTo>
                  <a:lnTo>
                    <a:pt x="4447908" y="3571875"/>
                  </a:lnTo>
                  <a:lnTo>
                    <a:pt x="4476483" y="3571875"/>
                  </a:lnTo>
                  <a:lnTo>
                    <a:pt x="4476483" y="3562350"/>
                  </a:lnTo>
                  <a:close/>
                </a:path>
                <a:path w="11430000" h="3571875">
                  <a:moveTo>
                    <a:pt x="4486275" y="0"/>
                  </a:moveTo>
                  <a:lnTo>
                    <a:pt x="4457700" y="0"/>
                  </a:lnTo>
                  <a:lnTo>
                    <a:pt x="4457700" y="9525"/>
                  </a:lnTo>
                  <a:lnTo>
                    <a:pt x="4486275" y="9525"/>
                  </a:lnTo>
                  <a:lnTo>
                    <a:pt x="4486275" y="0"/>
                  </a:lnTo>
                  <a:close/>
                </a:path>
                <a:path w="11430000" h="3571875">
                  <a:moveTo>
                    <a:pt x="4524108" y="3562350"/>
                  </a:moveTo>
                  <a:lnTo>
                    <a:pt x="4495533" y="3562350"/>
                  </a:lnTo>
                  <a:lnTo>
                    <a:pt x="4495533" y="3571875"/>
                  </a:lnTo>
                  <a:lnTo>
                    <a:pt x="4524108" y="3571875"/>
                  </a:lnTo>
                  <a:lnTo>
                    <a:pt x="4524108" y="3562350"/>
                  </a:lnTo>
                  <a:close/>
                </a:path>
                <a:path w="11430000" h="3571875">
                  <a:moveTo>
                    <a:pt x="4533900" y="0"/>
                  </a:moveTo>
                  <a:lnTo>
                    <a:pt x="4505325" y="0"/>
                  </a:lnTo>
                  <a:lnTo>
                    <a:pt x="4505325" y="9525"/>
                  </a:lnTo>
                  <a:lnTo>
                    <a:pt x="4533900" y="9525"/>
                  </a:lnTo>
                  <a:lnTo>
                    <a:pt x="4533900" y="0"/>
                  </a:lnTo>
                  <a:close/>
                </a:path>
                <a:path w="11430000" h="3571875">
                  <a:moveTo>
                    <a:pt x="4571733" y="3562350"/>
                  </a:moveTo>
                  <a:lnTo>
                    <a:pt x="4543158" y="3562350"/>
                  </a:lnTo>
                  <a:lnTo>
                    <a:pt x="4543158" y="3571875"/>
                  </a:lnTo>
                  <a:lnTo>
                    <a:pt x="4571733" y="3571875"/>
                  </a:lnTo>
                  <a:lnTo>
                    <a:pt x="4571733" y="3562350"/>
                  </a:lnTo>
                  <a:close/>
                </a:path>
                <a:path w="11430000" h="3571875">
                  <a:moveTo>
                    <a:pt x="4581525" y="0"/>
                  </a:moveTo>
                  <a:lnTo>
                    <a:pt x="4552950" y="0"/>
                  </a:lnTo>
                  <a:lnTo>
                    <a:pt x="4552950" y="9525"/>
                  </a:lnTo>
                  <a:lnTo>
                    <a:pt x="4581525" y="9525"/>
                  </a:lnTo>
                  <a:lnTo>
                    <a:pt x="4581525" y="0"/>
                  </a:lnTo>
                  <a:close/>
                </a:path>
                <a:path w="11430000" h="3571875">
                  <a:moveTo>
                    <a:pt x="4619358" y="3562350"/>
                  </a:moveTo>
                  <a:lnTo>
                    <a:pt x="4590783" y="3562350"/>
                  </a:lnTo>
                  <a:lnTo>
                    <a:pt x="4590783" y="3571875"/>
                  </a:lnTo>
                  <a:lnTo>
                    <a:pt x="4619358" y="3571875"/>
                  </a:lnTo>
                  <a:lnTo>
                    <a:pt x="4619358" y="3562350"/>
                  </a:lnTo>
                  <a:close/>
                </a:path>
                <a:path w="11430000" h="3571875">
                  <a:moveTo>
                    <a:pt x="4629150" y="0"/>
                  </a:moveTo>
                  <a:lnTo>
                    <a:pt x="4600575" y="0"/>
                  </a:lnTo>
                  <a:lnTo>
                    <a:pt x="4600575" y="9525"/>
                  </a:lnTo>
                  <a:lnTo>
                    <a:pt x="4629150" y="9525"/>
                  </a:lnTo>
                  <a:lnTo>
                    <a:pt x="4629150" y="0"/>
                  </a:lnTo>
                  <a:close/>
                </a:path>
                <a:path w="11430000" h="3571875">
                  <a:moveTo>
                    <a:pt x="4666983" y="3562350"/>
                  </a:moveTo>
                  <a:lnTo>
                    <a:pt x="4638408" y="3562350"/>
                  </a:lnTo>
                  <a:lnTo>
                    <a:pt x="4638408" y="3571875"/>
                  </a:lnTo>
                  <a:lnTo>
                    <a:pt x="4666983" y="3571875"/>
                  </a:lnTo>
                  <a:lnTo>
                    <a:pt x="4666983" y="3562350"/>
                  </a:lnTo>
                  <a:close/>
                </a:path>
                <a:path w="11430000" h="3571875">
                  <a:moveTo>
                    <a:pt x="4676775" y="0"/>
                  </a:moveTo>
                  <a:lnTo>
                    <a:pt x="4648200" y="0"/>
                  </a:lnTo>
                  <a:lnTo>
                    <a:pt x="4648200" y="9525"/>
                  </a:lnTo>
                  <a:lnTo>
                    <a:pt x="4676775" y="9525"/>
                  </a:lnTo>
                  <a:lnTo>
                    <a:pt x="4676775" y="0"/>
                  </a:lnTo>
                  <a:close/>
                </a:path>
                <a:path w="11430000" h="3571875">
                  <a:moveTo>
                    <a:pt x="4714608" y="3562350"/>
                  </a:moveTo>
                  <a:lnTo>
                    <a:pt x="4686033" y="3562350"/>
                  </a:lnTo>
                  <a:lnTo>
                    <a:pt x="4686033" y="3571875"/>
                  </a:lnTo>
                  <a:lnTo>
                    <a:pt x="4714608" y="3571875"/>
                  </a:lnTo>
                  <a:lnTo>
                    <a:pt x="4714608" y="3562350"/>
                  </a:lnTo>
                  <a:close/>
                </a:path>
                <a:path w="11430000" h="3571875">
                  <a:moveTo>
                    <a:pt x="4724400" y="0"/>
                  </a:moveTo>
                  <a:lnTo>
                    <a:pt x="4695825" y="0"/>
                  </a:lnTo>
                  <a:lnTo>
                    <a:pt x="4695825" y="9525"/>
                  </a:lnTo>
                  <a:lnTo>
                    <a:pt x="4724400" y="9525"/>
                  </a:lnTo>
                  <a:lnTo>
                    <a:pt x="4724400" y="0"/>
                  </a:lnTo>
                  <a:close/>
                </a:path>
                <a:path w="11430000" h="3571875">
                  <a:moveTo>
                    <a:pt x="4762233" y="3562350"/>
                  </a:moveTo>
                  <a:lnTo>
                    <a:pt x="4733658" y="3562350"/>
                  </a:lnTo>
                  <a:lnTo>
                    <a:pt x="4733658" y="3571875"/>
                  </a:lnTo>
                  <a:lnTo>
                    <a:pt x="4762233" y="3571875"/>
                  </a:lnTo>
                  <a:lnTo>
                    <a:pt x="4762233" y="3562350"/>
                  </a:lnTo>
                  <a:close/>
                </a:path>
                <a:path w="11430000" h="3571875">
                  <a:moveTo>
                    <a:pt x="4772025" y="0"/>
                  </a:moveTo>
                  <a:lnTo>
                    <a:pt x="4743450" y="0"/>
                  </a:lnTo>
                  <a:lnTo>
                    <a:pt x="4743450" y="9525"/>
                  </a:lnTo>
                  <a:lnTo>
                    <a:pt x="4772025" y="9525"/>
                  </a:lnTo>
                  <a:lnTo>
                    <a:pt x="4772025" y="0"/>
                  </a:lnTo>
                  <a:close/>
                </a:path>
                <a:path w="11430000" h="3571875">
                  <a:moveTo>
                    <a:pt x="4809858" y="3562350"/>
                  </a:moveTo>
                  <a:lnTo>
                    <a:pt x="4781283" y="3562350"/>
                  </a:lnTo>
                  <a:lnTo>
                    <a:pt x="4781283" y="3571875"/>
                  </a:lnTo>
                  <a:lnTo>
                    <a:pt x="4809858" y="3571875"/>
                  </a:lnTo>
                  <a:lnTo>
                    <a:pt x="4809858" y="3562350"/>
                  </a:lnTo>
                  <a:close/>
                </a:path>
                <a:path w="11430000" h="3571875">
                  <a:moveTo>
                    <a:pt x="4819650" y="0"/>
                  </a:moveTo>
                  <a:lnTo>
                    <a:pt x="4791075" y="0"/>
                  </a:lnTo>
                  <a:lnTo>
                    <a:pt x="4791075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11430000" h="3571875">
                  <a:moveTo>
                    <a:pt x="4857483" y="3562350"/>
                  </a:moveTo>
                  <a:lnTo>
                    <a:pt x="4828908" y="3562350"/>
                  </a:lnTo>
                  <a:lnTo>
                    <a:pt x="4828908" y="3571875"/>
                  </a:lnTo>
                  <a:lnTo>
                    <a:pt x="4857483" y="3571875"/>
                  </a:lnTo>
                  <a:lnTo>
                    <a:pt x="4857483" y="3562350"/>
                  </a:lnTo>
                  <a:close/>
                </a:path>
                <a:path w="11430000" h="3571875">
                  <a:moveTo>
                    <a:pt x="48672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4867275" y="9525"/>
                  </a:lnTo>
                  <a:lnTo>
                    <a:pt x="4867275" y="0"/>
                  </a:lnTo>
                  <a:close/>
                </a:path>
                <a:path w="11430000" h="3571875">
                  <a:moveTo>
                    <a:pt x="4905108" y="3562350"/>
                  </a:moveTo>
                  <a:lnTo>
                    <a:pt x="4876533" y="3562350"/>
                  </a:lnTo>
                  <a:lnTo>
                    <a:pt x="4876533" y="3571875"/>
                  </a:lnTo>
                  <a:lnTo>
                    <a:pt x="4905108" y="3571875"/>
                  </a:lnTo>
                  <a:lnTo>
                    <a:pt x="4905108" y="3562350"/>
                  </a:lnTo>
                  <a:close/>
                </a:path>
                <a:path w="11430000" h="3571875">
                  <a:moveTo>
                    <a:pt x="4914900" y="0"/>
                  </a:moveTo>
                  <a:lnTo>
                    <a:pt x="4886325" y="0"/>
                  </a:lnTo>
                  <a:lnTo>
                    <a:pt x="4886325" y="9525"/>
                  </a:lnTo>
                  <a:lnTo>
                    <a:pt x="4914900" y="9525"/>
                  </a:lnTo>
                  <a:lnTo>
                    <a:pt x="4914900" y="0"/>
                  </a:lnTo>
                  <a:close/>
                </a:path>
                <a:path w="11430000" h="3571875">
                  <a:moveTo>
                    <a:pt x="4952733" y="3562350"/>
                  </a:moveTo>
                  <a:lnTo>
                    <a:pt x="4924158" y="3562350"/>
                  </a:lnTo>
                  <a:lnTo>
                    <a:pt x="4924158" y="3571875"/>
                  </a:lnTo>
                  <a:lnTo>
                    <a:pt x="4952733" y="3571875"/>
                  </a:lnTo>
                  <a:lnTo>
                    <a:pt x="4952733" y="3562350"/>
                  </a:lnTo>
                  <a:close/>
                </a:path>
                <a:path w="11430000" h="3571875">
                  <a:moveTo>
                    <a:pt x="4962525" y="0"/>
                  </a:moveTo>
                  <a:lnTo>
                    <a:pt x="4933950" y="0"/>
                  </a:lnTo>
                  <a:lnTo>
                    <a:pt x="4933950" y="9525"/>
                  </a:lnTo>
                  <a:lnTo>
                    <a:pt x="4962525" y="9525"/>
                  </a:lnTo>
                  <a:lnTo>
                    <a:pt x="4962525" y="0"/>
                  </a:lnTo>
                  <a:close/>
                </a:path>
                <a:path w="11430000" h="3571875">
                  <a:moveTo>
                    <a:pt x="5000358" y="3562350"/>
                  </a:moveTo>
                  <a:lnTo>
                    <a:pt x="4971783" y="3562350"/>
                  </a:lnTo>
                  <a:lnTo>
                    <a:pt x="4971783" y="3571875"/>
                  </a:lnTo>
                  <a:lnTo>
                    <a:pt x="5000358" y="3571875"/>
                  </a:lnTo>
                  <a:lnTo>
                    <a:pt x="5000358" y="3562350"/>
                  </a:lnTo>
                  <a:close/>
                </a:path>
                <a:path w="11430000" h="3571875">
                  <a:moveTo>
                    <a:pt x="5010150" y="0"/>
                  </a:moveTo>
                  <a:lnTo>
                    <a:pt x="4981575" y="0"/>
                  </a:lnTo>
                  <a:lnTo>
                    <a:pt x="4981575" y="9525"/>
                  </a:lnTo>
                  <a:lnTo>
                    <a:pt x="5010150" y="9525"/>
                  </a:lnTo>
                  <a:lnTo>
                    <a:pt x="5010150" y="0"/>
                  </a:lnTo>
                  <a:close/>
                </a:path>
                <a:path w="11430000" h="3571875">
                  <a:moveTo>
                    <a:pt x="5047983" y="3562350"/>
                  </a:moveTo>
                  <a:lnTo>
                    <a:pt x="5019408" y="3562350"/>
                  </a:lnTo>
                  <a:lnTo>
                    <a:pt x="5019408" y="3571875"/>
                  </a:lnTo>
                  <a:lnTo>
                    <a:pt x="5047983" y="3571875"/>
                  </a:lnTo>
                  <a:lnTo>
                    <a:pt x="5047983" y="3562350"/>
                  </a:lnTo>
                  <a:close/>
                </a:path>
                <a:path w="11430000" h="3571875">
                  <a:moveTo>
                    <a:pt x="5057775" y="0"/>
                  </a:moveTo>
                  <a:lnTo>
                    <a:pt x="5029200" y="0"/>
                  </a:lnTo>
                  <a:lnTo>
                    <a:pt x="5029200" y="9525"/>
                  </a:lnTo>
                  <a:lnTo>
                    <a:pt x="5057775" y="9525"/>
                  </a:lnTo>
                  <a:lnTo>
                    <a:pt x="5057775" y="0"/>
                  </a:lnTo>
                  <a:close/>
                </a:path>
                <a:path w="11430000" h="3571875">
                  <a:moveTo>
                    <a:pt x="5095608" y="3562350"/>
                  </a:moveTo>
                  <a:lnTo>
                    <a:pt x="5067033" y="3562350"/>
                  </a:lnTo>
                  <a:lnTo>
                    <a:pt x="5067033" y="3571875"/>
                  </a:lnTo>
                  <a:lnTo>
                    <a:pt x="5095608" y="3571875"/>
                  </a:lnTo>
                  <a:lnTo>
                    <a:pt x="5095608" y="3562350"/>
                  </a:lnTo>
                  <a:close/>
                </a:path>
                <a:path w="11430000" h="3571875">
                  <a:moveTo>
                    <a:pt x="5105400" y="0"/>
                  </a:moveTo>
                  <a:lnTo>
                    <a:pt x="5076825" y="0"/>
                  </a:lnTo>
                  <a:lnTo>
                    <a:pt x="5076825" y="9525"/>
                  </a:lnTo>
                  <a:lnTo>
                    <a:pt x="5105400" y="9525"/>
                  </a:lnTo>
                  <a:lnTo>
                    <a:pt x="5105400" y="0"/>
                  </a:lnTo>
                  <a:close/>
                </a:path>
                <a:path w="11430000" h="3571875">
                  <a:moveTo>
                    <a:pt x="5143233" y="3562350"/>
                  </a:moveTo>
                  <a:lnTo>
                    <a:pt x="5114658" y="3562350"/>
                  </a:lnTo>
                  <a:lnTo>
                    <a:pt x="5114658" y="3571875"/>
                  </a:lnTo>
                  <a:lnTo>
                    <a:pt x="5143233" y="3571875"/>
                  </a:lnTo>
                  <a:lnTo>
                    <a:pt x="5143233" y="3562350"/>
                  </a:lnTo>
                  <a:close/>
                </a:path>
                <a:path w="11430000" h="3571875">
                  <a:moveTo>
                    <a:pt x="5153025" y="0"/>
                  </a:moveTo>
                  <a:lnTo>
                    <a:pt x="5124450" y="0"/>
                  </a:lnTo>
                  <a:lnTo>
                    <a:pt x="5124450" y="9525"/>
                  </a:lnTo>
                  <a:lnTo>
                    <a:pt x="5153025" y="9525"/>
                  </a:lnTo>
                  <a:lnTo>
                    <a:pt x="5153025" y="0"/>
                  </a:lnTo>
                  <a:close/>
                </a:path>
                <a:path w="11430000" h="3571875">
                  <a:moveTo>
                    <a:pt x="5190858" y="3562350"/>
                  </a:moveTo>
                  <a:lnTo>
                    <a:pt x="5162283" y="3562350"/>
                  </a:lnTo>
                  <a:lnTo>
                    <a:pt x="5162283" y="3571875"/>
                  </a:lnTo>
                  <a:lnTo>
                    <a:pt x="5190858" y="3571875"/>
                  </a:lnTo>
                  <a:lnTo>
                    <a:pt x="5190858" y="3562350"/>
                  </a:lnTo>
                  <a:close/>
                </a:path>
                <a:path w="11430000" h="3571875">
                  <a:moveTo>
                    <a:pt x="5200650" y="0"/>
                  </a:moveTo>
                  <a:lnTo>
                    <a:pt x="5172075" y="0"/>
                  </a:lnTo>
                  <a:lnTo>
                    <a:pt x="5172075" y="9525"/>
                  </a:lnTo>
                  <a:lnTo>
                    <a:pt x="5200650" y="9525"/>
                  </a:lnTo>
                  <a:lnTo>
                    <a:pt x="5200650" y="0"/>
                  </a:lnTo>
                  <a:close/>
                </a:path>
                <a:path w="11430000" h="3571875">
                  <a:moveTo>
                    <a:pt x="5238483" y="3562350"/>
                  </a:moveTo>
                  <a:lnTo>
                    <a:pt x="5209908" y="3562350"/>
                  </a:lnTo>
                  <a:lnTo>
                    <a:pt x="5209908" y="3571875"/>
                  </a:lnTo>
                  <a:lnTo>
                    <a:pt x="5238483" y="3571875"/>
                  </a:lnTo>
                  <a:lnTo>
                    <a:pt x="5238483" y="3562350"/>
                  </a:lnTo>
                  <a:close/>
                </a:path>
                <a:path w="11430000" h="3571875">
                  <a:moveTo>
                    <a:pt x="5248275" y="0"/>
                  </a:moveTo>
                  <a:lnTo>
                    <a:pt x="5219700" y="0"/>
                  </a:lnTo>
                  <a:lnTo>
                    <a:pt x="5219700" y="9525"/>
                  </a:lnTo>
                  <a:lnTo>
                    <a:pt x="5248275" y="9525"/>
                  </a:lnTo>
                  <a:lnTo>
                    <a:pt x="5248275" y="0"/>
                  </a:lnTo>
                  <a:close/>
                </a:path>
                <a:path w="11430000" h="3571875">
                  <a:moveTo>
                    <a:pt x="5286108" y="3562350"/>
                  </a:moveTo>
                  <a:lnTo>
                    <a:pt x="5257533" y="3562350"/>
                  </a:lnTo>
                  <a:lnTo>
                    <a:pt x="5257533" y="3571875"/>
                  </a:lnTo>
                  <a:lnTo>
                    <a:pt x="5286108" y="3571875"/>
                  </a:lnTo>
                  <a:lnTo>
                    <a:pt x="5286108" y="3562350"/>
                  </a:lnTo>
                  <a:close/>
                </a:path>
                <a:path w="11430000" h="3571875">
                  <a:moveTo>
                    <a:pt x="5295900" y="0"/>
                  </a:moveTo>
                  <a:lnTo>
                    <a:pt x="5267325" y="0"/>
                  </a:lnTo>
                  <a:lnTo>
                    <a:pt x="5267325" y="9525"/>
                  </a:lnTo>
                  <a:lnTo>
                    <a:pt x="5295900" y="9525"/>
                  </a:lnTo>
                  <a:lnTo>
                    <a:pt x="5295900" y="0"/>
                  </a:lnTo>
                  <a:close/>
                </a:path>
                <a:path w="11430000" h="3571875">
                  <a:moveTo>
                    <a:pt x="5333733" y="3562350"/>
                  </a:moveTo>
                  <a:lnTo>
                    <a:pt x="5305158" y="3562350"/>
                  </a:lnTo>
                  <a:lnTo>
                    <a:pt x="5305158" y="3571875"/>
                  </a:lnTo>
                  <a:lnTo>
                    <a:pt x="5333733" y="3571875"/>
                  </a:lnTo>
                  <a:lnTo>
                    <a:pt x="5333733" y="3562350"/>
                  </a:lnTo>
                  <a:close/>
                </a:path>
                <a:path w="11430000" h="3571875">
                  <a:moveTo>
                    <a:pt x="5343525" y="0"/>
                  </a:moveTo>
                  <a:lnTo>
                    <a:pt x="5314950" y="0"/>
                  </a:lnTo>
                  <a:lnTo>
                    <a:pt x="5314950" y="9525"/>
                  </a:lnTo>
                  <a:lnTo>
                    <a:pt x="5343525" y="9525"/>
                  </a:lnTo>
                  <a:lnTo>
                    <a:pt x="5343525" y="0"/>
                  </a:lnTo>
                  <a:close/>
                </a:path>
                <a:path w="11430000" h="3571875">
                  <a:moveTo>
                    <a:pt x="5381358" y="3562350"/>
                  </a:moveTo>
                  <a:lnTo>
                    <a:pt x="5352783" y="3562350"/>
                  </a:lnTo>
                  <a:lnTo>
                    <a:pt x="5352783" y="3571875"/>
                  </a:lnTo>
                  <a:lnTo>
                    <a:pt x="5381358" y="3571875"/>
                  </a:lnTo>
                  <a:lnTo>
                    <a:pt x="5381358" y="3562350"/>
                  </a:lnTo>
                  <a:close/>
                </a:path>
                <a:path w="11430000" h="3571875">
                  <a:moveTo>
                    <a:pt x="5391150" y="0"/>
                  </a:moveTo>
                  <a:lnTo>
                    <a:pt x="5362575" y="0"/>
                  </a:lnTo>
                  <a:lnTo>
                    <a:pt x="5362575" y="9525"/>
                  </a:lnTo>
                  <a:lnTo>
                    <a:pt x="5391150" y="9525"/>
                  </a:lnTo>
                  <a:lnTo>
                    <a:pt x="5391150" y="0"/>
                  </a:lnTo>
                  <a:close/>
                </a:path>
                <a:path w="11430000" h="3571875">
                  <a:moveTo>
                    <a:pt x="5428983" y="3562350"/>
                  </a:moveTo>
                  <a:lnTo>
                    <a:pt x="5400408" y="3562350"/>
                  </a:lnTo>
                  <a:lnTo>
                    <a:pt x="5400408" y="3571875"/>
                  </a:lnTo>
                  <a:lnTo>
                    <a:pt x="5428983" y="3571875"/>
                  </a:lnTo>
                  <a:lnTo>
                    <a:pt x="5428983" y="3562350"/>
                  </a:lnTo>
                  <a:close/>
                </a:path>
                <a:path w="11430000" h="3571875">
                  <a:moveTo>
                    <a:pt x="5438775" y="0"/>
                  </a:moveTo>
                  <a:lnTo>
                    <a:pt x="5410200" y="0"/>
                  </a:lnTo>
                  <a:lnTo>
                    <a:pt x="5410200" y="9525"/>
                  </a:lnTo>
                  <a:lnTo>
                    <a:pt x="5438775" y="9525"/>
                  </a:lnTo>
                  <a:lnTo>
                    <a:pt x="5438775" y="0"/>
                  </a:lnTo>
                  <a:close/>
                </a:path>
                <a:path w="11430000" h="3571875">
                  <a:moveTo>
                    <a:pt x="5476608" y="3562350"/>
                  </a:moveTo>
                  <a:lnTo>
                    <a:pt x="5448033" y="3562350"/>
                  </a:lnTo>
                  <a:lnTo>
                    <a:pt x="5448033" y="3571875"/>
                  </a:lnTo>
                  <a:lnTo>
                    <a:pt x="5476608" y="3571875"/>
                  </a:lnTo>
                  <a:lnTo>
                    <a:pt x="5476608" y="3562350"/>
                  </a:lnTo>
                  <a:close/>
                </a:path>
                <a:path w="11430000" h="3571875">
                  <a:moveTo>
                    <a:pt x="5486400" y="0"/>
                  </a:moveTo>
                  <a:lnTo>
                    <a:pt x="5457825" y="0"/>
                  </a:lnTo>
                  <a:lnTo>
                    <a:pt x="5457825" y="9525"/>
                  </a:lnTo>
                  <a:lnTo>
                    <a:pt x="5486400" y="9525"/>
                  </a:lnTo>
                  <a:lnTo>
                    <a:pt x="5486400" y="0"/>
                  </a:lnTo>
                  <a:close/>
                </a:path>
                <a:path w="11430000" h="3571875">
                  <a:moveTo>
                    <a:pt x="5524233" y="3562350"/>
                  </a:moveTo>
                  <a:lnTo>
                    <a:pt x="5495658" y="3562350"/>
                  </a:lnTo>
                  <a:lnTo>
                    <a:pt x="5495658" y="3571875"/>
                  </a:lnTo>
                  <a:lnTo>
                    <a:pt x="5524233" y="3571875"/>
                  </a:lnTo>
                  <a:lnTo>
                    <a:pt x="5524233" y="3562350"/>
                  </a:lnTo>
                  <a:close/>
                </a:path>
                <a:path w="11430000" h="3571875">
                  <a:moveTo>
                    <a:pt x="5534025" y="0"/>
                  </a:moveTo>
                  <a:lnTo>
                    <a:pt x="5505450" y="0"/>
                  </a:lnTo>
                  <a:lnTo>
                    <a:pt x="5505450" y="9525"/>
                  </a:lnTo>
                  <a:lnTo>
                    <a:pt x="5534025" y="9525"/>
                  </a:lnTo>
                  <a:lnTo>
                    <a:pt x="5534025" y="0"/>
                  </a:lnTo>
                  <a:close/>
                </a:path>
                <a:path w="11430000" h="3571875">
                  <a:moveTo>
                    <a:pt x="5571858" y="3562350"/>
                  </a:moveTo>
                  <a:lnTo>
                    <a:pt x="5543283" y="3562350"/>
                  </a:lnTo>
                  <a:lnTo>
                    <a:pt x="5543283" y="3571875"/>
                  </a:lnTo>
                  <a:lnTo>
                    <a:pt x="5571858" y="3571875"/>
                  </a:lnTo>
                  <a:lnTo>
                    <a:pt x="5571858" y="3562350"/>
                  </a:lnTo>
                  <a:close/>
                </a:path>
                <a:path w="11430000" h="3571875">
                  <a:moveTo>
                    <a:pt x="5581650" y="0"/>
                  </a:moveTo>
                  <a:lnTo>
                    <a:pt x="5553075" y="0"/>
                  </a:lnTo>
                  <a:lnTo>
                    <a:pt x="5553075" y="9525"/>
                  </a:lnTo>
                  <a:lnTo>
                    <a:pt x="5581650" y="9525"/>
                  </a:lnTo>
                  <a:lnTo>
                    <a:pt x="5581650" y="0"/>
                  </a:lnTo>
                  <a:close/>
                </a:path>
                <a:path w="11430000" h="3571875">
                  <a:moveTo>
                    <a:pt x="5619483" y="3562350"/>
                  </a:moveTo>
                  <a:lnTo>
                    <a:pt x="5590908" y="3562350"/>
                  </a:lnTo>
                  <a:lnTo>
                    <a:pt x="5590908" y="3571875"/>
                  </a:lnTo>
                  <a:lnTo>
                    <a:pt x="5619483" y="3571875"/>
                  </a:lnTo>
                  <a:lnTo>
                    <a:pt x="5619483" y="3562350"/>
                  </a:lnTo>
                  <a:close/>
                </a:path>
                <a:path w="11430000" h="3571875">
                  <a:moveTo>
                    <a:pt x="5629275" y="0"/>
                  </a:moveTo>
                  <a:lnTo>
                    <a:pt x="5600700" y="0"/>
                  </a:lnTo>
                  <a:lnTo>
                    <a:pt x="5600700" y="9525"/>
                  </a:lnTo>
                  <a:lnTo>
                    <a:pt x="5629275" y="9525"/>
                  </a:lnTo>
                  <a:lnTo>
                    <a:pt x="5629275" y="0"/>
                  </a:lnTo>
                  <a:close/>
                </a:path>
                <a:path w="11430000" h="3571875">
                  <a:moveTo>
                    <a:pt x="5667108" y="3562350"/>
                  </a:moveTo>
                  <a:lnTo>
                    <a:pt x="5638533" y="3562350"/>
                  </a:lnTo>
                  <a:lnTo>
                    <a:pt x="5638533" y="3571875"/>
                  </a:lnTo>
                  <a:lnTo>
                    <a:pt x="5667108" y="3571875"/>
                  </a:lnTo>
                  <a:lnTo>
                    <a:pt x="5667108" y="3562350"/>
                  </a:lnTo>
                  <a:close/>
                </a:path>
                <a:path w="11430000" h="3571875">
                  <a:moveTo>
                    <a:pt x="5676900" y="0"/>
                  </a:moveTo>
                  <a:lnTo>
                    <a:pt x="5648325" y="0"/>
                  </a:lnTo>
                  <a:lnTo>
                    <a:pt x="5648325" y="9525"/>
                  </a:lnTo>
                  <a:lnTo>
                    <a:pt x="5676900" y="9525"/>
                  </a:lnTo>
                  <a:lnTo>
                    <a:pt x="5676900" y="0"/>
                  </a:lnTo>
                  <a:close/>
                </a:path>
                <a:path w="11430000" h="3571875">
                  <a:moveTo>
                    <a:pt x="5714733" y="3562350"/>
                  </a:moveTo>
                  <a:lnTo>
                    <a:pt x="5686158" y="3562350"/>
                  </a:lnTo>
                  <a:lnTo>
                    <a:pt x="5686158" y="3571875"/>
                  </a:lnTo>
                  <a:lnTo>
                    <a:pt x="5714733" y="3571875"/>
                  </a:lnTo>
                  <a:lnTo>
                    <a:pt x="5714733" y="3562350"/>
                  </a:lnTo>
                  <a:close/>
                </a:path>
                <a:path w="11430000" h="3571875">
                  <a:moveTo>
                    <a:pt x="5724525" y="0"/>
                  </a:moveTo>
                  <a:lnTo>
                    <a:pt x="5695950" y="0"/>
                  </a:lnTo>
                  <a:lnTo>
                    <a:pt x="5695950" y="9525"/>
                  </a:lnTo>
                  <a:lnTo>
                    <a:pt x="5724525" y="9525"/>
                  </a:lnTo>
                  <a:lnTo>
                    <a:pt x="5724525" y="0"/>
                  </a:lnTo>
                  <a:close/>
                </a:path>
                <a:path w="11430000" h="3571875">
                  <a:moveTo>
                    <a:pt x="5762358" y="3562350"/>
                  </a:moveTo>
                  <a:lnTo>
                    <a:pt x="5733783" y="3562350"/>
                  </a:lnTo>
                  <a:lnTo>
                    <a:pt x="5733783" y="3571875"/>
                  </a:lnTo>
                  <a:lnTo>
                    <a:pt x="5762358" y="3571875"/>
                  </a:lnTo>
                  <a:lnTo>
                    <a:pt x="5762358" y="3562350"/>
                  </a:lnTo>
                  <a:close/>
                </a:path>
                <a:path w="11430000" h="3571875">
                  <a:moveTo>
                    <a:pt x="5772150" y="0"/>
                  </a:moveTo>
                  <a:lnTo>
                    <a:pt x="5743575" y="0"/>
                  </a:lnTo>
                  <a:lnTo>
                    <a:pt x="5743575" y="9525"/>
                  </a:lnTo>
                  <a:lnTo>
                    <a:pt x="5772150" y="9525"/>
                  </a:lnTo>
                  <a:lnTo>
                    <a:pt x="5772150" y="0"/>
                  </a:lnTo>
                  <a:close/>
                </a:path>
                <a:path w="11430000" h="3571875">
                  <a:moveTo>
                    <a:pt x="5809983" y="3562350"/>
                  </a:moveTo>
                  <a:lnTo>
                    <a:pt x="5781408" y="3562350"/>
                  </a:lnTo>
                  <a:lnTo>
                    <a:pt x="5781408" y="3571875"/>
                  </a:lnTo>
                  <a:lnTo>
                    <a:pt x="5809983" y="3571875"/>
                  </a:lnTo>
                  <a:lnTo>
                    <a:pt x="5809983" y="3562350"/>
                  </a:lnTo>
                  <a:close/>
                </a:path>
                <a:path w="11430000" h="3571875">
                  <a:moveTo>
                    <a:pt x="5819775" y="0"/>
                  </a:moveTo>
                  <a:lnTo>
                    <a:pt x="5791200" y="0"/>
                  </a:lnTo>
                  <a:lnTo>
                    <a:pt x="5791200" y="9525"/>
                  </a:lnTo>
                  <a:lnTo>
                    <a:pt x="5819775" y="9525"/>
                  </a:lnTo>
                  <a:lnTo>
                    <a:pt x="5819775" y="0"/>
                  </a:lnTo>
                  <a:close/>
                </a:path>
                <a:path w="11430000" h="3571875">
                  <a:moveTo>
                    <a:pt x="5857608" y="3562350"/>
                  </a:moveTo>
                  <a:lnTo>
                    <a:pt x="5829033" y="3562350"/>
                  </a:lnTo>
                  <a:lnTo>
                    <a:pt x="5829033" y="3571875"/>
                  </a:lnTo>
                  <a:lnTo>
                    <a:pt x="5857608" y="3571875"/>
                  </a:lnTo>
                  <a:lnTo>
                    <a:pt x="5857608" y="3562350"/>
                  </a:lnTo>
                  <a:close/>
                </a:path>
                <a:path w="11430000" h="3571875">
                  <a:moveTo>
                    <a:pt x="5867400" y="0"/>
                  </a:moveTo>
                  <a:lnTo>
                    <a:pt x="5838825" y="0"/>
                  </a:lnTo>
                  <a:lnTo>
                    <a:pt x="5838825" y="9525"/>
                  </a:lnTo>
                  <a:lnTo>
                    <a:pt x="5867400" y="9525"/>
                  </a:lnTo>
                  <a:lnTo>
                    <a:pt x="5867400" y="0"/>
                  </a:lnTo>
                  <a:close/>
                </a:path>
                <a:path w="11430000" h="3571875">
                  <a:moveTo>
                    <a:pt x="5905233" y="3562350"/>
                  </a:moveTo>
                  <a:lnTo>
                    <a:pt x="5876658" y="3562350"/>
                  </a:lnTo>
                  <a:lnTo>
                    <a:pt x="5876658" y="3571875"/>
                  </a:lnTo>
                  <a:lnTo>
                    <a:pt x="5905233" y="3571875"/>
                  </a:lnTo>
                  <a:lnTo>
                    <a:pt x="5905233" y="3562350"/>
                  </a:lnTo>
                  <a:close/>
                </a:path>
                <a:path w="11430000" h="3571875">
                  <a:moveTo>
                    <a:pt x="5915025" y="0"/>
                  </a:moveTo>
                  <a:lnTo>
                    <a:pt x="5886450" y="0"/>
                  </a:lnTo>
                  <a:lnTo>
                    <a:pt x="5886450" y="9525"/>
                  </a:lnTo>
                  <a:lnTo>
                    <a:pt x="5915025" y="9525"/>
                  </a:lnTo>
                  <a:lnTo>
                    <a:pt x="5915025" y="0"/>
                  </a:lnTo>
                  <a:close/>
                </a:path>
                <a:path w="11430000" h="3571875">
                  <a:moveTo>
                    <a:pt x="5952858" y="3562350"/>
                  </a:moveTo>
                  <a:lnTo>
                    <a:pt x="5924283" y="3562350"/>
                  </a:lnTo>
                  <a:lnTo>
                    <a:pt x="5924283" y="3571875"/>
                  </a:lnTo>
                  <a:lnTo>
                    <a:pt x="5952858" y="3571875"/>
                  </a:lnTo>
                  <a:lnTo>
                    <a:pt x="5952858" y="3562350"/>
                  </a:lnTo>
                  <a:close/>
                </a:path>
                <a:path w="11430000" h="3571875">
                  <a:moveTo>
                    <a:pt x="5962650" y="0"/>
                  </a:moveTo>
                  <a:lnTo>
                    <a:pt x="5934075" y="0"/>
                  </a:lnTo>
                  <a:lnTo>
                    <a:pt x="5934075" y="9525"/>
                  </a:lnTo>
                  <a:lnTo>
                    <a:pt x="5962650" y="9525"/>
                  </a:lnTo>
                  <a:lnTo>
                    <a:pt x="5962650" y="0"/>
                  </a:lnTo>
                  <a:close/>
                </a:path>
                <a:path w="11430000" h="3571875">
                  <a:moveTo>
                    <a:pt x="6000483" y="3562350"/>
                  </a:moveTo>
                  <a:lnTo>
                    <a:pt x="5971908" y="3562350"/>
                  </a:lnTo>
                  <a:lnTo>
                    <a:pt x="5971908" y="3571875"/>
                  </a:lnTo>
                  <a:lnTo>
                    <a:pt x="6000483" y="3571875"/>
                  </a:lnTo>
                  <a:lnTo>
                    <a:pt x="6000483" y="3562350"/>
                  </a:lnTo>
                  <a:close/>
                </a:path>
                <a:path w="11430000" h="3571875">
                  <a:moveTo>
                    <a:pt x="6010275" y="0"/>
                  </a:moveTo>
                  <a:lnTo>
                    <a:pt x="5981700" y="0"/>
                  </a:lnTo>
                  <a:lnTo>
                    <a:pt x="5981700" y="9525"/>
                  </a:lnTo>
                  <a:lnTo>
                    <a:pt x="6010275" y="9525"/>
                  </a:lnTo>
                  <a:lnTo>
                    <a:pt x="6010275" y="0"/>
                  </a:lnTo>
                  <a:close/>
                </a:path>
                <a:path w="11430000" h="3571875">
                  <a:moveTo>
                    <a:pt x="6048108" y="3562350"/>
                  </a:moveTo>
                  <a:lnTo>
                    <a:pt x="6019533" y="3562350"/>
                  </a:lnTo>
                  <a:lnTo>
                    <a:pt x="6019533" y="3571875"/>
                  </a:lnTo>
                  <a:lnTo>
                    <a:pt x="6048108" y="3571875"/>
                  </a:lnTo>
                  <a:lnTo>
                    <a:pt x="6048108" y="3562350"/>
                  </a:lnTo>
                  <a:close/>
                </a:path>
                <a:path w="11430000" h="3571875">
                  <a:moveTo>
                    <a:pt x="6057900" y="0"/>
                  </a:moveTo>
                  <a:lnTo>
                    <a:pt x="6029325" y="0"/>
                  </a:lnTo>
                  <a:lnTo>
                    <a:pt x="6029325" y="9525"/>
                  </a:lnTo>
                  <a:lnTo>
                    <a:pt x="6057900" y="9525"/>
                  </a:lnTo>
                  <a:lnTo>
                    <a:pt x="6057900" y="0"/>
                  </a:lnTo>
                  <a:close/>
                </a:path>
                <a:path w="11430000" h="3571875">
                  <a:moveTo>
                    <a:pt x="6095733" y="3562350"/>
                  </a:moveTo>
                  <a:lnTo>
                    <a:pt x="6067158" y="3562350"/>
                  </a:lnTo>
                  <a:lnTo>
                    <a:pt x="6067158" y="3571875"/>
                  </a:lnTo>
                  <a:lnTo>
                    <a:pt x="6095733" y="3571875"/>
                  </a:lnTo>
                  <a:lnTo>
                    <a:pt x="6095733" y="3562350"/>
                  </a:lnTo>
                  <a:close/>
                </a:path>
                <a:path w="11430000" h="3571875">
                  <a:moveTo>
                    <a:pt x="6105525" y="0"/>
                  </a:moveTo>
                  <a:lnTo>
                    <a:pt x="6076950" y="0"/>
                  </a:lnTo>
                  <a:lnTo>
                    <a:pt x="6076950" y="9525"/>
                  </a:lnTo>
                  <a:lnTo>
                    <a:pt x="6105525" y="9525"/>
                  </a:lnTo>
                  <a:lnTo>
                    <a:pt x="6105525" y="0"/>
                  </a:lnTo>
                  <a:close/>
                </a:path>
                <a:path w="11430000" h="3571875">
                  <a:moveTo>
                    <a:pt x="6143358" y="3562350"/>
                  </a:moveTo>
                  <a:lnTo>
                    <a:pt x="6114783" y="3562350"/>
                  </a:lnTo>
                  <a:lnTo>
                    <a:pt x="6114783" y="3571875"/>
                  </a:lnTo>
                  <a:lnTo>
                    <a:pt x="6143358" y="3571875"/>
                  </a:lnTo>
                  <a:lnTo>
                    <a:pt x="6143358" y="3562350"/>
                  </a:lnTo>
                  <a:close/>
                </a:path>
                <a:path w="11430000" h="3571875">
                  <a:moveTo>
                    <a:pt x="6153162" y="0"/>
                  </a:moveTo>
                  <a:lnTo>
                    <a:pt x="6124575" y="0"/>
                  </a:lnTo>
                  <a:lnTo>
                    <a:pt x="6124575" y="9525"/>
                  </a:lnTo>
                  <a:lnTo>
                    <a:pt x="6153162" y="9525"/>
                  </a:lnTo>
                  <a:lnTo>
                    <a:pt x="6153162" y="0"/>
                  </a:lnTo>
                  <a:close/>
                </a:path>
                <a:path w="11430000" h="3571875">
                  <a:moveTo>
                    <a:pt x="6190983" y="3562350"/>
                  </a:moveTo>
                  <a:lnTo>
                    <a:pt x="6162408" y="3562350"/>
                  </a:lnTo>
                  <a:lnTo>
                    <a:pt x="6162408" y="3571875"/>
                  </a:lnTo>
                  <a:lnTo>
                    <a:pt x="6190983" y="3571875"/>
                  </a:lnTo>
                  <a:lnTo>
                    <a:pt x="6190983" y="3562350"/>
                  </a:lnTo>
                  <a:close/>
                </a:path>
                <a:path w="11430000" h="3571875">
                  <a:moveTo>
                    <a:pt x="6200775" y="0"/>
                  </a:moveTo>
                  <a:lnTo>
                    <a:pt x="6172200" y="0"/>
                  </a:lnTo>
                  <a:lnTo>
                    <a:pt x="6172200" y="9525"/>
                  </a:lnTo>
                  <a:lnTo>
                    <a:pt x="6200775" y="9525"/>
                  </a:lnTo>
                  <a:lnTo>
                    <a:pt x="6200775" y="0"/>
                  </a:lnTo>
                  <a:close/>
                </a:path>
                <a:path w="11430000" h="3571875">
                  <a:moveTo>
                    <a:pt x="6238608" y="3562350"/>
                  </a:moveTo>
                  <a:lnTo>
                    <a:pt x="6210033" y="3562350"/>
                  </a:lnTo>
                  <a:lnTo>
                    <a:pt x="6210033" y="3571875"/>
                  </a:lnTo>
                  <a:lnTo>
                    <a:pt x="6238608" y="3571875"/>
                  </a:lnTo>
                  <a:lnTo>
                    <a:pt x="6238608" y="3562350"/>
                  </a:lnTo>
                  <a:close/>
                </a:path>
                <a:path w="11430000" h="3571875">
                  <a:moveTo>
                    <a:pt x="6248400" y="0"/>
                  </a:moveTo>
                  <a:lnTo>
                    <a:pt x="6219825" y="0"/>
                  </a:lnTo>
                  <a:lnTo>
                    <a:pt x="6219825" y="9525"/>
                  </a:lnTo>
                  <a:lnTo>
                    <a:pt x="6248400" y="9525"/>
                  </a:lnTo>
                  <a:lnTo>
                    <a:pt x="6248400" y="0"/>
                  </a:lnTo>
                  <a:close/>
                </a:path>
                <a:path w="11430000" h="3571875">
                  <a:moveTo>
                    <a:pt x="6286233" y="3562350"/>
                  </a:moveTo>
                  <a:lnTo>
                    <a:pt x="6257658" y="3562350"/>
                  </a:lnTo>
                  <a:lnTo>
                    <a:pt x="6257658" y="3571875"/>
                  </a:lnTo>
                  <a:lnTo>
                    <a:pt x="6286233" y="3571875"/>
                  </a:lnTo>
                  <a:lnTo>
                    <a:pt x="6286233" y="3562350"/>
                  </a:lnTo>
                  <a:close/>
                </a:path>
                <a:path w="11430000" h="3571875">
                  <a:moveTo>
                    <a:pt x="6296025" y="0"/>
                  </a:moveTo>
                  <a:lnTo>
                    <a:pt x="6267450" y="0"/>
                  </a:lnTo>
                  <a:lnTo>
                    <a:pt x="6267450" y="9525"/>
                  </a:lnTo>
                  <a:lnTo>
                    <a:pt x="6296025" y="9525"/>
                  </a:lnTo>
                  <a:lnTo>
                    <a:pt x="6296025" y="0"/>
                  </a:lnTo>
                  <a:close/>
                </a:path>
                <a:path w="11430000" h="3571875">
                  <a:moveTo>
                    <a:pt x="6333858" y="3562350"/>
                  </a:moveTo>
                  <a:lnTo>
                    <a:pt x="6305283" y="3562350"/>
                  </a:lnTo>
                  <a:lnTo>
                    <a:pt x="6305283" y="3571875"/>
                  </a:lnTo>
                  <a:lnTo>
                    <a:pt x="6333858" y="3571875"/>
                  </a:lnTo>
                  <a:lnTo>
                    <a:pt x="6333858" y="3562350"/>
                  </a:lnTo>
                  <a:close/>
                </a:path>
                <a:path w="11430000" h="3571875">
                  <a:moveTo>
                    <a:pt x="6343650" y="0"/>
                  </a:moveTo>
                  <a:lnTo>
                    <a:pt x="6315075" y="0"/>
                  </a:lnTo>
                  <a:lnTo>
                    <a:pt x="6315075" y="9525"/>
                  </a:lnTo>
                  <a:lnTo>
                    <a:pt x="6343650" y="9525"/>
                  </a:lnTo>
                  <a:lnTo>
                    <a:pt x="6343650" y="0"/>
                  </a:lnTo>
                  <a:close/>
                </a:path>
                <a:path w="11430000" h="3571875">
                  <a:moveTo>
                    <a:pt x="6381483" y="3562350"/>
                  </a:moveTo>
                  <a:lnTo>
                    <a:pt x="6352908" y="3562350"/>
                  </a:lnTo>
                  <a:lnTo>
                    <a:pt x="6352908" y="3571875"/>
                  </a:lnTo>
                  <a:lnTo>
                    <a:pt x="6381483" y="3571875"/>
                  </a:lnTo>
                  <a:lnTo>
                    <a:pt x="6381483" y="3562350"/>
                  </a:lnTo>
                  <a:close/>
                </a:path>
                <a:path w="11430000" h="3571875">
                  <a:moveTo>
                    <a:pt x="6391275" y="0"/>
                  </a:moveTo>
                  <a:lnTo>
                    <a:pt x="6362700" y="0"/>
                  </a:lnTo>
                  <a:lnTo>
                    <a:pt x="6362700" y="9525"/>
                  </a:lnTo>
                  <a:lnTo>
                    <a:pt x="6391275" y="9525"/>
                  </a:lnTo>
                  <a:lnTo>
                    <a:pt x="6391275" y="0"/>
                  </a:lnTo>
                  <a:close/>
                </a:path>
                <a:path w="11430000" h="3571875">
                  <a:moveTo>
                    <a:pt x="6429108" y="3562350"/>
                  </a:moveTo>
                  <a:lnTo>
                    <a:pt x="6400533" y="3562350"/>
                  </a:lnTo>
                  <a:lnTo>
                    <a:pt x="6400533" y="3571875"/>
                  </a:lnTo>
                  <a:lnTo>
                    <a:pt x="6429108" y="3571875"/>
                  </a:lnTo>
                  <a:lnTo>
                    <a:pt x="6429108" y="3562350"/>
                  </a:lnTo>
                  <a:close/>
                </a:path>
                <a:path w="11430000" h="3571875">
                  <a:moveTo>
                    <a:pt x="6438900" y="0"/>
                  </a:moveTo>
                  <a:lnTo>
                    <a:pt x="6410325" y="0"/>
                  </a:lnTo>
                  <a:lnTo>
                    <a:pt x="6410325" y="9525"/>
                  </a:lnTo>
                  <a:lnTo>
                    <a:pt x="6438900" y="9525"/>
                  </a:lnTo>
                  <a:lnTo>
                    <a:pt x="6438900" y="0"/>
                  </a:lnTo>
                  <a:close/>
                </a:path>
                <a:path w="11430000" h="3571875">
                  <a:moveTo>
                    <a:pt x="6476733" y="3562350"/>
                  </a:moveTo>
                  <a:lnTo>
                    <a:pt x="6448158" y="3562350"/>
                  </a:lnTo>
                  <a:lnTo>
                    <a:pt x="6448158" y="3571875"/>
                  </a:lnTo>
                  <a:lnTo>
                    <a:pt x="6476733" y="3571875"/>
                  </a:lnTo>
                  <a:lnTo>
                    <a:pt x="6476733" y="3562350"/>
                  </a:lnTo>
                  <a:close/>
                </a:path>
                <a:path w="11430000" h="3571875">
                  <a:moveTo>
                    <a:pt x="6486525" y="0"/>
                  </a:moveTo>
                  <a:lnTo>
                    <a:pt x="6457950" y="0"/>
                  </a:lnTo>
                  <a:lnTo>
                    <a:pt x="6457950" y="9525"/>
                  </a:lnTo>
                  <a:lnTo>
                    <a:pt x="6486525" y="9525"/>
                  </a:lnTo>
                  <a:lnTo>
                    <a:pt x="6486525" y="0"/>
                  </a:lnTo>
                  <a:close/>
                </a:path>
                <a:path w="11430000" h="3571875">
                  <a:moveTo>
                    <a:pt x="6524358" y="3562350"/>
                  </a:moveTo>
                  <a:lnTo>
                    <a:pt x="6495783" y="3562350"/>
                  </a:lnTo>
                  <a:lnTo>
                    <a:pt x="6495783" y="3571875"/>
                  </a:lnTo>
                  <a:lnTo>
                    <a:pt x="6524358" y="3571875"/>
                  </a:lnTo>
                  <a:lnTo>
                    <a:pt x="6524358" y="3562350"/>
                  </a:lnTo>
                  <a:close/>
                </a:path>
                <a:path w="11430000" h="3571875">
                  <a:moveTo>
                    <a:pt x="6534150" y="0"/>
                  </a:moveTo>
                  <a:lnTo>
                    <a:pt x="6505588" y="0"/>
                  </a:lnTo>
                  <a:lnTo>
                    <a:pt x="6505588" y="9525"/>
                  </a:lnTo>
                  <a:lnTo>
                    <a:pt x="6534150" y="9525"/>
                  </a:lnTo>
                  <a:lnTo>
                    <a:pt x="6534150" y="0"/>
                  </a:lnTo>
                  <a:close/>
                </a:path>
                <a:path w="11430000" h="3571875">
                  <a:moveTo>
                    <a:pt x="6571983" y="3562350"/>
                  </a:moveTo>
                  <a:lnTo>
                    <a:pt x="6543408" y="3562350"/>
                  </a:lnTo>
                  <a:lnTo>
                    <a:pt x="6543408" y="3571875"/>
                  </a:lnTo>
                  <a:lnTo>
                    <a:pt x="6571983" y="3571875"/>
                  </a:lnTo>
                  <a:lnTo>
                    <a:pt x="6571983" y="3562350"/>
                  </a:lnTo>
                  <a:close/>
                </a:path>
                <a:path w="11430000" h="3571875">
                  <a:moveTo>
                    <a:pt x="6581775" y="0"/>
                  </a:moveTo>
                  <a:lnTo>
                    <a:pt x="6553200" y="0"/>
                  </a:lnTo>
                  <a:lnTo>
                    <a:pt x="6553200" y="9525"/>
                  </a:lnTo>
                  <a:lnTo>
                    <a:pt x="6581775" y="9525"/>
                  </a:lnTo>
                  <a:lnTo>
                    <a:pt x="6581775" y="0"/>
                  </a:lnTo>
                  <a:close/>
                </a:path>
                <a:path w="11430000" h="3571875">
                  <a:moveTo>
                    <a:pt x="6619608" y="3562350"/>
                  </a:moveTo>
                  <a:lnTo>
                    <a:pt x="6591033" y="3562350"/>
                  </a:lnTo>
                  <a:lnTo>
                    <a:pt x="6591033" y="3571875"/>
                  </a:lnTo>
                  <a:lnTo>
                    <a:pt x="6619608" y="3571875"/>
                  </a:lnTo>
                  <a:lnTo>
                    <a:pt x="6619608" y="3562350"/>
                  </a:lnTo>
                  <a:close/>
                </a:path>
                <a:path w="11430000" h="3571875">
                  <a:moveTo>
                    <a:pt x="6629400" y="0"/>
                  </a:moveTo>
                  <a:lnTo>
                    <a:pt x="6600825" y="0"/>
                  </a:lnTo>
                  <a:lnTo>
                    <a:pt x="6600825" y="9525"/>
                  </a:lnTo>
                  <a:lnTo>
                    <a:pt x="6629400" y="9525"/>
                  </a:lnTo>
                  <a:lnTo>
                    <a:pt x="6629400" y="0"/>
                  </a:lnTo>
                  <a:close/>
                </a:path>
                <a:path w="11430000" h="3571875">
                  <a:moveTo>
                    <a:pt x="6667233" y="3562350"/>
                  </a:moveTo>
                  <a:lnTo>
                    <a:pt x="6638658" y="3562350"/>
                  </a:lnTo>
                  <a:lnTo>
                    <a:pt x="6638658" y="3571875"/>
                  </a:lnTo>
                  <a:lnTo>
                    <a:pt x="6667233" y="3571875"/>
                  </a:lnTo>
                  <a:lnTo>
                    <a:pt x="6667233" y="3562350"/>
                  </a:lnTo>
                  <a:close/>
                </a:path>
                <a:path w="11430000" h="3571875">
                  <a:moveTo>
                    <a:pt x="6677038" y="0"/>
                  </a:moveTo>
                  <a:lnTo>
                    <a:pt x="6648450" y="0"/>
                  </a:lnTo>
                  <a:lnTo>
                    <a:pt x="6648450" y="9525"/>
                  </a:lnTo>
                  <a:lnTo>
                    <a:pt x="6677038" y="9525"/>
                  </a:lnTo>
                  <a:lnTo>
                    <a:pt x="6677038" y="0"/>
                  </a:lnTo>
                  <a:close/>
                </a:path>
                <a:path w="11430000" h="3571875">
                  <a:moveTo>
                    <a:pt x="6714858" y="3562350"/>
                  </a:moveTo>
                  <a:lnTo>
                    <a:pt x="6686283" y="3562350"/>
                  </a:lnTo>
                  <a:lnTo>
                    <a:pt x="6686283" y="3571875"/>
                  </a:lnTo>
                  <a:lnTo>
                    <a:pt x="6714858" y="3571875"/>
                  </a:lnTo>
                  <a:lnTo>
                    <a:pt x="6714858" y="3562350"/>
                  </a:lnTo>
                  <a:close/>
                </a:path>
                <a:path w="11430000" h="3571875">
                  <a:moveTo>
                    <a:pt x="6724650" y="0"/>
                  </a:moveTo>
                  <a:lnTo>
                    <a:pt x="6696075" y="0"/>
                  </a:lnTo>
                  <a:lnTo>
                    <a:pt x="6696075" y="9525"/>
                  </a:lnTo>
                  <a:lnTo>
                    <a:pt x="6724650" y="9525"/>
                  </a:lnTo>
                  <a:lnTo>
                    <a:pt x="6724650" y="0"/>
                  </a:lnTo>
                  <a:close/>
                </a:path>
                <a:path w="11430000" h="3571875">
                  <a:moveTo>
                    <a:pt x="6762483" y="3562350"/>
                  </a:moveTo>
                  <a:lnTo>
                    <a:pt x="6733908" y="3562350"/>
                  </a:lnTo>
                  <a:lnTo>
                    <a:pt x="6733908" y="3571875"/>
                  </a:lnTo>
                  <a:lnTo>
                    <a:pt x="6762483" y="3571875"/>
                  </a:lnTo>
                  <a:lnTo>
                    <a:pt x="6762483" y="3562350"/>
                  </a:lnTo>
                  <a:close/>
                </a:path>
                <a:path w="11430000" h="3571875">
                  <a:moveTo>
                    <a:pt x="6772275" y="0"/>
                  </a:moveTo>
                  <a:lnTo>
                    <a:pt x="6743700" y="0"/>
                  </a:lnTo>
                  <a:lnTo>
                    <a:pt x="6743700" y="9525"/>
                  </a:lnTo>
                  <a:lnTo>
                    <a:pt x="6772275" y="9525"/>
                  </a:lnTo>
                  <a:lnTo>
                    <a:pt x="6772275" y="0"/>
                  </a:lnTo>
                  <a:close/>
                </a:path>
                <a:path w="11430000" h="3571875">
                  <a:moveTo>
                    <a:pt x="6810108" y="3562350"/>
                  </a:moveTo>
                  <a:lnTo>
                    <a:pt x="6781533" y="3562350"/>
                  </a:lnTo>
                  <a:lnTo>
                    <a:pt x="6781533" y="3571875"/>
                  </a:lnTo>
                  <a:lnTo>
                    <a:pt x="6810108" y="3571875"/>
                  </a:lnTo>
                  <a:lnTo>
                    <a:pt x="6810108" y="3562350"/>
                  </a:lnTo>
                  <a:close/>
                </a:path>
                <a:path w="11430000" h="3571875">
                  <a:moveTo>
                    <a:pt x="6819900" y="0"/>
                  </a:moveTo>
                  <a:lnTo>
                    <a:pt x="6791325" y="0"/>
                  </a:lnTo>
                  <a:lnTo>
                    <a:pt x="6791325" y="9525"/>
                  </a:lnTo>
                  <a:lnTo>
                    <a:pt x="6819900" y="9525"/>
                  </a:lnTo>
                  <a:lnTo>
                    <a:pt x="6819900" y="0"/>
                  </a:lnTo>
                  <a:close/>
                </a:path>
                <a:path w="11430000" h="3571875">
                  <a:moveTo>
                    <a:pt x="6857733" y="3562350"/>
                  </a:moveTo>
                  <a:lnTo>
                    <a:pt x="6829158" y="3562350"/>
                  </a:lnTo>
                  <a:lnTo>
                    <a:pt x="6829158" y="3571875"/>
                  </a:lnTo>
                  <a:lnTo>
                    <a:pt x="6857733" y="3571875"/>
                  </a:lnTo>
                  <a:lnTo>
                    <a:pt x="6857733" y="3562350"/>
                  </a:lnTo>
                  <a:close/>
                </a:path>
                <a:path w="11430000" h="3571875">
                  <a:moveTo>
                    <a:pt x="6867525" y="0"/>
                  </a:moveTo>
                  <a:lnTo>
                    <a:pt x="6838950" y="0"/>
                  </a:lnTo>
                  <a:lnTo>
                    <a:pt x="6838950" y="9525"/>
                  </a:lnTo>
                  <a:lnTo>
                    <a:pt x="6867525" y="9525"/>
                  </a:lnTo>
                  <a:lnTo>
                    <a:pt x="6867525" y="0"/>
                  </a:lnTo>
                  <a:close/>
                </a:path>
                <a:path w="11430000" h="3571875">
                  <a:moveTo>
                    <a:pt x="6905358" y="3562350"/>
                  </a:moveTo>
                  <a:lnTo>
                    <a:pt x="6876783" y="3562350"/>
                  </a:lnTo>
                  <a:lnTo>
                    <a:pt x="6876783" y="3571875"/>
                  </a:lnTo>
                  <a:lnTo>
                    <a:pt x="6905358" y="3571875"/>
                  </a:lnTo>
                  <a:lnTo>
                    <a:pt x="6905358" y="3562350"/>
                  </a:lnTo>
                  <a:close/>
                </a:path>
                <a:path w="11430000" h="3571875">
                  <a:moveTo>
                    <a:pt x="6915150" y="0"/>
                  </a:moveTo>
                  <a:lnTo>
                    <a:pt x="6886575" y="0"/>
                  </a:lnTo>
                  <a:lnTo>
                    <a:pt x="6886575" y="9525"/>
                  </a:lnTo>
                  <a:lnTo>
                    <a:pt x="6915150" y="9525"/>
                  </a:lnTo>
                  <a:lnTo>
                    <a:pt x="6915150" y="0"/>
                  </a:lnTo>
                  <a:close/>
                </a:path>
                <a:path w="11430000" h="3571875">
                  <a:moveTo>
                    <a:pt x="6952983" y="3562350"/>
                  </a:moveTo>
                  <a:lnTo>
                    <a:pt x="6924408" y="3562350"/>
                  </a:lnTo>
                  <a:lnTo>
                    <a:pt x="6924408" y="3571875"/>
                  </a:lnTo>
                  <a:lnTo>
                    <a:pt x="6952983" y="3571875"/>
                  </a:lnTo>
                  <a:lnTo>
                    <a:pt x="6952983" y="3562350"/>
                  </a:lnTo>
                  <a:close/>
                </a:path>
                <a:path w="11430000" h="3571875">
                  <a:moveTo>
                    <a:pt x="6962775" y="0"/>
                  </a:moveTo>
                  <a:lnTo>
                    <a:pt x="6934200" y="0"/>
                  </a:lnTo>
                  <a:lnTo>
                    <a:pt x="6934200" y="9525"/>
                  </a:lnTo>
                  <a:lnTo>
                    <a:pt x="6962775" y="9525"/>
                  </a:lnTo>
                  <a:lnTo>
                    <a:pt x="6962775" y="0"/>
                  </a:lnTo>
                  <a:close/>
                </a:path>
                <a:path w="11430000" h="3571875">
                  <a:moveTo>
                    <a:pt x="7000608" y="3562350"/>
                  </a:moveTo>
                  <a:lnTo>
                    <a:pt x="6972033" y="3562350"/>
                  </a:lnTo>
                  <a:lnTo>
                    <a:pt x="6972033" y="3571875"/>
                  </a:lnTo>
                  <a:lnTo>
                    <a:pt x="7000608" y="3571875"/>
                  </a:lnTo>
                  <a:lnTo>
                    <a:pt x="7000608" y="3562350"/>
                  </a:lnTo>
                  <a:close/>
                </a:path>
                <a:path w="11430000" h="3571875">
                  <a:moveTo>
                    <a:pt x="7010400" y="0"/>
                  </a:moveTo>
                  <a:lnTo>
                    <a:pt x="6981825" y="0"/>
                  </a:lnTo>
                  <a:lnTo>
                    <a:pt x="6981825" y="9525"/>
                  </a:lnTo>
                  <a:lnTo>
                    <a:pt x="7010400" y="9525"/>
                  </a:lnTo>
                  <a:lnTo>
                    <a:pt x="7010400" y="0"/>
                  </a:lnTo>
                  <a:close/>
                </a:path>
                <a:path w="11430000" h="3571875">
                  <a:moveTo>
                    <a:pt x="7048233" y="3562350"/>
                  </a:moveTo>
                  <a:lnTo>
                    <a:pt x="7019658" y="3562350"/>
                  </a:lnTo>
                  <a:lnTo>
                    <a:pt x="7019658" y="3571875"/>
                  </a:lnTo>
                  <a:lnTo>
                    <a:pt x="7048233" y="3571875"/>
                  </a:lnTo>
                  <a:lnTo>
                    <a:pt x="7048233" y="3562350"/>
                  </a:lnTo>
                  <a:close/>
                </a:path>
                <a:path w="11430000" h="3571875">
                  <a:moveTo>
                    <a:pt x="7058025" y="0"/>
                  </a:moveTo>
                  <a:lnTo>
                    <a:pt x="7029463" y="0"/>
                  </a:lnTo>
                  <a:lnTo>
                    <a:pt x="7029463" y="9525"/>
                  </a:lnTo>
                  <a:lnTo>
                    <a:pt x="7058025" y="9525"/>
                  </a:lnTo>
                  <a:lnTo>
                    <a:pt x="7058025" y="0"/>
                  </a:lnTo>
                  <a:close/>
                </a:path>
                <a:path w="11430000" h="3571875">
                  <a:moveTo>
                    <a:pt x="7095858" y="3562350"/>
                  </a:moveTo>
                  <a:lnTo>
                    <a:pt x="7067283" y="3562350"/>
                  </a:lnTo>
                  <a:lnTo>
                    <a:pt x="7067283" y="3571875"/>
                  </a:lnTo>
                  <a:lnTo>
                    <a:pt x="7095858" y="3571875"/>
                  </a:lnTo>
                  <a:lnTo>
                    <a:pt x="7095858" y="3562350"/>
                  </a:lnTo>
                  <a:close/>
                </a:path>
                <a:path w="11430000" h="3571875">
                  <a:moveTo>
                    <a:pt x="7105650" y="0"/>
                  </a:moveTo>
                  <a:lnTo>
                    <a:pt x="7077075" y="0"/>
                  </a:lnTo>
                  <a:lnTo>
                    <a:pt x="7077075" y="9525"/>
                  </a:lnTo>
                  <a:lnTo>
                    <a:pt x="7105650" y="9525"/>
                  </a:lnTo>
                  <a:lnTo>
                    <a:pt x="7105650" y="0"/>
                  </a:lnTo>
                  <a:close/>
                </a:path>
                <a:path w="11430000" h="3571875">
                  <a:moveTo>
                    <a:pt x="7143483" y="3562350"/>
                  </a:moveTo>
                  <a:lnTo>
                    <a:pt x="7114908" y="3562350"/>
                  </a:lnTo>
                  <a:lnTo>
                    <a:pt x="7114908" y="3571875"/>
                  </a:lnTo>
                  <a:lnTo>
                    <a:pt x="7143483" y="3571875"/>
                  </a:lnTo>
                  <a:lnTo>
                    <a:pt x="7143483" y="3562350"/>
                  </a:lnTo>
                  <a:close/>
                </a:path>
                <a:path w="11430000" h="3571875">
                  <a:moveTo>
                    <a:pt x="7153275" y="0"/>
                  </a:moveTo>
                  <a:lnTo>
                    <a:pt x="7124700" y="0"/>
                  </a:lnTo>
                  <a:lnTo>
                    <a:pt x="7124700" y="9525"/>
                  </a:lnTo>
                  <a:lnTo>
                    <a:pt x="7153275" y="9525"/>
                  </a:lnTo>
                  <a:lnTo>
                    <a:pt x="7153275" y="0"/>
                  </a:lnTo>
                  <a:close/>
                </a:path>
                <a:path w="11430000" h="3571875">
                  <a:moveTo>
                    <a:pt x="7191108" y="3562350"/>
                  </a:moveTo>
                  <a:lnTo>
                    <a:pt x="7162533" y="3562350"/>
                  </a:lnTo>
                  <a:lnTo>
                    <a:pt x="7162533" y="3571875"/>
                  </a:lnTo>
                  <a:lnTo>
                    <a:pt x="7191108" y="3571875"/>
                  </a:lnTo>
                  <a:lnTo>
                    <a:pt x="7191108" y="3562350"/>
                  </a:lnTo>
                  <a:close/>
                </a:path>
                <a:path w="11430000" h="3571875">
                  <a:moveTo>
                    <a:pt x="7200900" y="0"/>
                  </a:moveTo>
                  <a:lnTo>
                    <a:pt x="7172325" y="0"/>
                  </a:lnTo>
                  <a:lnTo>
                    <a:pt x="7172325" y="9525"/>
                  </a:lnTo>
                  <a:lnTo>
                    <a:pt x="7200900" y="9525"/>
                  </a:lnTo>
                  <a:lnTo>
                    <a:pt x="7200900" y="0"/>
                  </a:lnTo>
                  <a:close/>
                </a:path>
                <a:path w="11430000" h="3571875">
                  <a:moveTo>
                    <a:pt x="7238733" y="3562350"/>
                  </a:moveTo>
                  <a:lnTo>
                    <a:pt x="7210158" y="3562350"/>
                  </a:lnTo>
                  <a:lnTo>
                    <a:pt x="7210158" y="3571875"/>
                  </a:lnTo>
                  <a:lnTo>
                    <a:pt x="7238733" y="3571875"/>
                  </a:lnTo>
                  <a:lnTo>
                    <a:pt x="7238733" y="3562350"/>
                  </a:lnTo>
                  <a:close/>
                </a:path>
                <a:path w="11430000" h="3571875">
                  <a:moveTo>
                    <a:pt x="7248525" y="0"/>
                  </a:moveTo>
                  <a:lnTo>
                    <a:pt x="7219950" y="0"/>
                  </a:lnTo>
                  <a:lnTo>
                    <a:pt x="7219950" y="9525"/>
                  </a:lnTo>
                  <a:lnTo>
                    <a:pt x="7248525" y="9525"/>
                  </a:lnTo>
                  <a:lnTo>
                    <a:pt x="7248525" y="0"/>
                  </a:lnTo>
                  <a:close/>
                </a:path>
                <a:path w="11430000" h="3571875">
                  <a:moveTo>
                    <a:pt x="7286358" y="3562350"/>
                  </a:moveTo>
                  <a:lnTo>
                    <a:pt x="7257783" y="3562350"/>
                  </a:lnTo>
                  <a:lnTo>
                    <a:pt x="7257783" y="3571875"/>
                  </a:lnTo>
                  <a:lnTo>
                    <a:pt x="7286358" y="3571875"/>
                  </a:lnTo>
                  <a:lnTo>
                    <a:pt x="7286358" y="3562350"/>
                  </a:lnTo>
                  <a:close/>
                </a:path>
                <a:path w="11430000" h="3571875">
                  <a:moveTo>
                    <a:pt x="7296150" y="0"/>
                  </a:moveTo>
                  <a:lnTo>
                    <a:pt x="7267575" y="0"/>
                  </a:lnTo>
                  <a:lnTo>
                    <a:pt x="7267575" y="9525"/>
                  </a:lnTo>
                  <a:lnTo>
                    <a:pt x="7296150" y="9525"/>
                  </a:lnTo>
                  <a:lnTo>
                    <a:pt x="7296150" y="0"/>
                  </a:lnTo>
                  <a:close/>
                </a:path>
                <a:path w="11430000" h="3571875">
                  <a:moveTo>
                    <a:pt x="7333983" y="3562350"/>
                  </a:moveTo>
                  <a:lnTo>
                    <a:pt x="7305408" y="3562350"/>
                  </a:lnTo>
                  <a:lnTo>
                    <a:pt x="7305408" y="3571875"/>
                  </a:lnTo>
                  <a:lnTo>
                    <a:pt x="7333983" y="3571875"/>
                  </a:lnTo>
                  <a:lnTo>
                    <a:pt x="7333983" y="3562350"/>
                  </a:lnTo>
                  <a:close/>
                </a:path>
                <a:path w="11430000" h="3571875">
                  <a:moveTo>
                    <a:pt x="7343775" y="0"/>
                  </a:moveTo>
                  <a:lnTo>
                    <a:pt x="7315200" y="0"/>
                  </a:lnTo>
                  <a:lnTo>
                    <a:pt x="7315200" y="9525"/>
                  </a:lnTo>
                  <a:lnTo>
                    <a:pt x="7343775" y="9525"/>
                  </a:lnTo>
                  <a:lnTo>
                    <a:pt x="7343775" y="0"/>
                  </a:lnTo>
                  <a:close/>
                </a:path>
                <a:path w="11430000" h="3571875">
                  <a:moveTo>
                    <a:pt x="7381608" y="3562350"/>
                  </a:moveTo>
                  <a:lnTo>
                    <a:pt x="7353033" y="3562350"/>
                  </a:lnTo>
                  <a:lnTo>
                    <a:pt x="7353033" y="3571875"/>
                  </a:lnTo>
                  <a:lnTo>
                    <a:pt x="7381608" y="3571875"/>
                  </a:lnTo>
                  <a:lnTo>
                    <a:pt x="7381608" y="3562350"/>
                  </a:lnTo>
                  <a:close/>
                </a:path>
                <a:path w="11430000" h="3571875">
                  <a:moveTo>
                    <a:pt x="7391400" y="0"/>
                  </a:moveTo>
                  <a:lnTo>
                    <a:pt x="7362825" y="0"/>
                  </a:lnTo>
                  <a:lnTo>
                    <a:pt x="7362825" y="9525"/>
                  </a:lnTo>
                  <a:lnTo>
                    <a:pt x="7391400" y="9525"/>
                  </a:lnTo>
                  <a:lnTo>
                    <a:pt x="7391400" y="0"/>
                  </a:lnTo>
                  <a:close/>
                </a:path>
                <a:path w="11430000" h="3571875">
                  <a:moveTo>
                    <a:pt x="7429233" y="3562350"/>
                  </a:moveTo>
                  <a:lnTo>
                    <a:pt x="7400658" y="3562350"/>
                  </a:lnTo>
                  <a:lnTo>
                    <a:pt x="7400658" y="3571875"/>
                  </a:lnTo>
                  <a:lnTo>
                    <a:pt x="7429233" y="3571875"/>
                  </a:lnTo>
                  <a:lnTo>
                    <a:pt x="7429233" y="3562350"/>
                  </a:lnTo>
                  <a:close/>
                </a:path>
                <a:path w="11430000" h="3571875">
                  <a:moveTo>
                    <a:pt x="7439025" y="0"/>
                  </a:moveTo>
                  <a:lnTo>
                    <a:pt x="7410450" y="0"/>
                  </a:lnTo>
                  <a:lnTo>
                    <a:pt x="7410450" y="9525"/>
                  </a:lnTo>
                  <a:lnTo>
                    <a:pt x="7439025" y="9525"/>
                  </a:lnTo>
                  <a:lnTo>
                    <a:pt x="7439025" y="0"/>
                  </a:lnTo>
                  <a:close/>
                </a:path>
                <a:path w="11430000" h="3571875">
                  <a:moveTo>
                    <a:pt x="7476858" y="3562350"/>
                  </a:moveTo>
                  <a:lnTo>
                    <a:pt x="7448283" y="3562350"/>
                  </a:lnTo>
                  <a:lnTo>
                    <a:pt x="7448283" y="3571875"/>
                  </a:lnTo>
                  <a:lnTo>
                    <a:pt x="7476858" y="3571875"/>
                  </a:lnTo>
                  <a:lnTo>
                    <a:pt x="7476858" y="3562350"/>
                  </a:lnTo>
                  <a:close/>
                </a:path>
                <a:path w="11430000" h="3571875">
                  <a:moveTo>
                    <a:pt x="7486650" y="0"/>
                  </a:moveTo>
                  <a:lnTo>
                    <a:pt x="7458075" y="0"/>
                  </a:lnTo>
                  <a:lnTo>
                    <a:pt x="7458075" y="9525"/>
                  </a:lnTo>
                  <a:lnTo>
                    <a:pt x="7486650" y="9525"/>
                  </a:lnTo>
                  <a:lnTo>
                    <a:pt x="7486650" y="0"/>
                  </a:lnTo>
                  <a:close/>
                </a:path>
                <a:path w="11430000" h="3571875">
                  <a:moveTo>
                    <a:pt x="7524483" y="3562350"/>
                  </a:moveTo>
                  <a:lnTo>
                    <a:pt x="7495908" y="3562350"/>
                  </a:lnTo>
                  <a:lnTo>
                    <a:pt x="7495908" y="3571875"/>
                  </a:lnTo>
                  <a:lnTo>
                    <a:pt x="7524483" y="3571875"/>
                  </a:lnTo>
                  <a:lnTo>
                    <a:pt x="7524483" y="3562350"/>
                  </a:lnTo>
                  <a:close/>
                </a:path>
                <a:path w="11430000" h="3571875">
                  <a:moveTo>
                    <a:pt x="7534275" y="0"/>
                  </a:moveTo>
                  <a:lnTo>
                    <a:pt x="7505700" y="0"/>
                  </a:lnTo>
                  <a:lnTo>
                    <a:pt x="7505700" y="9525"/>
                  </a:lnTo>
                  <a:lnTo>
                    <a:pt x="7534275" y="9525"/>
                  </a:lnTo>
                  <a:lnTo>
                    <a:pt x="7534275" y="0"/>
                  </a:lnTo>
                  <a:close/>
                </a:path>
                <a:path w="11430000" h="3571875">
                  <a:moveTo>
                    <a:pt x="7572108" y="3562350"/>
                  </a:moveTo>
                  <a:lnTo>
                    <a:pt x="7543533" y="3562350"/>
                  </a:lnTo>
                  <a:lnTo>
                    <a:pt x="7543533" y="3571875"/>
                  </a:lnTo>
                  <a:lnTo>
                    <a:pt x="7572108" y="3571875"/>
                  </a:lnTo>
                  <a:lnTo>
                    <a:pt x="7572108" y="3562350"/>
                  </a:lnTo>
                  <a:close/>
                </a:path>
                <a:path w="11430000" h="3571875">
                  <a:moveTo>
                    <a:pt x="7581900" y="0"/>
                  </a:moveTo>
                  <a:lnTo>
                    <a:pt x="7553325" y="0"/>
                  </a:lnTo>
                  <a:lnTo>
                    <a:pt x="7553325" y="9525"/>
                  </a:lnTo>
                  <a:lnTo>
                    <a:pt x="7581900" y="9525"/>
                  </a:lnTo>
                  <a:lnTo>
                    <a:pt x="7581900" y="0"/>
                  </a:lnTo>
                  <a:close/>
                </a:path>
                <a:path w="11430000" h="3571875">
                  <a:moveTo>
                    <a:pt x="7619733" y="3562350"/>
                  </a:moveTo>
                  <a:lnTo>
                    <a:pt x="7591158" y="3562350"/>
                  </a:lnTo>
                  <a:lnTo>
                    <a:pt x="7591158" y="3571875"/>
                  </a:lnTo>
                  <a:lnTo>
                    <a:pt x="7619733" y="3571875"/>
                  </a:lnTo>
                  <a:lnTo>
                    <a:pt x="7619733" y="3562350"/>
                  </a:lnTo>
                  <a:close/>
                </a:path>
                <a:path w="11430000" h="3571875">
                  <a:moveTo>
                    <a:pt x="7629525" y="0"/>
                  </a:moveTo>
                  <a:lnTo>
                    <a:pt x="7600950" y="0"/>
                  </a:lnTo>
                  <a:lnTo>
                    <a:pt x="7600950" y="9525"/>
                  </a:lnTo>
                  <a:lnTo>
                    <a:pt x="7629525" y="9525"/>
                  </a:lnTo>
                  <a:lnTo>
                    <a:pt x="7629525" y="0"/>
                  </a:lnTo>
                  <a:close/>
                </a:path>
                <a:path w="11430000" h="3571875">
                  <a:moveTo>
                    <a:pt x="7667358" y="3562350"/>
                  </a:moveTo>
                  <a:lnTo>
                    <a:pt x="7638783" y="3562350"/>
                  </a:lnTo>
                  <a:lnTo>
                    <a:pt x="7638783" y="3571875"/>
                  </a:lnTo>
                  <a:lnTo>
                    <a:pt x="7667358" y="3571875"/>
                  </a:lnTo>
                  <a:lnTo>
                    <a:pt x="7667358" y="3562350"/>
                  </a:lnTo>
                  <a:close/>
                </a:path>
                <a:path w="11430000" h="3571875">
                  <a:moveTo>
                    <a:pt x="7677150" y="0"/>
                  </a:moveTo>
                  <a:lnTo>
                    <a:pt x="7648575" y="0"/>
                  </a:lnTo>
                  <a:lnTo>
                    <a:pt x="7648575" y="9525"/>
                  </a:lnTo>
                  <a:lnTo>
                    <a:pt x="7677150" y="9525"/>
                  </a:lnTo>
                  <a:lnTo>
                    <a:pt x="7677150" y="0"/>
                  </a:lnTo>
                  <a:close/>
                </a:path>
                <a:path w="11430000" h="3571875">
                  <a:moveTo>
                    <a:pt x="7714983" y="3562350"/>
                  </a:moveTo>
                  <a:lnTo>
                    <a:pt x="7686408" y="3562350"/>
                  </a:lnTo>
                  <a:lnTo>
                    <a:pt x="7686408" y="3571875"/>
                  </a:lnTo>
                  <a:lnTo>
                    <a:pt x="7714983" y="3571875"/>
                  </a:lnTo>
                  <a:lnTo>
                    <a:pt x="7714983" y="3562350"/>
                  </a:lnTo>
                  <a:close/>
                </a:path>
                <a:path w="11430000" h="3571875">
                  <a:moveTo>
                    <a:pt x="7724775" y="0"/>
                  </a:moveTo>
                  <a:lnTo>
                    <a:pt x="7696200" y="0"/>
                  </a:lnTo>
                  <a:lnTo>
                    <a:pt x="7696200" y="9525"/>
                  </a:lnTo>
                  <a:lnTo>
                    <a:pt x="7724775" y="9525"/>
                  </a:lnTo>
                  <a:lnTo>
                    <a:pt x="7724775" y="0"/>
                  </a:lnTo>
                  <a:close/>
                </a:path>
                <a:path w="11430000" h="3571875">
                  <a:moveTo>
                    <a:pt x="7762608" y="3562350"/>
                  </a:moveTo>
                  <a:lnTo>
                    <a:pt x="7734033" y="3562350"/>
                  </a:lnTo>
                  <a:lnTo>
                    <a:pt x="7734033" y="3571875"/>
                  </a:lnTo>
                  <a:lnTo>
                    <a:pt x="7762608" y="3571875"/>
                  </a:lnTo>
                  <a:lnTo>
                    <a:pt x="7762608" y="3562350"/>
                  </a:lnTo>
                  <a:close/>
                </a:path>
                <a:path w="11430000" h="3571875">
                  <a:moveTo>
                    <a:pt x="7772400" y="0"/>
                  </a:moveTo>
                  <a:lnTo>
                    <a:pt x="7743825" y="0"/>
                  </a:lnTo>
                  <a:lnTo>
                    <a:pt x="7743825" y="9525"/>
                  </a:lnTo>
                  <a:lnTo>
                    <a:pt x="7772400" y="9525"/>
                  </a:lnTo>
                  <a:lnTo>
                    <a:pt x="7772400" y="0"/>
                  </a:lnTo>
                  <a:close/>
                </a:path>
                <a:path w="11430000" h="3571875">
                  <a:moveTo>
                    <a:pt x="7810233" y="3562350"/>
                  </a:moveTo>
                  <a:lnTo>
                    <a:pt x="7781658" y="3562350"/>
                  </a:lnTo>
                  <a:lnTo>
                    <a:pt x="7781658" y="3571875"/>
                  </a:lnTo>
                  <a:lnTo>
                    <a:pt x="7810233" y="3571875"/>
                  </a:lnTo>
                  <a:lnTo>
                    <a:pt x="7810233" y="3562350"/>
                  </a:lnTo>
                  <a:close/>
                </a:path>
                <a:path w="11430000" h="3571875">
                  <a:moveTo>
                    <a:pt x="7820025" y="0"/>
                  </a:moveTo>
                  <a:lnTo>
                    <a:pt x="7791450" y="0"/>
                  </a:lnTo>
                  <a:lnTo>
                    <a:pt x="7791450" y="9525"/>
                  </a:lnTo>
                  <a:lnTo>
                    <a:pt x="7820025" y="9525"/>
                  </a:lnTo>
                  <a:lnTo>
                    <a:pt x="7820025" y="0"/>
                  </a:lnTo>
                  <a:close/>
                </a:path>
                <a:path w="11430000" h="3571875">
                  <a:moveTo>
                    <a:pt x="7857858" y="3562350"/>
                  </a:moveTo>
                  <a:lnTo>
                    <a:pt x="7829283" y="3562350"/>
                  </a:lnTo>
                  <a:lnTo>
                    <a:pt x="7829283" y="3571875"/>
                  </a:lnTo>
                  <a:lnTo>
                    <a:pt x="7857858" y="3571875"/>
                  </a:lnTo>
                  <a:lnTo>
                    <a:pt x="7857858" y="3562350"/>
                  </a:lnTo>
                  <a:close/>
                </a:path>
                <a:path w="11430000" h="3571875">
                  <a:moveTo>
                    <a:pt x="7867650" y="0"/>
                  </a:moveTo>
                  <a:lnTo>
                    <a:pt x="7839075" y="0"/>
                  </a:lnTo>
                  <a:lnTo>
                    <a:pt x="7839075" y="9525"/>
                  </a:lnTo>
                  <a:lnTo>
                    <a:pt x="7867650" y="9525"/>
                  </a:lnTo>
                  <a:lnTo>
                    <a:pt x="7867650" y="0"/>
                  </a:lnTo>
                  <a:close/>
                </a:path>
                <a:path w="11430000" h="3571875">
                  <a:moveTo>
                    <a:pt x="7905483" y="3562350"/>
                  </a:moveTo>
                  <a:lnTo>
                    <a:pt x="7876908" y="3562350"/>
                  </a:lnTo>
                  <a:lnTo>
                    <a:pt x="7876908" y="3571875"/>
                  </a:lnTo>
                  <a:lnTo>
                    <a:pt x="7905483" y="3571875"/>
                  </a:lnTo>
                  <a:lnTo>
                    <a:pt x="7905483" y="3562350"/>
                  </a:lnTo>
                  <a:close/>
                </a:path>
                <a:path w="11430000" h="3571875">
                  <a:moveTo>
                    <a:pt x="7915288" y="0"/>
                  </a:moveTo>
                  <a:lnTo>
                    <a:pt x="7886700" y="0"/>
                  </a:lnTo>
                  <a:lnTo>
                    <a:pt x="7886700" y="9525"/>
                  </a:lnTo>
                  <a:lnTo>
                    <a:pt x="7915288" y="9525"/>
                  </a:lnTo>
                  <a:lnTo>
                    <a:pt x="7915288" y="0"/>
                  </a:lnTo>
                  <a:close/>
                </a:path>
                <a:path w="11430000" h="3571875">
                  <a:moveTo>
                    <a:pt x="7953108" y="3562350"/>
                  </a:moveTo>
                  <a:lnTo>
                    <a:pt x="7924533" y="3562350"/>
                  </a:lnTo>
                  <a:lnTo>
                    <a:pt x="7924533" y="3571875"/>
                  </a:lnTo>
                  <a:lnTo>
                    <a:pt x="7953108" y="3571875"/>
                  </a:lnTo>
                  <a:lnTo>
                    <a:pt x="7953108" y="3562350"/>
                  </a:lnTo>
                  <a:close/>
                </a:path>
                <a:path w="11430000" h="3571875">
                  <a:moveTo>
                    <a:pt x="7962900" y="0"/>
                  </a:moveTo>
                  <a:lnTo>
                    <a:pt x="7934325" y="0"/>
                  </a:lnTo>
                  <a:lnTo>
                    <a:pt x="7934325" y="9525"/>
                  </a:lnTo>
                  <a:lnTo>
                    <a:pt x="7962900" y="9525"/>
                  </a:lnTo>
                  <a:lnTo>
                    <a:pt x="7962900" y="0"/>
                  </a:lnTo>
                  <a:close/>
                </a:path>
                <a:path w="11430000" h="3571875">
                  <a:moveTo>
                    <a:pt x="8000733" y="3562350"/>
                  </a:moveTo>
                  <a:lnTo>
                    <a:pt x="7972158" y="3562350"/>
                  </a:lnTo>
                  <a:lnTo>
                    <a:pt x="7972158" y="3571875"/>
                  </a:lnTo>
                  <a:lnTo>
                    <a:pt x="8000733" y="3571875"/>
                  </a:lnTo>
                  <a:lnTo>
                    <a:pt x="8000733" y="3562350"/>
                  </a:lnTo>
                  <a:close/>
                </a:path>
                <a:path w="11430000" h="3571875">
                  <a:moveTo>
                    <a:pt x="8010525" y="0"/>
                  </a:moveTo>
                  <a:lnTo>
                    <a:pt x="7981950" y="0"/>
                  </a:lnTo>
                  <a:lnTo>
                    <a:pt x="7981950" y="9525"/>
                  </a:lnTo>
                  <a:lnTo>
                    <a:pt x="8010525" y="9525"/>
                  </a:lnTo>
                  <a:lnTo>
                    <a:pt x="8010525" y="0"/>
                  </a:lnTo>
                  <a:close/>
                </a:path>
                <a:path w="11430000" h="3571875">
                  <a:moveTo>
                    <a:pt x="8048358" y="3562350"/>
                  </a:moveTo>
                  <a:lnTo>
                    <a:pt x="8019783" y="3562350"/>
                  </a:lnTo>
                  <a:lnTo>
                    <a:pt x="8019783" y="3571875"/>
                  </a:lnTo>
                  <a:lnTo>
                    <a:pt x="8048358" y="3571875"/>
                  </a:lnTo>
                  <a:lnTo>
                    <a:pt x="8048358" y="3562350"/>
                  </a:lnTo>
                  <a:close/>
                </a:path>
                <a:path w="11430000" h="3571875">
                  <a:moveTo>
                    <a:pt x="8058150" y="0"/>
                  </a:moveTo>
                  <a:lnTo>
                    <a:pt x="8029575" y="0"/>
                  </a:lnTo>
                  <a:lnTo>
                    <a:pt x="8029575" y="9525"/>
                  </a:lnTo>
                  <a:lnTo>
                    <a:pt x="8058150" y="9525"/>
                  </a:lnTo>
                  <a:lnTo>
                    <a:pt x="8058150" y="0"/>
                  </a:lnTo>
                  <a:close/>
                </a:path>
                <a:path w="11430000" h="3571875">
                  <a:moveTo>
                    <a:pt x="8095983" y="3562350"/>
                  </a:moveTo>
                  <a:lnTo>
                    <a:pt x="8067408" y="3562350"/>
                  </a:lnTo>
                  <a:lnTo>
                    <a:pt x="8067408" y="3571875"/>
                  </a:lnTo>
                  <a:lnTo>
                    <a:pt x="8095983" y="3571875"/>
                  </a:lnTo>
                  <a:lnTo>
                    <a:pt x="8095983" y="3562350"/>
                  </a:lnTo>
                  <a:close/>
                </a:path>
                <a:path w="11430000" h="3571875">
                  <a:moveTo>
                    <a:pt x="8105775" y="0"/>
                  </a:moveTo>
                  <a:lnTo>
                    <a:pt x="8077200" y="0"/>
                  </a:lnTo>
                  <a:lnTo>
                    <a:pt x="8077200" y="9525"/>
                  </a:lnTo>
                  <a:lnTo>
                    <a:pt x="8105775" y="9525"/>
                  </a:lnTo>
                  <a:lnTo>
                    <a:pt x="8105775" y="0"/>
                  </a:lnTo>
                  <a:close/>
                </a:path>
                <a:path w="11430000" h="3571875">
                  <a:moveTo>
                    <a:pt x="8143608" y="3562350"/>
                  </a:moveTo>
                  <a:lnTo>
                    <a:pt x="8115033" y="3562350"/>
                  </a:lnTo>
                  <a:lnTo>
                    <a:pt x="8115033" y="3571875"/>
                  </a:lnTo>
                  <a:lnTo>
                    <a:pt x="8143608" y="3571875"/>
                  </a:lnTo>
                  <a:lnTo>
                    <a:pt x="8143608" y="3562350"/>
                  </a:lnTo>
                  <a:close/>
                </a:path>
                <a:path w="11430000" h="3571875">
                  <a:moveTo>
                    <a:pt x="8153400" y="0"/>
                  </a:moveTo>
                  <a:lnTo>
                    <a:pt x="8124825" y="0"/>
                  </a:lnTo>
                  <a:lnTo>
                    <a:pt x="8124825" y="9525"/>
                  </a:lnTo>
                  <a:lnTo>
                    <a:pt x="8153400" y="9525"/>
                  </a:lnTo>
                  <a:lnTo>
                    <a:pt x="8153400" y="0"/>
                  </a:lnTo>
                  <a:close/>
                </a:path>
                <a:path w="11430000" h="3571875">
                  <a:moveTo>
                    <a:pt x="8191233" y="3562350"/>
                  </a:moveTo>
                  <a:lnTo>
                    <a:pt x="8162658" y="3562350"/>
                  </a:lnTo>
                  <a:lnTo>
                    <a:pt x="8162658" y="3571875"/>
                  </a:lnTo>
                  <a:lnTo>
                    <a:pt x="8191233" y="3571875"/>
                  </a:lnTo>
                  <a:lnTo>
                    <a:pt x="8191233" y="3562350"/>
                  </a:lnTo>
                  <a:close/>
                </a:path>
                <a:path w="11430000" h="3571875">
                  <a:moveTo>
                    <a:pt x="8201025" y="0"/>
                  </a:moveTo>
                  <a:lnTo>
                    <a:pt x="8172450" y="0"/>
                  </a:lnTo>
                  <a:lnTo>
                    <a:pt x="8172450" y="9525"/>
                  </a:lnTo>
                  <a:lnTo>
                    <a:pt x="8201025" y="9525"/>
                  </a:lnTo>
                  <a:lnTo>
                    <a:pt x="8201025" y="0"/>
                  </a:lnTo>
                  <a:close/>
                </a:path>
                <a:path w="11430000" h="3571875">
                  <a:moveTo>
                    <a:pt x="8238858" y="3562350"/>
                  </a:moveTo>
                  <a:lnTo>
                    <a:pt x="8210283" y="3562350"/>
                  </a:lnTo>
                  <a:lnTo>
                    <a:pt x="8210283" y="3571875"/>
                  </a:lnTo>
                  <a:lnTo>
                    <a:pt x="8238858" y="3571875"/>
                  </a:lnTo>
                  <a:lnTo>
                    <a:pt x="8238858" y="3562350"/>
                  </a:lnTo>
                  <a:close/>
                </a:path>
                <a:path w="11430000" h="3571875">
                  <a:moveTo>
                    <a:pt x="8248650" y="0"/>
                  </a:moveTo>
                  <a:lnTo>
                    <a:pt x="8220075" y="0"/>
                  </a:lnTo>
                  <a:lnTo>
                    <a:pt x="8220075" y="9525"/>
                  </a:lnTo>
                  <a:lnTo>
                    <a:pt x="8248650" y="9525"/>
                  </a:lnTo>
                  <a:lnTo>
                    <a:pt x="8248650" y="0"/>
                  </a:lnTo>
                  <a:close/>
                </a:path>
                <a:path w="11430000" h="3571875">
                  <a:moveTo>
                    <a:pt x="8286483" y="3562350"/>
                  </a:moveTo>
                  <a:lnTo>
                    <a:pt x="8257908" y="3562350"/>
                  </a:lnTo>
                  <a:lnTo>
                    <a:pt x="8257908" y="3571875"/>
                  </a:lnTo>
                  <a:lnTo>
                    <a:pt x="8286483" y="3571875"/>
                  </a:lnTo>
                  <a:lnTo>
                    <a:pt x="8286483" y="3562350"/>
                  </a:lnTo>
                  <a:close/>
                </a:path>
                <a:path w="11430000" h="3571875">
                  <a:moveTo>
                    <a:pt x="8296275" y="0"/>
                  </a:moveTo>
                  <a:lnTo>
                    <a:pt x="8267713" y="0"/>
                  </a:lnTo>
                  <a:lnTo>
                    <a:pt x="8267713" y="9525"/>
                  </a:lnTo>
                  <a:lnTo>
                    <a:pt x="8296275" y="9525"/>
                  </a:lnTo>
                  <a:lnTo>
                    <a:pt x="8296275" y="0"/>
                  </a:lnTo>
                  <a:close/>
                </a:path>
                <a:path w="11430000" h="3571875">
                  <a:moveTo>
                    <a:pt x="8334108" y="3562350"/>
                  </a:moveTo>
                  <a:lnTo>
                    <a:pt x="8305533" y="3562350"/>
                  </a:lnTo>
                  <a:lnTo>
                    <a:pt x="8305533" y="3571875"/>
                  </a:lnTo>
                  <a:lnTo>
                    <a:pt x="8334108" y="3571875"/>
                  </a:lnTo>
                  <a:lnTo>
                    <a:pt x="8334108" y="3562350"/>
                  </a:lnTo>
                  <a:close/>
                </a:path>
                <a:path w="11430000" h="3571875">
                  <a:moveTo>
                    <a:pt x="8343900" y="0"/>
                  </a:moveTo>
                  <a:lnTo>
                    <a:pt x="8315325" y="0"/>
                  </a:lnTo>
                  <a:lnTo>
                    <a:pt x="8315325" y="9525"/>
                  </a:lnTo>
                  <a:lnTo>
                    <a:pt x="8343900" y="9525"/>
                  </a:lnTo>
                  <a:lnTo>
                    <a:pt x="8343900" y="0"/>
                  </a:lnTo>
                  <a:close/>
                </a:path>
                <a:path w="11430000" h="3571875">
                  <a:moveTo>
                    <a:pt x="8381733" y="3562350"/>
                  </a:moveTo>
                  <a:lnTo>
                    <a:pt x="8353158" y="3562350"/>
                  </a:lnTo>
                  <a:lnTo>
                    <a:pt x="8353158" y="3571875"/>
                  </a:lnTo>
                  <a:lnTo>
                    <a:pt x="8381733" y="3571875"/>
                  </a:lnTo>
                  <a:lnTo>
                    <a:pt x="8381733" y="3562350"/>
                  </a:lnTo>
                  <a:close/>
                </a:path>
                <a:path w="11430000" h="3571875">
                  <a:moveTo>
                    <a:pt x="8391525" y="0"/>
                  </a:moveTo>
                  <a:lnTo>
                    <a:pt x="8362950" y="0"/>
                  </a:lnTo>
                  <a:lnTo>
                    <a:pt x="8362950" y="9525"/>
                  </a:lnTo>
                  <a:lnTo>
                    <a:pt x="8391525" y="9525"/>
                  </a:lnTo>
                  <a:lnTo>
                    <a:pt x="8391525" y="0"/>
                  </a:lnTo>
                  <a:close/>
                </a:path>
                <a:path w="11430000" h="3571875">
                  <a:moveTo>
                    <a:pt x="8429358" y="3562350"/>
                  </a:moveTo>
                  <a:lnTo>
                    <a:pt x="8400783" y="3562350"/>
                  </a:lnTo>
                  <a:lnTo>
                    <a:pt x="8400783" y="3571875"/>
                  </a:lnTo>
                  <a:lnTo>
                    <a:pt x="8429358" y="3571875"/>
                  </a:lnTo>
                  <a:lnTo>
                    <a:pt x="8429358" y="3562350"/>
                  </a:lnTo>
                  <a:close/>
                </a:path>
                <a:path w="11430000" h="3571875">
                  <a:moveTo>
                    <a:pt x="8439163" y="0"/>
                  </a:moveTo>
                  <a:lnTo>
                    <a:pt x="8410575" y="0"/>
                  </a:lnTo>
                  <a:lnTo>
                    <a:pt x="8410575" y="9525"/>
                  </a:lnTo>
                  <a:lnTo>
                    <a:pt x="8439163" y="9525"/>
                  </a:lnTo>
                  <a:lnTo>
                    <a:pt x="8439163" y="0"/>
                  </a:lnTo>
                  <a:close/>
                </a:path>
                <a:path w="11430000" h="3571875">
                  <a:moveTo>
                    <a:pt x="8476983" y="3562350"/>
                  </a:moveTo>
                  <a:lnTo>
                    <a:pt x="8448408" y="3562350"/>
                  </a:lnTo>
                  <a:lnTo>
                    <a:pt x="8448408" y="3571875"/>
                  </a:lnTo>
                  <a:lnTo>
                    <a:pt x="8476983" y="3571875"/>
                  </a:lnTo>
                  <a:lnTo>
                    <a:pt x="8476983" y="3562350"/>
                  </a:lnTo>
                  <a:close/>
                </a:path>
                <a:path w="11430000" h="3571875">
                  <a:moveTo>
                    <a:pt x="8486775" y="0"/>
                  </a:moveTo>
                  <a:lnTo>
                    <a:pt x="8458200" y="0"/>
                  </a:lnTo>
                  <a:lnTo>
                    <a:pt x="8458200" y="9525"/>
                  </a:lnTo>
                  <a:lnTo>
                    <a:pt x="8486775" y="9525"/>
                  </a:lnTo>
                  <a:lnTo>
                    <a:pt x="8486775" y="0"/>
                  </a:lnTo>
                  <a:close/>
                </a:path>
                <a:path w="11430000" h="3571875">
                  <a:moveTo>
                    <a:pt x="8524608" y="3562350"/>
                  </a:moveTo>
                  <a:lnTo>
                    <a:pt x="8496033" y="3562350"/>
                  </a:lnTo>
                  <a:lnTo>
                    <a:pt x="8496033" y="3571875"/>
                  </a:lnTo>
                  <a:lnTo>
                    <a:pt x="8524608" y="3571875"/>
                  </a:lnTo>
                  <a:lnTo>
                    <a:pt x="8524608" y="3562350"/>
                  </a:lnTo>
                  <a:close/>
                </a:path>
                <a:path w="11430000" h="3571875">
                  <a:moveTo>
                    <a:pt x="8534400" y="0"/>
                  </a:moveTo>
                  <a:lnTo>
                    <a:pt x="8505825" y="0"/>
                  </a:lnTo>
                  <a:lnTo>
                    <a:pt x="8505825" y="9525"/>
                  </a:lnTo>
                  <a:lnTo>
                    <a:pt x="8534400" y="9525"/>
                  </a:lnTo>
                  <a:lnTo>
                    <a:pt x="8534400" y="0"/>
                  </a:lnTo>
                  <a:close/>
                </a:path>
                <a:path w="11430000" h="3571875">
                  <a:moveTo>
                    <a:pt x="8572233" y="3562350"/>
                  </a:moveTo>
                  <a:lnTo>
                    <a:pt x="8543658" y="3562350"/>
                  </a:lnTo>
                  <a:lnTo>
                    <a:pt x="8543658" y="3571875"/>
                  </a:lnTo>
                  <a:lnTo>
                    <a:pt x="8572233" y="3571875"/>
                  </a:lnTo>
                  <a:lnTo>
                    <a:pt x="8572233" y="3562350"/>
                  </a:lnTo>
                  <a:close/>
                </a:path>
                <a:path w="11430000" h="3571875">
                  <a:moveTo>
                    <a:pt x="8582025" y="0"/>
                  </a:moveTo>
                  <a:lnTo>
                    <a:pt x="8553450" y="0"/>
                  </a:lnTo>
                  <a:lnTo>
                    <a:pt x="8553450" y="9525"/>
                  </a:lnTo>
                  <a:lnTo>
                    <a:pt x="8582025" y="9525"/>
                  </a:lnTo>
                  <a:lnTo>
                    <a:pt x="8582025" y="0"/>
                  </a:lnTo>
                  <a:close/>
                </a:path>
                <a:path w="11430000" h="3571875">
                  <a:moveTo>
                    <a:pt x="8619858" y="3562350"/>
                  </a:moveTo>
                  <a:lnTo>
                    <a:pt x="8591283" y="3562350"/>
                  </a:lnTo>
                  <a:lnTo>
                    <a:pt x="8591283" y="3571875"/>
                  </a:lnTo>
                  <a:lnTo>
                    <a:pt x="8619858" y="3571875"/>
                  </a:lnTo>
                  <a:lnTo>
                    <a:pt x="8619858" y="3562350"/>
                  </a:lnTo>
                  <a:close/>
                </a:path>
                <a:path w="11430000" h="3571875">
                  <a:moveTo>
                    <a:pt x="8629650" y="0"/>
                  </a:moveTo>
                  <a:lnTo>
                    <a:pt x="8601075" y="0"/>
                  </a:lnTo>
                  <a:lnTo>
                    <a:pt x="8601075" y="9525"/>
                  </a:lnTo>
                  <a:lnTo>
                    <a:pt x="8629650" y="9525"/>
                  </a:lnTo>
                  <a:lnTo>
                    <a:pt x="8629650" y="0"/>
                  </a:lnTo>
                  <a:close/>
                </a:path>
                <a:path w="11430000" h="3571875">
                  <a:moveTo>
                    <a:pt x="8667483" y="3562350"/>
                  </a:moveTo>
                  <a:lnTo>
                    <a:pt x="8638908" y="3562350"/>
                  </a:lnTo>
                  <a:lnTo>
                    <a:pt x="8638908" y="3571875"/>
                  </a:lnTo>
                  <a:lnTo>
                    <a:pt x="8667483" y="3571875"/>
                  </a:lnTo>
                  <a:lnTo>
                    <a:pt x="8667483" y="3562350"/>
                  </a:lnTo>
                  <a:close/>
                </a:path>
                <a:path w="11430000" h="3571875">
                  <a:moveTo>
                    <a:pt x="8677275" y="0"/>
                  </a:moveTo>
                  <a:lnTo>
                    <a:pt x="8648700" y="0"/>
                  </a:lnTo>
                  <a:lnTo>
                    <a:pt x="8648700" y="9525"/>
                  </a:lnTo>
                  <a:lnTo>
                    <a:pt x="8677275" y="9525"/>
                  </a:lnTo>
                  <a:lnTo>
                    <a:pt x="8677275" y="0"/>
                  </a:lnTo>
                  <a:close/>
                </a:path>
                <a:path w="11430000" h="3571875">
                  <a:moveTo>
                    <a:pt x="8715108" y="3562350"/>
                  </a:moveTo>
                  <a:lnTo>
                    <a:pt x="8686533" y="3562350"/>
                  </a:lnTo>
                  <a:lnTo>
                    <a:pt x="8686533" y="3571875"/>
                  </a:lnTo>
                  <a:lnTo>
                    <a:pt x="8715108" y="3571875"/>
                  </a:lnTo>
                  <a:lnTo>
                    <a:pt x="8715108" y="3562350"/>
                  </a:lnTo>
                  <a:close/>
                </a:path>
                <a:path w="11430000" h="3571875">
                  <a:moveTo>
                    <a:pt x="8724900" y="0"/>
                  </a:moveTo>
                  <a:lnTo>
                    <a:pt x="8696325" y="0"/>
                  </a:lnTo>
                  <a:lnTo>
                    <a:pt x="8696325" y="9525"/>
                  </a:lnTo>
                  <a:lnTo>
                    <a:pt x="8724900" y="9525"/>
                  </a:lnTo>
                  <a:lnTo>
                    <a:pt x="8724900" y="0"/>
                  </a:lnTo>
                  <a:close/>
                </a:path>
                <a:path w="11430000" h="3571875">
                  <a:moveTo>
                    <a:pt x="8762733" y="3562350"/>
                  </a:moveTo>
                  <a:lnTo>
                    <a:pt x="8734158" y="3562350"/>
                  </a:lnTo>
                  <a:lnTo>
                    <a:pt x="8734158" y="3571875"/>
                  </a:lnTo>
                  <a:lnTo>
                    <a:pt x="8762733" y="3571875"/>
                  </a:lnTo>
                  <a:lnTo>
                    <a:pt x="8762733" y="3562350"/>
                  </a:lnTo>
                  <a:close/>
                </a:path>
                <a:path w="11430000" h="3571875">
                  <a:moveTo>
                    <a:pt x="8772525" y="0"/>
                  </a:moveTo>
                  <a:lnTo>
                    <a:pt x="8743950" y="0"/>
                  </a:lnTo>
                  <a:lnTo>
                    <a:pt x="8743950" y="9525"/>
                  </a:lnTo>
                  <a:lnTo>
                    <a:pt x="8772525" y="9525"/>
                  </a:lnTo>
                  <a:lnTo>
                    <a:pt x="8772525" y="0"/>
                  </a:lnTo>
                  <a:close/>
                </a:path>
                <a:path w="11430000" h="3571875">
                  <a:moveTo>
                    <a:pt x="8810358" y="3562350"/>
                  </a:moveTo>
                  <a:lnTo>
                    <a:pt x="8781783" y="3562350"/>
                  </a:lnTo>
                  <a:lnTo>
                    <a:pt x="8781783" y="3571875"/>
                  </a:lnTo>
                  <a:lnTo>
                    <a:pt x="8810358" y="3571875"/>
                  </a:lnTo>
                  <a:lnTo>
                    <a:pt x="8810358" y="3562350"/>
                  </a:lnTo>
                  <a:close/>
                </a:path>
                <a:path w="11430000" h="3571875">
                  <a:moveTo>
                    <a:pt x="8820150" y="0"/>
                  </a:moveTo>
                  <a:lnTo>
                    <a:pt x="8791588" y="0"/>
                  </a:lnTo>
                  <a:lnTo>
                    <a:pt x="8791588" y="9525"/>
                  </a:lnTo>
                  <a:lnTo>
                    <a:pt x="8820150" y="9525"/>
                  </a:lnTo>
                  <a:lnTo>
                    <a:pt x="8820150" y="0"/>
                  </a:lnTo>
                  <a:close/>
                </a:path>
                <a:path w="11430000" h="3571875">
                  <a:moveTo>
                    <a:pt x="8857983" y="3562350"/>
                  </a:moveTo>
                  <a:lnTo>
                    <a:pt x="8829408" y="3562350"/>
                  </a:lnTo>
                  <a:lnTo>
                    <a:pt x="8829408" y="3571875"/>
                  </a:lnTo>
                  <a:lnTo>
                    <a:pt x="8857983" y="3571875"/>
                  </a:lnTo>
                  <a:lnTo>
                    <a:pt x="8857983" y="3562350"/>
                  </a:lnTo>
                  <a:close/>
                </a:path>
                <a:path w="11430000" h="3571875">
                  <a:moveTo>
                    <a:pt x="8867775" y="0"/>
                  </a:moveTo>
                  <a:lnTo>
                    <a:pt x="8839200" y="0"/>
                  </a:lnTo>
                  <a:lnTo>
                    <a:pt x="8839200" y="9525"/>
                  </a:lnTo>
                  <a:lnTo>
                    <a:pt x="8867775" y="9525"/>
                  </a:lnTo>
                  <a:lnTo>
                    <a:pt x="8867775" y="0"/>
                  </a:lnTo>
                  <a:close/>
                </a:path>
                <a:path w="11430000" h="3571875">
                  <a:moveTo>
                    <a:pt x="8905608" y="3562350"/>
                  </a:moveTo>
                  <a:lnTo>
                    <a:pt x="8877033" y="3562350"/>
                  </a:lnTo>
                  <a:lnTo>
                    <a:pt x="8877033" y="3571875"/>
                  </a:lnTo>
                  <a:lnTo>
                    <a:pt x="8905608" y="3571875"/>
                  </a:lnTo>
                  <a:lnTo>
                    <a:pt x="8905608" y="3562350"/>
                  </a:lnTo>
                  <a:close/>
                </a:path>
                <a:path w="11430000" h="3571875">
                  <a:moveTo>
                    <a:pt x="8915400" y="0"/>
                  </a:moveTo>
                  <a:lnTo>
                    <a:pt x="8886825" y="0"/>
                  </a:lnTo>
                  <a:lnTo>
                    <a:pt x="8886825" y="9525"/>
                  </a:lnTo>
                  <a:lnTo>
                    <a:pt x="8915400" y="9525"/>
                  </a:lnTo>
                  <a:lnTo>
                    <a:pt x="8915400" y="0"/>
                  </a:lnTo>
                  <a:close/>
                </a:path>
                <a:path w="11430000" h="3571875">
                  <a:moveTo>
                    <a:pt x="8953233" y="3562350"/>
                  </a:moveTo>
                  <a:lnTo>
                    <a:pt x="8924658" y="3562350"/>
                  </a:lnTo>
                  <a:lnTo>
                    <a:pt x="8924658" y="3571875"/>
                  </a:lnTo>
                  <a:lnTo>
                    <a:pt x="8953233" y="3571875"/>
                  </a:lnTo>
                  <a:lnTo>
                    <a:pt x="8953233" y="3562350"/>
                  </a:lnTo>
                  <a:close/>
                </a:path>
                <a:path w="11430000" h="3571875">
                  <a:moveTo>
                    <a:pt x="8963025" y="0"/>
                  </a:moveTo>
                  <a:lnTo>
                    <a:pt x="8934450" y="0"/>
                  </a:lnTo>
                  <a:lnTo>
                    <a:pt x="8934450" y="9525"/>
                  </a:lnTo>
                  <a:lnTo>
                    <a:pt x="8963025" y="9525"/>
                  </a:lnTo>
                  <a:lnTo>
                    <a:pt x="8963025" y="0"/>
                  </a:lnTo>
                  <a:close/>
                </a:path>
                <a:path w="11430000" h="3571875">
                  <a:moveTo>
                    <a:pt x="9000858" y="3562350"/>
                  </a:moveTo>
                  <a:lnTo>
                    <a:pt x="8972283" y="3562350"/>
                  </a:lnTo>
                  <a:lnTo>
                    <a:pt x="8972283" y="3571875"/>
                  </a:lnTo>
                  <a:lnTo>
                    <a:pt x="9000858" y="3571875"/>
                  </a:lnTo>
                  <a:lnTo>
                    <a:pt x="9000858" y="3562350"/>
                  </a:lnTo>
                  <a:close/>
                </a:path>
                <a:path w="11430000" h="3571875">
                  <a:moveTo>
                    <a:pt x="9010650" y="0"/>
                  </a:moveTo>
                  <a:lnTo>
                    <a:pt x="8982075" y="0"/>
                  </a:lnTo>
                  <a:lnTo>
                    <a:pt x="8982075" y="9525"/>
                  </a:lnTo>
                  <a:lnTo>
                    <a:pt x="9010650" y="9525"/>
                  </a:lnTo>
                  <a:lnTo>
                    <a:pt x="9010650" y="0"/>
                  </a:lnTo>
                  <a:close/>
                </a:path>
                <a:path w="11430000" h="3571875">
                  <a:moveTo>
                    <a:pt x="9048483" y="3562350"/>
                  </a:moveTo>
                  <a:lnTo>
                    <a:pt x="9019908" y="3562350"/>
                  </a:lnTo>
                  <a:lnTo>
                    <a:pt x="9019908" y="3571875"/>
                  </a:lnTo>
                  <a:lnTo>
                    <a:pt x="9048483" y="3571875"/>
                  </a:lnTo>
                  <a:lnTo>
                    <a:pt x="9048483" y="3562350"/>
                  </a:lnTo>
                  <a:close/>
                </a:path>
                <a:path w="11430000" h="3571875">
                  <a:moveTo>
                    <a:pt x="9058275" y="0"/>
                  </a:moveTo>
                  <a:lnTo>
                    <a:pt x="9029700" y="0"/>
                  </a:lnTo>
                  <a:lnTo>
                    <a:pt x="9029700" y="9525"/>
                  </a:lnTo>
                  <a:lnTo>
                    <a:pt x="9058275" y="9525"/>
                  </a:lnTo>
                  <a:lnTo>
                    <a:pt x="9058275" y="0"/>
                  </a:lnTo>
                  <a:close/>
                </a:path>
                <a:path w="11430000" h="3571875">
                  <a:moveTo>
                    <a:pt x="9096108" y="3562350"/>
                  </a:moveTo>
                  <a:lnTo>
                    <a:pt x="9067533" y="3562350"/>
                  </a:lnTo>
                  <a:lnTo>
                    <a:pt x="9067533" y="3571875"/>
                  </a:lnTo>
                  <a:lnTo>
                    <a:pt x="9096108" y="3571875"/>
                  </a:lnTo>
                  <a:lnTo>
                    <a:pt x="9096108" y="3562350"/>
                  </a:lnTo>
                  <a:close/>
                </a:path>
                <a:path w="11430000" h="3571875">
                  <a:moveTo>
                    <a:pt x="9105900" y="0"/>
                  </a:moveTo>
                  <a:lnTo>
                    <a:pt x="9077325" y="0"/>
                  </a:lnTo>
                  <a:lnTo>
                    <a:pt x="9077325" y="9525"/>
                  </a:lnTo>
                  <a:lnTo>
                    <a:pt x="9105900" y="9525"/>
                  </a:lnTo>
                  <a:lnTo>
                    <a:pt x="9105900" y="0"/>
                  </a:lnTo>
                  <a:close/>
                </a:path>
                <a:path w="11430000" h="3571875">
                  <a:moveTo>
                    <a:pt x="9143733" y="3562350"/>
                  </a:moveTo>
                  <a:lnTo>
                    <a:pt x="9115158" y="3562350"/>
                  </a:lnTo>
                  <a:lnTo>
                    <a:pt x="9115158" y="3571875"/>
                  </a:lnTo>
                  <a:lnTo>
                    <a:pt x="9143733" y="3571875"/>
                  </a:lnTo>
                  <a:lnTo>
                    <a:pt x="9143733" y="3562350"/>
                  </a:lnTo>
                  <a:close/>
                </a:path>
                <a:path w="11430000" h="3571875">
                  <a:moveTo>
                    <a:pt x="9153525" y="0"/>
                  </a:moveTo>
                  <a:lnTo>
                    <a:pt x="9124950" y="0"/>
                  </a:lnTo>
                  <a:lnTo>
                    <a:pt x="9124950" y="9525"/>
                  </a:lnTo>
                  <a:lnTo>
                    <a:pt x="9153525" y="9525"/>
                  </a:lnTo>
                  <a:lnTo>
                    <a:pt x="9153525" y="0"/>
                  </a:lnTo>
                  <a:close/>
                </a:path>
                <a:path w="11430000" h="3571875">
                  <a:moveTo>
                    <a:pt x="9191358" y="3562350"/>
                  </a:moveTo>
                  <a:lnTo>
                    <a:pt x="9162783" y="3562350"/>
                  </a:lnTo>
                  <a:lnTo>
                    <a:pt x="9162783" y="3571875"/>
                  </a:lnTo>
                  <a:lnTo>
                    <a:pt x="9191358" y="3571875"/>
                  </a:lnTo>
                  <a:lnTo>
                    <a:pt x="9191358" y="3562350"/>
                  </a:lnTo>
                  <a:close/>
                </a:path>
                <a:path w="11430000" h="3571875">
                  <a:moveTo>
                    <a:pt x="9201150" y="0"/>
                  </a:moveTo>
                  <a:lnTo>
                    <a:pt x="9172575" y="0"/>
                  </a:lnTo>
                  <a:lnTo>
                    <a:pt x="9172575" y="9525"/>
                  </a:lnTo>
                  <a:lnTo>
                    <a:pt x="9201150" y="9525"/>
                  </a:lnTo>
                  <a:lnTo>
                    <a:pt x="9201150" y="0"/>
                  </a:lnTo>
                  <a:close/>
                </a:path>
                <a:path w="11430000" h="3571875">
                  <a:moveTo>
                    <a:pt x="9238983" y="3562350"/>
                  </a:moveTo>
                  <a:lnTo>
                    <a:pt x="9210408" y="3562350"/>
                  </a:lnTo>
                  <a:lnTo>
                    <a:pt x="9210408" y="3571875"/>
                  </a:lnTo>
                  <a:lnTo>
                    <a:pt x="9238983" y="3571875"/>
                  </a:lnTo>
                  <a:lnTo>
                    <a:pt x="9238983" y="3562350"/>
                  </a:lnTo>
                  <a:close/>
                </a:path>
                <a:path w="11430000" h="3571875">
                  <a:moveTo>
                    <a:pt x="9248775" y="0"/>
                  </a:moveTo>
                  <a:lnTo>
                    <a:pt x="9220200" y="0"/>
                  </a:lnTo>
                  <a:lnTo>
                    <a:pt x="9220200" y="9525"/>
                  </a:lnTo>
                  <a:lnTo>
                    <a:pt x="9248775" y="9525"/>
                  </a:lnTo>
                  <a:lnTo>
                    <a:pt x="9248775" y="0"/>
                  </a:lnTo>
                  <a:close/>
                </a:path>
                <a:path w="11430000" h="3571875">
                  <a:moveTo>
                    <a:pt x="9286608" y="3562350"/>
                  </a:moveTo>
                  <a:lnTo>
                    <a:pt x="9258033" y="3562350"/>
                  </a:lnTo>
                  <a:lnTo>
                    <a:pt x="9258033" y="3571875"/>
                  </a:lnTo>
                  <a:lnTo>
                    <a:pt x="9286608" y="3571875"/>
                  </a:lnTo>
                  <a:lnTo>
                    <a:pt x="9286608" y="3562350"/>
                  </a:lnTo>
                  <a:close/>
                </a:path>
                <a:path w="11430000" h="3571875">
                  <a:moveTo>
                    <a:pt x="9296400" y="0"/>
                  </a:moveTo>
                  <a:lnTo>
                    <a:pt x="9267825" y="0"/>
                  </a:lnTo>
                  <a:lnTo>
                    <a:pt x="9267825" y="9525"/>
                  </a:lnTo>
                  <a:lnTo>
                    <a:pt x="9296400" y="9525"/>
                  </a:lnTo>
                  <a:lnTo>
                    <a:pt x="9296400" y="0"/>
                  </a:lnTo>
                  <a:close/>
                </a:path>
                <a:path w="11430000" h="3571875">
                  <a:moveTo>
                    <a:pt x="9334233" y="3562350"/>
                  </a:moveTo>
                  <a:lnTo>
                    <a:pt x="9305658" y="3562350"/>
                  </a:lnTo>
                  <a:lnTo>
                    <a:pt x="9305658" y="3571875"/>
                  </a:lnTo>
                  <a:lnTo>
                    <a:pt x="9334233" y="3571875"/>
                  </a:lnTo>
                  <a:lnTo>
                    <a:pt x="9334233" y="3562350"/>
                  </a:lnTo>
                  <a:close/>
                </a:path>
                <a:path w="11430000" h="3571875">
                  <a:moveTo>
                    <a:pt x="9344025" y="0"/>
                  </a:moveTo>
                  <a:lnTo>
                    <a:pt x="9315450" y="0"/>
                  </a:lnTo>
                  <a:lnTo>
                    <a:pt x="9315450" y="9525"/>
                  </a:lnTo>
                  <a:lnTo>
                    <a:pt x="9344025" y="9525"/>
                  </a:lnTo>
                  <a:lnTo>
                    <a:pt x="9344025" y="0"/>
                  </a:lnTo>
                  <a:close/>
                </a:path>
                <a:path w="11430000" h="3571875">
                  <a:moveTo>
                    <a:pt x="9381858" y="3562350"/>
                  </a:moveTo>
                  <a:lnTo>
                    <a:pt x="9353283" y="3562350"/>
                  </a:lnTo>
                  <a:lnTo>
                    <a:pt x="9353283" y="3571875"/>
                  </a:lnTo>
                  <a:lnTo>
                    <a:pt x="9381858" y="3571875"/>
                  </a:lnTo>
                  <a:lnTo>
                    <a:pt x="9381858" y="3562350"/>
                  </a:lnTo>
                  <a:close/>
                </a:path>
                <a:path w="11430000" h="3571875">
                  <a:moveTo>
                    <a:pt x="9391650" y="0"/>
                  </a:moveTo>
                  <a:lnTo>
                    <a:pt x="9363075" y="0"/>
                  </a:lnTo>
                  <a:lnTo>
                    <a:pt x="9363075" y="9525"/>
                  </a:lnTo>
                  <a:lnTo>
                    <a:pt x="9391650" y="9525"/>
                  </a:lnTo>
                  <a:lnTo>
                    <a:pt x="9391650" y="0"/>
                  </a:lnTo>
                  <a:close/>
                </a:path>
                <a:path w="11430000" h="3571875">
                  <a:moveTo>
                    <a:pt x="9429483" y="3562350"/>
                  </a:moveTo>
                  <a:lnTo>
                    <a:pt x="9400908" y="3562350"/>
                  </a:lnTo>
                  <a:lnTo>
                    <a:pt x="9400908" y="3571875"/>
                  </a:lnTo>
                  <a:lnTo>
                    <a:pt x="9429483" y="3571875"/>
                  </a:lnTo>
                  <a:lnTo>
                    <a:pt x="9429483" y="3562350"/>
                  </a:lnTo>
                  <a:close/>
                </a:path>
                <a:path w="11430000" h="3571875">
                  <a:moveTo>
                    <a:pt x="9439275" y="0"/>
                  </a:moveTo>
                  <a:lnTo>
                    <a:pt x="9410700" y="0"/>
                  </a:lnTo>
                  <a:lnTo>
                    <a:pt x="9410700" y="9525"/>
                  </a:lnTo>
                  <a:lnTo>
                    <a:pt x="9439275" y="9525"/>
                  </a:lnTo>
                  <a:lnTo>
                    <a:pt x="9439275" y="0"/>
                  </a:lnTo>
                  <a:close/>
                </a:path>
                <a:path w="11430000" h="3571875">
                  <a:moveTo>
                    <a:pt x="9477108" y="3562350"/>
                  </a:moveTo>
                  <a:lnTo>
                    <a:pt x="9448533" y="3562350"/>
                  </a:lnTo>
                  <a:lnTo>
                    <a:pt x="9448533" y="3571875"/>
                  </a:lnTo>
                  <a:lnTo>
                    <a:pt x="9477108" y="3571875"/>
                  </a:lnTo>
                  <a:lnTo>
                    <a:pt x="9477108" y="3562350"/>
                  </a:lnTo>
                  <a:close/>
                </a:path>
                <a:path w="11430000" h="3571875">
                  <a:moveTo>
                    <a:pt x="9486900" y="0"/>
                  </a:moveTo>
                  <a:lnTo>
                    <a:pt x="9458325" y="0"/>
                  </a:lnTo>
                  <a:lnTo>
                    <a:pt x="9458325" y="9525"/>
                  </a:lnTo>
                  <a:lnTo>
                    <a:pt x="9486900" y="9525"/>
                  </a:lnTo>
                  <a:lnTo>
                    <a:pt x="9486900" y="0"/>
                  </a:lnTo>
                  <a:close/>
                </a:path>
                <a:path w="11430000" h="3571875">
                  <a:moveTo>
                    <a:pt x="9524733" y="3562350"/>
                  </a:moveTo>
                  <a:lnTo>
                    <a:pt x="9496158" y="3562350"/>
                  </a:lnTo>
                  <a:lnTo>
                    <a:pt x="9496158" y="3571875"/>
                  </a:lnTo>
                  <a:lnTo>
                    <a:pt x="9524733" y="3571875"/>
                  </a:lnTo>
                  <a:lnTo>
                    <a:pt x="9524733" y="3562350"/>
                  </a:lnTo>
                  <a:close/>
                </a:path>
                <a:path w="11430000" h="3571875">
                  <a:moveTo>
                    <a:pt x="9534525" y="0"/>
                  </a:moveTo>
                  <a:lnTo>
                    <a:pt x="9505950" y="0"/>
                  </a:lnTo>
                  <a:lnTo>
                    <a:pt x="9505950" y="9525"/>
                  </a:lnTo>
                  <a:lnTo>
                    <a:pt x="9534525" y="9525"/>
                  </a:lnTo>
                  <a:lnTo>
                    <a:pt x="9534525" y="0"/>
                  </a:lnTo>
                  <a:close/>
                </a:path>
                <a:path w="11430000" h="3571875">
                  <a:moveTo>
                    <a:pt x="9572358" y="3562350"/>
                  </a:moveTo>
                  <a:lnTo>
                    <a:pt x="9543783" y="3562350"/>
                  </a:lnTo>
                  <a:lnTo>
                    <a:pt x="9543783" y="3571875"/>
                  </a:lnTo>
                  <a:lnTo>
                    <a:pt x="9572358" y="3571875"/>
                  </a:lnTo>
                  <a:lnTo>
                    <a:pt x="9572358" y="3562350"/>
                  </a:lnTo>
                  <a:close/>
                </a:path>
                <a:path w="11430000" h="3571875">
                  <a:moveTo>
                    <a:pt x="9582150" y="0"/>
                  </a:moveTo>
                  <a:lnTo>
                    <a:pt x="9553575" y="0"/>
                  </a:lnTo>
                  <a:lnTo>
                    <a:pt x="9553575" y="9525"/>
                  </a:lnTo>
                  <a:lnTo>
                    <a:pt x="9582150" y="9525"/>
                  </a:lnTo>
                  <a:lnTo>
                    <a:pt x="9582150" y="0"/>
                  </a:lnTo>
                  <a:close/>
                </a:path>
                <a:path w="11430000" h="3571875">
                  <a:moveTo>
                    <a:pt x="9619983" y="3562350"/>
                  </a:moveTo>
                  <a:lnTo>
                    <a:pt x="9591408" y="3562350"/>
                  </a:lnTo>
                  <a:lnTo>
                    <a:pt x="9591408" y="3571875"/>
                  </a:lnTo>
                  <a:lnTo>
                    <a:pt x="9619983" y="3571875"/>
                  </a:lnTo>
                  <a:lnTo>
                    <a:pt x="9619983" y="3562350"/>
                  </a:lnTo>
                  <a:close/>
                </a:path>
                <a:path w="11430000" h="3571875">
                  <a:moveTo>
                    <a:pt x="9629775" y="0"/>
                  </a:moveTo>
                  <a:lnTo>
                    <a:pt x="9601200" y="0"/>
                  </a:lnTo>
                  <a:lnTo>
                    <a:pt x="9601200" y="9525"/>
                  </a:lnTo>
                  <a:lnTo>
                    <a:pt x="9629775" y="9525"/>
                  </a:lnTo>
                  <a:lnTo>
                    <a:pt x="9629775" y="0"/>
                  </a:lnTo>
                  <a:close/>
                </a:path>
                <a:path w="11430000" h="3571875">
                  <a:moveTo>
                    <a:pt x="9667608" y="3562350"/>
                  </a:moveTo>
                  <a:lnTo>
                    <a:pt x="9639033" y="3562350"/>
                  </a:lnTo>
                  <a:lnTo>
                    <a:pt x="9639033" y="3571875"/>
                  </a:lnTo>
                  <a:lnTo>
                    <a:pt x="9667608" y="3571875"/>
                  </a:lnTo>
                  <a:lnTo>
                    <a:pt x="9667608" y="3562350"/>
                  </a:lnTo>
                  <a:close/>
                </a:path>
                <a:path w="11430000" h="3571875">
                  <a:moveTo>
                    <a:pt x="9677400" y="0"/>
                  </a:moveTo>
                  <a:lnTo>
                    <a:pt x="9648825" y="0"/>
                  </a:lnTo>
                  <a:lnTo>
                    <a:pt x="9648825" y="9525"/>
                  </a:lnTo>
                  <a:lnTo>
                    <a:pt x="9677400" y="9525"/>
                  </a:lnTo>
                  <a:lnTo>
                    <a:pt x="9677400" y="0"/>
                  </a:lnTo>
                  <a:close/>
                </a:path>
                <a:path w="11430000" h="3571875">
                  <a:moveTo>
                    <a:pt x="9715233" y="3562350"/>
                  </a:moveTo>
                  <a:lnTo>
                    <a:pt x="9686658" y="3562350"/>
                  </a:lnTo>
                  <a:lnTo>
                    <a:pt x="9686658" y="3571875"/>
                  </a:lnTo>
                  <a:lnTo>
                    <a:pt x="9715233" y="3571875"/>
                  </a:lnTo>
                  <a:lnTo>
                    <a:pt x="9715233" y="3562350"/>
                  </a:lnTo>
                  <a:close/>
                </a:path>
                <a:path w="11430000" h="3571875">
                  <a:moveTo>
                    <a:pt x="9725025" y="0"/>
                  </a:moveTo>
                  <a:lnTo>
                    <a:pt x="9696450" y="0"/>
                  </a:lnTo>
                  <a:lnTo>
                    <a:pt x="9696450" y="9525"/>
                  </a:lnTo>
                  <a:lnTo>
                    <a:pt x="9725025" y="9525"/>
                  </a:lnTo>
                  <a:lnTo>
                    <a:pt x="9725025" y="0"/>
                  </a:lnTo>
                  <a:close/>
                </a:path>
                <a:path w="11430000" h="3571875">
                  <a:moveTo>
                    <a:pt x="9762858" y="3562350"/>
                  </a:moveTo>
                  <a:lnTo>
                    <a:pt x="9734283" y="3562350"/>
                  </a:lnTo>
                  <a:lnTo>
                    <a:pt x="9734283" y="3571875"/>
                  </a:lnTo>
                  <a:lnTo>
                    <a:pt x="9762858" y="3571875"/>
                  </a:lnTo>
                  <a:lnTo>
                    <a:pt x="9762858" y="3562350"/>
                  </a:lnTo>
                  <a:close/>
                </a:path>
                <a:path w="11430000" h="3571875">
                  <a:moveTo>
                    <a:pt x="9772650" y="0"/>
                  </a:moveTo>
                  <a:lnTo>
                    <a:pt x="9744075" y="0"/>
                  </a:lnTo>
                  <a:lnTo>
                    <a:pt x="9744075" y="9525"/>
                  </a:lnTo>
                  <a:lnTo>
                    <a:pt x="9772650" y="9525"/>
                  </a:lnTo>
                  <a:lnTo>
                    <a:pt x="9772650" y="0"/>
                  </a:lnTo>
                  <a:close/>
                </a:path>
                <a:path w="11430000" h="3571875">
                  <a:moveTo>
                    <a:pt x="9810483" y="3562350"/>
                  </a:moveTo>
                  <a:lnTo>
                    <a:pt x="9781908" y="3562350"/>
                  </a:lnTo>
                  <a:lnTo>
                    <a:pt x="9781908" y="3571875"/>
                  </a:lnTo>
                  <a:lnTo>
                    <a:pt x="9810483" y="3571875"/>
                  </a:lnTo>
                  <a:lnTo>
                    <a:pt x="9810483" y="3562350"/>
                  </a:lnTo>
                  <a:close/>
                </a:path>
                <a:path w="11430000" h="3571875">
                  <a:moveTo>
                    <a:pt x="9820275" y="0"/>
                  </a:moveTo>
                  <a:lnTo>
                    <a:pt x="9791700" y="0"/>
                  </a:lnTo>
                  <a:lnTo>
                    <a:pt x="9791700" y="9525"/>
                  </a:lnTo>
                  <a:lnTo>
                    <a:pt x="9820275" y="9525"/>
                  </a:lnTo>
                  <a:lnTo>
                    <a:pt x="9820275" y="0"/>
                  </a:lnTo>
                  <a:close/>
                </a:path>
                <a:path w="11430000" h="3571875">
                  <a:moveTo>
                    <a:pt x="9858108" y="3562350"/>
                  </a:moveTo>
                  <a:lnTo>
                    <a:pt x="9829533" y="3562350"/>
                  </a:lnTo>
                  <a:lnTo>
                    <a:pt x="9829533" y="3571875"/>
                  </a:lnTo>
                  <a:lnTo>
                    <a:pt x="9858108" y="3571875"/>
                  </a:lnTo>
                  <a:lnTo>
                    <a:pt x="9858108" y="3562350"/>
                  </a:lnTo>
                  <a:close/>
                </a:path>
                <a:path w="11430000" h="3571875">
                  <a:moveTo>
                    <a:pt x="9867900" y="0"/>
                  </a:moveTo>
                  <a:lnTo>
                    <a:pt x="9839325" y="0"/>
                  </a:lnTo>
                  <a:lnTo>
                    <a:pt x="9839325" y="9525"/>
                  </a:lnTo>
                  <a:lnTo>
                    <a:pt x="9867900" y="9525"/>
                  </a:lnTo>
                  <a:lnTo>
                    <a:pt x="9867900" y="0"/>
                  </a:lnTo>
                  <a:close/>
                </a:path>
                <a:path w="11430000" h="3571875">
                  <a:moveTo>
                    <a:pt x="9905733" y="3562350"/>
                  </a:moveTo>
                  <a:lnTo>
                    <a:pt x="9877158" y="3562350"/>
                  </a:lnTo>
                  <a:lnTo>
                    <a:pt x="9877158" y="3571875"/>
                  </a:lnTo>
                  <a:lnTo>
                    <a:pt x="9905733" y="3571875"/>
                  </a:lnTo>
                  <a:lnTo>
                    <a:pt x="9905733" y="3562350"/>
                  </a:lnTo>
                  <a:close/>
                </a:path>
                <a:path w="11430000" h="3571875">
                  <a:moveTo>
                    <a:pt x="9915525" y="0"/>
                  </a:moveTo>
                  <a:lnTo>
                    <a:pt x="9886950" y="0"/>
                  </a:lnTo>
                  <a:lnTo>
                    <a:pt x="9886950" y="9525"/>
                  </a:lnTo>
                  <a:lnTo>
                    <a:pt x="9915525" y="9525"/>
                  </a:lnTo>
                  <a:lnTo>
                    <a:pt x="9915525" y="0"/>
                  </a:lnTo>
                  <a:close/>
                </a:path>
                <a:path w="11430000" h="3571875">
                  <a:moveTo>
                    <a:pt x="9953358" y="3562350"/>
                  </a:moveTo>
                  <a:lnTo>
                    <a:pt x="9924783" y="3562350"/>
                  </a:lnTo>
                  <a:lnTo>
                    <a:pt x="9924783" y="3571875"/>
                  </a:lnTo>
                  <a:lnTo>
                    <a:pt x="9953358" y="3571875"/>
                  </a:lnTo>
                  <a:lnTo>
                    <a:pt x="9953358" y="3562350"/>
                  </a:lnTo>
                  <a:close/>
                </a:path>
                <a:path w="11430000" h="3571875">
                  <a:moveTo>
                    <a:pt x="9963150" y="0"/>
                  </a:moveTo>
                  <a:lnTo>
                    <a:pt x="9934575" y="0"/>
                  </a:lnTo>
                  <a:lnTo>
                    <a:pt x="9934575" y="9525"/>
                  </a:lnTo>
                  <a:lnTo>
                    <a:pt x="9963150" y="9525"/>
                  </a:lnTo>
                  <a:lnTo>
                    <a:pt x="9963150" y="0"/>
                  </a:lnTo>
                  <a:close/>
                </a:path>
                <a:path w="11430000" h="3571875">
                  <a:moveTo>
                    <a:pt x="10000983" y="3562350"/>
                  </a:moveTo>
                  <a:lnTo>
                    <a:pt x="9972408" y="3562350"/>
                  </a:lnTo>
                  <a:lnTo>
                    <a:pt x="9972408" y="3571875"/>
                  </a:lnTo>
                  <a:lnTo>
                    <a:pt x="10000983" y="3571875"/>
                  </a:lnTo>
                  <a:lnTo>
                    <a:pt x="10000983" y="3562350"/>
                  </a:lnTo>
                  <a:close/>
                </a:path>
                <a:path w="11430000" h="3571875">
                  <a:moveTo>
                    <a:pt x="10010775" y="0"/>
                  </a:moveTo>
                  <a:lnTo>
                    <a:pt x="9982200" y="0"/>
                  </a:lnTo>
                  <a:lnTo>
                    <a:pt x="9982200" y="9525"/>
                  </a:lnTo>
                  <a:lnTo>
                    <a:pt x="10010775" y="9525"/>
                  </a:lnTo>
                  <a:lnTo>
                    <a:pt x="10010775" y="0"/>
                  </a:lnTo>
                  <a:close/>
                </a:path>
                <a:path w="11430000" h="3571875">
                  <a:moveTo>
                    <a:pt x="10048608" y="3562350"/>
                  </a:moveTo>
                  <a:lnTo>
                    <a:pt x="10020033" y="3562350"/>
                  </a:lnTo>
                  <a:lnTo>
                    <a:pt x="10020033" y="3571875"/>
                  </a:lnTo>
                  <a:lnTo>
                    <a:pt x="10048608" y="3571875"/>
                  </a:lnTo>
                  <a:lnTo>
                    <a:pt x="10048608" y="3562350"/>
                  </a:lnTo>
                  <a:close/>
                </a:path>
                <a:path w="11430000" h="3571875">
                  <a:moveTo>
                    <a:pt x="10058400" y="0"/>
                  </a:moveTo>
                  <a:lnTo>
                    <a:pt x="10029825" y="0"/>
                  </a:lnTo>
                  <a:lnTo>
                    <a:pt x="10029825" y="9525"/>
                  </a:lnTo>
                  <a:lnTo>
                    <a:pt x="10058400" y="9525"/>
                  </a:lnTo>
                  <a:lnTo>
                    <a:pt x="10058400" y="0"/>
                  </a:lnTo>
                  <a:close/>
                </a:path>
                <a:path w="11430000" h="3571875">
                  <a:moveTo>
                    <a:pt x="10096233" y="3562350"/>
                  </a:moveTo>
                  <a:lnTo>
                    <a:pt x="10067658" y="3562350"/>
                  </a:lnTo>
                  <a:lnTo>
                    <a:pt x="10067658" y="3571875"/>
                  </a:lnTo>
                  <a:lnTo>
                    <a:pt x="10096233" y="3571875"/>
                  </a:lnTo>
                  <a:lnTo>
                    <a:pt x="10096233" y="3562350"/>
                  </a:lnTo>
                  <a:close/>
                </a:path>
                <a:path w="11430000" h="3571875">
                  <a:moveTo>
                    <a:pt x="10106025" y="0"/>
                  </a:moveTo>
                  <a:lnTo>
                    <a:pt x="10077450" y="0"/>
                  </a:lnTo>
                  <a:lnTo>
                    <a:pt x="10077450" y="9525"/>
                  </a:lnTo>
                  <a:lnTo>
                    <a:pt x="10106025" y="9525"/>
                  </a:lnTo>
                  <a:lnTo>
                    <a:pt x="10106025" y="0"/>
                  </a:lnTo>
                  <a:close/>
                </a:path>
                <a:path w="11430000" h="3571875">
                  <a:moveTo>
                    <a:pt x="10143858" y="3562350"/>
                  </a:moveTo>
                  <a:lnTo>
                    <a:pt x="10115283" y="3562350"/>
                  </a:lnTo>
                  <a:lnTo>
                    <a:pt x="10115283" y="3571875"/>
                  </a:lnTo>
                  <a:lnTo>
                    <a:pt x="10143858" y="3571875"/>
                  </a:lnTo>
                  <a:lnTo>
                    <a:pt x="10143858" y="3562350"/>
                  </a:lnTo>
                  <a:close/>
                </a:path>
                <a:path w="11430000" h="3571875">
                  <a:moveTo>
                    <a:pt x="10153650" y="0"/>
                  </a:moveTo>
                  <a:lnTo>
                    <a:pt x="10125075" y="0"/>
                  </a:lnTo>
                  <a:lnTo>
                    <a:pt x="10125075" y="9525"/>
                  </a:lnTo>
                  <a:lnTo>
                    <a:pt x="10153650" y="9525"/>
                  </a:lnTo>
                  <a:lnTo>
                    <a:pt x="10153650" y="0"/>
                  </a:lnTo>
                  <a:close/>
                </a:path>
                <a:path w="11430000" h="3571875">
                  <a:moveTo>
                    <a:pt x="10191483" y="3562350"/>
                  </a:moveTo>
                  <a:lnTo>
                    <a:pt x="10162908" y="3562350"/>
                  </a:lnTo>
                  <a:lnTo>
                    <a:pt x="10162908" y="3571875"/>
                  </a:lnTo>
                  <a:lnTo>
                    <a:pt x="10191483" y="3571875"/>
                  </a:lnTo>
                  <a:lnTo>
                    <a:pt x="10191483" y="3562350"/>
                  </a:lnTo>
                  <a:close/>
                </a:path>
                <a:path w="11430000" h="3571875">
                  <a:moveTo>
                    <a:pt x="10201275" y="0"/>
                  </a:moveTo>
                  <a:lnTo>
                    <a:pt x="10172700" y="0"/>
                  </a:lnTo>
                  <a:lnTo>
                    <a:pt x="10172700" y="9525"/>
                  </a:lnTo>
                  <a:lnTo>
                    <a:pt x="10201275" y="9525"/>
                  </a:lnTo>
                  <a:lnTo>
                    <a:pt x="10201275" y="0"/>
                  </a:lnTo>
                  <a:close/>
                </a:path>
                <a:path w="11430000" h="3571875">
                  <a:moveTo>
                    <a:pt x="10239108" y="3562350"/>
                  </a:moveTo>
                  <a:lnTo>
                    <a:pt x="10210533" y="3562350"/>
                  </a:lnTo>
                  <a:lnTo>
                    <a:pt x="10210533" y="3571875"/>
                  </a:lnTo>
                  <a:lnTo>
                    <a:pt x="10239108" y="3571875"/>
                  </a:lnTo>
                  <a:lnTo>
                    <a:pt x="10239108" y="3562350"/>
                  </a:lnTo>
                  <a:close/>
                </a:path>
                <a:path w="11430000" h="3571875">
                  <a:moveTo>
                    <a:pt x="10248900" y="0"/>
                  </a:moveTo>
                  <a:lnTo>
                    <a:pt x="10220325" y="0"/>
                  </a:lnTo>
                  <a:lnTo>
                    <a:pt x="10220325" y="9525"/>
                  </a:lnTo>
                  <a:lnTo>
                    <a:pt x="10248900" y="9525"/>
                  </a:lnTo>
                  <a:lnTo>
                    <a:pt x="10248900" y="0"/>
                  </a:lnTo>
                  <a:close/>
                </a:path>
                <a:path w="11430000" h="3571875">
                  <a:moveTo>
                    <a:pt x="10286733" y="3562350"/>
                  </a:moveTo>
                  <a:lnTo>
                    <a:pt x="10258158" y="3562350"/>
                  </a:lnTo>
                  <a:lnTo>
                    <a:pt x="10258158" y="3571875"/>
                  </a:lnTo>
                  <a:lnTo>
                    <a:pt x="10286733" y="3571875"/>
                  </a:lnTo>
                  <a:lnTo>
                    <a:pt x="10286733" y="3562350"/>
                  </a:lnTo>
                  <a:close/>
                </a:path>
                <a:path w="11430000" h="3571875">
                  <a:moveTo>
                    <a:pt x="10296525" y="0"/>
                  </a:moveTo>
                  <a:lnTo>
                    <a:pt x="10267950" y="0"/>
                  </a:lnTo>
                  <a:lnTo>
                    <a:pt x="10267950" y="9525"/>
                  </a:lnTo>
                  <a:lnTo>
                    <a:pt x="10296525" y="9525"/>
                  </a:lnTo>
                  <a:lnTo>
                    <a:pt x="10296525" y="0"/>
                  </a:lnTo>
                  <a:close/>
                </a:path>
                <a:path w="11430000" h="3571875">
                  <a:moveTo>
                    <a:pt x="10334358" y="3562350"/>
                  </a:moveTo>
                  <a:lnTo>
                    <a:pt x="10305783" y="3562350"/>
                  </a:lnTo>
                  <a:lnTo>
                    <a:pt x="10305783" y="3571875"/>
                  </a:lnTo>
                  <a:lnTo>
                    <a:pt x="10334358" y="3571875"/>
                  </a:lnTo>
                  <a:lnTo>
                    <a:pt x="10334358" y="3562350"/>
                  </a:lnTo>
                  <a:close/>
                </a:path>
                <a:path w="11430000" h="3571875">
                  <a:moveTo>
                    <a:pt x="10344150" y="0"/>
                  </a:moveTo>
                  <a:lnTo>
                    <a:pt x="10315575" y="0"/>
                  </a:lnTo>
                  <a:lnTo>
                    <a:pt x="10315575" y="9525"/>
                  </a:lnTo>
                  <a:lnTo>
                    <a:pt x="10344150" y="9525"/>
                  </a:lnTo>
                  <a:lnTo>
                    <a:pt x="10344150" y="0"/>
                  </a:lnTo>
                  <a:close/>
                </a:path>
                <a:path w="11430000" h="3571875">
                  <a:moveTo>
                    <a:pt x="10381983" y="3562350"/>
                  </a:moveTo>
                  <a:lnTo>
                    <a:pt x="10353408" y="3562350"/>
                  </a:lnTo>
                  <a:lnTo>
                    <a:pt x="10353408" y="3571875"/>
                  </a:lnTo>
                  <a:lnTo>
                    <a:pt x="10381983" y="3571875"/>
                  </a:lnTo>
                  <a:lnTo>
                    <a:pt x="10381983" y="3562350"/>
                  </a:lnTo>
                  <a:close/>
                </a:path>
                <a:path w="11430000" h="3571875">
                  <a:moveTo>
                    <a:pt x="10391775" y="0"/>
                  </a:moveTo>
                  <a:lnTo>
                    <a:pt x="10363200" y="0"/>
                  </a:lnTo>
                  <a:lnTo>
                    <a:pt x="10363200" y="9525"/>
                  </a:lnTo>
                  <a:lnTo>
                    <a:pt x="10391775" y="9525"/>
                  </a:lnTo>
                  <a:lnTo>
                    <a:pt x="10391775" y="0"/>
                  </a:lnTo>
                  <a:close/>
                </a:path>
                <a:path w="11430000" h="3571875">
                  <a:moveTo>
                    <a:pt x="10429608" y="3562350"/>
                  </a:moveTo>
                  <a:lnTo>
                    <a:pt x="10401033" y="3562350"/>
                  </a:lnTo>
                  <a:lnTo>
                    <a:pt x="10401033" y="3571875"/>
                  </a:lnTo>
                  <a:lnTo>
                    <a:pt x="10429608" y="3571875"/>
                  </a:lnTo>
                  <a:lnTo>
                    <a:pt x="10429608" y="3562350"/>
                  </a:lnTo>
                  <a:close/>
                </a:path>
                <a:path w="11430000" h="3571875">
                  <a:moveTo>
                    <a:pt x="10439400" y="0"/>
                  </a:moveTo>
                  <a:lnTo>
                    <a:pt x="10410825" y="0"/>
                  </a:lnTo>
                  <a:lnTo>
                    <a:pt x="10410825" y="9525"/>
                  </a:lnTo>
                  <a:lnTo>
                    <a:pt x="10439400" y="9525"/>
                  </a:lnTo>
                  <a:lnTo>
                    <a:pt x="10439400" y="0"/>
                  </a:lnTo>
                  <a:close/>
                </a:path>
                <a:path w="11430000" h="3571875">
                  <a:moveTo>
                    <a:pt x="10477233" y="3562350"/>
                  </a:moveTo>
                  <a:lnTo>
                    <a:pt x="10448658" y="3562350"/>
                  </a:lnTo>
                  <a:lnTo>
                    <a:pt x="10448658" y="3571875"/>
                  </a:lnTo>
                  <a:lnTo>
                    <a:pt x="10477233" y="3571875"/>
                  </a:lnTo>
                  <a:lnTo>
                    <a:pt x="10477233" y="3562350"/>
                  </a:lnTo>
                  <a:close/>
                </a:path>
                <a:path w="11430000" h="3571875">
                  <a:moveTo>
                    <a:pt x="10487025" y="0"/>
                  </a:moveTo>
                  <a:lnTo>
                    <a:pt x="10458450" y="0"/>
                  </a:lnTo>
                  <a:lnTo>
                    <a:pt x="10458450" y="9525"/>
                  </a:lnTo>
                  <a:lnTo>
                    <a:pt x="10487025" y="9525"/>
                  </a:lnTo>
                  <a:lnTo>
                    <a:pt x="10487025" y="0"/>
                  </a:lnTo>
                  <a:close/>
                </a:path>
                <a:path w="11430000" h="3571875">
                  <a:moveTo>
                    <a:pt x="10524858" y="3562350"/>
                  </a:moveTo>
                  <a:lnTo>
                    <a:pt x="10496283" y="3562350"/>
                  </a:lnTo>
                  <a:lnTo>
                    <a:pt x="10496283" y="3571875"/>
                  </a:lnTo>
                  <a:lnTo>
                    <a:pt x="10524858" y="3571875"/>
                  </a:lnTo>
                  <a:lnTo>
                    <a:pt x="10524858" y="3562350"/>
                  </a:lnTo>
                  <a:close/>
                </a:path>
                <a:path w="11430000" h="3571875">
                  <a:moveTo>
                    <a:pt x="10534650" y="0"/>
                  </a:moveTo>
                  <a:lnTo>
                    <a:pt x="10506075" y="0"/>
                  </a:lnTo>
                  <a:lnTo>
                    <a:pt x="10506075" y="9525"/>
                  </a:lnTo>
                  <a:lnTo>
                    <a:pt x="10534650" y="9525"/>
                  </a:lnTo>
                  <a:lnTo>
                    <a:pt x="10534650" y="0"/>
                  </a:lnTo>
                  <a:close/>
                </a:path>
                <a:path w="11430000" h="3571875">
                  <a:moveTo>
                    <a:pt x="10572483" y="3562350"/>
                  </a:moveTo>
                  <a:lnTo>
                    <a:pt x="10543908" y="3562350"/>
                  </a:lnTo>
                  <a:lnTo>
                    <a:pt x="10543908" y="3571875"/>
                  </a:lnTo>
                  <a:lnTo>
                    <a:pt x="10572483" y="3571875"/>
                  </a:lnTo>
                  <a:lnTo>
                    <a:pt x="10572483" y="3562350"/>
                  </a:lnTo>
                  <a:close/>
                </a:path>
                <a:path w="11430000" h="3571875">
                  <a:moveTo>
                    <a:pt x="10582275" y="0"/>
                  </a:moveTo>
                  <a:lnTo>
                    <a:pt x="10553700" y="0"/>
                  </a:lnTo>
                  <a:lnTo>
                    <a:pt x="10553700" y="9525"/>
                  </a:lnTo>
                  <a:lnTo>
                    <a:pt x="10582275" y="9525"/>
                  </a:lnTo>
                  <a:lnTo>
                    <a:pt x="10582275" y="0"/>
                  </a:lnTo>
                  <a:close/>
                </a:path>
                <a:path w="11430000" h="3571875">
                  <a:moveTo>
                    <a:pt x="10620108" y="3562350"/>
                  </a:moveTo>
                  <a:lnTo>
                    <a:pt x="10591533" y="3562350"/>
                  </a:lnTo>
                  <a:lnTo>
                    <a:pt x="10591533" y="3571875"/>
                  </a:lnTo>
                  <a:lnTo>
                    <a:pt x="10620108" y="3571875"/>
                  </a:lnTo>
                  <a:lnTo>
                    <a:pt x="10620108" y="3562350"/>
                  </a:lnTo>
                  <a:close/>
                </a:path>
                <a:path w="11430000" h="3571875">
                  <a:moveTo>
                    <a:pt x="10629900" y="0"/>
                  </a:moveTo>
                  <a:lnTo>
                    <a:pt x="10601325" y="0"/>
                  </a:lnTo>
                  <a:lnTo>
                    <a:pt x="10601325" y="9525"/>
                  </a:lnTo>
                  <a:lnTo>
                    <a:pt x="10629900" y="9525"/>
                  </a:lnTo>
                  <a:lnTo>
                    <a:pt x="10629900" y="0"/>
                  </a:lnTo>
                  <a:close/>
                </a:path>
                <a:path w="11430000" h="3571875">
                  <a:moveTo>
                    <a:pt x="10667733" y="3562350"/>
                  </a:moveTo>
                  <a:lnTo>
                    <a:pt x="10639158" y="3562350"/>
                  </a:lnTo>
                  <a:lnTo>
                    <a:pt x="10639158" y="3571875"/>
                  </a:lnTo>
                  <a:lnTo>
                    <a:pt x="10667733" y="3571875"/>
                  </a:lnTo>
                  <a:lnTo>
                    <a:pt x="10667733" y="3562350"/>
                  </a:lnTo>
                  <a:close/>
                </a:path>
                <a:path w="11430000" h="3571875">
                  <a:moveTo>
                    <a:pt x="10677525" y="0"/>
                  </a:moveTo>
                  <a:lnTo>
                    <a:pt x="10648950" y="0"/>
                  </a:lnTo>
                  <a:lnTo>
                    <a:pt x="10648950" y="9525"/>
                  </a:lnTo>
                  <a:lnTo>
                    <a:pt x="10677525" y="9525"/>
                  </a:lnTo>
                  <a:lnTo>
                    <a:pt x="10677525" y="0"/>
                  </a:lnTo>
                  <a:close/>
                </a:path>
                <a:path w="11430000" h="3571875">
                  <a:moveTo>
                    <a:pt x="10715358" y="3562350"/>
                  </a:moveTo>
                  <a:lnTo>
                    <a:pt x="10686783" y="3562350"/>
                  </a:lnTo>
                  <a:lnTo>
                    <a:pt x="10686783" y="3571875"/>
                  </a:lnTo>
                  <a:lnTo>
                    <a:pt x="10715358" y="3571875"/>
                  </a:lnTo>
                  <a:lnTo>
                    <a:pt x="10715358" y="3562350"/>
                  </a:lnTo>
                  <a:close/>
                </a:path>
                <a:path w="11430000" h="3571875">
                  <a:moveTo>
                    <a:pt x="10725150" y="0"/>
                  </a:moveTo>
                  <a:lnTo>
                    <a:pt x="10696575" y="0"/>
                  </a:lnTo>
                  <a:lnTo>
                    <a:pt x="10696575" y="9525"/>
                  </a:lnTo>
                  <a:lnTo>
                    <a:pt x="10725150" y="9525"/>
                  </a:lnTo>
                  <a:lnTo>
                    <a:pt x="10725150" y="0"/>
                  </a:lnTo>
                  <a:close/>
                </a:path>
                <a:path w="11430000" h="3571875">
                  <a:moveTo>
                    <a:pt x="10762983" y="3562350"/>
                  </a:moveTo>
                  <a:lnTo>
                    <a:pt x="10734408" y="3562350"/>
                  </a:lnTo>
                  <a:lnTo>
                    <a:pt x="10734408" y="3571875"/>
                  </a:lnTo>
                  <a:lnTo>
                    <a:pt x="10762983" y="3571875"/>
                  </a:lnTo>
                  <a:lnTo>
                    <a:pt x="10762983" y="3562350"/>
                  </a:lnTo>
                  <a:close/>
                </a:path>
                <a:path w="11430000" h="3571875">
                  <a:moveTo>
                    <a:pt x="10772775" y="0"/>
                  </a:moveTo>
                  <a:lnTo>
                    <a:pt x="10744200" y="0"/>
                  </a:lnTo>
                  <a:lnTo>
                    <a:pt x="10744200" y="9525"/>
                  </a:lnTo>
                  <a:lnTo>
                    <a:pt x="10772775" y="9525"/>
                  </a:lnTo>
                  <a:lnTo>
                    <a:pt x="10772775" y="0"/>
                  </a:lnTo>
                  <a:close/>
                </a:path>
                <a:path w="11430000" h="3571875">
                  <a:moveTo>
                    <a:pt x="10810608" y="3562350"/>
                  </a:moveTo>
                  <a:lnTo>
                    <a:pt x="10782033" y="3562350"/>
                  </a:lnTo>
                  <a:lnTo>
                    <a:pt x="10782033" y="3571875"/>
                  </a:lnTo>
                  <a:lnTo>
                    <a:pt x="10810608" y="3571875"/>
                  </a:lnTo>
                  <a:lnTo>
                    <a:pt x="10810608" y="3562350"/>
                  </a:lnTo>
                  <a:close/>
                </a:path>
                <a:path w="11430000" h="3571875">
                  <a:moveTo>
                    <a:pt x="10820400" y="0"/>
                  </a:moveTo>
                  <a:lnTo>
                    <a:pt x="10791825" y="0"/>
                  </a:lnTo>
                  <a:lnTo>
                    <a:pt x="10791825" y="9525"/>
                  </a:lnTo>
                  <a:lnTo>
                    <a:pt x="10820400" y="9525"/>
                  </a:lnTo>
                  <a:lnTo>
                    <a:pt x="10820400" y="0"/>
                  </a:lnTo>
                  <a:close/>
                </a:path>
                <a:path w="11430000" h="3571875">
                  <a:moveTo>
                    <a:pt x="10858233" y="3562350"/>
                  </a:moveTo>
                  <a:lnTo>
                    <a:pt x="10829658" y="3562350"/>
                  </a:lnTo>
                  <a:lnTo>
                    <a:pt x="10829658" y="3571875"/>
                  </a:lnTo>
                  <a:lnTo>
                    <a:pt x="10858233" y="3571875"/>
                  </a:lnTo>
                  <a:lnTo>
                    <a:pt x="10858233" y="3562350"/>
                  </a:lnTo>
                  <a:close/>
                </a:path>
                <a:path w="11430000" h="3571875">
                  <a:moveTo>
                    <a:pt x="10868025" y="0"/>
                  </a:moveTo>
                  <a:lnTo>
                    <a:pt x="10839450" y="0"/>
                  </a:lnTo>
                  <a:lnTo>
                    <a:pt x="10839450" y="9525"/>
                  </a:lnTo>
                  <a:lnTo>
                    <a:pt x="10868025" y="9525"/>
                  </a:lnTo>
                  <a:lnTo>
                    <a:pt x="10868025" y="0"/>
                  </a:lnTo>
                  <a:close/>
                </a:path>
                <a:path w="11430000" h="3571875">
                  <a:moveTo>
                    <a:pt x="10905858" y="3562350"/>
                  </a:moveTo>
                  <a:lnTo>
                    <a:pt x="10877283" y="3562350"/>
                  </a:lnTo>
                  <a:lnTo>
                    <a:pt x="10877283" y="3571875"/>
                  </a:lnTo>
                  <a:lnTo>
                    <a:pt x="10905858" y="3571875"/>
                  </a:lnTo>
                  <a:lnTo>
                    <a:pt x="10905858" y="3562350"/>
                  </a:lnTo>
                  <a:close/>
                </a:path>
                <a:path w="11430000" h="3571875">
                  <a:moveTo>
                    <a:pt x="10915650" y="0"/>
                  </a:moveTo>
                  <a:lnTo>
                    <a:pt x="10887075" y="0"/>
                  </a:lnTo>
                  <a:lnTo>
                    <a:pt x="10887075" y="9525"/>
                  </a:lnTo>
                  <a:lnTo>
                    <a:pt x="10915650" y="9525"/>
                  </a:lnTo>
                  <a:lnTo>
                    <a:pt x="10915650" y="0"/>
                  </a:lnTo>
                  <a:close/>
                </a:path>
                <a:path w="11430000" h="3571875">
                  <a:moveTo>
                    <a:pt x="10953483" y="3562350"/>
                  </a:moveTo>
                  <a:lnTo>
                    <a:pt x="10924908" y="3562350"/>
                  </a:lnTo>
                  <a:lnTo>
                    <a:pt x="10924908" y="3571875"/>
                  </a:lnTo>
                  <a:lnTo>
                    <a:pt x="10953483" y="3571875"/>
                  </a:lnTo>
                  <a:lnTo>
                    <a:pt x="10953483" y="3562350"/>
                  </a:lnTo>
                  <a:close/>
                </a:path>
                <a:path w="11430000" h="3571875">
                  <a:moveTo>
                    <a:pt x="10963275" y="0"/>
                  </a:moveTo>
                  <a:lnTo>
                    <a:pt x="10934700" y="0"/>
                  </a:lnTo>
                  <a:lnTo>
                    <a:pt x="10934700" y="9525"/>
                  </a:lnTo>
                  <a:lnTo>
                    <a:pt x="10963275" y="9525"/>
                  </a:lnTo>
                  <a:lnTo>
                    <a:pt x="10963275" y="0"/>
                  </a:lnTo>
                  <a:close/>
                </a:path>
                <a:path w="11430000" h="3571875">
                  <a:moveTo>
                    <a:pt x="11001108" y="3562350"/>
                  </a:moveTo>
                  <a:lnTo>
                    <a:pt x="10972533" y="3562350"/>
                  </a:lnTo>
                  <a:lnTo>
                    <a:pt x="10972533" y="3571875"/>
                  </a:lnTo>
                  <a:lnTo>
                    <a:pt x="11001108" y="3571875"/>
                  </a:lnTo>
                  <a:lnTo>
                    <a:pt x="11001108" y="3562350"/>
                  </a:lnTo>
                  <a:close/>
                </a:path>
                <a:path w="11430000" h="3571875">
                  <a:moveTo>
                    <a:pt x="11010900" y="0"/>
                  </a:moveTo>
                  <a:lnTo>
                    <a:pt x="10982325" y="0"/>
                  </a:lnTo>
                  <a:lnTo>
                    <a:pt x="10982325" y="9525"/>
                  </a:lnTo>
                  <a:lnTo>
                    <a:pt x="11010900" y="9525"/>
                  </a:lnTo>
                  <a:lnTo>
                    <a:pt x="11010900" y="0"/>
                  </a:lnTo>
                  <a:close/>
                </a:path>
                <a:path w="11430000" h="3571875">
                  <a:moveTo>
                    <a:pt x="11048733" y="3562350"/>
                  </a:moveTo>
                  <a:lnTo>
                    <a:pt x="11020158" y="3562350"/>
                  </a:lnTo>
                  <a:lnTo>
                    <a:pt x="11020158" y="3571875"/>
                  </a:lnTo>
                  <a:lnTo>
                    <a:pt x="11048733" y="3571875"/>
                  </a:lnTo>
                  <a:lnTo>
                    <a:pt x="11048733" y="3562350"/>
                  </a:lnTo>
                  <a:close/>
                </a:path>
                <a:path w="11430000" h="3571875">
                  <a:moveTo>
                    <a:pt x="11058525" y="0"/>
                  </a:moveTo>
                  <a:lnTo>
                    <a:pt x="11029950" y="0"/>
                  </a:lnTo>
                  <a:lnTo>
                    <a:pt x="11029950" y="9525"/>
                  </a:lnTo>
                  <a:lnTo>
                    <a:pt x="11058525" y="9525"/>
                  </a:lnTo>
                  <a:lnTo>
                    <a:pt x="11058525" y="0"/>
                  </a:lnTo>
                  <a:close/>
                </a:path>
                <a:path w="11430000" h="3571875">
                  <a:moveTo>
                    <a:pt x="11096358" y="3562350"/>
                  </a:moveTo>
                  <a:lnTo>
                    <a:pt x="11067783" y="3562350"/>
                  </a:lnTo>
                  <a:lnTo>
                    <a:pt x="11067783" y="3571875"/>
                  </a:lnTo>
                  <a:lnTo>
                    <a:pt x="11096358" y="3571875"/>
                  </a:lnTo>
                  <a:lnTo>
                    <a:pt x="11096358" y="3562350"/>
                  </a:lnTo>
                  <a:close/>
                </a:path>
                <a:path w="11430000" h="3571875">
                  <a:moveTo>
                    <a:pt x="11106150" y="0"/>
                  </a:moveTo>
                  <a:lnTo>
                    <a:pt x="11077575" y="0"/>
                  </a:lnTo>
                  <a:lnTo>
                    <a:pt x="11077575" y="9525"/>
                  </a:lnTo>
                  <a:lnTo>
                    <a:pt x="11106150" y="9525"/>
                  </a:lnTo>
                  <a:lnTo>
                    <a:pt x="11106150" y="0"/>
                  </a:lnTo>
                  <a:close/>
                </a:path>
                <a:path w="11430000" h="3571875">
                  <a:moveTo>
                    <a:pt x="11143983" y="3562350"/>
                  </a:moveTo>
                  <a:lnTo>
                    <a:pt x="11115408" y="3562350"/>
                  </a:lnTo>
                  <a:lnTo>
                    <a:pt x="11115408" y="3571875"/>
                  </a:lnTo>
                  <a:lnTo>
                    <a:pt x="11143983" y="3571875"/>
                  </a:lnTo>
                  <a:lnTo>
                    <a:pt x="11143983" y="3562350"/>
                  </a:lnTo>
                  <a:close/>
                </a:path>
                <a:path w="11430000" h="3571875">
                  <a:moveTo>
                    <a:pt x="11153775" y="0"/>
                  </a:moveTo>
                  <a:lnTo>
                    <a:pt x="11125200" y="0"/>
                  </a:lnTo>
                  <a:lnTo>
                    <a:pt x="1112520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  <a:path w="11430000" h="3571875">
                  <a:moveTo>
                    <a:pt x="11191608" y="3562350"/>
                  </a:moveTo>
                  <a:lnTo>
                    <a:pt x="11163033" y="3562350"/>
                  </a:lnTo>
                  <a:lnTo>
                    <a:pt x="11163033" y="3571875"/>
                  </a:lnTo>
                  <a:lnTo>
                    <a:pt x="11191608" y="3571875"/>
                  </a:lnTo>
                  <a:lnTo>
                    <a:pt x="11191608" y="3562350"/>
                  </a:lnTo>
                  <a:close/>
                </a:path>
                <a:path w="11430000" h="3571875">
                  <a:moveTo>
                    <a:pt x="11201400" y="0"/>
                  </a:moveTo>
                  <a:lnTo>
                    <a:pt x="11172825" y="0"/>
                  </a:lnTo>
                  <a:lnTo>
                    <a:pt x="11172825" y="9525"/>
                  </a:lnTo>
                  <a:lnTo>
                    <a:pt x="11201400" y="9525"/>
                  </a:lnTo>
                  <a:lnTo>
                    <a:pt x="11201400" y="0"/>
                  </a:lnTo>
                  <a:close/>
                </a:path>
                <a:path w="11430000" h="3571875">
                  <a:moveTo>
                    <a:pt x="11239233" y="3562350"/>
                  </a:moveTo>
                  <a:lnTo>
                    <a:pt x="11210658" y="3562350"/>
                  </a:lnTo>
                  <a:lnTo>
                    <a:pt x="11210658" y="3571875"/>
                  </a:lnTo>
                  <a:lnTo>
                    <a:pt x="11239233" y="3571875"/>
                  </a:lnTo>
                  <a:lnTo>
                    <a:pt x="11239233" y="3562350"/>
                  </a:lnTo>
                  <a:close/>
                </a:path>
                <a:path w="11430000" h="3571875">
                  <a:moveTo>
                    <a:pt x="11249025" y="0"/>
                  </a:moveTo>
                  <a:lnTo>
                    <a:pt x="11220450" y="0"/>
                  </a:lnTo>
                  <a:lnTo>
                    <a:pt x="11220450" y="9525"/>
                  </a:lnTo>
                  <a:lnTo>
                    <a:pt x="11249025" y="9525"/>
                  </a:lnTo>
                  <a:lnTo>
                    <a:pt x="11249025" y="0"/>
                  </a:lnTo>
                  <a:close/>
                </a:path>
                <a:path w="11430000" h="3571875">
                  <a:moveTo>
                    <a:pt x="11286858" y="3562350"/>
                  </a:moveTo>
                  <a:lnTo>
                    <a:pt x="11258283" y="3562350"/>
                  </a:lnTo>
                  <a:lnTo>
                    <a:pt x="11258283" y="3571875"/>
                  </a:lnTo>
                  <a:lnTo>
                    <a:pt x="11286858" y="3571875"/>
                  </a:lnTo>
                  <a:lnTo>
                    <a:pt x="11286858" y="3562350"/>
                  </a:lnTo>
                  <a:close/>
                </a:path>
                <a:path w="11430000" h="3571875">
                  <a:moveTo>
                    <a:pt x="11296650" y="0"/>
                  </a:moveTo>
                  <a:lnTo>
                    <a:pt x="11268075" y="0"/>
                  </a:lnTo>
                  <a:lnTo>
                    <a:pt x="11268075" y="9525"/>
                  </a:lnTo>
                  <a:lnTo>
                    <a:pt x="11296650" y="9525"/>
                  </a:lnTo>
                  <a:lnTo>
                    <a:pt x="11296650" y="0"/>
                  </a:lnTo>
                  <a:close/>
                </a:path>
                <a:path w="11430000" h="3571875">
                  <a:moveTo>
                    <a:pt x="11334483" y="3562350"/>
                  </a:moveTo>
                  <a:lnTo>
                    <a:pt x="11305908" y="3562350"/>
                  </a:lnTo>
                  <a:lnTo>
                    <a:pt x="11305908" y="3571875"/>
                  </a:lnTo>
                  <a:lnTo>
                    <a:pt x="11334483" y="3571875"/>
                  </a:lnTo>
                  <a:lnTo>
                    <a:pt x="11334483" y="3562350"/>
                  </a:lnTo>
                  <a:close/>
                </a:path>
                <a:path w="11430000" h="3571875">
                  <a:moveTo>
                    <a:pt x="11344275" y="0"/>
                  </a:moveTo>
                  <a:lnTo>
                    <a:pt x="11315700" y="0"/>
                  </a:lnTo>
                  <a:lnTo>
                    <a:pt x="11315700" y="9525"/>
                  </a:lnTo>
                  <a:lnTo>
                    <a:pt x="11344275" y="9525"/>
                  </a:lnTo>
                  <a:lnTo>
                    <a:pt x="11344275" y="0"/>
                  </a:lnTo>
                  <a:close/>
                </a:path>
                <a:path w="11430000" h="3571875">
                  <a:moveTo>
                    <a:pt x="11381575" y="3566579"/>
                  </a:moveTo>
                  <a:lnTo>
                    <a:pt x="11378108" y="3557714"/>
                  </a:lnTo>
                  <a:lnTo>
                    <a:pt x="11373129" y="3559505"/>
                  </a:lnTo>
                  <a:lnTo>
                    <a:pt x="11366818" y="3561092"/>
                  </a:lnTo>
                  <a:lnTo>
                    <a:pt x="11360379" y="3562032"/>
                  </a:lnTo>
                  <a:lnTo>
                    <a:pt x="11353800" y="3562350"/>
                  </a:lnTo>
                  <a:lnTo>
                    <a:pt x="11353533" y="3562350"/>
                  </a:lnTo>
                  <a:lnTo>
                    <a:pt x="11353533" y="3571875"/>
                  </a:lnTo>
                  <a:lnTo>
                    <a:pt x="11353813" y="3571875"/>
                  </a:lnTo>
                  <a:lnTo>
                    <a:pt x="11361318" y="3571519"/>
                  </a:lnTo>
                  <a:lnTo>
                    <a:pt x="11368672" y="3570427"/>
                  </a:lnTo>
                  <a:lnTo>
                    <a:pt x="11375898" y="3568623"/>
                  </a:lnTo>
                  <a:lnTo>
                    <a:pt x="11381575" y="3566579"/>
                  </a:lnTo>
                  <a:close/>
                </a:path>
                <a:path w="11430000" h="3571875">
                  <a:moveTo>
                    <a:pt x="11390401" y="9398"/>
                  </a:moveTo>
                  <a:lnTo>
                    <a:pt x="11362982" y="609"/>
                  </a:lnTo>
                  <a:lnTo>
                    <a:pt x="11361826" y="10058"/>
                  </a:lnTo>
                  <a:lnTo>
                    <a:pt x="11366818" y="10795"/>
                  </a:lnTo>
                  <a:lnTo>
                    <a:pt x="11373129" y="12382"/>
                  </a:lnTo>
                  <a:lnTo>
                    <a:pt x="11379314" y="14605"/>
                  </a:lnTo>
                  <a:lnTo>
                    <a:pt x="11385271" y="17411"/>
                  </a:lnTo>
                  <a:lnTo>
                    <a:pt x="11385817" y="17741"/>
                  </a:lnTo>
                  <a:lnTo>
                    <a:pt x="11390401" y="9398"/>
                  </a:lnTo>
                  <a:close/>
                </a:path>
                <a:path w="11430000" h="3571875">
                  <a:moveTo>
                    <a:pt x="11418087" y="3536492"/>
                  </a:moveTo>
                  <a:lnTo>
                    <a:pt x="11410048" y="3531387"/>
                  </a:lnTo>
                  <a:lnTo>
                    <a:pt x="11409248" y="3532733"/>
                  </a:lnTo>
                  <a:lnTo>
                    <a:pt x="11405375" y="3537953"/>
                  </a:lnTo>
                  <a:lnTo>
                    <a:pt x="11400955" y="3542830"/>
                  </a:lnTo>
                  <a:lnTo>
                    <a:pt x="11396078" y="3547249"/>
                  </a:lnTo>
                  <a:lnTo>
                    <a:pt x="11392687" y="3549764"/>
                  </a:lnTo>
                  <a:lnTo>
                    <a:pt x="11398250" y="3557486"/>
                  </a:lnTo>
                  <a:lnTo>
                    <a:pt x="11402124" y="3554615"/>
                  </a:lnTo>
                  <a:lnTo>
                    <a:pt x="11407686" y="3549561"/>
                  </a:lnTo>
                  <a:lnTo>
                    <a:pt x="11412741" y="3543998"/>
                  </a:lnTo>
                  <a:lnTo>
                    <a:pt x="11417173" y="3538016"/>
                  </a:lnTo>
                  <a:lnTo>
                    <a:pt x="11418087" y="3536492"/>
                  </a:lnTo>
                  <a:close/>
                </a:path>
                <a:path w="11430000" h="3571875">
                  <a:moveTo>
                    <a:pt x="11422761" y="43992"/>
                  </a:moveTo>
                  <a:lnTo>
                    <a:pt x="11405946" y="20739"/>
                  </a:lnTo>
                  <a:lnTo>
                    <a:pt x="11399418" y="27673"/>
                  </a:lnTo>
                  <a:lnTo>
                    <a:pt x="11400955" y="29057"/>
                  </a:lnTo>
                  <a:lnTo>
                    <a:pt x="11405311" y="33858"/>
                  </a:lnTo>
                  <a:lnTo>
                    <a:pt x="11409248" y="39154"/>
                  </a:lnTo>
                  <a:lnTo>
                    <a:pt x="11412601" y="44742"/>
                  </a:lnTo>
                  <a:lnTo>
                    <a:pt x="11414150" y="48018"/>
                  </a:lnTo>
                  <a:lnTo>
                    <a:pt x="11422761" y="43992"/>
                  </a:lnTo>
                  <a:close/>
                </a:path>
                <a:path w="11430000" h="3571875">
                  <a:moveTo>
                    <a:pt x="11430000" y="3491052"/>
                  </a:moveTo>
                  <a:lnTo>
                    <a:pt x="11420475" y="3491052"/>
                  </a:lnTo>
                  <a:lnTo>
                    <a:pt x="11420475" y="3495675"/>
                  </a:lnTo>
                  <a:lnTo>
                    <a:pt x="11420158" y="3502253"/>
                  </a:lnTo>
                  <a:lnTo>
                    <a:pt x="11419205" y="3508692"/>
                  </a:lnTo>
                  <a:lnTo>
                    <a:pt x="11417630" y="3515004"/>
                  </a:lnTo>
                  <a:lnTo>
                    <a:pt x="11417186" y="3516223"/>
                  </a:lnTo>
                  <a:lnTo>
                    <a:pt x="11426241" y="3519157"/>
                  </a:lnTo>
                  <a:lnTo>
                    <a:pt x="11426749" y="3517773"/>
                  </a:lnTo>
                  <a:lnTo>
                    <a:pt x="11428552" y="3510546"/>
                  </a:lnTo>
                  <a:lnTo>
                    <a:pt x="11429644" y="3503193"/>
                  </a:lnTo>
                  <a:lnTo>
                    <a:pt x="11430000" y="3495675"/>
                  </a:lnTo>
                  <a:lnTo>
                    <a:pt x="11430000" y="3491052"/>
                  </a:lnTo>
                  <a:close/>
                </a:path>
                <a:path w="11430000" h="3571875">
                  <a:moveTo>
                    <a:pt x="11430000" y="3443427"/>
                  </a:moveTo>
                  <a:lnTo>
                    <a:pt x="11420475" y="3443427"/>
                  </a:lnTo>
                  <a:lnTo>
                    <a:pt x="11420475" y="3472002"/>
                  </a:lnTo>
                  <a:lnTo>
                    <a:pt x="11430000" y="3472002"/>
                  </a:lnTo>
                  <a:lnTo>
                    <a:pt x="11430000" y="3443427"/>
                  </a:lnTo>
                  <a:close/>
                </a:path>
                <a:path w="11430000" h="3571875">
                  <a:moveTo>
                    <a:pt x="11430000" y="3395802"/>
                  </a:moveTo>
                  <a:lnTo>
                    <a:pt x="11420475" y="3395802"/>
                  </a:lnTo>
                  <a:lnTo>
                    <a:pt x="11420475" y="3424377"/>
                  </a:lnTo>
                  <a:lnTo>
                    <a:pt x="11430000" y="3424377"/>
                  </a:lnTo>
                  <a:lnTo>
                    <a:pt x="11430000" y="3395802"/>
                  </a:lnTo>
                  <a:close/>
                </a:path>
                <a:path w="11430000" h="3571875">
                  <a:moveTo>
                    <a:pt x="11430000" y="3348177"/>
                  </a:moveTo>
                  <a:lnTo>
                    <a:pt x="11420475" y="3348177"/>
                  </a:lnTo>
                  <a:lnTo>
                    <a:pt x="11420475" y="3376752"/>
                  </a:lnTo>
                  <a:lnTo>
                    <a:pt x="11430000" y="3376752"/>
                  </a:lnTo>
                  <a:lnTo>
                    <a:pt x="11430000" y="3348177"/>
                  </a:lnTo>
                  <a:close/>
                </a:path>
                <a:path w="11430000" h="3571875">
                  <a:moveTo>
                    <a:pt x="11430000" y="3300552"/>
                  </a:moveTo>
                  <a:lnTo>
                    <a:pt x="11420475" y="3300552"/>
                  </a:lnTo>
                  <a:lnTo>
                    <a:pt x="11420475" y="3329127"/>
                  </a:lnTo>
                  <a:lnTo>
                    <a:pt x="11430000" y="3329127"/>
                  </a:lnTo>
                  <a:lnTo>
                    <a:pt x="11430000" y="3300552"/>
                  </a:lnTo>
                  <a:close/>
                </a:path>
                <a:path w="11430000" h="3571875">
                  <a:moveTo>
                    <a:pt x="11430000" y="3252927"/>
                  </a:moveTo>
                  <a:lnTo>
                    <a:pt x="11420475" y="3252927"/>
                  </a:lnTo>
                  <a:lnTo>
                    <a:pt x="11420475" y="3281502"/>
                  </a:lnTo>
                  <a:lnTo>
                    <a:pt x="11430000" y="3281502"/>
                  </a:lnTo>
                  <a:lnTo>
                    <a:pt x="11430000" y="3252927"/>
                  </a:lnTo>
                  <a:close/>
                </a:path>
                <a:path w="11430000" h="3571875">
                  <a:moveTo>
                    <a:pt x="11430000" y="3205302"/>
                  </a:moveTo>
                  <a:lnTo>
                    <a:pt x="11420475" y="3205302"/>
                  </a:lnTo>
                  <a:lnTo>
                    <a:pt x="11420475" y="3233877"/>
                  </a:lnTo>
                  <a:lnTo>
                    <a:pt x="11430000" y="3233877"/>
                  </a:lnTo>
                  <a:lnTo>
                    <a:pt x="11430000" y="3205302"/>
                  </a:lnTo>
                  <a:close/>
                </a:path>
                <a:path w="11430000" h="3571875">
                  <a:moveTo>
                    <a:pt x="11430000" y="3157677"/>
                  </a:moveTo>
                  <a:lnTo>
                    <a:pt x="11420475" y="3157677"/>
                  </a:lnTo>
                  <a:lnTo>
                    <a:pt x="11420475" y="3186252"/>
                  </a:lnTo>
                  <a:lnTo>
                    <a:pt x="11430000" y="3186252"/>
                  </a:lnTo>
                  <a:lnTo>
                    <a:pt x="11430000" y="3157677"/>
                  </a:lnTo>
                  <a:close/>
                </a:path>
                <a:path w="11430000" h="3571875">
                  <a:moveTo>
                    <a:pt x="11430000" y="3110052"/>
                  </a:moveTo>
                  <a:lnTo>
                    <a:pt x="11420475" y="3110052"/>
                  </a:lnTo>
                  <a:lnTo>
                    <a:pt x="11420475" y="3138627"/>
                  </a:lnTo>
                  <a:lnTo>
                    <a:pt x="11430000" y="3138627"/>
                  </a:lnTo>
                  <a:lnTo>
                    <a:pt x="11430000" y="3110052"/>
                  </a:lnTo>
                  <a:close/>
                </a:path>
                <a:path w="11430000" h="3571875">
                  <a:moveTo>
                    <a:pt x="11430000" y="3062427"/>
                  </a:moveTo>
                  <a:lnTo>
                    <a:pt x="11420475" y="3062427"/>
                  </a:lnTo>
                  <a:lnTo>
                    <a:pt x="11420475" y="3091002"/>
                  </a:lnTo>
                  <a:lnTo>
                    <a:pt x="11430000" y="3091002"/>
                  </a:lnTo>
                  <a:lnTo>
                    <a:pt x="11430000" y="3062427"/>
                  </a:lnTo>
                  <a:close/>
                </a:path>
                <a:path w="11430000" h="3571875">
                  <a:moveTo>
                    <a:pt x="11430000" y="3014802"/>
                  </a:moveTo>
                  <a:lnTo>
                    <a:pt x="11420475" y="3014802"/>
                  </a:lnTo>
                  <a:lnTo>
                    <a:pt x="11420475" y="3043377"/>
                  </a:lnTo>
                  <a:lnTo>
                    <a:pt x="11430000" y="3043377"/>
                  </a:lnTo>
                  <a:lnTo>
                    <a:pt x="11430000" y="3014802"/>
                  </a:lnTo>
                  <a:close/>
                </a:path>
                <a:path w="11430000" h="3571875">
                  <a:moveTo>
                    <a:pt x="11430000" y="2967177"/>
                  </a:moveTo>
                  <a:lnTo>
                    <a:pt x="11420475" y="2967177"/>
                  </a:lnTo>
                  <a:lnTo>
                    <a:pt x="11420475" y="2995752"/>
                  </a:lnTo>
                  <a:lnTo>
                    <a:pt x="11430000" y="2995752"/>
                  </a:lnTo>
                  <a:lnTo>
                    <a:pt x="11430000" y="2967177"/>
                  </a:lnTo>
                  <a:close/>
                </a:path>
                <a:path w="11430000" h="3571875">
                  <a:moveTo>
                    <a:pt x="11430000" y="2919552"/>
                  </a:moveTo>
                  <a:lnTo>
                    <a:pt x="11420475" y="2919552"/>
                  </a:lnTo>
                  <a:lnTo>
                    <a:pt x="11420475" y="2948127"/>
                  </a:lnTo>
                  <a:lnTo>
                    <a:pt x="11430000" y="2948127"/>
                  </a:lnTo>
                  <a:lnTo>
                    <a:pt x="11430000" y="2919552"/>
                  </a:lnTo>
                  <a:close/>
                </a:path>
                <a:path w="11430000" h="3571875">
                  <a:moveTo>
                    <a:pt x="11430000" y="2871927"/>
                  </a:moveTo>
                  <a:lnTo>
                    <a:pt x="11420475" y="2871927"/>
                  </a:lnTo>
                  <a:lnTo>
                    <a:pt x="11420475" y="2900502"/>
                  </a:lnTo>
                  <a:lnTo>
                    <a:pt x="11430000" y="2900502"/>
                  </a:lnTo>
                  <a:lnTo>
                    <a:pt x="11430000" y="2871927"/>
                  </a:lnTo>
                  <a:close/>
                </a:path>
                <a:path w="11430000" h="3571875">
                  <a:moveTo>
                    <a:pt x="11430000" y="2824302"/>
                  </a:moveTo>
                  <a:lnTo>
                    <a:pt x="11420475" y="2824302"/>
                  </a:lnTo>
                  <a:lnTo>
                    <a:pt x="11420475" y="2852877"/>
                  </a:lnTo>
                  <a:lnTo>
                    <a:pt x="11430000" y="2852877"/>
                  </a:lnTo>
                  <a:lnTo>
                    <a:pt x="11430000" y="2824302"/>
                  </a:lnTo>
                  <a:close/>
                </a:path>
                <a:path w="11430000" h="3571875">
                  <a:moveTo>
                    <a:pt x="11430000" y="2776677"/>
                  </a:moveTo>
                  <a:lnTo>
                    <a:pt x="11420475" y="2776677"/>
                  </a:lnTo>
                  <a:lnTo>
                    <a:pt x="11420475" y="2805252"/>
                  </a:lnTo>
                  <a:lnTo>
                    <a:pt x="11430000" y="2805252"/>
                  </a:lnTo>
                  <a:lnTo>
                    <a:pt x="11430000" y="2776677"/>
                  </a:lnTo>
                  <a:close/>
                </a:path>
                <a:path w="11430000" h="3571875">
                  <a:moveTo>
                    <a:pt x="11430000" y="2729052"/>
                  </a:moveTo>
                  <a:lnTo>
                    <a:pt x="11420475" y="2729052"/>
                  </a:lnTo>
                  <a:lnTo>
                    <a:pt x="11420475" y="2757627"/>
                  </a:lnTo>
                  <a:lnTo>
                    <a:pt x="11430000" y="2757627"/>
                  </a:lnTo>
                  <a:lnTo>
                    <a:pt x="11430000" y="2729052"/>
                  </a:lnTo>
                  <a:close/>
                </a:path>
                <a:path w="11430000" h="3571875">
                  <a:moveTo>
                    <a:pt x="11430000" y="2681427"/>
                  </a:moveTo>
                  <a:lnTo>
                    <a:pt x="11420475" y="2681427"/>
                  </a:lnTo>
                  <a:lnTo>
                    <a:pt x="11420475" y="2710002"/>
                  </a:lnTo>
                  <a:lnTo>
                    <a:pt x="11430000" y="2710002"/>
                  </a:lnTo>
                  <a:lnTo>
                    <a:pt x="11430000" y="2681427"/>
                  </a:lnTo>
                  <a:close/>
                </a:path>
                <a:path w="11430000" h="3571875">
                  <a:moveTo>
                    <a:pt x="11430000" y="2633802"/>
                  </a:moveTo>
                  <a:lnTo>
                    <a:pt x="11420475" y="2633802"/>
                  </a:lnTo>
                  <a:lnTo>
                    <a:pt x="11420475" y="2662377"/>
                  </a:lnTo>
                  <a:lnTo>
                    <a:pt x="11430000" y="2662377"/>
                  </a:lnTo>
                  <a:lnTo>
                    <a:pt x="11430000" y="2633802"/>
                  </a:lnTo>
                  <a:close/>
                </a:path>
                <a:path w="11430000" h="3571875">
                  <a:moveTo>
                    <a:pt x="11430000" y="2586177"/>
                  </a:moveTo>
                  <a:lnTo>
                    <a:pt x="11420475" y="2586177"/>
                  </a:lnTo>
                  <a:lnTo>
                    <a:pt x="11420475" y="2614752"/>
                  </a:lnTo>
                  <a:lnTo>
                    <a:pt x="11430000" y="2614752"/>
                  </a:lnTo>
                  <a:lnTo>
                    <a:pt x="11430000" y="2586177"/>
                  </a:lnTo>
                  <a:close/>
                </a:path>
                <a:path w="11430000" h="3571875">
                  <a:moveTo>
                    <a:pt x="11430000" y="2538552"/>
                  </a:moveTo>
                  <a:lnTo>
                    <a:pt x="11420475" y="2538552"/>
                  </a:lnTo>
                  <a:lnTo>
                    <a:pt x="11420475" y="2567127"/>
                  </a:lnTo>
                  <a:lnTo>
                    <a:pt x="11430000" y="2567127"/>
                  </a:lnTo>
                  <a:lnTo>
                    <a:pt x="11430000" y="2538552"/>
                  </a:lnTo>
                  <a:close/>
                </a:path>
                <a:path w="11430000" h="3571875">
                  <a:moveTo>
                    <a:pt x="11430000" y="2490927"/>
                  </a:moveTo>
                  <a:lnTo>
                    <a:pt x="11420475" y="2490927"/>
                  </a:lnTo>
                  <a:lnTo>
                    <a:pt x="11420475" y="2519502"/>
                  </a:lnTo>
                  <a:lnTo>
                    <a:pt x="11430000" y="2519502"/>
                  </a:lnTo>
                  <a:lnTo>
                    <a:pt x="11430000" y="2490927"/>
                  </a:lnTo>
                  <a:close/>
                </a:path>
                <a:path w="11430000" h="3571875">
                  <a:moveTo>
                    <a:pt x="11430000" y="2443302"/>
                  </a:moveTo>
                  <a:lnTo>
                    <a:pt x="11420475" y="2443302"/>
                  </a:lnTo>
                  <a:lnTo>
                    <a:pt x="11420475" y="2471877"/>
                  </a:lnTo>
                  <a:lnTo>
                    <a:pt x="11430000" y="2471877"/>
                  </a:lnTo>
                  <a:lnTo>
                    <a:pt x="11430000" y="2443302"/>
                  </a:lnTo>
                  <a:close/>
                </a:path>
                <a:path w="11430000" h="3571875">
                  <a:moveTo>
                    <a:pt x="11430000" y="2395677"/>
                  </a:moveTo>
                  <a:lnTo>
                    <a:pt x="11420475" y="2395677"/>
                  </a:lnTo>
                  <a:lnTo>
                    <a:pt x="11420475" y="2424252"/>
                  </a:lnTo>
                  <a:lnTo>
                    <a:pt x="11430000" y="2424252"/>
                  </a:lnTo>
                  <a:lnTo>
                    <a:pt x="11430000" y="2395677"/>
                  </a:lnTo>
                  <a:close/>
                </a:path>
                <a:path w="11430000" h="3571875">
                  <a:moveTo>
                    <a:pt x="11430000" y="2348052"/>
                  </a:moveTo>
                  <a:lnTo>
                    <a:pt x="11420475" y="2348052"/>
                  </a:lnTo>
                  <a:lnTo>
                    <a:pt x="11420475" y="2376627"/>
                  </a:lnTo>
                  <a:lnTo>
                    <a:pt x="11430000" y="2376627"/>
                  </a:lnTo>
                  <a:lnTo>
                    <a:pt x="11430000" y="2348052"/>
                  </a:lnTo>
                  <a:close/>
                </a:path>
                <a:path w="11430000" h="3571875">
                  <a:moveTo>
                    <a:pt x="11430000" y="2300427"/>
                  </a:moveTo>
                  <a:lnTo>
                    <a:pt x="11420475" y="2300427"/>
                  </a:lnTo>
                  <a:lnTo>
                    <a:pt x="11420475" y="2329002"/>
                  </a:lnTo>
                  <a:lnTo>
                    <a:pt x="11430000" y="2329002"/>
                  </a:lnTo>
                  <a:lnTo>
                    <a:pt x="11430000" y="2300427"/>
                  </a:lnTo>
                  <a:close/>
                </a:path>
                <a:path w="11430000" h="3571875">
                  <a:moveTo>
                    <a:pt x="11430000" y="2252802"/>
                  </a:moveTo>
                  <a:lnTo>
                    <a:pt x="11420475" y="2252802"/>
                  </a:lnTo>
                  <a:lnTo>
                    <a:pt x="11420475" y="2281377"/>
                  </a:lnTo>
                  <a:lnTo>
                    <a:pt x="11430000" y="2281377"/>
                  </a:lnTo>
                  <a:lnTo>
                    <a:pt x="11430000" y="2252802"/>
                  </a:lnTo>
                  <a:close/>
                </a:path>
                <a:path w="11430000" h="3571875">
                  <a:moveTo>
                    <a:pt x="11430000" y="2205177"/>
                  </a:moveTo>
                  <a:lnTo>
                    <a:pt x="11420475" y="2205177"/>
                  </a:lnTo>
                  <a:lnTo>
                    <a:pt x="11420475" y="2233752"/>
                  </a:lnTo>
                  <a:lnTo>
                    <a:pt x="11430000" y="2233752"/>
                  </a:lnTo>
                  <a:lnTo>
                    <a:pt x="11430000" y="2205177"/>
                  </a:lnTo>
                  <a:close/>
                </a:path>
                <a:path w="11430000" h="3571875">
                  <a:moveTo>
                    <a:pt x="11430000" y="2157552"/>
                  </a:moveTo>
                  <a:lnTo>
                    <a:pt x="11420475" y="2157552"/>
                  </a:lnTo>
                  <a:lnTo>
                    <a:pt x="11420475" y="2186127"/>
                  </a:lnTo>
                  <a:lnTo>
                    <a:pt x="11430000" y="2186127"/>
                  </a:lnTo>
                  <a:lnTo>
                    <a:pt x="11430000" y="2157552"/>
                  </a:lnTo>
                  <a:close/>
                </a:path>
                <a:path w="11430000" h="3571875">
                  <a:moveTo>
                    <a:pt x="11430000" y="2109927"/>
                  </a:moveTo>
                  <a:lnTo>
                    <a:pt x="11420475" y="2109927"/>
                  </a:lnTo>
                  <a:lnTo>
                    <a:pt x="11420475" y="2138502"/>
                  </a:lnTo>
                  <a:lnTo>
                    <a:pt x="11430000" y="2138502"/>
                  </a:lnTo>
                  <a:lnTo>
                    <a:pt x="11430000" y="2109927"/>
                  </a:lnTo>
                  <a:close/>
                </a:path>
                <a:path w="11430000" h="3571875">
                  <a:moveTo>
                    <a:pt x="11430000" y="2062302"/>
                  </a:moveTo>
                  <a:lnTo>
                    <a:pt x="11420475" y="2062302"/>
                  </a:lnTo>
                  <a:lnTo>
                    <a:pt x="11420475" y="2090877"/>
                  </a:lnTo>
                  <a:lnTo>
                    <a:pt x="11430000" y="2090877"/>
                  </a:lnTo>
                  <a:lnTo>
                    <a:pt x="11430000" y="2062302"/>
                  </a:lnTo>
                  <a:close/>
                </a:path>
                <a:path w="11430000" h="3571875">
                  <a:moveTo>
                    <a:pt x="11430000" y="2014677"/>
                  </a:moveTo>
                  <a:lnTo>
                    <a:pt x="11420475" y="2014677"/>
                  </a:lnTo>
                  <a:lnTo>
                    <a:pt x="11420475" y="2043252"/>
                  </a:lnTo>
                  <a:lnTo>
                    <a:pt x="11430000" y="2043252"/>
                  </a:lnTo>
                  <a:lnTo>
                    <a:pt x="11430000" y="2014677"/>
                  </a:lnTo>
                  <a:close/>
                </a:path>
                <a:path w="11430000" h="3571875">
                  <a:moveTo>
                    <a:pt x="11430000" y="1967052"/>
                  </a:moveTo>
                  <a:lnTo>
                    <a:pt x="11420475" y="1967052"/>
                  </a:lnTo>
                  <a:lnTo>
                    <a:pt x="11420475" y="1995627"/>
                  </a:lnTo>
                  <a:lnTo>
                    <a:pt x="11430000" y="1995627"/>
                  </a:lnTo>
                  <a:lnTo>
                    <a:pt x="11430000" y="1967052"/>
                  </a:lnTo>
                  <a:close/>
                </a:path>
                <a:path w="11430000" h="3571875">
                  <a:moveTo>
                    <a:pt x="11430000" y="1919427"/>
                  </a:moveTo>
                  <a:lnTo>
                    <a:pt x="11420475" y="1919427"/>
                  </a:lnTo>
                  <a:lnTo>
                    <a:pt x="11420475" y="1948002"/>
                  </a:lnTo>
                  <a:lnTo>
                    <a:pt x="11430000" y="1948002"/>
                  </a:lnTo>
                  <a:lnTo>
                    <a:pt x="11430000" y="1919427"/>
                  </a:lnTo>
                  <a:close/>
                </a:path>
                <a:path w="11430000" h="3571875">
                  <a:moveTo>
                    <a:pt x="11430000" y="1871802"/>
                  </a:moveTo>
                  <a:lnTo>
                    <a:pt x="11420475" y="1871802"/>
                  </a:lnTo>
                  <a:lnTo>
                    <a:pt x="11420475" y="1900377"/>
                  </a:lnTo>
                  <a:lnTo>
                    <a:pt x="11430000" y="1900377"/>
                  </a:lnTo>
                  <a:lnTo>
                    <a:pt x="11430000" y="1871802"/>
                  </a:lnTo>
                  <a:close/>
                </a:path>
                <a:path w="11430000" h="3571875">
                  <a:moveTo>
                    <a:pt x="11430000" y="1824177"/>
                  </a:moveTo>
                  <a:lnTo>
                    <a:pt x="11420475" y="1824177"/>
                  </a:lnTo>
                  <a:lnTo>
                    <a:pt x="11420475" y="1852752"/>
                  </a:lnTo>
                  <a:lnTo>
                    <a:pt x="11430000" y="1852752"/>
                  </a:lnTo>
                  <a:lnTo>
                    <a:pt x="11430000" y="1824177"/>
                  </a:lnTo>
                  <a:close/>
                </a:path>
                <a:path w="11430000" h="3571875">
                  <a:moveTo>
                    <a:pt x="11430000" y="1776552"/>
                  </a:moveTo>
                  <a:lnTo>
                    <a:pt x="11420475" y="1776552"/>
                  </a:lnTo>
                  <a:lnTo>
                    <a:pt x="11420475" y="1805127"/>
                  </a:lnTo>
                  <a:lnTo>
                    <a:pt x="11430000" y="1805127"/>
                  </a:lnTo>
                  <a:lnTo>
                    <a:pt x="11430000" y="1776552"/>
                  </a:lnTo>
                  <a:close/>
                </a:path>
                <a:path w="11430000" h="3571875">
                  <a:moveTo>
                    <a:pt x="11430000" y="1728927"/>
                  </a:moveTo>
                  <a:lnTo>
                    <a:pt x="11420475" y="1728927"/>
                  </a:lnTo>
                  <a:lnTo>
                    <a:pt x="11420475" y="1757502"/>
                  </a:lnTo>
                  <a:lnTo>
                    <a:pt x="11430000" y="1757502"/>
                  </a:lnTo>
                  <a:lnTo>
                    <a:pt x="11430000" y="1728927"/>
                  </a:lnTo>
                  <a:close/>
                </a:path>
                <a:path w="11430000" h="3571875">
                  <a:moveTo>
                    <a:pt x="11430000" y="1681302"/>
                  </a:moveTo>
                  <a:lnTo>
                    <a:pt x="11420475" y="1681302"/>
                  </a:lnTo>
                  <a:lnTo>
                    <a:pt x="11420475" y="1709877"/>
                  </a:lnTo>
                  <a:lnTo>
                    <a:pt x="11430000" y="1709877"/>
                  </a:lnTo>
                  <a:lnTo>
                    <a:pt x="11430000" y="1681302"/>
                  </a:lnTo>
                  <a:close/>
                </a:path>
                <a:path w="11430000" h="3571875">
                  <a:moveTo>
                    <a:pt x="11430000" y="1633677"/>
                  </a:moveTo>
                  <a:lnTo>
                    <a:pt x="11420475" y="1633677"/>
                  </a:lnTo>
                  <a:lnTo>
                    <a:pt x="11420475" y="1662252"/>
                  </a:lnTo>
                  <a:lnTo>
                    <a:pt x="11430000" y="1662252"/>
                  </a:lnTo>
                  <a:lnTo>
                    <a:pt x="11430000" y="1633677"/>
                  </a:lnTo>
                  <a:close/>
                </a:path>
                <a:path w="11430000" h="3571875">
                  <a:moveTo>
                    <a:pt x="11430000" y="1586052"/>
                  </a:moveTo>
                  <a:lnTo>
                    <a:pt x="11420475" y="1586052"/>
                  </a:lnTo>
                  <a:lnTo>
                    <a:pt x="11420475" y="1614627"/>
                  </a:lnTo>
                  <a:lnTo>
                    <a:pt x="11430000" y="1614627"/>
                  </a:lnTo>
                  <a:lnTo>
                    <a:pt x="11430000" y="1586052"/>
                  </a:lnTo>
                  <a:close/>
                </a:path>
                <a:path w="11430000" h="3571875">
                  <a:moveTo>
                    <a:pt x="11430000" y="1538427"/>
                  </a:moveTo>
                  <a:lnTo>
                    <a:pt x="11420475" y="1538427"/>
                  </a:lnTo>
                  <a:lnTo>
                    <a:pt x="11420475" y="1567002"/>
                  </a:lnTo>
                  <a:lnTo>
                    <a:pt x="11430000" y="1567002"/>
                  </a:lnTo>
                  <a:lnTo>
                    <a:pt x="11430000" y="1538427"/>
                  </a:lnTo>
                  <a:close/>
                </a:path>
                <a:path w="11430000" h="3571875">
                  <a:moveTo>
                    <a:pt x="11430000" y="1490802"/>
                  </a:moveTo>
                  <a:lnTo>
                    <a:pt x="11420475" y="1490802"/>
                  </a:lnTo>
                  <a:lnTo>
                    <a:pt x="11420475" y="1519377"/>
                  </a:lnTo>
                  <a:lnTo>
                    <a:pt x="11430000" y="1519377"/>
                  </a:lnTo>
                  <a:lnTo>
                    <a:pt x="11430000" y="1490802"/>
                  </a:lnTo>
                  <a:close/>
                </a:path>
                <a:path w="11430000" h="3571875">
                  <a:moveTo>
                    <a:pt x="11430000" y="1443177"/>
                  </a:moveTo>
                  <a:lnTo>
                    <a:pt x="11420475" y="1443177"/>
                  </a:lnTo>
                  <a:lnTo>
                    <a:pt x="11420475" y="1471752"/>
                  </a:lnTo>
                  <a:lnTo>
                    <a:pt x="11430000" y="1471752"/>
                  </a:lnTo>
                  <a:lnTo>
                    <a:pt x="11430000" y="1443177"/>
                  </a:lnTo>
                  <a:close/>
                </a:path>
                <a:path w="11430000" h="3571875">
                  <a:moveTo>
                    <a:pt x="11430000" y="1395552"/>
                  </a:moveTo>
                  <a:lnTo>
                    <a:pt x="11420475" y="1395552"/>
                  </a:lnTo>
                  <a:lnTo>
                    <a:pt x="11420475" y="1424127"/>
                  </a:lnTo>
                  <a:lnTo>
                    <a:pt x="11430000" y="1424127"/>
                  </a:lnTo>
                  <a:lnTo>
                    <a:pt x="11430000" y="1395552"/>
                  </a:lnTo>
                  <a:close/>
                </a:path>
                <a:path w="11430000" h="3571875">
                  <a:moveTo>
                    <a:pt x="11430000" y="1347927"/>
                  </a:moveTo>
                  <a:lnTo>
                    <a:pt x="11420475" y="1347927"/>
                  </a:lnTo>
                  <a:lnTo>
                    <a:pt x="11420475" y="1376502"/>
                  </a:lnTo>
                  <a:lnTo>
                    <a:pt x="11430000" y="1376502"/>
                  </a:lnTo>
                  <a:lnTo>
                    <a:pt x="11430000" y="1347927"/>
                  </a:lnTo>
                  <a:close/>
                </a:path>
                <a:path w="11430000" h="3571875">
                  <a:moveTo>
                    <a:pt x="11430000" y="1300302"/>
                  </a:moveTo>
                  <a:lnTo>
                    <a:pt x="11420475" y="1300302"/>
                  </a:lnTo>
                  <a:lnTo>
                    <a:pt x="11420475" y="1328877"/>
                  </a:lnTo>
                  <a:lnTo>
                    <a:pt x="11430000" y="1328877"/>
                  </a:lnTo>
                  <a:lnTo>
                    <a:pt x="11430000" y="1300302"/>
                  </a:lnTo>
                  <a:close/>
                </a:path>
                <a:path w="11430000" h="3571875">
                  <a:moveTo>
                    <a:pt x="11430000" y="1252677"/>
                  </a:moveTo>
                  <a:lnTo>
                    <a:pt x="11420475" y="1252677"/>
                  </a:lnTo>
                  <a:lnTo>
                    <a:pt x="11420475" y="1281252"/>
                  </a:lnTo>
                  <a:lnTo>
                    <a:pt x="11430000" y="1281252"/>
                  </a:lnTo>
                  <a:lnTo>
                    <a:pt x="11430000" y="1252677"/>
                  </a:lnTo>
                  <a:close/>
                </a:path>
                <a:path w="11430000" h="3571875">
                  <a:moveTo>
                    <a:pt x="11430000" y="1205052"/>
                  </a:moveTo>
                  <a:lnTo>
                    <a:pt x="11420475" y="1205052"/>
                  </a:lnTo>
                  <a:lnTo>
                    <a:pt x="11420475" y="1233627"/>
                  </a:lnTo>
                  <a:lnTo>
                    <a:pt x="11430000" y="1233627"/>
                  </a:lnTo>
                  <a:lnTo>
                    <a:pt x="11430000" y="1205052"/>
                  </a:lnTo>
                  <a:close/>
                </a:path>
                <a:path w="11430000" h="3571875">
                  <a:moveTo>
                    <a:pt x="11430000" y="1157427"/>
                  </a:moveTo>
                  <a:lnTo>
                    <a:pt x="11420475" y="1157427"/>
                  </a:lnTo>
                  <a:lnTo>
                    <a:pt x="11420475" y="1186002"/>
                  </a:lnTo>
                  <a:lnTo>
                    <a:pt x="11430000" y="1186002"/>
                  </a:lnTo>
                  <a:lnTo>
                    <a:pt x="11430000" y="1157427"/>
                  </a:lnTo>
                  <a:close/>
                </a:path>
                <a:path w="11430000" h="3571875">
                  <a:moveTo>
                    <a:pt x="11430000" y="1109802"/>
                  </a:moveTo>
                  <a:lnTo>
                    <a:pt x="11420475" y="1109802"/>
                  </a:lnTo>
                  <a:lnTo>
                    <a:pt x="11420475" y="1138377"/>
                  </a:lnTo>
                  <a:lnTo>
                    <a:pt x="11430000" y="1138377"/>
                  </a:lnTo>
                  <a:lnTo>
                    <a:pt x="11430000" y="1109802"/>
                  </a:lnTo>
                  <a:close/>
                </a:path>
                <a:path w="11430000" h="3571875">
                  <a:moveTo>
                    <a:pt x="11430000" y="1062177"/>
                  </a:moveTo>
                  <a:lnTo>
                    <a:pt x="11420475" y="1062177"/>
                  </a:lnTo>
                  <a:lnTo>
                    <a:pt x="11420475" y="1090752"/>
                  </a:lnTo>
                  <a:lnTo>
                    <a:pt x="11430000" y="1090752"/>
                  </a:lnTo>
                  <a:lnTo>
                    <a:pt x="11430000" y="1062177"/>
                  </a:lnTo>
                  <a:close/>
                </a:path>
                <a:path w="11430000" h="3571875">
                  <a:moveTo>
                    <a:pt x="11430000" y="1014552"/>
                  </a:moveTo>
                  <a:lnTo>
                    <a:pt x="11420475" y="1014552"/>
                  </a:lnTo>
                  <a:lnTo>
                    <a:pt x="11420475" y="1043127"/>
                  </a:lnTo>
                  <a:lnTo>
                    <a:pt x="11430000" y="1043127"/>
                  </a:lnTo>
                  <a:lnTo>
                    <a:pt x="11430000" y="1014552"/>
                  </a:lnTo>
                  <a:close/>
                </a:path>
                <a:path w="11430000" h="3571875">
                  <a:moveTo>
                    <a:pt x="11430000" y="966927"/>
                  </a:moveTo>
                  <a:lnTo>
                    <a:pt x="11420475" y="966927"/>
                  </a:lnTo>
                  <a:lnTo>
                    <a:pt x="11420475" y="995502"/>
                  </a:lnTo>
                  <a:lnTo>
                    <a:pt x="11430000" y="995502"/>
                  </a:lnTo>
                  <a:lnTo>
                    <a:pt x="11430000" y="966927"/>
                  </a:lnTo>
                  <a:close/>
                </a:path>
                <a:path w="11430000" h="3571875">
                  <a:moveTo>
                    <a:pt x="11430000" y="919302"/>
                  </a:moveTo>
                  <a:lnTo>
                    <a:pt x="11420475" y="919302"/>
                  </a:lnTo>
                  <a:lnTo>
                    <a:pt x="11420475" y="947877"/>
                  </a:lnTo>
                  <a:lnTo>
                    <a:pt x="11430000" y="947877"/>
                  </a:lnTo>
                  <a:lnTo>
                    <a:pt x="11430000" y="919302"/>
                  </a:lnTo>
                  <a:close/>
                </a:path>
                <a:path w="11430000" h="3571875">
                  <a:moveTo>
                    <a:pt x="11430000" y="871677"/>
                  </a:moveTo>
                  <a:lnTo>
                    <a:pt x="11420475" y="871677"/>
                  </a:lnTo>
                  <a:lnTo>
                    <a:pt x="11420475" y="900252"/>
                  </a:lnTo>
                  <a:lnTo>
                    <a:pt x="11430000" y="900252"/>
                  </a:lnTo>
                  <a:lnTo>
                    <a:pt x="11430000" y="871677"/>
                  </a:lnTo>
                  <a:close/>
                </a:path>
                <a:path w="11430000" h="3571875">
                  <a:moveTo>
                    <a:pt x="11430000" y="824052"/>
                  </a:moveTo>
                  <a:lnTo>
                    <a:pt x="11420475" y="824052"/>
                  </a:lnTo>
                  <a:lnTo>
                    <a:pt x="11420475" y="852627"/>
                  </a:lnTo>
                  <a:lnTo>
                    <a:pt x="11430000" y="852627"/>
                  </a:lnTo>
                  <a:lnTo>
                    <a:pt x="11430000" y="824052"/>
                  </a:lnTo>
                  <a:close/>
                </a:path>
                <a:path w="11430000" h="3571875">
                  <a:moveTo>
                    <a:pt x="11430000" y="776427"/>
                  </a:moveTo>
                  <a:lnTo>
                    <a:pt x="11420475" y="776427"/>
                  </a:lnTo>
                  <a:lnTo>
                    <a:pt x="11420475" y="805002"/>
                  </a:lnTo>
                  <a:lnTo>
                    <a:pt x="11430000" y="805002"/>
                  </a:lnTo>
                  <a:lnTo>
                    <a:pt x="11430000" y="776427"/>
                  </a:lnTo>
                  <a:close/>
                </a:path>
                <a:path w="11430000" h="3571875">
                  <a:moveTo>
                    <a:pt x="11430000" y="728802"/>
                  </a:moveTo>
                  <a:lnTo>
                    <a:pt x="11420475" y="728802"/>
                  </a:lnTo>
                  <a:lnTo>
                    <a:pt x="11420475" y="757377"/>
                  </a:lnTo>
                  <a:lnTo>
                    <a:pt x="11430000" y="757377"/>
                  </a:lnTo>
                  <a:lnTo>
                    <a:pt x="11430000" y="728802"/>
                  </a:lnTo>
                  <a:close/>
                </a:path>
                <a:path w="11430000" h="3571875">
                  <a:moveTo>
                    <a:pt x="11430000" y="681177"/>
                  </a:moveTo>
                  <a:lnTo>
                    <a:pt x="11420475" y="681177"/>
                  </a:lnTo>
                  <a:lnTo>
                    <a:pt x="11420475" y="709752"/>
                  </a:lnTo>
                  <a:lnTo>
                    <a:pt x="11430000" y="709752"/>
                  </a:lnTo>
                  <a:lnTo>
                    <a:pt x="11430000" y="681177"/>
                  </a:lnTo>
                  <a:close/>
                </a:path>
                <a:path w="11430000" h="3571875">
                  <a:moveTo>
                    <a:pt x="11430000" y="633552"/>
                  </a:moveTo>
                  <a:lnTo>
                    <a:pt x="11420475" y="633552"/>
                  </a:lnTo>
                  <a:lnTo>
                    <a:pt x="11420475" y="662127"/>
                  </a:lnTo>
                  <a:lnTo>
                    <a:pt x="11430000" y="662127"/>
                  </a:lnTo>
                  <a:lnTo>
                    <a:pt x="11430000" y="633552"/>
                  </a:lnTo>
                  <a:close/>
                </a:path>
                <a:path w="11430000" h="3571875">
                  <a:moveTo>
                    <a:pt x="11430000" y="585927"/>
                  </a:moveTo>
                  <a:lnTo>
                    <a:pt x="11420475" y="585927"/>
                  </a:lnTo>
                  <a:lnTo>
                    <a:pt x="11420475" y="614502"/>
                  </a:lnTo>
                  <a:lnTo>
                    <a:pt x="11430000" y="614502"/>
                  </a:lnTo>
                  <a:lnTo>
                    <a:pt x="11430000" y="585927"/>
                  </a:lnTo>
                  <a:close/>
                </a:path>
                <a:path w="11430000" h="3571875">
                  <a:moveTo>
                    <a:pt x="11430000" y="538302"/>
                  </a:moveTo>
                  <a:lnTo>
                    <a:pt x="11420475" y="538302"/>
                  </a:lnTo>
                  <a:lnTo>
                    <a:pt x="11420475" y="566877"/>
                  </a:lnTo>
                  <a:lnTo>
                    <a:pt x="11430000" y="566877"/>
                  </a:lnTo>
                  <a:lnTo>
                    <a:pt x="11430000" y="538302"/>
                  </a:lnTo>
                  <a:close/>
                </a:path>
                <a:path w="11430000" h="3571875">
                  <a:moveTo>
                    <a:pt x="11430000" y="490677"/>
                  </a:moveTo>
                  <a:lnTo>
                    <a:pt x="11420475" y="490677"/>
                  </a:lnTo>
                  <a:lnTo>
                    <a:pt x="11420475" y="519252"/>
                  </a:lnTo>
                  <a:lnTo>
                    <a:pt x="11430000" y="519252"/>
                  </a:lnTo>
                  <a:lnTo>
                    <a:pt x="11430000" y="490677"/>
                  </a:lnTo>
                  <a:close/>
                </a:path>
                <a:path w="11430000" h="3571875">
                  <a:moveTo>
                    <a:pt x="11430000" y="443052"/>
                  </a:moveTo>
                  <a:lnTo>
                    <a:pt x="11420475" y="443052"/>
                  </a:lnTo>
                  <a:lnTo>
                    <a:pt x="11420475" y="471627"/>
                  </a:lnTo>
                  <a:lnTo>
                    <a:pt x="11430000" y="471627"/>
                  </a:lnTo>
                  <a:lnTo>
                    <a:pt x="11430000" y="443052"/>
                  </a:lnTo>
                  <a:close/>
                </a:path>
                <a:path w="11430000" h="3571875">
                  <a:moveTo>
                    <a:pt x="11430000" y="395427"/>
                  </a:moveTo>
                  <a:lnTo>
                    <a:pt x="11420475" y="395427"/>
                  </a:lnTo>
                  <a:lnTo>
                    <a:pt x="11420475" y="424002"/>
                  </a:lnTo>
                  <a:lnTo>
                    <a:pt x="11430000" y="424002"/>
                  </a:lnTo>
                  <a:lnTo>
                    <a:pt x="11430000" y="395427"/>
                  </a:lnTo>
                  <a:close/>
                </a:path>
                <a:path w="11430000" h="3571875">
                  <a:moveTo>
                    <a:pt x="11430000" y="347802"/>
                  </a:moveTo>
                  <a:lnTo>
                    <a:pt x="11420475" y="347802"/>
                  </a:lnTo>
                  <a:lnTo>
                    <a:pt x="11420475" y="376377"/>
                  </a:lnTo>
                  <a:lnTo>
                    <a:pt x="11430000" y="376377"/>
                  </a:lnTo>
                  <a:lnTo>
                    <a:pt x="11430000" y="347802"/>
                  </a:lnTo>
                  <a:close/>
                </a:path>
                <a:path w="11430000" h="3571875">
                  <a:moveTo>
                    <a:pt x="11430000" y="300177"/>
                  </a:moveTo>
                  <a:lnTo>
                    <a:pt x="11420475" y="300177"/>
                  </a:lnTo>
                  <a:lnTo>
                    <a:pt x="11420475" y="328752"/>
                  </a:lnTo>
                  <a:lnTo>
                    <a:pt x="11430000" y="328752"/>
                  </a:lnTo>
                  <a:lnTo>
                    <a:pt x="11430000" y="300177"/>
                  </a:lnTo>
                  <a:close/>
                </a:path>
                <a:path w="11430000" h="3571875">
                  <a:moveTo>
                    <a:pt x="11430000" y="252552"/>
                  </a:moveTo>
                  <a:lnTo>
                    <a:pt x="11420475" y="252552"/>
                  </a:lnTo>
                  <a:lnTo>
                    <a:pt x="11420475" y="281127"/>
                  </a:lnTo>
                  <a:lnTo>
                    <a:pt x="11430000" y="281127"/>
                  </a:lnTo>
                  <a:lnTo>
                    <a:pt x="11430000" y="252552"/>
                  </a:lnTo>
                  <a:close/>
                </a:path>
                <a:path w="11430000" h="3571875">
                  <a:moveTo>
                    <a:pt x="11430000" y="204927"/>
                  </a:moveTo>
                  <a:lnTo>
                    <a:pt x="11420475" y="204927"/>
                  </a:lnTo>
                  <a:lnTo>
                    <a:pt x="11420475" y="233502"/>
                  </a:lnTo>
                  <a:lnTo>
                    <a:pt x="11430000" y="233502"/>
                  </a:lnTo>
                  <a:lnTo>
                    <a:pt x="11430000" y="204927"/>
                  </a:lnTo>
                  <a:close/>
                </a:path>
                <a:path w="11430000" h="3571875">
                  <a:moveTo>
                    <a:pt x="11430000" y="157302"/>
                  </a:moveTo>
                  <a:lnTo>
                    <a:pt x="11420475" y="157302"/>
                  </a:lnTo>
                  <a:lnTo>
                    <a:pt x="11420475" y="185877"/>
                  </a:lnTo>
                  <a:lnTo>
                    <a:pt x="11430000" y="185877"/>
                  </a:lnTo>
                  <a:lnTo>
                    <a:pt x="11430000" y="157302"/>
                  </a:lnTo>
                  <a:close/>
                </a:path>
                <a:path w="11430000" h="3571875">
                  <a:moveTo>
                    <a:pt x="11430000" y="109677"/>
                  </a:moveTo>
                  <a:lnTo>
                    <a:pt x="11420475" y="109677"/>
                  </a:lnTo>
                  <a:lnTo>
                    <a:pt x="11420475" y="138252"/>
                  </a:lnTo>
                  <a:lnTo>
                    <a:pt x="11430000" y="138252"/>
                  </a:lnTo>
                  <a:lnTo>
                    <a:pt x="11430000" y="109677"/>
                  </a:lnTo>
                  <a:close/>
                </a:path>
                <a:path w="11430000" h="3571875">
                  <a:moveTo>
                    <a:pt x="11430000" y="76200"/>
                  </a:moveTo>
                  <a:lnTo>
                    <a:pt x="11429644" y="68694"/>
                  </a:lnTo>
                  <a:lnTo>
                    <a:pt x="11428717" y="62471"/>
                  </a:lnTo>
                  <a:lnTo>
                    <a:pt x="11419357" y="64185"/>
                  </a:lnTo>
                  <a:lnTo>
                    <a:pt x="11420158" y="69634"/>
                  </a:lnTo>
                  <a:lnTo>
                    <a:pt x="11420475" y="76200"/>
                  </a:lnTo>
                  <a:lnTo>
                    <a:pt x="11420475" y="90627"/>
                  </a:lnTo>
                  <a:lnTo>
                    <a:pt x="11430000" y="90627"/>
                  </a:lnTo>
                  <a:lnTo>
                    <a:pt x="11430000" y="7620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33471" y="2261616"/>
              <a:ext cx="6925309" cy="3316604"/>
            </a:xfrm>
            <a:custGeom>
              <a:avLst/>
              <a:gdLst/>
              <a:ahLst/>
              <a:cxnLst/>
              <a:rect l="l" t="t" r="r" b="b"/>
              <a:pathLst>
                <a:path w="6925309" h="3316604">
                  <a:moveTo>
                    <a:pt x="6925056" y="3316224"/>
                  </a:moveTo>
                  <a:lnTo>
                    <a:pt x="0" y="3316224"/>
                  </a:lnTo>
                  <a:lnTo>
                    <a:pt x="0" y="0"/>
                  </a:lnTo>
                  <a:lnTo>
                    <a:pt x="6925056" y="0"/>
                  </a:lnTo>
                  <a:lnTo>
                    <a:pt x="6925056" y="43433"/>
                  </a:lnTo>
                  <a:lnTo>
                    <a:pt x="128777" y="43433"/>
                  </a:lnTo>
                  <a:lnTo>
                    <a:pt x="119275" y="44305"/>
                  </a:lnTo>
                  <a:lnTo>
                    <a:pt x="84639" y="72776"/>
                  </a:lnTo>
                  <a:lnTo>
                    <a:pt x="81152" y="91058"/>
                  </a:lnTo>
                  <a:lnTo>
                    <a:pt x="81152" y="3148583"/>
                  </a:lnTo>
                  <a:lnTo>
                    <a:pt x="102437" y="3188362"/>
                  </a:lnTo>
                  <a:lnTo>
                    <a:pt x="128777" y="3196208"/>
                  </a:lnTo>
                  <a:lnTo>
                    <a:pt x="6925056" y="3196208"/>
                  </a:lnTo>
                  <a:lnTo>
                    <a:pt x="6925056" y="3316224"/>
                  </a:lnTo>
                  <a:close/>
                </a:path>
                <a:path w="6925309" h="3316604">
                  <a:moveTo>
                    <a:pt x="6925056" y="3196208"/>
                  </a:moveTo>
                  <a:lnTo>
                    <a:pt x="6796277" y="3196208"/>
                  </a:lnTo>
                  <a:lnTo>
                    <a:pt x="6805779" y="3195336"/>
                  </a:lnTo>
                  <a:lnTo>
                    <a:pt x="6814559" y="3192721"/>
                  </a:lnTo>
                  <a:lnTo>
                    <a:pt x="6843030" y="3158085"/>
                  </a:lnTo>
                  <a:lnTo>
                    <a:pt x="6843902" y="3148583"/>
                  </a:lnTo>
                  <a:lnTo>
                    <a:pt x="6843902" y="91058"/>
                  </a:lnTo>
                  <a:lnTo>
                    <a:pt x="6822617" y="51279"/>
                  </a:lnTo>
                  <a:lnTo>
                    <a:pt x="6796277" y="43433"/>
                  </a:lnTo>
                  <a:lnTo>
                    <a:pt x="6925056" y="43433"/>
                  </a:lnTo>
                  <a:lnTo>
                    <a:pt x="6925056" y="319620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09862" y="2300287"/>
              <a:ext cx="6772275" cy="3162300"/>
            </a:xfrm>
            <a:custGeom>
              <a:avLst/>
              <a:gdLst/>
              <a:ahLst/>
              <a:cxnLst/>
              <a:rect l="l" t="t" r="r" b="b"/>
              <a:pathLst>
                <a:path w="6772275" h="3162300">
                  <a:moveTo>
                    <a:pt x="6723326" y="3162299"/>
                  </a:moveTo>
                  <a:lnTo>
                    <a:pt x="48947" y="3162299"/>
                  </a:lnTo>
                  <a:lnTo>
                    <a:pt x="45540" y="3161964"/>
                  </a:lnTo>
                  <a:lnTo>
                    <a:pt x="10739" y="3141876"/>
                  </a:lnTo>
                  <a:lnTo>
                    <a:pt x="0" y="3113352"/>
                  </a:lnTo>
                  <a:lnTo>
                    <a:pt x="0" y="310991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6723326" y="0"/>
                  </a:lnTo>
                  <a:lnTo>
                    <a:pt x="6759361" y="17776"/>
                  </a:lnTo>
                  <a:lnTo>
                    <a:pt x="6772273" y="48947"/>
                  </a:lnTo>
                  <a:lnTo>
                    <a:pt x="6772273" y="3113352"/>
                  </a:lnTo>
                  <a:lnTo>
                    <a:pt x="6754497" y="3149387"/>
                  </a:lnTo>
                  <a:lnTo>
                    <a:pt x="6726732" y="3161964"/>
                  </a:lnTo>
                  <a:lnTo>
                    <a:pt x="6723326" y="3162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09862" y="2300287"/>
              <a:ext cx="6772275" cy="3162300"/>
            </a:xfrm>
            <a:custGeom>
              <a:avLst/>
              <a:gdLst/>
              <a:ahLst/>
              <a:cxnLst/>
              <a:rect l="l" t="t" r="r" b="b"/>
              <a:pathLst>
                <a:path w="6772275" h="3162300">
                  <a:moveTo>
                    <a:pt x="0" y="31099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20421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6719886" y="0"/>
                  </a:lnTo>
                  <a:lnTo>
                    <a:pt x="6723326" y="0"/>
                  </a:lnTo>
                  <a:lnTo>
                    <a:pt x="6726732" y="335"/>
                  </a:lnTo>
                  <a:lnTo>
                    <a:pt x="6730105" y="1006"/>
                  </a:lnTo>
                  <a:lnTo>
                    <a:pt x="6733479" y="1677"/>
                  </a:lnTo>
                  <a:lnTo>
                    <a:pt x="6736755" y="2671"/>
                  </a:lnTo>
                  <a:lnTo>
                    <a:pt x="6739933" y="3987"/>
                  </a:lnTo>
                  <a:lnTo>
                    <a:pt x="6743111" y="5303"/>
                  </a:lnTo>
                  <a:lnTo>
                    <a:pt x="6763443" y="23282"/>
                  </a:lnTo>
                  <a:lnTo>
                    <a:pt x="6765355" y="26142"/>
                  </a:lnTo>
                  <a:lnTo>
                    <a:pt x="6766968" y="29161"/>
                  </a:lnTo>
                  <a:lnTo>
                    <a:pt x="6768285" y="32339"/>
                  </a:lnTo>
                  <a:lnTo>
                    <a:pt x="6769601" y="35517"/>
                  </a:lnTo>
                  <a:lnTo>
                    <a:pt x="6772274" y="52387"/>
                  </a:lnTo>
                  <a:lnTo>
                    <a:pt x="6772274" y="3109912"/>
                  </a:lnTo>
                  <a:lnTo>
                    <a:pt x="6772273" y="3113352"/>
                  </a:lnTo>
                  <a:lnTo>
                    <a:pt x="6771937" y="3116758"/>
                  </a:lnTo>
                  <a:lnTo>
                    <a:pt x="6771266" y="3120132"/>
                  </a:lnTo>
                  <a:lnTo>
                    <a:pt x="6770595" y="3123506"/>
                  </a:lnTo>
                  <a:lnTo>
                    <a:pt x="6769601" y="3126781"/>
                  </a:lnTo>
                  <a:lnTo>
                    <a:pt x="6768285" y="3129959"/>
                  </a:lnTo>
                  <a:lnTo>
                    <a:pt x="6766968" y="3133137"/>
                  </a:lnTo>
                  <a:lnTo>
                    <a:pt x="6765355" y="3136156"/>
                  </a:lnTo>
                  <a:lnTo>
                    <a:pt x="6763444" y="3139016"/>
                  </a:lnTo>
                  <a:lnTo>
                    <a:pt x="6761533" y="3141876"/>
                  </a:lnTo>
                  <a:lnTo>
                    <a:pt x="6726732" y="3161964"/>
                  </a:lnTo>
                  <a:lnTo>
                    <a:pt x="6723326" y="3162299"/>
                  </a:lnTo>
                  <a:lnTo>
                    <a:pt x="6719886" y="3162299"/>
                  </a:lnTo>
                  <a:lnTo>
                    <a:pt x="52387" y="3162299"/>
                  </a:lnTo>
                  <a:lnTo>
                    <a:pt x="48947" y="3162299"/>
                  </a:lnTo>
                  <a:lnTo>
                    <a:pt x="45540" y="3161964"/>
                  </a:lnTo>
                  <a:lnTo>
                    <a:pt x="23282" y="3153470"/>
                  </a:lnTo>
                  <a:lnTo>
                    <a:pt x="20421" y="3151559"/>
                  </a:lnTo>
                  <a:lnTo>
                    <a:pt x="8828" y="3139016"/>
                  </a:lnTo>
                  <a:lnTo>
                    <a:pt x="6917" y="3136156"/>
                  </a:lnTo>
                  <a:lnTo>
                    <a:pt x="5303" y="3133137"/>
                  </a:lnTo>
                  <a:lnTo>
                    <a:pt x="3987" y="3129959"/>
                  </a:lnTo>
                  <a:lnTo>
                    <a:pt x="2671" y="3126781"/>
                  </a:lnTo>
                  <a:lnTo>
                    <a:pt x="1677" y="3123506"/>
                  </a:lnTo>
                  <a:lnTo>
                    <a:pt x="1006" y="3120132"/>
                  </a:lnTo>
                  <a:lnTo>
                    <a:pt x="335" y="3116758"/>
                  </a:lnTo>
                  <a:lnTo>
                    <a:pt x="0" y="3113352"/>
                  </a:lnTo>
                  <a:lnTo>
                    <a:pt x="0" y="3109912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094592" y="3167030"/>
            <a:ext cx="106553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29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050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50" spc="85" dirty="0">
                <a:solidFill>
                  <a:srgbClr val="94A2B8"/>
                </a:solidFill>
                <a:latin typeface="Times New Roman"/>
                <a:cs typeface="Times New Roman"/>
              </a:rPr>
              <a:t>Déjà</a:t>
            </a:r>
            <a:r>
              <a:rPr sz="1050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94A2B8"/>
                </a:solidFill>
                <a:latin typeface="Times New Roman"/>
                <a:cs typeface="Times New Roman"/>
              </a:rPr>
              <a:t>présent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93764" y="2610285"/>
            <a:ext cx="5003800" cy="178053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050" b="1" spc="75" dirty="0">
                <a:solidFill>
                  <a:srgbClr val="2562EB"/>
                </a:solidFill>
                <a:latin typeface="Times New Roman"/>
                <a:cs typeface="Times New Roman"/>
              </a:rPr>
              <a:t>Etudiant("A001",</a:t>
            </a:r>
            <a:r>
              <a:rPr sz="1050" b="1" spc="35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b="1" spc="60" dirty="0">
                <a:solidFill>
                  <a:srgbClr val="2562EB"/>
                </a:solidFill>
                <a:latin typeface="Times New Roman"/>
                <a:cs typeface="Times New Roman"/>
              </a:rPr>
              <a:t>"Ndiaye")</a:t>
            </a:r>
            <a:r>
              <a:rPr sz="105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950" spc="50" dirty="0">
                <a:solidFill>
                  <a:srgbClr val="334054"/>
                </a:solidFill>
                <a:latin typeface="Arial"/>
                <a:cs typeface="Arial"/>
              </a:rPr>
              <a:t>──</a:t>
            </a:r>
            <a:r>
              <a:rPr sz="1050" b="1" spc="50" dirty="0">
                <a:solidFill>
                  <a:srgbClr val="7C3AEC"/>
                </a:solidFill>
                <a:latin typeface="Times New Roman"/>
                <a:cs typeface="Times New Roman"/>
              </a:rPr>
              <a:t>hashCode()</a:t>
            </a:r>
            <a:r>
              <a:rPr sz="950" spc="50" dirty="0">
                <a:solidFill>
                  <a:srgbClr val="334054"/>
                </a:solidFill>
                <a:latin typeface="Arial"/>
                <a:cs typeface="Arial"/>
              </a:rPr>
              <a:t>──►</a:t>
            </a:r>
            <a:r>
              <a:rPr sz="950" spc="3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b="1" spc="75" dirty="0">
                <a:solidFill>
                  <a:srgbClr val="E9580C"/>
                </a:solidFill>
                <a:latin typeface="Times New Roman"/>
                <a:cs typeface="Times New Roman"/>
              </a:rPr>
              <a:t>bucket</a:t>
            </a:r>
            <a:r>
              <a:rPr sz="1050" b="1" spc="355" dirty="0">
                <a:solidFill>
                  <a:srgbClr val="E9580C"/>
                </a:solidFill>
                <a:latin typeface="Times New Roman"/>
                <a:cs typeface="Times New Roman"/>
              </a:rPr>
              <a:t> </a:t>
            </a:r>
            <a:r>
              <a:rPr sz="1050" b="1" spc="5" dirty="0">
                <a:solidFill>
                  <a:srgbClr val="E9580C"/>
                </a:solidFill>
                <a:latin typeface="Times New Roman"/>
                <a:cs typeface="Times New Roman"/>
              </a:rPr>
              <a:t>7</a:t>
            </a:r>
            <a:endParaRPr sz="1050">
              <a:latin typeface="Times New Roman"/>
              <a:cs typeface="Times New Roman"/>
            </a:endParaRPr>
          </a:p>
          <a:p>
            <a:pPr marL="3281679">
              <a:lnSpc>
                <a:spcPct val="100000"/>
              </a:lnSpc>
              <a:spcBef>
                <a:spcPts val="265"/>
              </a:spcBef>
            </a:pPr>
            <a:r>
              <a:rPr sz="950" spc="9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50">
              <a:latin typeface="Arial"/>
              <a:cs typeface="Arial"/>
            </a:endParaRPr>
          </a:p>
          <a:p>
            <a:pPr marL="3281679">
              <a:lnSpc>
                <a:spcPct val="100000"/>
              </a:lnSpc>
              <a:spcBef>
                <a:spcPts val="210"/>
              </a:spcBef>
            </a:pPr>
            <a:r>
              <a:rPr sz="950" spc="20" dirty="0">
                <a:solidFill>
                  <a:srgbClr val="334054"/>
                </a:solidFill>
                <a:latin typeface="Arial"/>
                <a:cs typeface="Arial"/>
              </a:rPr>
              <a:t>▼</a:t>
            </a:r>
            <a:endParaRPr sz="950">
              <a:latin typeface="Arial"/>
              <a:cs typeface="Arial"/>
            </a:endParaRPr>
          </a:p>
          <a:p>
            <a:pPr marL="2761615">
              <a:lnSpc>
                <a:spcPct val="100000"/>
              </a:lnSpc>
              <a:spcBef>
                <a:spcPts val="110"/>
              </a:spcBef>
            </a:pPr>
            <a:r>
              <a:rPr sz="1050" spc="229" dirty="0">
                <a:solidFill>
                  <a:srgbClr val="334054"/>
                </a:solidFill>
                <a:latin typeface="Times New Roman"/>
                <a:cs typeface="Times New Roman"/>
              </a:rPr>
              <a:t>[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b="1" spc="75" dirty="0">
                <a:solidFill>
                  <a:srgbClr val="2562EB"/>
                </a:solidFill>
                <a:latin typeface="Times New Roman"/>
                <a:cs typeface="Times New Roman"/>
              </a:rPr>
              <a:t>Etudiant("A001",</a:t>
            </a:r>
            <a:r>
              <a:rPr sz="105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b="1" spc="60" dirty="0">
                <a:solidFill>
                  <a:srgbClr val="2562EB"/>
                </a:solidFill>
                <a:latin typeface="Times New Roman"/>
                <a:cs typeface="Times New Roman"/>
              </a:rPr>
              <a:t>"Ndiaye")</a:t>
            </a:r>
            <a:r>
              <a:rPr sz="105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]</a:t>
            </a:r>
            <a:endParaRPr sz="1050">
              <a:latin typeface="Times New Roman"/>
              <a:cs typeface="Times New Roman"/>
            </a:endParaRPr>
          </a:p>
          <a:p>
            <a:pPr marL="3281679">
              <a:lnSpc>
                <a:spcPct val="100000"/>
              </a:lnSpc>
              <a:spcBef>
                <a:spcPts val="190"/>
              </a:spcBef>
            </a:pPr>
            <a:r>
              <a:rPr sz="950" spc="9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018030" algn="l"/>
              </a:tabLst>
            </a:pPr>
            <a:r>
              <a:rPr sz="1050" b="1" spc="75" dirty="0">
                <a:solidFill>
                  <a:srgbClr val="2562EB"/>
                </a:solidFill>
                <a:latin typeface="Times New Roman"/>
                <a:cs typeface="Times New Roman"/>
              </a:rPr>
              <a:t>Etudiant("A001",</a:t>
            </a:r>
            <a:r>
              <a:rPr sz="1050" b="1" spc="37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b="1" spc="105" dirty="0">
                <a:solidFill>
                  <a:srgbClr val="2562EB"/>
                </a:solidFill>
                <a:latin typeface="Times New Roman"/>
                <a:cs typeface="Times New Roman"/>
              </a:rPr>
              <a:t>"Fall")</a:t>
            </a:r>
            <a:r>
              <a:rPr sz="1050" b="1" dirty="0">
                <a:solidFill>
                  <a:srgbClr val="2562EB"/>
                </a:solidFill>
                <a:latin typeface="Times New Roman"/>
                <a:cs typeface="Times New Roman"/>
              </a:rPr>
              <a:t>	</a:t>
            </a:r>
            <a:r>
              <a:rPr sz="950" spc="50" dirty="0">
                <a:solidFill>
                  <a:srgbClr val="334054"/>
                </a:solidFill>
                <a:latin typeface="Arial"/>
                <a:cs typeface="Arial"/>
              </a:rPr>
              <a:t>──</a:t>
            </a:r>
            <a:r>
              <a:rPr sz="1050" b="1" spc="50" dirty="0">
                <a:solidFill>
                  <a:srgbClr val="7C3AEC"/>
                </a:solidFill>
                <a:latin typeface="Times New Roman"/>
                <a:cs typeface="Times New Roman"/>
              </a:rPr>
              <a:t>hashCode()</a:t>
            </a:r>
            <a:r>
              <a:rPr sz="950" spc="50" dirty="0">
                <a:solidFill>
                  <a:srgbClr val="334054"/>
                </a:solidFill>
                <a:latin typeface="Arial"/>
                <a:cs typeface="Arial"/>
              </a:rPr>
              <a:t>──►</a:t>
            </a:r>
            <a:r>
              <a:rPr sz="950" spc="3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b="1" spc="75" dirty="0">
                <a:solidFill>
                  <a:srgbClr val="E9580C"/>
                </a:solidFill>
                <a:latin typeface="Times New Roman"/>
                <a:cs typeface="Times New Roman"/>
              </a:rPr>
              <a:t>bucket</a:t>
            </a:r>
            <a:r>
              <a:rPr sz="1050" b="1" spc="340" dirty="0">
                <a:solidFill>
                  <a:srgbClr val="E9580C"/>
                </a:solidFill>
                <a:latin typeface="Times New Roman"/>
                <a:cs typeface="Times New Roman"/>
              </a:rPr>
              <a:t> </a:t>
            </a:r>
            <a:r>
              <a:rPr sz="1050" b="1" spc="5" dirty="0">
                <a:solidFill>
                  <a:srgbClr val="E9580C"/>
                </a:solidFill>
                <a:latin typeface="Times New Roman"/>
                <a:cs typeface="Times New Roman"/>
              </a:rPr>
              <a:t>7</a:t>
            </a:r>
            <a:endParaRPr sz="1050">
              <a:latin typeface="Times New Roman"/>
              <a:cs typeface="Times New Roman"/>
            </a:endParaRPr>
          </a:p>
          <a:p>
            <a:pPr marL="3281679">
              <a:lnSpc>
                <a:spcPct val="100000"/>
              </a:lnSpc>
              <a:spcBef>
                <a:spcPts val="265"/>
              </a:spcBef>
            </a:pPr>
            <a:r>
              <a:rPr sz="950" spc="9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50">
              <a:latin typeface="Arial"/>
              <a:cs typeface="Arial"/>
            </a:endParaRPr>
          </a:p>
          <a:p>
            <a:pPr marL="3281679">
              <a:lnSpc>
                <a:spcPct val="100000"/>
              </a:lnSpc>
              <a:spcBef>
                <a:spcPts val="210"/>
              </a:spcBef>
            </a:pPr>
            <a:r>
              <a:rPr sz="950" spc="20" dirty="0">
                <a:solidFill>
                  <a:srgbClr val="334054"/>
                </a:solidFill>
                <a:latin typeface="Arial"/>
                <a:cs typeface="Arial"/>
              </a:rPr>
              <a:t>▼</a:t>
            </a:r>
            <a:endParaRPr sz="950">
              <a:latin typeface="Arial"/>
              <a:cs typeface="Arial"/>
            </a:endParaRPr>
          </a:p>
          <a:p>
            <a:pPr marL="2910205">
              <a:lnSpc>
                <a:spcPct val="100000"/>
              </a:lnSpc>
              <a:spcBef>
                <a:spcPts val="110"/>
              </a:spcBef>
            </a:pPr>
            <a:r>
              <a:rPr sz="1050" b="1" spc="135" dirty="0">
                <a:solidFill>
                  <a:srgbClr val="16A24A"/>
                </a:solidFill>
                <a:latin typeface="Times New Roman"/>
                <a:cs typeface="Times New Roman"/>
              </a:rPr>
              <a:t>equals()</a:t>
            </a:r>
            <a:r>
              <a:rPr sz="1050" b="1" spc="35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?</a:t>
            </a:r>
            <a:endParaRPr sz="1050">
              <a:latin typeface="Times New Roman"/>
              <a:cs typeface="Times New Roman"/>
            </a:endParaRPr>
          </a:p>
          <a:p>
            <a:pPr marL="3281679">
              <a:lnSpc>
                <a:spcPct val="100000"/>
              </a:lnSpc>
              <a:spcBef>
                <a:spcPts val="190"/>
              </a:spcBef>
            </a:pPr>
            <a:r>
              <a:rPr sz="950" spc="9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5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638924" y="4400549"/>
            <a:ext cx="371475" cy="161925"/>
          </a:xfrm>
          <a:custGeom>
            <a:avLst/>
            <a:gdLst/>
            <a:ahLst/>
            <a:cxnLst/>
            <a:rect l="l" t="t" r="r" b="b"/>
            <a:pathLst>
              <a:path w="371475" h="161925">
                <a:moveTo>
                  <a:pt x="354951" y="161924"/>
                </a:moveTo>
                <a:lnTo>
                  <a:pt x="16523" y="161924"/>
                </a:lnTo>
                <a:lnTo>
                  <a:pt x="14093" y="161441"/>
                </a:lnTo>
                <a:lnTo>
                  <a:pt x="0" y="145400"/>
                </a:lnTo>
                <a:lnTo>
                  <a:pt x="0" y="142874"/>
                </a:lnTo>
                <a:lnTo>
                  <a:pt x="0" y="16523"/>
                </a:lnTo>
                <a:lnTo>
                  <a:pt x="16523" y="0"/>
                </a:lnTo>
                <a:lnTo>
                  <a:pt x="354951" y="0"/>
                </a:lnTo>
                <a:lnTo>
                  <a:pt x="371474" y="16523"/>
                </a:lnTo>
                <a:lnTo>
                  <a:pt x="371474" y="145400"/>
                </a:lnTo>
                <a:lnTo>
                  <a:pt x="357381" y="161441"/>
                </a:lnTo>
                <a:lnTo>
                  <a:pt x="354951" y="161924"/>
                </a:lnTo>
                <a:close/>
              </a:path>
            </a:pathLst>
          </a:custGeom>
          <a:solidFill>
            <a:srgbClr val="FE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162745" y="4376705"/>
            <a:ext cx="291465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334054"/>
                </a:solidFill>
                <a:latin typeface="Arial"/>
                <a:cs typeface="Arial"/>
              </a:rPr>
              <a:t>├──►</a:t>
            </a:r>
            <a:r>
              <a:rPr sz="950" spc="170" dirty="0">
                <a:solidFill>
                  <a:srgbClr val="334054"/>
                </a:solidFill>
                <a:latin typeface="Arial"/>
                <a:cs typeface="Arial"/>
              </a:rPr>
              <a:t>  </a:t>
            </a:r>
            <a:r>
              <a:rPr sz="1050" b="1" spc="114" dirty="0">
                <a:solidFill>
                  <a:srgbClr val="DB2525"/>
                </a:solidFill>
                <a:latin typeface="Times New Roman"/>
                <a:cs typeface="Times New Roman"/>
              </a:rPr>
              <a:t>true</a:t>
            </a:r>
            <a:r>
              <a:rPr sz="1050" b="1" spc="170" dirty="0">
                <a:solidFill>
                  <a:srgbClr val="DB2525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334054"/>
                </a:solidFill>
                <a:latin typeface="Arial"/>
                <a:cs typeface="Arial"/>
              </a:rPr>
              <a:t>→</a:t>
            </a:r>
            <a:r>
              <a:rPr sz="950" spc="3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spc="-130" dirty="0">
                <a:solidFill>
                  <a:srgbClr val="334054"/>
                </a:solidFill>
                <a:latin typeface="Times New Roman"/>
                <a:cs typeface="Times New Roman"/>
              </a:rPr>
              <a:t>DOUBLON</a:t>
            </a:r>
            <a:r>
              <a:rPr sz="10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(rejeté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par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Set)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47655" y="4548155"/>
            <a:ext cx="2031364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75" dirty="0">
                <a:solidFill>
                  <a:srgbClr val="334054"/>
                </a:solidFill>
                <a:latin typeface="Times New Roman"/>
                <a:cs typeface="Times New Roman"/>
              </a:rPr>
              <a:t>(car</a:t>
            </a:r>
            <a:r>
              <a:rPr sz="1050" spc="2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Times New Roman"/>
                <a:cs typeface="Times New Roman"/>
              </a:rPr>
              <a:t>même</a:t>
            </a:r>
            <a:r>
              <a:rPr sz="1050" spc="2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matricule</a:t>
            </a:r>
            <a:r>
              <a:rPr sz="1050" spc="2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"A001")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62745" y="4526914"/>
            <a:ext cx="3135630" cy="5613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950" spc="9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950" spc="9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334054"/>
                </a:solidFill>
                <a:latin typeface="Arial"/>
                <a:cs typeface="Arial"/>
              </a:rPr>
              <a:t>└──►</a:t>
            </a:r>
            <a:r>
              <a:rPr sz="950" spc="3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spc="185" dirty="0">
                <a:solidFill>
                  <a:srgbClr val="334054"/>
                </a:solidFill>
                <a:latin typeface="Times New Roman"/>
                <a:cs typeface="Times New Roman"/>
              </a:rPr>
              <a:t>false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Arial"/>
                <a:cs typeface="Arial"/>
              </a:rPr>
              <a:t>→</a:t>
            </a:r>
            <a:r>
              <a:rPr sz="950" spc="3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Ajouté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à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la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29" dirty="0">
                <a:solidFill>
                  <a:srgbClr val="334054"/>
                </a:solidFill>
                <a:latin typeface="Times New Roman"/>
                <a:cs typeface="Times New Roman"/>
              </a:rPr>
              <a:t>liste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du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bucket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5" name="object 35"/>
            <p:cNvSpPr/>
            <p:nvPr/>
          </p:nvSpPr>
          <p:spPr>
            <a:xfrm>
              <a:off x="1704974" y="6800849"/>
              <a:ext cx="10487025" cy="57150"/>
            </a:xfrm>
            <a:custGeom>
              <a:avLst/>
              <a:gdLst/>
              <a:ahLst/>
              <a:cxnLst/>
              <a:rect l="l" t="t" r="r" b="b"/>
              <a:pathLst>
                <a:path w="10487025" h="57150">
                  <a:moveTo>
                    <a:pt x="0" y="57149"/>
                  </a:moveTo>
                  <a:lnTo>
                    <a:pt x="10487024" y="57149"/>
                  </a:lnTo>
                  <a:lnTo>
                    <a:pt x="104870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6800849"/>
              <a:ext cx="1704975" cy="57150"/>
            </a:xfrm>
            <a:custGeom>
              <a:avLst/>
              <a:gdLst/>
              <a:ahLst/>
              <a:cxnLst/>
              <a:rect l="l" t="t" r="r" b="b"/>
              <a:pathLst>
                <a:path w="1704975" h="57150">
                  <a:moveTo>
                    <a:pt x="17049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704974" y="0"/>
                  </a:lnTo>
                  <a:lnTo>
                    <a:pt x="17049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1671100" y="6551215"/>
            <a:ext cx="29591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8/57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1305" y="314554"/>
            <a:ext cx="70582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Pièges fréquents avec equals() et hashCode()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305" y="981151"/>
            <a:ext cx="11430000" cy="1143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6598" y="1190549"/>
            <a:ext cx="381305" cy="381305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3407" y="1266444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8098" y="1171346"/>
            <a:ext cx="10449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DANGER MORTEL : Mutation post-insertion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1238098" y="1505102"/>
            <a:ext cx="104113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vous modifiez l'attribut utilisé par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hashCode()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(ex: le matricule) </a:t>
            </a:r>
            <a:r>
              <a:rPr lang="en-US" sz="11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avoir ajouté l'objet dans un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HashSet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une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HashMap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l'objet devient introuvable ! Il est dans le "mauvais" bucket par rapport à sa nouvelle valeur. 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13" r="-13"/>
          <a:stretch/>
        </p:blipFill>
        <p:spPr>
          <a:xfrm>
            <a:off x="381305" y="2314346"/>
            <a:ext cx="11430000" cy="135697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66598" y="2523744"/>
            <a:ext cx="381305" cy="381305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771754" y="2600554"/>
            <a:ext cx="171907" cy="2286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38098" y="2505456"/>
            <a:ext cx="10449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doublons fantômes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1238098" y="2838298"/>
            <a:ext cx="1041135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Oublier de redéfinir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equals()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hashCode()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signifie que Java utilise l'adresse mémoire.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Etudiant("A1")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un autre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Etudiant("A1")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seront considérés comme </a:t>
            </a:r>
            <a:r>
              <a:rPr lang="en-US" sz="11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différents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Votre Set contiendra des doublons ! 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81305" y="3862426"/>
            <a:ext cx="11430000" cy="11430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66598" y="4071823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714146" y="4147718"/>
            <a:ext cx="286207" cy="2286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238098" y="4052621"/>
            <a:ext cx="10449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Cohérence pour TreeSet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1238098" y="4386377"/>
            <a:ext cx="104113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un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TreeSet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la méthode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compareTo()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doit être cohérente avec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equals()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compareTo() == 0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mais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equals() == false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le comportement du Set est indéfini. </a:t>
            </a:r>
            <a:endParaRPr lang="en-US" sz="1100" dirty="0"/>
          </a:p>
        </p:txBody>
      </p:sp>
      <p:sp>
        <p:nvSpPr>
          <p:cNvPr id="21" name="Text 12"/>
          <p:cNvSpPr txBox="1"/>
          <p:nvPr/>
        </p:nvSpPr>
        <p:spPr>
          <a:xfrm>
            <a:off x="11708892" y="6543446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9/57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rcRect t="-391" b="-391"/>
          <a:stretch/>
        </p:blipFill>
        <p:spPr>
          <a:xfrm>
            <a:off x="0" y="6801307"/>
            <a:ext cx="1926641" cy="576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341312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Tableau</a:t>
            </a:r>
            <a:r>
              <a:rPr spc="-155" dirty="0"/>
              <a:t> </a:t>
            </a:r>
            <a:r>
              <a:rPr spc="-130" dirty="0"/>
              <a:t>:</a:t>
            </a:r>
            <a:r>
              <a:rPr spc="-150" dirty="0"/>
              <a:t> concept </a:t>
            </a:r>
            <a:r>
              <a:rPr spc="-114" dirty="0"/>
              <a:t>visuel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6136" y="944880"/>
            <a:ext cx="11539855" cy="1064260"/>
            <a:chOff x="326136" y="944880"/>
            <a:chExt cx="11539855" cy="1064260"/>
          </a:xfrm>
        </p:grpSpPr>
        <p:sp>
          <p:nvSpPr>
            <p:cNvPr id="4" name="object 4"/>
            <p:cNvSpPr/>
            <p:nvPr/>
          </p:nvSpPr>
          <p:spPr>
            <a:xfrm>
              <a:off x="326136" y="944880"/>
              <a:ext cx="11539855" cy="1064260"/>
            </a:xfrm>
            <a:custGeom>
              <a:avLst/>
              <a:gdLst/>
              <a:ahLst/>
              <a:cxnLst/>
              <a:rect l="l" t="t" r="r" b="b"/>
              <a:pathLst>
                <a:path w="11539855" h="1064260">
                  <a:moveTo>
                    <a:pt x="11539728" y="1063752"/>
                  </a:moveTo>
                  <a:lnTo>
                    <a:pt x="0" y="1063752"/>
                  </a:lnTo>
                  <a:lnTo>
                    <a:pt x="0" y="0"/>
                  </a:lnTo>
                  <a:lnTo>
                    <a:pt x="11539728" y="0"/>
                  </a:lnTo>
                  <a:lnTo>
                    <a:pt x="11539728" y="45719"/>
                  </a:lnTo>
                  <a:lnTo>
                    <a:pt x="131063" y="45719"/>
                  </a:lnTo>
                  <a:lnTo>
                    <a:pt x="124495" y="46037"/>
                  </a:lnTo>
                  <a:lnTo>
                    <a:pt x="88786" y="60828"/>
                  </a:lnTo>
                  <a:lnTo>
                    <a:pt x="67243" y="93068"/>
                  </a:lnTo>
                  <a:lnTo>
                    <a:pt x="64388" y="112394"/>
                  </a:lnTo>
                  <a:lnTo>
                    <a:pt x="64388" y="912494"/>
                  </a:lnTo>
                  <a:lnTo>
                    <a:pt x="75615" y="949544"/>
                  </a:lnTo>
                  <a:lnTo>
                    <a:pt x="105548" y="974094"/>
                  </a:lnTo>
                  <a:lnTo>
                    <a:pt x="131063" y="979169"/>
                  </a:lnTo>
                  <a:lnTo>
                    <a:pt x="11539728" y="979169"/>
                  </a:lnTo>
                  <a:lnTo>
                    <a:pt x="11539728" y="1063752"/>
                  </a:lnTo>
                  <a:close/>
                </a:path>
                <a:path w="11539855" h="1064260">
                  <a:moveTo>
                    <a:pt x="11539728" y="979169"/>
                  </a:moveTo>
                  <a:lnTo>
                    <a:pt x="11408663" y="979169"/>
                  </a:lnTo>
                  <a:lnTo>
                    <a:pt x="11415231" y="978852"/>
                  </a:lnTo>
                  <a:lnTo>
                    <a:pt x="11421673" y="977900"/>
                  </a:lnTo>
                  <a:lnTo>
                    <a:pt x="11455809" y="959640"/>
                  </a:lnTo>
                  <a:lnTo>
                    <a:pt x="11474069" y="925504"/>
                  </a:lnTo>
                  <a:lnTo>
                    <a:pt x="11475338" y="912494"/>
                  </a:lnTo>
                  <a:lnTo>
                    <a:pt x="11475338" y="112394"/>
                  </a:lnTo>
                  <a:lnTo>
                    <a:pt x="11464111" y="75345"/>
                  </a:lnTo>
                  <a:lnTo>
                    <a:pt x="11434177" y="50795"/>
                  </a:lnTo>
                  <a:lnTo>
                    <a:pt x="11408663" y="45719"/>
                  </a:lnTo>
                  <a:lnTo>
                    <a:pt x="11539728" y="45719"/>
                  </a:lnTo>
                  <a:lnTo>
                    <a:pt x="11539728" y="979169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5762" y="985837"/>
              <a:ext cx="11420475" cy="942975"/>
            </a:xfrm>
            <a:custGeom>
              <a:avLst/>
              <a:gdLst/>
              <a:ahLst/>
              <a:cxnLst/>
              <a:rect l="l" t="t" r="r" b="b"/>
              <a:pathLst>
                <a:path w="11420475" h="942975">
                  <a:moveTo>
                    <a:pt x="11353726" y="942974"/>
                  </a:moveTo>
                  <a:lnTo>
                    <a:pt x="66746" y="942974"/>
                  </a:lnTo>
                  <a:lnTo>
                    <a:pt x="62101" y="942517"/>
                  </a:lnTo>
                  <a:lnTo>
                    <a:pt x="24240" y="925367"/>
                  </a:lnTo>
                  <a:lnTo>
                    <a:pt x="2287" y="890074"/>
                  </a:lnTo>
                  <a:lnTo>
                    <a:pt x="0" y="876228"/>
                  </a:lnTo>
                  <a:lnTo>
                    <a:pt x="0" y="871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353726" y="0"/>
                  </a:lnTo>
                  <a:lnTo>
                    <a:pt x="11392624" y="14645"/>
                  </a:lnTo>
                  <a:lnTo>
                    <a:pt x="11416830" y="48433"/>
                  </a:lnTo>
                  <a:lnTo>
                    <a:pt x="11420472" y="66746"/>
                  </a:lnTo>
                  <a:lnTo>
                    <a:pt x="11420472" y="876228"/>
                  </a:lnTo>
                  <a:lnTo>
                    <a:pt x="11405828" y="915125"/>
                  </a:lnTo>
                  <a:lnTo>
                    <a:pt x="11372040" y="939331"/>
                  </a:lnTo>
                  <a:lnTo>
                    <a:pt x="11358372" y="942517"/>
                  </a:lnTo>
                  <a:lnTo>
                    <a:pt x="11353726" y="9429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985837"/>
              <a:ext cx="11420475" cy="942975"/>
            </a:xfrm>
            <a:custGeom>
              <a:avLst/>
              <a:gdLst/>
              <a:ahLst/>
              <a:cxnLst/>
              <a:rect l="l" t="t" r="r" b="b"/>
              <a:pathLst>
                <a:path w="11420475" h="942975">
                  <a:moveTo>
                    <a:pt x="0" y="871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349036" y="0"/>
                  </a:lnTo>
                  <a:lnTo>
                    <a:pt x="11353726" y="0"/>
                  </a:lnTo>
                  <a:lnTo>
                    <a:pt x="11358372" y="457"/>
                  </a:lnTo>
                  <a:lnTo>
                    <a:pt x="11388723" y="12039"/>
                  </a:lnTo>
                  <a:lnTo>
                    <a:pt x="11392624" y="14645"/>
                  </a:lnTo>
                  <a:lnTo>
                    <a:pt x="11408434" y="31748"/>
                  </a:lnTo>
                  <a:lnTo>
                    <a:pt x="11411039" y="35648"/>
                  </a:lnTo>
                  <a:lnTo>
                    <a:pt x="11413240" y="39765"/>
                  </a:lnTo>
                  <a:lnTo>
                    <a:pt x="11415034" y="44099"/>
                  </a:lnTo>
                  <a:lnTo>
                    <a:pt x="11416830" y="48433"/>
                  </a:lnTo>
                  <a:lnTo>
                    <a:pt x="11418184" y="52900"/>
                  </a:lnTo>
                  <a:lnTo>
                    <a:pt x="11419099" y="57500"/>
                  </a:lnTo>
                  <a:lnTo>
                    <a:pt x="11420014" y="62101"/>
                  </a:lnTo>
                  <a:lnTo>
                    <a:pt x="11420472" y="66746"/>
                  </a:lnTo>
                  <a:lnTo>
                    <a:pt x="11420474" y="71437"/>
                  </a:lnTo>
                  <a:lnTo>
                    <a:pt x="11420474" y="871537"/>
                  </a:lnTo>
                  <a:lnTo>
                    <a:pt x="11415034" y="898875"/>
                  </a:lnTo>
                  <a:lnTo>
                    <a:pt x="11413240" y="903208"/>
                  </a:lnTo>
                  <a:lnTo>
                    <a:pt x="11388723" y="930935"/>
                  </a:lnTo>
                  <a:lnTo>
                    <a:pt x="11384823" y="933541"/>
                  </a:lnTo>
                  <a:lnTo>
                    <a:pt x="11349036" y="942974"/>
                  </a:lnTo>
                  <a:lnTo>
                    <a:pt x="71437" y="942974"/>
                  </a:lnTo>
                  <a:lnTo>
                    <a:pt x="31748" y="930935"/>
                  </a:lnTo>
                  <a:lnTo>
                    <a:pt x="5437" y="898875"/>
                  </a:lnTo>
                  <a:lnTo>
                    <a:pt x="0" y="876228"/>
                  </a:lnTo>
                  <a:lnTo>
                    <a:pt x="0" y="8715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1024" y="1152524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47903" y="419099"/>
                  </a:moveTo>
                  <a:lnTo>
                    <a:pt x="71196" y="419099"/>
                  </a:lnTo>
                  <a:lnTo>
                    <a:pt x="66241" y="418611"/>
                  </a:lnTo>
                  <a:lnTo>
                    <a:pt x="29705" y="403478"/>
                  </a:lnTo>
                  <a:lnTo>
                    <a:pt x="3885" y="367437"/>
                  </a:lnTo>
                  <a:lnTo>
                    <a:pt x="0" y="347903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7903" y="0"/>
                  </a:lnTo>
                  <a:lnTo>
                    <a:pt x="389394" y="15621"/>
                  </a:lnTo>
                  <a:lnTo>
                    <a:pt x="415214" y="51661"/>
                  </a:lnTo>
                  <a:lnTo>
                    <a:pt x="419100" y="71196"/>
                  </a:lnTo>
                  <a:lnTo>
                    <a:pt x="419100" y="347903"/>
                  </a:lnTo>
                  <a:lnTo>
                    <a:pt x="403478" y="389394"/>
                  </a:lnTo>
                  <a:lnTo>
                    <a:pt x="367437" y="415214"/>
                  </a:lnTo>
                  <a:lnTo>
                    <a:pt x="352858" y="418611"/>
                  </a:lnTo>
                  <a:lnTo>
                    <a:pt x="347903" y="419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4" y="1260474"/>
              <a:ext cx="228600" cy="2032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130300" y="1051496"/>
            <a:ext cx="4123690" cy="73533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250" b="1" spc="114" dirty="0">
                <a:solidFill>
                  <a:srgbClr val="1D40AF"/>
                </a:solidFill>
                <a:latin typeface="Times New Roman"/>
                <a:cs typeface="Times New Roman"/>
              </a:rPr>
              <a:t>Analogie</a:t>
            </a: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04200"/>
              </a:lnSpc>
              <a:spcBef>
                <a:spcPts val="515"/>
              </a:spcBef>
            </a:pPr>
            <a:r>
              <a:rPr sz="1200" spc="-8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tableau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rangée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casiers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numérotés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dans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vestiaire. </a:t>
            </a:r>
            <a:r>
              <a:rPr sz="1200" spc="-80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nombre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casiers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est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fixé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construction.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0999" y="5610224"/>
            <a:ext cx="11430000" cy="962025"/>
            <a:chOff x="380999" y="5610224"/>
            <a:chExt cx="11430000" cy="962025"/>
          </a:xfrm>
        </p:grpSpPr>
        <p:sp>
          <p:nvSpPr>
            <p:cNvPr id="11" name="object 11"/>
            <p:cNvSpPr/>
            <p:nvPr/>
          </p:nvSpPr>
          <p:spPr>
            <a:xfrm>
              <a:off x="400049" y="5610224"/>
              <a:ext cx="11410950" cy="962025"/>
            </a:xfrm>
            <a:custGeom>
              <a:avLst/>
              <a:gdLst/>
              <a:ahLst/>
              <a:cxnLst/>
              <a:rect l="l" t="t" r="r" b="b"/>
              <a:pathLst>
                <a:path w="11410950" h="962025">
                  <a:moveTo>
                    <a:pt x="11357551" y="962024"/>
                  </a:moveTo>
                  <a:lnTo>
                    <a:pt x="0" y="962024"/>
                  </a:lnTo>
                  <a:lnTo>
                    <a:pt x="0" y="0"/>
                  </a:lnTo>
                  <a:lnTo>
                    <a:pt x="11357551" y="0"/>
                  </a:lnTo>
                  <a:lnTo>
                    <a:pt x="11396863" y="19391"/>
                  </a:lnTo>
                  <a:lnTo>
                    <a:pt x="11410949" y="53397"/>
                  </a:lnTo>
                  <a:lnTo>
                    <a:pt x="11410949" y="908627"/>
                  </a:lnTo>
                  <a:lnTo>
                    <a:pt x="11391556" y="947939"/>
                  </a:lnTo>
                  <a:lnTo>
                    <a:pt x="11357551" y="962024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999" y="5610224"/>
              <a:ext cx="38100" cy="962025"/>
            </a:xfrm>
            <a:custGeom>
              <a:avLst/>
              <a:gdLst/>
              <a:ahLst/>
              <a:cxnLst/>
              <a:rect l="l" t="t" r="r" b="b"/>
              <a:pathLst>
                <a:path w="38100" h="962025">
                  <a:moveTo>
                    <a:pt x="0" y="962024"/>
                  </a:moveTo>
                  <a:lnTo>
                    <a:pt x="0" y="0"/>
                  </a:lnTo>
                  <a:lnTo>
                    <a:pt x="38099" y="0"/>
                  </a:lnTo>
                  <a:lnTo>
                    <a:pt x="38099" y="962024"/>
                  </a:lnTo>
                  <a:lnTo>
                    <a:pt x="0" y="962024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5819774"/>
              <a:ext cx="168275" cy="6985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96899" y="5671418"/>
            <a:ext cx="3369310" cy="74485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590"/>
              </a:spcBef>
            </a:pPr>
            <a:r>
              <a:rPr sz="1250" b="1" spc="-114" dirty="0">
                <a:solidFill>
                  <a:srgbClr val="C2400C"/>
                </a:solidFill>
                <a:latin typeface="Arial"/>
                <a:cs typeface="Arial"/>
              </a:rPr>
              <a:t>TAILLE</a:t>
            </a:r>
            <a:r>
              <a:rPr sz="1250" b="1" spc="45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C2400C"/>
                </a:solidFill>
                <a:latin typeface="Arial"/>
                <a:cs typeface="Arial"/>
              </a:rPr>
              <a:t>FIXE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19800"/>
              </a:lnSpc>
              <a:spcBef>
                <a:spcPts val="215"/>
              </a:spcBef>
            </a:pPr>
            <a:r>
              <a:rPr sz="1200" b="1" spc="145" dirty="0">
                <a:solidFill>
                  <a:srgbClr val="993312"/>
                </a:solidFill>
                <a:latin typeface="Times New Roman"/>
                <a:cs typeface="Times New Roman"/>
              </a:rPr>
              <a:t>Défini</a:t>
            </a:r>
            <a:r>
              <a:rPr sz="1200" b="1" spc="38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70" dirty="0">
                <a:solidFill>
                  <a:srgbClr val="993312"/>
                </a:solidFill>
                <a:latin typeface="Times New Roman"/>
                <a:cs typeface="Times New Roman"/>
              </a:rPr>
              <a:t>à</a:t>
            </a:r>
            <a:r>
              <a:rPr sz="1200" b="1" spc="39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204" dirty="0">
                <a:solidFill>
                  <a:srgbClr val="993312"/>
                </a:solidFill>
                <a:latin typeface="Times New Roman"/>
                <a:cs typeface="Times New Roman"/>
              </a:rPr>
              <a:t>la</a:t>
            </a:r>
            <a:r>
              <a:rPr sz="1200" b="1" spc="39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145" dirty="0">
                <a:solidFill>
                  <a:srgbClr val="993312"/>
                </a:solidFill>
                <a:latin typeface="Times New Roman"/>
                <a:cs typeface="Times New Roman"/>
              </a:rPr>
              <a:t>création</a:t>
            </a:r>
            <a:r>
              <a:rPr sz="1200" b="1" spc="38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50" dirty="0">
                <a:solidFill>
                  <a:srgbClr val="993312"/>
                </a:solidFill>
                <a:latin typeface="Times New Roman"/>
                <a:cs typeface="Times New Roman"/>
              </a:rPr>
              <a:t>(new</a:t>
            </a:r>
            <a:r>
              <a:rPr sz="1200" b="1" spc="39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150" dirty="0">
                <a:solidFill>
                  <a:srgbClr val="993312"/>
                </a:solidFill>
                <a:latin typeface="Times New Roman"/>
                <a:cs typeface="Times New Roman"/>
              </a:rPr>
              <a:t>Etudiant[5]). </a:t>
            </a:r>
            <a:r>
              <a:rPr sz="1200" b="1" spc="114" dirty="0">
                <a:solidFill>
                  <a:srgbClr val="993312"/>
                </a:solidFill>
                <a:latin typeface="Times New Roman"/>
                <a:cs typeface="Times New Roman"/>
              </a:rPr>
              <a:t>Impossible</a:t>
            </a:r>
            <a:r>
              <a:rPr sz="1200" b="1" spc="40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114" dirty="0">
                <a:solidFill>
                  <a:srgbClr val="993312"/>
                </a:solidFill>
                <a:latin typeface="Times New Roman"/>
                <a:cs typeface="Times New Roman"/>
              </a:rPr>
              <a:t>d'agrandir</a:t>
            </a:r>
            <a:r>
              <a:rPr sz="1200" b="1" spc="40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110" dirty="0">
                <a:solidFill>
                  <a:srgbClr val="993312"/>
                </a:solidFill>
                <a:latin typeface="Times New Roman"/>
                <a:cs typeface="Times New Roman"/>
              </a:rPr>
              <a:t>après</a:t>
            </a:r>
            <a:r>
              <a:rPr sz="1200" b="1" spc="40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220" dirty="0">
                <a:solidFill>
                  <a:srgbClr val="993312"/>
                </a:solidFill>
                <a:latin typeface="Times New Roman"/>
                <a:cs typeface="Times New Roman"/>
              </a:rPr>
              <a:t>!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9750" y="5784849"/>
            <a:ext cx="104775" cy="1397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330700" y="5671418"/>
            <a:ext cx="3026410" cy="5257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590"/>
              </a:spcBef>
            </a:pPr>
            <a:r>
              <a:rPr sz="1250" b="1" spc="-120" dirty="0">
                <a:solidFill>
                  <a:srgbClr val="C2400C"/>
                </a:solidFill>
                <a:latin typeface="Arial"/>
                <a:cs typeface="Arial"/>
              </a:rPr>
              <a:t>ACCÈS</a:t>
            </a:r>
            <a:r>
              <a:rPr sz="1250" b="1" spc="30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C2400C"/>
                </a:solidFill>
                <a:latin typeface="Arial"/>
                <a:cs typeface="Arial"/>
              </a:rPr>
              <a:t>O</a:t>
            </a:r>
            <a:r>
              <a:rPr sz="1200" b="1" spc="-20" dirty="0">
                <a:solidFill>
                  <a:srgbClr val="C2400C"/>
                </a:solidFill>
                <a:latin typeface="Arial"/>
                <a:cs typeface="Arial"/>
              </a:rPr>
              <a:t>(1)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200" b="1" spc="80" dirty="0">
                <a:solidFill>
                  <a:srgbClr val="993312"/>
                </a:solidFill>
                <a:latin typeface="Times New Roman"/>
                <a:cs typeface="Times New Roman"/>
              </a:rPr>
              <a:t>Accès</a:t>
            </a:r>
            <a:r>
              <a:rPr sz="1200" b="1" spc="38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60" dirty="0">
                <a:solidFill>
                  <a:srgbClr val="993312"/>
                </a:solidFill>
                <a:latin typeface="Times New Roman"/>
                <a:cs typeface="Times New Roman"/>
              </a:rPr>
              <a:t>immédiat</a:t>
            </a:r>
            <a:r>
              <a:rPr sz="1200" b="1" spc="39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70" dirty="0">
                <a:solidFill>
                  <a:srgbClr val="993312"/>
                </a:solidFill>
                <a:latin typeface="Times New Roman"/>
                <a:cs typeface="Times New Roman"/>
              </a:rPr>
              <a:t>par</a:t>
            </a:r>
            <a:r>
              <a:rPr sz="1200" b="1" spc="39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110" dirty="0">
                <a:solidFill>
                  <a:srgbClr val="993312"/>
                </a:solidFill>
                <a:latin typeface="Times New Roman"/>
                <a:cs typeface="Times New Roman"/>
              </a:rPr>
              <a:t>index</a:t>
            </a:r>
            <a:r>
              <a:rPr sz="1200" b="1" spc="39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270" dirty="0">
                <a:solidFill>
                  <a:srgbClr val="993312"/>
                </a:solidFill>
                <a:latin typeface="Times New Roman"/>
                <a:cs typeface="Times New Roman"/>
              </a:rPr>
              <a:t>:</a:t>
            </a:r>
            <a:r>
              <a:rPr sz="1200" b="1" spc="39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60" dirty="0">
                <a:solidFill>
                  <a:srgbClr val="993312"/>
                </a:solidFill>
                <a:latin typeface="Times New Roman"/>
                <a:cs typeface="Times New Roman"/>
              </a:rPr>
              <a:t>promo[3]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77200" y="5788024"/>
            <a:ext cx="133350" cy="13652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064500" y="5671418"/>
            <a:ext cx="2940685" cy="5257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590"/>
              </a:spcBef>
            </a:pPr>
            <a:r>
              <a:rPr sz="1250" b="1" spc="-80" dirty="0">
                <a:solidFill>
                  <a:srgbClr val="C2400C"/>
                </a:solidFill>
                <a:latin typeface="Arial"/>
                <a:cs typeface="Arial"/>
              </a:rPr>
              <a:t>ATTENTION</a:t>
            </a:r>
            <a:r>
              <a:rPr sz="1250" b="1" spc="55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C2400C"/>
                </a:solidFill>
                <a:latin typeface="Arial"/>
                <a:cs typeface="Arial"/>
              </a:rPr>
              <a:t>NULL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200" b="1" spc="50" dirty="0">
                <a:solidFill>
                  <a:srgbClr val="993312"/>
                </a:solidFill>
                <a:latin typeface="Times New Roman"/>
                <a:cs typeface="Times New Roman"/>
              </a:rPr>
              <a:t>Par</a:t>
            </a:r>
            <a:r>
              <a:rPr sz="1200" b="1" spc="38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160" dirty="0">
                <a:solidFill>
                  <a:srgbClr val="993312"/>
                </a:solidFill>
                <a:latin typeface="Times New Roman"/>
                <a:cs typeface="Times New Roman"/>
              </a:rPr>
              <a:t>défaut,</a:t>
            </a:r>
            <a:r>
              <a:rPr sz="1200" b="1" spc="38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225" dirty="0">
                <a:solidFill>
                  <a:srgbClr val="993312"/>
                </a:solidFill>
                <a:latin typeface="Times New Roman"/>
                <a:cs typeface="Times New Roman"/>
              </a:rPr>
              <a:t>les</a:t>
            </a:r>
            <a:r>
              <a:rPr sz="1200" b="1" spc="38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150" dirty="0">
                <a:solidFill>
                  <a:srgbClr val="993312"/>
                </a:solidFill>
                <a:latin typeface="Times New Roman"/>
                <a:cs typeface="Times New Roman"/>
              </a:rPr>
              <a:t>cases</a:t>
            </a:r>
            <a:r>
              <a:rPr sz="1200" b="1" spc="38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150" dirty="0">
                <a:solidFill>
                  <a:srgbClr val="993312"/>
                </a:solidFill>
                <a:latin typeface="Times New Roman"/>
                <a:cs typeface="Times New Roman"/>
              </a:rPr>
              <a:t>valent</a:t>
            </a:r>
            <a:r>
              <a:rPr sz="1200" b="1" spc="38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200" b="1" spc="190" dirty="0">
                <a:solidFill>
                  <a:srgbClr val="993312"/>
                </a:solidFill>
                <a:latin typeface="Times New Roman"/>
                <a:cs typeface="Times New Roman"/>
              </a:rPr>
              <a:t>null.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0999" y="2171700"/>
            <a:ext cx="11430000" cy="3248025"/>
            <a:chOff x="380999" y="2171700"/>
            <a:chExt cx="11430000" cy="3248025"/>
          </a:xfrm>
        </p:grpSpPr>
        <p:sp>
          <p:nvSpPr>
            <p:cNvPr id="20" name="object 20"/>
            <p:cNvSpPr/>
            <p:nvPr/>
          </p:nvSpPr>
          <p:spPr>
            <a:xfrm>
              <a:off x="381000" y="2171700"/>
              <a:ext cx="11430000" cy="3248025"/>
            </a:xfrm>
            <a:custGeom>
              <a:avLst/>
              <a:gdLst/>
              <a:ahLst/>
              <a:cxnLst/>
              <a:rect l="l" t="t" r="r" b="b"/>
              <a:pathLst>
                <a:path w="11430000" h="3248025">
                  <a:moveTo>
                    <a:pt x="11353800" y="3248024"/>
                  </a:moveTo>
                  <a:lnTo>
                    <a:pt x="76198" y="3248024"/>
                  </a:lnTo>
                  <a:lnTo>
                    <a:pt x="68693" y="3247662"/>
                  </a:lnTo>
                  <a:lnTo>
                    <a:pt x="27882" y="3230757"/>
                  </a:lnTo>
                  <a:lnTo>
                    <a:pt x="3262" y="3193910"/>
                  </a:lnTo>
                  <a:lnTo>
                    <a:pt x="0" y="3171826"/>
                  </a:lnTo>
                  <a:lnTo>
                    <a:pt x="0" y="76198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11353799" y="0"/>
                  </a:lnTo>
                  <a:lnTo>
                    <a:pt x="11396140" y="12829"/>
                  </a:lnTo>
                  <a:lnTo>
                    <a:pt x="11424198" y="47039"/>
                  </a:lnTo>
                  <a:lnTo>
                    <a:pt x="11429999" y="76198"/>
                  </a:lnTo>
                  <a:lnTo>
                    <a:pt x="11429999" y="3171826"/>
                  </a:lnTo>
                  <a:lnTo>
                    <a:pt x="11417168" y="3214166"/>
                  </a:lnTo>
                  <a:lnTo>
                    <a:pt x="11382959" y="3242223"/>
                  </a:lnTo>
                  <a:lnTo>
                    <a:pt x="11353800" y="32480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0987" y="2171699"/>
              <a:ext cx="11430000" cy="3248025"/>
            </a:xfrm>
            <a:custGeom>
              <a:avLst/>
              <a:gdLst/>
              <a:ahLst/>
              <a:cxnLst/>
              <a:rect l="l" t="t" r="r" b="b"/>
              <a:pathLst>
                <a:path w="11430000" h="3248025">
                  <a:moveTo>
                    <a:pt x="9525" y="3130626"/>
                  </a:moveTo>
                  <a:lnTo>
                    <a:pt x="0" y="3130626"/>
                  </a:lnTo>
                  <a:lnTo>
                    <a:pt x="0" y="3159201"/>
                  </a:lnTo>
                  <a:lnTo>
                    <a:pt x="9525" y="3159201"/>
                  </a:lnTo>
                  <a:lnTo>
                    <a:pt x="9525" y="3130626"/>
                  </a:lnTo>
                  <a:close/>
                </a:path>
                <a:path w="11430000" h="3248025">
                  <a:moveTo>
                    <a:pt x="9525" y="3082975"/>
                  </a:moveTo>
                  <a:lnTo>
                    <a:pt x="0" y="3082975"/>
                  </a:lnTo>
                  <a:lnTo>
                    <a:pt x="0" y="3111550"/>
                  </a:lnTo>
                  <a:lnTo>
                    <a:pt x="9525" y="3111550"/>
                  </a:lnTo>
                  <a:lnTo>
                    <a:pt x="9525" y="3082975"/>
                  </a:lnTo>
                  <a:close/>
                </a:path>
                <a:path w="11430000" h="3248025">
                  <a:moveTo>
                    <a:pt x="9525" y="3035312"/>
                  </a:moveTo>
                  <a:lnTo>
                    <a:pt x="0" y="3035312"/>
                  </a:lnTo>
                  <a:lnTo>
                    <a:pt x="0" y="3063887"/>
                  </a:lnTo>
                  <a:lnTo>
                    <a:pt x="9525" y="3063887"/>
                  </a:lnTo>
                  <a:lnTo>
                    <a:pt x="9525" y="3035312"/>
                  </a:lnTo>
                  <a:close/>
                </a:path>
                <a:path w="11430000" h="3248025">
                  <a:moveTo>
                    <a:pt x="9525" y="2987662"/>
                  </a:moveTo>
                  <a:lnTo>
                    <a:pt x="0" y="2987662"/>
                  </a:lnTo>
                  <a:lnTo>
                    <a:pt x="0" y="3016237"/>
                  </a:lnTo>
                  <a:lnTo>
                    <a:pt x="9525" y="3016237"/>
                  </a:lnTo>
                  <a:lnTo>
                    <a:pt x="9525" y="2987662"/>
                  </a:lnTo>
                  <a:close/>
                </a:path>
                <a:path w="11430000" h="3248025">
                  <a:moveTo>
                    <a:pt x="9525" y="2940012"/>
                  </a:moveTo>
                  <a:lnTo>
                    <a:pt x="0" y="2940012"/>
                  </a:lnTo>
                  <a:lnTo>
                    <a:pt x="0" y="2968587"/>
                  </a:lnTo>
                  <a:lnTo>
                    <a:pt x="9525" y="2968587"/>
                  </a:lnTo>
                  <a:lnTo>
                    <a:pt x="9525" y="2940012"/>
                  </a:lnTo>
                  <a:close/>
                </a:path>
                <a:path w="11430000" h="3248025">
                  <a:moveTo>
                    <a:pt x="9525" y="2892348"/>
                  </a:moveTo>
                  <a:lnTo>
                    <a:pt x="0" y="2892348"/>
                  </a:lnTo>
                  <a:lnTo>
                    <a:pt x="0" y="2920923"/>
                  </a:lnTo>
                  <a:lnTo>
                    <a:pt x="9525" y="2920923"/>
                  </a:lnTo>
                  <a:lnTo>
                    <a:pt x="9525" y="2892348"/>
                  </a:lnTo>
                  <a:close/>
                </a:path>
                <a:path w="11430000" h="3248025">
                  <a:moveTo>
                    <a:pt x="9525" y="2844698"/>
                  </a:moveTo>
                  <a:lnTo>
                    <a:pt x="0" y="2844698"/>
                  </a:lnTo>
                  <a:lnTo>
                    <a:pt x="0" y="2873273"/>
                  </a:lnTo>
                  <a:lnTo>
                    <a:pt x="9525" y="2873273"/>
                  </a:lnTo>
                  <a:lnTo>
                    <a:pt x="9525" y="2844698"/>
                  </a:lnTo>
                  <a:close/>
                </a:path>
                <a:path w="11430000" h="3248025">
                  <a:moveTo>
                    <a:pt x="9525" y="2797035"/>
                  </a:moveTo>
                  <a:lnTo>
                    <a:pt x="0" y="2797035"/>
                  </a:lnTo>
                  <a:lnTo>
                    <a:pt x="0" y="2825610"/>
                  </a:lnTo>
                  <a:lnTo>
                    <a:pt x="9525" y="2825610"/>
                  </a:lnTo>
                  <a:lnTo>
                    <a:pt x="9525" y="2797035"/>
                  </a:lnTo>
                  <a:close/>
                </a:path>
                <a:path w="11430000" h="3248025">
                  <a:moveTo>
                    <a:pt x="9525" y="2749385"/>
                  </a:moveTo>
                  <a:lnTo>
                    <a:pt x="0" y="2749385"/>
                  </a:lnTo>
                  <a:lnTo>
                    <a:pt x="0" y="2777960"/>
                  </a:lnTo>
                  <a:lnTo>
                    <a:pt x="9525" y="2777960"/>
                  </a:lnTo>
                  <a:lnTo>
                    <a:pt x="9525" y="2749385"/>
                  </a:lnTo>
                  <a:close/>
                </a:path>
                <a:path w="11430000" h="3248025">
                  <a:moveTo>
                    <a:pt x="9525" y="2701721"/>
                  </a:moveTo>
                  <a:lnTo>
                    <a:pt x="0" y="2701721"/>
                  </a:lnTo>
                  <a:lnTo>
                    <a:pt x="0" y="2730296"/>
                  </a:lnTo>
                  <a:lnTo>
                    <a:pt x="9525" y="2730296"/>
                  </a:lnTo>
                  <a:lnTo>
                    <a:pt x="9525" y="2701721"/>
                  </a:lnTo>
                  <a:close/>
                </a:path>
                <a:path w="11430000" h="3248025">
                  <a:moveTo>
                    <a:pt x="9525" y="2654071"/>
                  </a:moveTo>
                  <a:lnTo>
                    <a:pt x="0" y="2654071"/>
                  </a:lnTo>
                  <a:lnTo>
                    <a:pt x="0" y="2682646"/>
                  </a:lnTo>
                  <a:lnTo>
                    <a:pt x="9525" y="2682646"/>
                  </a:lnTo>
                  <a:lnTo>
                    <a:pt x="9525" y="2654071"/>
                  </a:lnTo>
                  <a:close/>
                </a:path>
                <a:path w="11430000" h="3248025">
                  <a:moveTo>
                    <a:pt x="9525" y="2606408"/>
                  </a:moveTo>
                  <a:lnTo>
                    <a:pt x="0" y="2606408"/>
                  </a:lnTo>
                  <a:lnTo>
                    <a:pt x="0" y="2634983"/>
                  </a:lnTo>
                  <a:lnTo>
                    <a:pt x="9525" y="2634983"/>
                  </a:lnTo>
                  <a:lnTo>
                    <a:pt x="9525" y="2606408"/>
                  </a:lnTo>
                  <a:close/>
                </a:path>
                <a:path w="11430000" h="3248025">
                  <a:moveTo>
                    <a:pt x="9525" y="2558758"/>
                  </a:moveTo>
                  <a:lnTo>
                    <a:pt x="0" y="2558758"/>
                  </a:lnTo>
                  <a:lnTo>
                    <a:pt x="0" y="2587333"/>
                  </a:lnTo>
                  <a:lnTo>
                    <a:pt x="9525" y="2587333"/>
                  </a:lnTo>
                  <a:lnTo>
                    <a:pt x="9525" y="2558758"/>
                  </a:lnTo>
                  <a:close/>
                </a:path>
                <a:path w="11430000" h="3248025">
                  <a:moveTo>
                    <a:pt x="9525" y="2511107"/>
                  </a:moveTo>
                  <a:lnTo>
                    <a:pt x="0" y="2511107"/>
                  </a:lnTo>
                  <a:lnTo>
                    <a:pt x="0" y="2539682"/>
                  </a:lnTo>
                  <a:lnTo>
                    <a:pt x="9525" y="2539682"/>
                  </a:lnTo>
                  <a:lnTo>
                    <a:pt x="9525" y="2511107"/>
                  </a:lnTo>
                  <a:close/>
                </a:path>
                <a:path w="11430000" h="3248025">
                  <a:moveTo>
                    <a:pt x="9525" y="2463444"/>
                  </a:moveTo>
                  <a:lnTo>
                    <a:pt x="0" y="2463444"/>
                  </a:lnTo>
                  <a:lnTo>
                    <a:pt x="0" y="2492019"/>
                  </a:lnTo>
                  <a:lnTo>
                    <a:pt x="9525" y="2492019"/>
                  </a:lnTo>
                  <a:lnTo>
                    <a:pt x="9525" y="2463444"/>
                  </a:lnTo>
                  <a:close/>
                </a:path>
                <a:path w="11430000" h="3248025">
                  <a:moveTo>
                    <a:pt x="9525" y="2415794"/>
                  </a:moveTo>
                  <a:lnTo>
                    <a:pt x="0" y="2415794"/>
                  </a:lnTo>
                  <a:lnTo>
                    <a:pt x="0" y="2444369"/>
                  </a:lnTo>
                  <a:lnTo>
                    <a:pt x="9525" y="2444369"/>
                  </a:lnTo>
                  <a:lnTo>
                    <a:pt x="9525" y="2415794"/>
                  </a:lnTo>
                  <a:close/>
                </a:path>
                <a:path w="11430000" h="3248025">
                  <a:moveTo>
                    <a:pt x="9525" y="2368131"/>
                  </a:moveTo>
                  <a:lnTo>
                    <a:pt x="0" y="2368131"/>
                  </a:lnTo>
                  <a:lnTo>
                    <a:pt x="0" y="2396706"/>
                  </a:lnTo>
                  <a:lnTo>
                    <a:pt x="9525" y="2396706"/>
                  </a:lnTo>
                  <a:lnTo>
                    <a:pt x="9525" y="2368131"/>
                  </a:lnTo>
                  <a:close/>
                </a:path>
                <a:path w="11430000" h="3248025">
                  <a:moveTo>
                    <a:pt x="9525" y="2320480"/>
                  </a:moveTo>
                  <a:lnTo>
                    <a:pt x="0" y="2320480"/>
                  </a:lnTo>
                  <a:lnTo>
                    <a:pt x="0" y="2349055"/>
                  </a:lnTo>
                  <a:lnTo>
                    <a:pt x="9525" y="2349055"/>
                  </a:lnTo>
                  <a:lnTo>
                    <a:pt x="9525" y="2320480"/>
                  </a:lnTo>
                  <a:close/>
                </a:path>
                <a:path w="11430000" h="3248025">
                  <a:moveTo>
                    <a:pt x="9525" y="2272817"/>
                  </a:moveTo>
                  <a:lnTo>
                    <a:pt x="0" y="2272817"/>
                  </a:lnTo>
                  <a:lnTo>
                    <a:pt x="0" y="2301392"/>
                  </a:lnTo>
                  <a:lnTo>
                    <a:pt x="9525" y="2301392"/>
                  </a:lnTo>
                  <a:lnTo>
                    <a:pt x="9525" y="2272817"/>
                  </a:lnTo>
                  <a:close/>
                </a:path>
                <a:path w="11430000" h="3248025">
                  <a:moveTo>
                    <a:pt x="9525" y="2225167"/>
                  </a:moveTo>
                  <a:lnTo>
                    <a:pt x="0" y="2225167"/>
                  </a:lnTo>
                  <a:lnTo>
                    <a:pt x="0" y="2253742"/>
                  </a:lnTo>
                  <a:lnTo>
                    <a:pt x="9525" y="2253742"/>
                  </a:lnTo>
                  <a:lnTo>
                    <a:pt x="9525" y="2225167"/>
                  </a:lnTo>
                  <a:close/>
                </a:path>
                <a:path w="11430000" h="3248025">
                  <a:moveTo>
                    <a:pt x="9525" y="2177516"/>
                  </a:moveTo>
                  <a:lnTo>
                    <a:pt x="0" y="2177516"/>
                  </a:lnTo>
                  <a:lnTo>
                    <a:pt x="0" y="2206091"/>
                  </a:lnTo>
                  <a:lnTo>
                    <a:pt x="9525" y="2206091"/>
                  </a:lnTo>
                  <a:lnTo>
                    <a:pt x="9525" y="2177516"/>
                  </a:lnTo>
                  <a:close/>
                </a:path>
                <a:path w="11430000" h="3248025">
                  <a:moveTo>
                    <a:pt x="9525" y="2129853"/>
                  </a:moveTo>
                  <a:lnTo>
                    <a:pt x="0" y="2129853"/>
                  </a:lnTo>
                  <a:lnTo>
                    <a:pt x="0" y="2158428"/>
                  </a:lnTo>
                  <a:lnTo>
                    <a:pt x="9525" y="2158428"/>
                  </a:lnTo>
                  <a:lnTo>
                    <a:pt x="9525" y="2129853"/>
                  </a:lnTo>
                  <a:close/>
                </a:path>
                <a:path w="11430000" h="3248025">
                  <a:moveTo>
                    <a:pt x="9525" y="2082203"/>
                  </a:moveTo>
                  <a:lnTo>
                    <a:pt x="0" y="2082203"/>
                  </a:lnTo>
                  <a:lnTo>
                    <a:pt x="0" y="2110778"/>
                  </a:lnTo>
                  <a:lnTo>
                    <a:pt x="9525" y="2110778"/>
                  </a:lnTo>
                  <a:lnTo>
                    <a:pt x="9525" y="2082203"/>
                  </a:lnTo>
                  <a:close/>
                </a:path>
                <a:path w="11430000" h="3248025">
                  <a:moveTo>
                    <a:pt x="9525" y="2034540"/>
                  </a:moveTo>
                  <a:lnTo>
                    <a:pt x="0" y="2034540"/>
                  </a:lnTo>
                  <a:lnTo>
                    <a:pt x="0" y="2063115"/>
                  </a:lnTo>
                  <a:lnTo>
                    <a:pt x="9525" y="2063115"/>
                  </a:lnTo>
                  <a:lnTo>
                    <a:pt x="9525" y="2034540"/>
                  </a:lnTo>
                  <a:close/>
                </a:path>
                <a:path w="11430000" h="3248025">
                  <a:moveTo>
                    <a:pt x="9525" y="1986889"/>
                  </a:moveTo>
                  <a:lnTo>
                    <a:pt x="0" y="1986889"/>
                  </a:lnTo>
                  <a:lnTo>
                    <a:pt x="0" y="2015464"/>
                  </a:lnTo>
                  <a:lnTo>
                    <a:pt x="9525" y="2015464"/>
                  </a:lnTo>
                  <a:lnTo>
                    <a:pt x="9525" y="1986889"/>
                  </a:lnTo>
                  <a:close/>
                </a:path>
                <a:path w="11430000" h="3248025">
                  <a:moveTo>
                    <a:pt x="9525" y="1939226"/>
                  </a:moveTo>
                  <a:lnTo>
                    <a:pt x="0" y="1939226"/>
                  </a:lnTo>
                  <a:lnTo>
                    <a:pt x="0" y="1967801"/>
                  </a:lnTo>
                  <a:lnTo>
                    <a:pt x="9525" y="1967801"/>
                  </a:lnTo>
                  <a:lnTo>
                    <a:pt x="9525" y="1939226"/>
                  </a:lnTo>
                  <a:close/>
                </a:path>
                <a:path w="11430000" h="3248025">
                  <a:moveTo>
                    <a:pt x="9525" y="1891576"/>
                  </a:moveTo>
                  <a:lnTo>
                    <a:pt x="0" y="1891576"/>
                  </a:lnTo>
                  <a:lnTo>
                    <a:pt x="0" y="1920151"/>
                  </a:lnTo>
                  <a:lnTo>
                    <a:pt x="9525" y="1920151"/>
                  </a:lnTo>
                  <a:lnTo>
                    <a:pt x="9525" y="1891576"/>
                  </a:lnTo>
                  <a:close/>
                </a:path>
                <a:path w="11430000" h="3248025">
                  <a:moveTo>
                    <a:pt x="9525" y="1843913"/>
                  </a:moveTo>
                  <a:lnTo>
                    <a:pt x="0" y="1843913"/>
                  </a:lnTo>
                  <a:lnTo>
                    <a:pt x="0" y="1872488"/>
                  </a:lnTo>
                  <a:lnTo>
                    <a:pt x="9525" y="1872488"/>
                  </a:lnTo>
                  <a:lnTo>
                    <a:pt x="9525" y="1843913"/>
                  </a:lnTo>
                  <a:close/>
                </a:path>
                <a:path w="11430000" h="3248025">
                  <a:moveTo>
                    <a:pt x="9525" y="1796262"/>
                  </a:moveTo>
                  <a:lnTo>
                    <a:pt x="0" y="1796262"/>
                  </a:lnTo>
                  <a:lnTo>
                    <a:pt x="0" y="1824837"/>
                  </a:lnTo>
                  <a:lnTo>
                    <a:pt x="9525" y="1824837"/>
                  </a:lnTo>
                  <a:lnTo>
                    <a:pt x="9525" y="1796262"/>
                  </a:lnTo>
                  <a:close/>
                </a:path>
                <a:path w="11430000" h="3248025">
                  <a:moveTo>
                    <a:pt x="9525" y="1748612"/>
                  </a:moveTo>
                  <a:lnTo>
                    <a:pt x="0" y="1748612"/>
                  </a:lnTo>
                  <a:lnTo>
                    <a:pt x="0" y="1777187"/>
                  </a:lnTo>
                  <a:lnTo>
                    <a:pt x="9525" y="1777187"/>
                  </a:lnTo>
                  <a:lnTo>
                    <a:pt x="9525" y="1748612"/>
                  </a:lnTo>
                  <a:close/>
                </a:path>
                <a:path w="11430000" h="3248025">
                  <a:moveTo>
                    <a:pt x="9525" y="1700949"/>
                  </a:moveTo>
                  <a:lnTo>
                    <a:pt x="0" y="1700949"/>
                  </a:lnTo>
                  <a:lnTo>
                    <a:pt x="0" y="1729524"/>
                  </a:lnTo>
                  <a:lnTo>
                    <a:pt x="9525" y="1729524"/>
                  </a:lnTo>
                  <a:lnTo>
                    <a:pt x="9525" y="1700949"/>
                  </a:lnTo>
                  <a:close/>
                </a:path>
                <a:path w="11430000" h="3248025">
                  <a:moveTo>
                    <a:pt x="9525" y="1653298"/>
                  </a:moveTo>
                  <a:lnTo>
                    <a:pt x="0" y="1653298"/>
                  </a:lnTo>
                  <a:lnTo>
                    <a:pt x="0" y="1681873"/>
                  </a:lnTo>
                  <a:lnTo>
                    <a:pt x="9525" y="1681873"/>
                  </a:lnTo>
                  <a:lnTo>
                    <a:pt x="9525" y="1653298"/>
                  </a:lnTo>
                  <a:close/>
                </a:path>
                <a:path w="11430000" h="3248025">
                  <a:moveTo>
                    <a:pt x="9525" y="1605635"/>
                  </a:moveTo>
                  <a:lnTo>
                    <a:pt x="0" y="1605635"/>
                  </a:lnTo>
                  <a:lnTo>
                    <a:pt x="0" y="1634210"/>
                  </a:lnTo>
                  <a:lnTo>
                    <a:pt x="9525" y="1634210"/>
                  </a:lnTo>
                  <a:lnTo>
                    <a:pt x="9525" y="1605635"/>
                  </a:lnTo>
                  <a:close/>
                </a:path>
                <a:path w="11430000" h="3248025">
                  <a:moveTo>
                    <a:pt x="9525" y="1557985"/>
                  </a:moveTo>
                  <a:lnTo>
                    <a:pt x="0" y="1557985"/>
                  </a:lnTo>
                  <a:lnTo>
                    <a:pt x="0" y="1586560"/>
                  </a:lnTo>
                  <a:lnTo>
                    <a:pt x="9525" y="1586560"/>
                  </a:lnTo>
                  <a:lnTo>
                    <a:pt x="9525" y="1557985"/>
                  </a:lnTo>
                  <a:close/>
                </a:path>
                <a:path w="11430000" h="3248025">
                  <a:moveTo>
                    <a:pt x="9525" y="1510322"/>
                  </a:moveTo>
                  <a:lnTo>
                    <a:pt x="0" y="1510322"/>
                  </a:lnTo>
                  <a:lnTo>
                    <a:pt x="0" y="1538897"/>
                  </a:lnTo>
                  <a:lnTo>
                    <a:pt x="9525" y="1538897"/>
                  </a:lnTo>
                  <a:lnTo>
                    <a:pt x="9525" y="1510322"/>
                  </a:lnTo>
                  <a:close/>
                </a:path>
                <a:path w="11430000" h="3248025">
                  <a:moveTo>
                    <a:pt x="9525" y="1462671"/>
                  </a:moveTo>
                  <a:lnTo>
                    <a:pt x="0" y="1462671"/>
                  </a:lnTo>
                  <a:lnTo>
                    <a:pt x="0" y="1491246"/>
                  </a:lnTo>
                  <a:lnTo>
                    <a:pt x="9525" y="1491246"/>
                  </a:lnTo>
                  <a:lnTo>
                    <a:pt x="9525" y="1462671"/>
                  </a:lnTo>
                  <a:close/>
                </a:path>
                <a:path w="11430000" h="3248025">
                  <a:moveTo>
                    <a:pt x="9525" y="1415008"/>
                  </a:moveTo>
                  <a:lnTo>
                    <a:pt x="0" y="1415008"/>
                  </a:lnTo>
                  <a:lnTo>
                    <a:pt x="0" y="1443583"/>
                  </a:lnTo>
                  <a:lnTo>
                    <a:pt x="9525" y="1443583"/>
                  </a:lnTo>
                  <a:lnTo>
                    <a:pt x="9525" y="1415008"/>
                  </a:lnTo>
                  <a:close/>
                </a:path>
                <a:path w="11430000" h="3248025">
                  <a:moveTo>
                    <a:pt x="9525" y="1367358"/>
                  </a:moveTo>
                  <a:lnTo>
                    <a:pt x="0" y="1367358"/>
                  </a:lnTo>
                  <a:lnTo>
                    <a:pt x="0" y="1395933"/>
                  </a:lnTo>
                  <a:lnTo>
                    <a:pt x="9525" y="1395933"/>
                  </a:lnTo>
                  <a:lnTo>
                    <a:pt x="9525" y="1367358"/>
                  </a:lnTo>
                  <a:close/>
                </a:path>
                <a:path w="11430000" h="3248025">
                  <a:moveTo>
                    <a:pt x="9525" y="1319695"/>
                  </a:moveTo>
                  <a:lnTo>
                    <a:pt x="0" y="1319695"/>
                  </a:lnTo>
                  <a:lnTo>
                    <a:pt x="0" y="1348270"/>
                  </a:lnTo>
                  <a:lnTo>
                    <a:pt x="9525" y="1348270"/>
                  </a:lnTo>
                  <a:lnTo>
                    <a:pt x="9525" y="1319695"/>
                  </a:lnTo>
                  <a:close/>
                </a:path>
                <a:path w="11430000" h="3248025">
                  <a:moveTo>
                    <a:pt x="9525" y="1272044"/>
                  </a:moveTo>
                  <a:lnTo>
                    <a:pt x="0" y="1272044"/>
                  </a:lnTo>
                  <a:lnTo>
                    <a:pt x="0" y="1300619"/>
                  </a:lnTo>
                  <a:lnTo>
                    <a:pt x="9525" y="1300619"/>
                  </a:lnTo>
                  <a:lnTo>
                    <a:pt x="9525" y="1272044"/>
                  </a:lnTo>
                  <a:close/>
                </a:path>
                <a:path w="11430000" h="3248025">
                  <a:moveTo>
                    <a:pt x="9525" y="1224394"/>
                  </a:moveTo>
                  <a:lnTo>
                    <a:pt x="0" y="1224394"/>
                  </a:lnTo>
                  <a:lnTo>
                    <a:pt x="0" y="1252969"/>
                  </a:lnTo>
                  <a:lnTo>
                    <a:pt x="9525" y="1252969"/>
                  </a:lnTo>
                  <a:lnTo>
                    <a:pt x="9525" y="1224394"/>
                  </a:lnTo>
                  <a:close/>
                </a:path>
                <a:path w="11430000" h="3248025">
                  <a:moveTo>
                    <a:pt x="9525" y="1176731"/>
                  </a:moveTo>
                  <a:lnTo>
                    <a:pt x="0" y="1176731"/>
                  </a:lnTo>
                  <a:lnTo>
                    <a:pt x="0" y="1205306"/>
                  </a:lnTo>
                  <a:lnTo>
                    <a:pt x="9525" y="1205306"/>
                  </a:lnTo>
                  <a:lnTo>
                    <a:pt x="9525" y="1176731"/>
                  </a:lnTo>
                  <a:close/>
                </a:path>
                <a:path w="11430000" h="3248025">
                  <a:moveTo>
                    <a:pt x="9525" y="1129080"/>
                  </a:moveTo>
                  <a:lnTo>
                    <a:pt x="0" y="1129080"/>
                  </a:lnTo>
                  <a:lnTo>
                    <a:pt x="0" y="1157655"/>
                  </a:lnTo>
                  <a:lnTo>
                    <a:pt x="9525" y="1157655"/>
                  </a:lnTo>
                  <a:lnTo>
                    <a:pt x="9525" y="1129080"/>
                  </a:lnTo>
                  <a:close/>
                </a:path>
                <a:path w="11430000" h="3248025">
                  <a:moveTo>
                    <a:pt x="9525" y="1081417"/>
                  </a:moveTo>
                  <a:lnTo>
                    <a:pt x="0" y="1081417"/>
                  </a:lnTo>
                  <a:lnTo>
                    <a:pt x="0" y="1109992"/>
                  </a:lnTo>
                  <a:lnTo>
                    <a:pt x="9525" y="1109992"/>
                  </a:lnTo>
                  <a:lnTo>
                    <a:pt x="9525" y="1081417"/>
                  </a:lnTo>
                  <a:close/>
                </a:path>
                <a:path w="11430000" h="3248025">
                  <a:moveTo>
                    <a:pt x="9525" y="1033767"/>
                  </a:moveTo>
                  <a:lnTo>
                    <a:pt x="0" y="1033767"/>
                  </a:lnTo>
                  <a:lnTo>
                    <a:pt x="0" y="1062342"/>
                  </a:lnTo>
                  <a:lnTo>
                    <a:pt x="9525" y="1062342"/>
                  </a:lnTo>
                  <a:lnTo>
                    <a:pt x="9525" y="1033767"/>
                  </a:lnTo>
                  <a:close/>
                </a:path>
                <a:path w="11430000" h="3248025">
                  <a:moveTo>
                    <a:pt x="9525" y="986104"/>
                  </a:moveTo>
                  <a:lnTo>
                    <a:pt x="0" y="986104"/>
                  </a:lnTo>
                  <a:lnTo>
                    <a:pt x="0" y="1014679"/>
                  </a:lnTo>
                  <a:lnTo>
                    <a:pt x="9525" y="1014679"/>
                  </a:lnTo>
                  <a:lnTo>
                    <a:pt x="9525" y="986104"/>
                  </a:lnTo>
                  <a:close/>
                </a:path>
                <a:path w="11430000" h="3248025">
                  <a:moveTo>
                    <a:pt x="9525" y="938453"/>
                  </a:moveTo>
                  <a:lnTo>
                    <a:pt x="0" y="938453"/>
                  </a:lnTo>
                  <a:lnTo>
                    <a:pt x="0" y="967028"/>
                  </a:lnTo>
                  <a:lnTo>
                    <a:pt x="9525" y="967028"/>
                  </a:lnTo>
                  <a:lnTo>
                    <a:pt x="9525" y="938453"/>
                  </a:lnTo>
                  <a:close/>
                </a:path>
                <a:path w="11430000" h="3248025">
                  <a:moveTo>
                    <a:pt x="9525" y="890790"/>
                  </a:moveTo>
                  <a:lnTo>
                    <a:pt x="0" y="890790"/>
                  </a:lnTo>
                  <a:lnTo>
                    <a:pt x="0" y="919365"/>
                  </a:lnTo>
                  <a:lnTo>
                    <a:pt x="9525" y="919365"/>
                  </a:lnTo>
                  <a:lnTo>
                    <a:pt x="9525" y="890790"/>
                  </a:lnTo>
                  <a:close/>
                </a:path>
                <a:path w="11430000" h="3248025">
                  <a:moveTo>
                    <a:pt x="9525" y="843140"/>
                  </a:moveTo>
                  <a:lnTo>
                    <a:pt x="0" y="843140"/>
                  </a:lnTo>
                  <a:lnTo>
                    <a:pt x="0" y="871715"/>
                  </a:lnTo>
                  <a:lnTo>
                    <a:pt x="9525" y="871715"/>
                  </a:lnTo>
                  <a:lnTo>
                    <a:pt x="9525" y="843140"/>
                  </a:lnTo>
                  <a:close/>
                </a:path>
                <a:path w="11430000" h="3248025">
                  <a:moveTo>
                    <a:pt x="9525" y="795477"/>
                  </a:moveTo>
                  <a:lnTo>
                    <a:pt x="0" y="795477"/>
                  </a:lnTo>
                  <a:lnTo>
                    <a:pt x="0" y="824052"/>
                  </a:lnTo>
                  <a:lnTo>
                    <a:pt x="9525" y="824052"/>
                  </a:lnTo>
                  <a:lnTo>
                    <a:pt x="9525" y="795477"/>
                  </a:lnTo>
                  <a:close/>
                </a:path>
                <a:path w="11430000" h="3248025">
                  <a:moveTo>
                    <a:pt x="9525" y="747826"/>
                  </a:moveTo>
                  <a:lnTo>
                    <a:pt x="0" y="747826"/>
                  </a:lnTo>
                  <a:lnTo>
                    <a:pt x="0" y="776401"/>
                  </a:lnTo>
                  <a:lnTo>
                    <a:pt x="9525" y="776401"/>
                  </a:lnTo>
                  <a:lnTo>
                    <a:pt x="9525" y="747826"/>
                  </a:lnTo>
                  <a:close/>
                </a:path>
                <a:path w="11430000" h="3248025">
                  <a:moveTo>
                    <a:pt x="9525" y="700176"/>
                  </a:moveTo>
                  <a:lnTo>
                    <a:pt x="0" y="700176"/>
                  </a:lnTo>
                  <a:lnTo>
                    <a:pt x="0" y="728751"/>
                  </a:lnTo>
                  <a:lnTo>
                    <a:pt x="9525" y="728751"/>
                  </a:lnTo>
                  <a:lnTo>
                    <a:pt x="9525" y="700176"/>
                  </a:lnTo>
                  <a:close/>
                </a:path>
                <a:path w="11430000" h="3248025">
                  <a:moveTo>
                    <a:pt x="9525" y="652513"/>
                  </a:moveTo>
                  <a:lnTo>
                    <a:pt x="0" y="652513"/>
                  </a:lnTo>
                  <a:lnTo>
                    <a:pt x="0" y="681088"/>
                  </a:lnTo>
                  <a:lnTo>
                    <a:pt x="9525" y="681088"/>
                  </a:lnTo>
                  <a:lnTo>
                    <a:pt x="9525" y="652513"/>
                  </a:lnTo>
                  <a:close/>
                </a:path>
                <a:path w="11430000" h="3248025">
                  <a:moveTo>
                    <a:pt x="9525" y="604862"/>
                  </a:moveTo>
                  <a:lnTo>
                    <a:pt x="0" y="604862"/>
                  </a:lnTo>
                  <a:lnTo>
                    <a:pt x="0" y="633437"/>
                  </a:lnTo>
                  <a:lnTo>
                    <a:pt x="9525" y="633437"/>
                  </a:lnTo>
                  <a:lnTo>
                    <a:pt x="9525" y="604862"/>
                  </a:lnTo>
                  <a:close/>
                </a:path>
                <a:path w="11430000" h="3248025">
                  <a:moveTo>
                    <a:pt x="9525" y="557199"/>
                  </a:moveTo>
                  <a:lnTo>
                    <a:pt x="0" y="557199"/>
                  </a:lnTo>
                  <a:lnTo>
                    <a:pt x="0" y="585774"/>
                  </a:lnTo>
                  <a:lnTo>
                    <a:pt x="9525" y="585774"/>
                  </a:lnTo>
                  <a:lnTo>
                    <a:pt x="9525" y="557199"/>
                  </a:lnTo>
                  <a:close/>
                </a:path>
                <a:path w="11430000" h="3248025">
                  <a:moveTo>
                    <a:pt x="9525" y="509549"/>
                  </a:moveTo>
                  <a:lnTo>
                    <a:pt x="0" y="509549"/>
                  </a:lnTo>
                  <a:lnTo>
                    <a:pt x="0" y="538124"/>
                  </a:lnTo>
                  <a:lnTo>
                    <a:pt x="9525" y="538124"/>
                  </a:lnTo>
                  <a:lnTo>
                    <a:pt x="9525" y="509549"/>
                  </a:lnTo>
                  <a:close/>
                </a:path>
                <a:path w="11430000" h="3248025">
                  <a:moveTo>
                    <a:pt x="9525" y="461886"/>
                  </a:moveTo>
                  <a:lnTo>
                    <a:pt x="0" y="461886"/>
                  </a:lnTo>
                  <a:lnTo>
                    <a:pt x="0" y="490461"/>
                  </a:lnTo>
                  <a:lnTo>
                    <a:pt x="9525" y="490461"/>
                  </a:lnTo>
                  <a:lnTo>
                    <a:pt x="9525" y="461886"/>
                  </a:lnTo>
                  <a:close/>
                </a:path>
                <a:path w="11430000" h="3248025">
                  <a:moveTo>
                    <a:pt x="9525" y="414235"/>
                  </a:moveTo>
                  <a:lnTo>
                    <a:pt x="0" y="414235"/>
                  </a:lnTo>
                  <a:lnTo>
                    <a:pt x="0" y="442810"/>
                  </a:lnTo>
                  <a:lnTo>
                    <a:pt x="9525" y="442810"/>
                  </a:lnTo>
                  <a:lnTo>
                    <a:pt x="9525" y="414235"/>
                  </a:lnTo>
                  <a:close/>
                </a:path>
                <a:path w="11430000" h="3248025">
                  <a:moveTo>
                    <a:pt x="9525" y="366585"/>
                  </a:moveTo>
                  <a:lnTo>
                    <a:pt x="0" y="366585"/>
                  </a:lnTo>
                  <a:lnTo>
                    <a:pt x="0" y="395160"/>
                  </a:lnTo>
                  <a:lnTo>
                    <a:pt x="9525" y="395160"/>
                  </a:lnTo>
                  <a:lnTo>
                    <a:pt x="9525" y="366585"/>
                  </a:lnTo>
                  <a:close/>
                </a:path>
                <a:path w="11430000" h="3248025">
                  <a:moveTo>
                    <a:pt x="9525" y="318922"/>
                  </a:moveTo>
                  <a:lnTo>
                    <a:pt x="0" y="318922"/>
                  </a:lnTo>
                  <a:lnTo>
                    <a:pt x="0" y="347497"/>
                  </a:lnTo>
                  <a:lnTo>
                    <a:pt x="9525" y="347497"/>
                  </a:lnTo>
                  <a:lnTo>
                    <a:pt x="9525" y="318922"/>
                  </a:lnTo>
                  <a:close/>
                </a:path>
                <a:path w="11430000" h="3248025">
                  <a:moveTo>
                    <a:pt x="9525" y="271272"/>
                  </a:moveTo>
                  <a:lnTo>
                    <a:pt x="0" y="271272"/>
                  </a:lnTo>
                  <a:lnTo>
                    <a:pt x="0" y="299847"/>
                  </a:lnTo>
                  <a:lnTo>
                    <a:pt x="9525" y="299847"/>
                  </a:lnTo>
                  <a:lnTo>
                    <a:pt x="9525" y="271272"/>
                  </a:lnTo>
                  <a:close/>
                </a:path>
                <a:path w="11430000" h="3248025">
                  <a:moveTo>
                    <a:pt x="9525" y="223608"/>
                  </a:moveTo>
                  <a:lnTo>
                    <a:pt x="0" y="223608"/>
                  </a:lnTo>
                  <a:lnTo>
                    <a:pt x="0" y="252183"/>
                  </a:lnTo>
                  <a:lnTo>
                    <a:pt x="9525" y="252183"/>
                  </a:lnTo>
                  <a:lnTo>
                    <a:pt x="9525" y="223608"/>
                  </a:lnTo>
                  <a:close/>
                </a:path>
                <a:path w="11430000" h="3248025">
                  <a:moveTo>
                    <a:pt x="9525" y="175958"/>
                  </a:moveTo>
                  <a:lnTo>
                    <a:pt x="0" y="175958"/>
                  </a:lnTo>
                  <a:lnTo>
                    <a:pt x="0" y="204533"/>
                  </a:lnTo>
                  <a:lnTo>
                    <a:pt x="9525" y="204533"/>
                  </a:lnTo>
                  <a:lnTo>
                    <a:pt x="9525" y="175958"/>
                  </a:lnTo>
                  <a:close/>
                </a:path>
                <a:path w="11430000" h="3248025">
                  <a:moveTo>
                    <a:pt x="9525" y="128295"/>
                  </a:moveTo>
                  <a:lnTo>
                    <a:pt x="0" y="128295"/>
                  </a:lnTo>
                  <a:lnTo>
                    <a:pt x="0" y="156870"/>
                  </a:lnTo>
                  <a:lnTo>
                    <a:pt x="9525" y="156870"/>
                  </a:lnTo>
                  <a:lnTo>
                    <a:pt x="9525" y="128295"/>
                  </a:lnTo>
                  <a:close/>
                </a:path>
                <a:path w="11430000" h="3248025">
                  <a:moveTo>
                    <a:pt x="9525" y="80645"/>
                  </a:moveTo>
                  <a:lnTo>
                    <a:pt x="0" y="80645"/>
                  </a:lnTo>
                  <a:lnTo>
                    <a:pt x="0" y="109220"/>
                  </a:lnTo>
                  <a:lnTo>
                    <a:pt x="9525" y="109220"/>
                  </a:lnTo>
                  <a:lnTo>
                    <a:pt x="9525" y="80645"/>
                  </a:lnTo>
                  <a:close/>
                </a:path>
                <a:path w="11430000" h="3248025">
                  <a:moveTo>
                    <a:pt x="16548" y="3201454"/>
                  </a:moveTo>
                  <a:lnTo>
                    <a:pt x="9791" y="3177235"/>
                  </a:lnTo>
                  <a:lnTo>
                    <a:pt x="304" y="3178010"/>
                  </a:lnTo>
                  <a:lnTo>
                    <a:pt x="8026" y="3205683"/>
                  </a:lnTo>
                  <a:lnTo>
                    <a:pt x="16548" y="3201454"/>
                  </a:lnTo>
                  <a:close/>
                </a:path>
                <a:path w="11430000" h="3248025">
                  <a:moveTo>
                    <a:pt x="20053" y="40322"/>
                  </a:moveTo>
                  <a:lnTo>
                    <a:pt x="12039" y="35204"/>
                  </a:lnTo>
                  <a:lnTo>
                    <a:pt x="9017" y="40246"/>
                  </a:lnTo>
                  <a:lnTo>
                    <a:pt x="5803" y="47040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1358" y="61976"/>
                  </a:lnTo>
                  <a:lnTo>
                    <a:pt x="10718" y="63754"/>
                  </a:lnTo>
                  <a:lnTo>
                    <a:pt x="10795" y="63195"/>
                  </a:lnTo>
                  <a:lnTo>
                    <a:pt x="12382" y="56883"/>
                  </a:lnTo>
                  <a:lnTo>
                    <a:pt x="14605" y="50685"/>
                  </a:lnTo>
                  <a:lnTo>
                    <a:pt x="17411" y="44742"/>
                  </a:lnTo>
                  <a:lnTo>
                    <a:pt x="20053" y="40322"/>
                  </a:lnTo>
                  <a:close/>
                </a:path>
                <a:path w="11430000" h="3248025">
                  <a:moveTo>
                    <a:pt x="45631" y="3231045"/>
                  </a:moveTo>
                  <a:lnTo>
                    <a:pt x="25844" y="3215436"/>
                  </a:lnTo>
                  <a:lnTo>
                    <a:pt x="18656" y="3221672"/>
                  </a:lnTo>
                  <a:lnTo>
                    <a:pt x="41262" y="3239503"/>
                  </a:lnTo>
                  <a:lnTo>
                    <a:pt x="45631" y="3231045"/>
                  </a:lnTo>
                  <a:close/>
                </a:path>
                <a:path w="11430000" h="3248025">
                  <a:moveTo>
                    <a:pt x="52120" y="14097"/>
                  </a:moveTo>
                  <a:lnTo>
                    <a:pt x="48679" y="5219"/>
                  </a:lnTo>
                  <a:lnTo>
                    <a:pt x="47040" y="5803"/>
                  </a:lnTo>
                  <a:lnTo>
                    <a:pt x="40246" y="9017"/>
                  </a:lnTo>
                  <a:lnTo>
                    <a:pt x="33858" y="12839"/>
                  </a:lnTo>
                  <a:lnTo>
                    <a:pt x="27889" y="17272"/>
                  </a:lnTo>
                  <a:lnTo>
                    <a:pt x="24472" y="20370"/>
                  </a:lnTo>
                  <a:lnTo>
                    <a:pt x="30937" y="27355"/>
                  </a:lnTo>
                  <a:lnTo>
                    <a:pt x="33934" y="24638"/>
                  </a:lnTo>
                  <a:lnTo>
                    <a:pt x="39154" y="20751"/>
                  </a:lnTo>
                  <a:lnTo>
                    <a:pt x="44742" y="17411"/>
                  </a:lnTo>
                  <a:lnTo>
                    <a:pt x="50685" y="14605"/>
                  </a:lnTo>
                  <a:lnTo>
                    <a:pt x="52120" y="14097"/>
                  </a:lnTo>
                  <a:close/>
                </a:path>
                <a:path w="11430000" h="3248025">
                  <a:moveTo>
                    <a:pt x="87630" y="3238500"/>
                  </a:moveTo>
                  <a:lnTo>
                    <a:pt x="76200" y="3238500"/>
                  </a:lnTo>
                  <a:lnTo>
                    <a:pt x="69634" y="3238182"/>
                  </a:lnTo>
                  <a:lnTo>
                    <a:pt x="63195" y="3237242"/>
                  </a:lnTo>
                  <a:lnTo>
                    <a:pt x="61582" y="3236836"/>
                  </a:lnTo>
                  <a:lnTo>
                    <a:pt x="59499" y="3246120"/>
                  </a:lnTo>
                  <a:lnTo>
                    <a:pt x="61341" y="3246577"/>
                  </a:lnTo>
                  <a:lnTo>
                    <a:pt x="68694" y="3247669"/>
                  </a:lnTo>
                  <a:lnTo>
                    <a:pt x="76200" y="3248025"/>
                  </a:lnTo>
                  <a:lnTo>
                    <a:pt x="87630" y="3248025"/>
                  </a:lnTo>
                  <a:lnTo>
                    <a:pt x="87630" y="3238500"/>
                  </a:lnTo>
                  <a:close/>
                </a:path>
                <a:path w="11430000" h="3248025">
                  <a:moveTo>
                    <a:pt x="104775" y="0"/>
                  </a:moveTo>
                  <a:lnTo>
                    <a:pt x="76200" y="0"/>
                  </a:lnTo>
                  <a:lnTo>
                    <a:pt x="68694" y="368"/>
                  </a:lnTo>
                  <a:lnTo>
                    <a:pt x="67576" y="533"/>
                  </a:lnTo>
                  <a:lnTo>
                    <a:pt x="68656" y="9994"/>
                  </a:lnTo>
                  <a:lnTo>
                    <a:pt x="69634" y="9842"/>
                  </a:lnTo>
                  <a:lnTo>
                    <a:pt x="76200" y="9525"/>
                  </a:lnTo>
                  <a:lnTo>
                    <a:pt x="104775" y="9525"/>
                  </a:lnTo>
                  <a:lnTo>
                    <a:pt x="104775" y="0"/>
                  </a:lnTo>
                  <a:close/>
                </a:path>
                <a:path w="11430000" h="3248025">
                  <a:moveTo>
                    <a:pt x="135280" y="3238500"/>
                  </a:moveTo>
                  <a:lnTo>
                    <a:pt x="106705" y="3238500"/>
                  </a:lnTo>
                  <a:lnTo>
                    <a:pt x="106705" y="3248025"/>
                  </a:lnTo>
                  <a:lnTo>
                    <a:pt x="135280" y="3248025"/>
                  </a:lnTo>
                  <a:lnTo>
                    <a:pt x="135280" y="3238500"/>
                  </a:lnTo>
                  <a:close/>
                </a:path>
                <a:path w="11430000" h="3248025">
                  <a:moveTo>
                    <a:pt x="152438" y="0"/>
                  </a:moveTo>
                  <a:lnTo>
                    <a:pt x="123863" y="0"/>
                  </a:lnTo>
                  <a:lnTo>
                    <a:pt x="123863" y="9525"/>
                  </a:lnTo>
                  <a:lnTo>
                    <a:pt x="152438" y="9525"/>
                  </a:lnTo>
                  <a:lnTo>
                    <a:pt x="152438" y="0"/>
                  </a:lnTo>
                  <a:close/>
                </a:path>
                <a:path w="11430000" h="3248025">
                  <a:moveTo>
                    <a:pt x="182943" y="3238500"/>
                  </a:moveTo>
                  <a:lnTo>
                    <a:pt x="154368" y="3238500"/>
                  </a:lnTo>
                  <a:lnTo>
                    <a:pt x="154368" y="3248025"/>
                  </a:lnTo>
                  <a:lnTo>
                    <a:pt x="182943" y="3248025"/>
                  </a:lnTo>
                  <a:lnTo>
                    <a:pt x="182943" y="3238500"/>
                  </a:lnTo>
                  <a:close/>
                </a:path>
                <a:path w="11430000" h="3248025">
                  <a:moveTo>
                    <a:pt x="200088" y="0"/>
                  </a:moveTo>
                  <a:lnTo>
                    <a:pt x="171513" y="0"/>
                  </a:lnTo>
                  <a:lnTo>
                    <a:pt x="171513" y="9525"/>
                  </a:lnTo>
                  <a:lnTo>
                    <a:pt x="200088" y="9525"/>
                  </a:lnTo>
                  <a:lnTo>
                    <a:pt x="200088" y="0"/>
                  </a:lnTo>
                  <a:close/>
                </a:path>
                <a:path w="11430000" h="3248025">
                  <a:moveTo>
                    <a:pt x="230593" y="3238500"/>
                  </a:moveTo>
                  <a:lnTo>
                    <a:pt x="202018" y="3238500"/>
                  </a:lnTo>
                  <a:lnTo>
                    <a:pt x="202018" y="3248025"/>
                  </a:lnTo>
                  <a:lnTo>
                    <a:pt x="230593" y="3248025"/>
                  </a:lnTo>
                  <a:lnTo>
                    <a:pt x="230593" y="3238500"/>
                  </a:lnTo>
                  <a:close/>
                </a:path>
                <a:path w="11430000" h="3248025">
                  <a:moveTo>
                    <a:pt x="247751" y="0"/>
                  </a:moveTo>
                  <a:lnTo>
                    <a:pt x="219176" y="0"/>
                  </a:lnTo>
                  <a:lnTo>
                    <a:pt x="219176" y="9525"/>
                  </a:lnTo>
                  <a:lnTo>
                    <a:pt x="247751" y="9525"/>
                  </a:lnTo>
                  <a:lnTo>
                    <a:pt x="247751" y="0"/>
                  </a:lnTo>
                  <a:close/>
                </a:path>
                <a:path w="11430000" h="3248025">
                  <a:moveTo>
                    <a:pt x="278257" y="3238500"/>
                  </a:moveTo>
                  <a:lnTo>
                    <a:pt x="249682" y="3238500"/>
                  </a:lnTo>
                  <a:lnTo>
                    <a:pt x="249682" y="3248025"/>
                  </a:lnTo>
                  <a:lnTo>
                    <a:pt x="278257" y="3248025"/>
                  </a:lnTo>
                  <a:lnTo>
                    <a:pt x="278257" y="3238500"/>
                  </a:lnTo>
                  <a:close/>
                </a:path>
                <a:path w="11430000" h="3248025">
                  <a:moveTo>
                    <a:pt x="295402" y="0"/>
                  </a:moveTo>
                  <a:lnTo>
                    <a:pt x="266827" y="0"/>
                  </a:lnTo>
                  <a:lnTo>
                    <a:pt x="266827" y="9525"/>
                  </a:lnTo>
                  <a:lnTo>
                    <a:pt x="295402" y="9525"/>
                  </a:lnTo>
                  <a:lnTo>
                    <a:pt x="295402" y="0"/>
                  </a:lnTo>
                  <a:close/>
                </a:path>
                <a:path w="11430000" h="3248025">
                  <a:moveTo>
                    <a:pt x="325907" y="3238500"/>
                  </a:moveTo>
                  <a:lnTo>
                    <a:pt x="297332" y="3238500"/>
                  </a:lnTo>
                  <a:lnTo>
                    <a:pt x="297332" y="3248025"/>
                  </a:lnTo>
                  <a:lnTo>
                    <a:pt x="325907" y="3248025"/>
                  </a:lnTo>
                  <a:lnTo>
                    <a:pt x="325907" y="3238500"/>
                  </a:lnTo>
                  <a:close/>
                </a:path>
                <a:path w="11430000" h="3248025">
                  <a:moveTo>
                    <a:pt x="343065" y="0"/>
                  </a:moveTo>
                  <a:lnTo>
                    <a:pt x="314490" y="0"/>
                  </a:lnTo>
                  <a:lnTo>
                    <a:pt x="314490" y="9525"/>
                  </a:lnTo>
                  <a:lnTo>
                    <a:pt x="343065" y="9525"/>
                  </a:lnTo>
                  <a:lnTo>
                    <a:pt x="343065" y="0"/>
                  </a:lnTo>
                  <a:close/>
                </a:path>
                <a:path w="11430000" h="3248025">
                  <a:moveTo>
                    <a:pt x="373557" y="3238500"/>
                  </a:moveTo>
                  <a:lnTo>
                    <a:pt x="344982" y="3238500"/>
                  </a:lnTo>
                  <a:lnTo>
                    <a:pt x="344982" y="3248025"/>
                  </a:lnTo>
                  <a:lnTo>
                    <a:pt x="373557" y="3248025"/>
                  </a:lnTo>
                  <a:lnTo>
                    <a:pt x="373557" y="3238500"/>
                  </a:lnTo>
                  <a:close/>
                </a:path>
                <a:path w="11430000" h="3248025">
                  <a:moveTo>
                    <a:pt x="390715" y="0"/>
                  </a:moveTo>
                  <a:lnTo>
                    <a:pt x="362140" y="0"/>
                  </a:lnTo>
                  <a:lnTo>
                    <a:pt x="362140" y="9525"/>
                  </a:lnTo>
                  <a:lnTo>
                    <a:pt x="390715" y="9525"/>
                  </a:lnTo>
                  <a:lnTo>
                    <a:pt x="390715" y="0"/>
                  </a:lnTo>
                  <a:close/>
                </a:path>
                <a:path w="11430000" h="3248025">
                  <a:moveTo>
                    <a:pt x="421220" y="3238500"/>
                  </a:moveTo>
                  <a:lnTo>
                    <a:pt x="392645" y="3238500"/>
                  </a:lnTo>
                  <a:lnTo>
                    <a:pt x="392645" y="3248025"/>
                  </a:lnTo>
                  <a:lnTo>
                    <a:pt x="421220" y="3248025"/>
                  </a:lnTo>
                  <a:lnTo>
                    <a:pt x="421220" y="3238500"/>
                  </a:lnTo>
                  <a:close/>
                </a:path>
                <a:path w="11430000" h="3248025">
                  <a:moveTo>
                    <a:pt x="438378" y="0"/>
                  </a:moveTo>
                  <a:lnTo>
                    <a:pt x="409803" y="0"/>
                  </a:lnTo>
                  <a:lnTo>
                    <a:pt x="409803" y="9525"/>
                  </a:lnTo>
                  <a:lnTo>
                    <a:pt x="438378" y="9525"/>
                  </a:lnTo>
                  <a:lnTo>
                    <a:pt x="438378" y="0"/>
                  </a:lnTo>
                  <a:close/>
                </a:path>
                <a:path w="11430000" h="3248025">
                  <a:moveTo>
                    <a:pt x="468871" y="3238500"/>
                  </a:moveTo>
                  <a:lnTo>
                    <a:pt x="440296" y="3238500"/>
                  </a:lnTo>
                  <a:lnTo>
                    <a:pt x="440296" y="3248025"/>
                  </a:lnTo>
                  <a:lnTo>
                    <a:pt x="468871" y="3248025"/>
                  </a:lnTo>
                  <a:lnTo>
                    <a:pt x="468871" y="3238500"/>
                  </a:lnTo>
                  <a:close/>
                </a:path>
                <a:path w="11430000" h="3248025">
                  <a:moveTo>
                    <a:pt x="486029" y="0"/>
                  </a:moveTo>
                  <a:lnTo>
                    <a:pt x="457454" y="0"/>
                  </a:lnTo>
                  <a:lnTo>
                    <a:pt x="457454" y="9525"/>
                  </a:lnTo>
                  <a:lnTo>
                    <a:pt x="486029" y="9525"/>
                  </a:lnTo>
                  <a:lnTo>
                    <a:pt x="486029" y="0"/>
                  </a:lnTo>
                  <a:close/>
                </a:path>
                <a:path w="11430000" h="3248025">
                  <a:moveTo>
                    <a:pt x="516534" y="3238500"/>
                  </a:moveTo>
                  <a:lnTo>
                    <a:pt x="487959" y="3238500"/>
                  </a:lnTo>
                  <a:lnTo>
                    <a:pt x="487959" y="3248025"/>
                  </a:lnTo>
                  <a:lnTo>
                    <a:pt x="516534" y="3248025"/>
                  </a:lnTo>
                  <a:lnTo>
                    <a:pt x="516534" y="3238500"/>
                  </a:lnTo>
                  <a:close/>
                </a:path>
                <a:path w="11430000" h="3248025">
                  <a:moveTo>
                    <a:pt x="533692" y="0"/>
                  </a:moveTo>
                  <a:lnTo>
                    <a:pt x="505117" y="0"/>
                  </a:lnTo>
                  <a:lnTo>
                    <a:pt x="505117" y="9525"/>
                  </a:lnTo>
                  <a:lnTo>
                    <a:pt x="533692" y="9525"/>
                  </a:lnTo>
                  <a:lnTo>
                    <a:pt x="533692" y="0"/>
                  </a:lnTo>
                  <a:close/>
                </a:path>
                <a:path w="11430000" h="3248025">
                  <a:moveTo>
                    <a:pt x="564184" y="3238500"/>
                  </a:moveTo>
                  <a:lnTo>
                    <a:pt x="535609" y="3238500"/>
                  </a:lnTo>
                  <a:lnTo>
                    <a:pt x="535609" y="3248025"/>
                  </a:lnTo>
                  <a:lnTo>
                    <a:pt x="564184" y="3248025"/>
                  </a:lnTo>
                  <a:lnTo>
                    <a:pt x="564184" y="3238500"/>
                  </a:lnTo>
                  <a:close/>
                </a:path>
                <a:path w="11430000" h="3248025">
                  <a:moveTo>
                    <a:pt x="581342" y="0"/>
                  </a:moveTo>
                  <a:lnTo>
                    <a:pt x="552767" y="0"/>
                  </a:lnTo>
                  <a:lnTo>
                    <a:pt x="552767" y="9525"/>
                  </a:lnTo>
                  <a:lnTo>
                    <a:pt x="581342" y="9525"/>
                  </a:lnTo>
                  <a:lnTo>
                    <a:pt x="581342" y="0"/>
                  </a:lnTo>
                  <a:close/>
                </a:path>
                <a:path w="11430000" h="3248025">
                  <a:moveTo>
                    <a:pt x="611847" y="3238500"/>
                  </a:moveTo>
                  <a:lnTo>
                    <a:pt x="583272" y="3238500"/>
                  </a:lnTo>
                  <a:lnTo>
                    <a:pt x="583272" y="3248025"/>
                  </a:lnTo>
                  <a:lnTo>
                    <a:pt x="611847" y="3248025"/>
                  </a:lnTo>
                  <a:lnTo>
                    <a:pt x="611847" y="3238500"/>
                  </a:lnTo>
                  <a:close/>
                </a:path>
                <a:path w="11430000" h="3248025">
                  <a:moveTo>
                    <a:pt x="628992" y="0"/>
                  </a:moveTo>
                  <a:lnTo>
                    <a:pt x="600417" y="0"/>
                  </a:lnTo>
                  <a:lnTo>
                    <a:pt x="600417" y="9525"/>
                  </a:lnTo>
                  <a:lnTo>
                    <a:pt x="628992" y="9525"/>
                  </a:lnTo>
                  <a:lnTo>
                    <a:pt x="628992" y="0"/>
                  </a:lnTo>
                  <a:close/>
                </a:path>
                <a:path w="11430000" h="3248025">
                  <a:moveTo>
                    <a:pt x="659498" y="3238500"/>
                  </a:moveTo>
                  <a:lnTo>
                    <a:pt x="630923" y="3238500"/>
                  </a:lnTo>
                  <a:lnTo>
                    <a:pt x="630923" y="3248025"/>
                  </a:lnTo>
                  <a:lnTo>
                    <a:pt x="659498" y="3248025"/>
                  </a:lnTo>
                  <a:lnTo>
                    <a:pt x="659498" y="3238500"/>
                  </a:lnTo>
                  <a:close/>
                </a:path>
                <a:path w="11430000" h="3248025">
                  <a:moveTo>
                    <a:pt x="676656" y="0"/>
                  </a:moveTo>
                  <a:lnTo>
                    <a:pt x="648081" y="0"/>
                  </a:lnTo>
                  <a:lnTo>
                    <a:pt x="648081" y="9525"/>
                  </a:lnTo>
                  <a:lnTo>
                    <a:pt x="676656" y="9525"/>
                  </a:lnTo>
                  <a:lnTo>
                    <a:pt x="676656" y="0"/>
                  </a:lnTo>
                  <a:close/>
                </a:path>
                <a:path w="11430000" h="3248025">
                  <a:moveTo>
                    <a:pt x="707161" y="3238500"/>
                  </a:moveTo>
                  <a:lnTo>
                    <a:pt x="678586" y="3238500"/>
                  </a:lnTo>
                  <a:lnTo>
                    <a:pt x="678586" y="3248025"/>
                  </a:lnTo>
                  <a:lnTo>
                    <a:pt x="707161" y="3248025"/>
                  </a:lnTo>
                  <a:lnTo>
                    <a:pt x="707161" y="3238500"/>
                  </a:lnTo>
                  <a:close/>
                </a:path>
                <a:path w="11430000" h="3248025">
                  <a:moveTo>
                    <a:pt x="724306" y="0"/>
                  </a:moveTo>
                  <a:lnTo>
                    <a:pt x="695731" y="0"/>
                  </a:lnTo>
                  <a:lnTo>
                    <a:pt x="695731" y="9525"/>
                  </a:lnTo>
                  <a:lnTo>
                    <a:pt x="724306" y="9525"/>
                  </a:lnTo>
                  <a:lnTo>
                    <a:pt x="724306" y="0"/>
                  </a:lnTo>
                  <a:close/>
                </a:path>
                <a:path w="11430000" h="3248025">
                  <a:moveTo>
                    <a:pt x="754811" y="3238500"/>
                  </a:moveTo>
                  <a:lnTo>
                    <a:pt x="726236" y="3238500"/>
                  </a:lnTo>
                  <a:lnTo>
                    <a:pt x="726236" y="3248025"/>
                  </a:lnTo>
                  <a:lnTo>
                    <a:pt x="754811" y="3248025"/>
                  </a:lnTo>
                  <a:lnTo>
                    <a:pt x="754811" y="3238500"/>
                  </a:lnTo>
                  <a:close/>
                </a:path>
                <a:path w="11430000" h="3248025">
                  <a:moveTo>
                    <a:pt x="771969" y="0"/>
                  </a:moveTo>
                  <a:lnTo>
                    <a:pt x="743394" y="0"/>
                  </a:lnTo>
                  <a:lnTo>
                    <a:pt x="743394" y="9525"/>
                  </a:lnTo>
                  <a:lnTo>
                    <a:pt x="771969" y="9525"/>
                  </a:lnTo>
                  <a:lnTo>
                    <a:pt x="771969" y="0"/>
                  </a:lnTo>
                  <a:close/>
                </a:path>
                <a:path w="11430000" h="3248025">
                  <a:moveTo>
                    <a:pt x="802474" y="3238500"/>
                  </a:moveTo>
                  <a:lnTo>
                    <a:pt x="773899" y="3238500"/>
                  </a:lnTo>
                  <a:lnTo>
                    <a:pt x="773899" y="3248025"/>
                  </a:lnTo>
                  <a:lnTo>
                    <a:pt x="802474" y="3248025"/>
                  </a:lnTo>
                  <a:lnTo>
                    <a:pt x="802474" y="3238500"/>
                  </a:lnTo>
                  <a:close/>
                </a:path>
                <a:path w="11430000" h="3248025">
                  <a:moveTo>
                    <a:pt x="819619" y="0"/>
                  </a:moveTo>
                  <a:lnTo>
                    <a:pt x="791044" y="0"/>
                  </a:lnTo>
                  <a:lnTo>
                    <a:pt x="791044" y="9525"/>
                  </a:lnTo>
                  <a:lnTo>
                    <a:pt x="819619" y="9525"/>
                  </a:lnTo>
                  <a:lnTo>
                    <a:pt x="819619" y="0"/>
                  </a:lnTo>
                  <a:close/>
                </a:path>
                <a:path w="11430000" h="3248025">
                  <a:moveTo>
                    <a:pt x="850125" y="3238500"/>
                  </a:moveTo>
                  <a:lnTo>
                    <a:pt x="821550" y="3238500"/>
                  </a:lnTo>
                  <a:lnTo>
                    <a:pt x="821550" y="3248025"/>
                  </a:lnTo>
                  <a:lnTo>
                    <a:pt x="850125" y="3248025"/>
                  </a:lnTo>
                  <a:lnTo>
                    <a:pt x="850125" y="3238500"/>
                  </a:lnTo>
                  <a:close/>
                </a:path>
                <a:path w="11430000" h="3248025">
                  <a:moveTo>
                    <a:pt x="867283" y="0"/>
                  </a:moveTo>
                  <a:lnTo>
                    <a:pt x="838708" y="0"/>
                  </a:lnTo>
                  <a:lnTo>
                    <a:pt x="838708" y="9525"/>
                  </a:lnTo>
                  <a:lnTo>
                    <a:pt x="867283" y="9525"/>
                  </a:lnTo>
                  <a:lnTo>
                    <a:pt x="867283" y="0"/>
                  </a:lnTo>
                  <a:close/>
                </a:path>
                <a:path w="11430000" h="3248025">
                  <a:moveTo>
                    <a:pt x="897775" y="3238500"/>
                  </a:moveTo>
                  <a:lnTo>
                    <a:pt x="869200" y="3238500"/>
                  </a:lnTo>
                  <a:lnTo>
                    <a:pt x="869200" y="3248025"/>
                  </a:lnTo>
                  <a:lnTo>
                    <a:pt x="897775" y="3248025"/>
                  </a:lnTo>
                  <a:lnTo>
                    <a:pt x="897775" y="3238500"/>
                  </a:lnTo>
                  <a:close/>
                </a:path>
                <a:path w="11430000" h="3248025">
                  <a:moveTo>
                    <a:pt x="914933" y="0"/>
                  </a:moveTo>
                  <a:lnTo>
                    <a:pt x="886358" y="0"/>
                  </a:lnTo>
                  <a:lnTo>
                    <a:pt x="886358" y="9525"/>
                  </a:lnTo>
                  <a:lnTo>
                    <a:pt x="914933" y="9525"/>
                  </a:lnTo>
                  <a:lnTo>
                    <a:pt x="914933" y="0"/>
                  </a:lnTo>
                  <a:close/>
                </a:path>
                <a:path w="11430000" h="3248025">
                  <a:moveTo>
                    <a:pt x="945438" y="3238500"/>
                  </a:moveTo>
                  <a:lnTo>
                    <a:pt x="916863" y="3238500"/>
                  </a:lnTo>
                  <a:lnTo>
                    <a:pt x="916863" y="3248025"/>
                  </a:lnTo>
                  <a:lnTo>
                    <a:pt x="945438" y="3248025"/>
                  </a:lnTo>
                  <a:lnTo>
                    <a:pt x="945438" y="3238500"/>
                  </a:lnTo>
                  <a:close/>
                </a:path>
                <a:path w="11430000" h="3248025">
                  <a:moveTo>
                    <a:pt x="962596" y="0"/>
                  </a:moveTo>
                  <a:lnTo>
                    <a:pt x="934021" y="0"/>
                  </a:lnTo>
                  <a:lnTo>
                    <a:pt x="934021" y="9525"/>
                  </a:lnTo>
                  <a:lnTo>
                    <a:pt x="962596" y="9525"/>
                  </a:lnTo>
                  <a:lnTo>
                    <a:pt x="962596" y="0"/>
                  </a:lnTo>
                  <a:close/>
                </a:path>
                <a:path w="11430000" h="3248025">
                  <a:moveTo>
                    <a:pt x="993089" y="3238500"/>
                  </a:moveTo>
                  <a:lnTo>
                    <a:pt x="964514" y="3238500"/>
                  </a:lnTo>
                  <a:lnTo>
                    <a:pt x="964514" y="3248025"/>
                  </a:lnTo>
                  <a:lnTo>
                    <a:pt x="993089" y="3248025"/>
                  </a:lnTo>
                  <a:lnTo>
                    <a:pt x="993089" y="3238500"/>
                  </a:lnTo>
                  <a:close/>
                </a:path>
                <a:path w="11430000" h="3248025">
                  <a:moveTo>
                    <a:pt x="1010246" y="0"/>
                  </a:moveTo>
                  <a:lnTo>
                    <a:pt x="981671" y="0"/>
                  </a:lnTo>
                  <a:lnTo>
                    <a:pt x="981671" y="9525"/>
                  </a:lnTo>
                  <a:lnTo>
                    <a:pt x="1010246" y="9525"/>
                  </a:lnTo>
                  <a:lnTo>
                    <a:pt x="1010246" y="0"/>
                  </a:lnTo>
                  <a:close/>
                </a:path>
                <a:path w="11430000" h="3248025">
                  <a:moveTo>
                    <a:pt x="1040752" y="3238500"/>
                  </a:moveTo>
                  <a:lnTo>
                    <a:pt x="1012177" y="3238500"/>
                  </a:lnTo>
                  <a:lnTo>
                    <a:pt x="1012177" y="3248025"/>
                  </a:lnTo>
                  <a:lnTo>
                    <a:pt x="1040752" y="3248025"/>
                  </a:lnTo>
                  <a:lnTo>
                    <a:pt x="1040752" y="3238500"/>
                  </a:lnTo>
                  <a:close/>
                </a:path>
                <a:path w="11430000" h="3248025">
                  <a:moveTo>
                    <a:pt x="1057897" y="0"/>
                  </a:moveTo>
                  <a:lnTo>
                    <a:pt x="1029322" y="0"/>
                  </a:lnTo>
                  <a:lnTo>
                    <a:pt x="1029322" y="9525"/>
                  </a:lnTo>
                  <a:lnTo>
                    <a:pt x="1057897" y="9525"/>
                  </a:lnTo>
                  <a:lnTo>
                    <a:pt x="1057897" y="0"/>
                  </a:lnTo>
                  <a:close/>
                </a:path>
                <a:path w="11430000" h="3248025">
                  <a:moveTo>
                    <a:pt x="1088402" y="3238500"/>
                  </a:moveTo>
                  <a:lnTo>
                    <a:pt x="1059827" y="3238500"/>
                  </a:lnTo>
                  <a:lnTo>
                    <a:pt x="1059827" y="3248025"/>
                  </a:lnTo>
                  <a:lnTo>
                    <a:pt x="1088402" y="3248025"/>
                  </a:lnTo>
                  <a:lnTo>
                    <a:pt x="1088402" y="3238500"/>
                  </a:lnTo>
                  <a:close/>
                </a:path>
                <a:path w="11430000" h="3248025">
                  <a:moveTo>
                    <a:pt x="1105560" y="0"/>
                  </a:moveTo>
                  <a:lnTo>
                    <a:pt x="1076985" y="0"/>
                  </a:lnTo>
                  <a:lnTo>
                    <a:pt x="1076985" y="9525"/>
                  </a:lnTo>
                  <a:lnTo>
                    <a:pt x="1105560" y="9525"/>
                  </a:lnTo>
                  <a:lnTo>
                    <a:pt x="1105560" y="0"/>
                  </a:lnTo>
                  <a:close/>
                </a:path>
                <a:path w="11430000" h="3248025">
                  <a:moveTo>
                    <a:pt x="1136065" y="3238500"/>
                  </a:moveTo>
                  <a:lnTo>
                    <a:pt x="1107490" y="3238500"/>
                  </a:lnTo>
                  <a:lnTo>
                    <a:pt x="1107490" y="3248025"/>
                  </a:lnTo>
                  <a:lnTo>
                    <a:pt x="1136065" y="3248025"/>
                  </a:lnTo>
                  <a:lnTo>
                    <a:pt x="1136065" y="3238500"/>
                  </a:lnTo>
                  <a:close/>
                </a:path>
                <a:path w="11430000" h="3248025">
                  <a:moveTo>
                    <a:pt x="1153210" y="0"/>
                  </a:moveTo>
                  <a:lnTo>
                    <a:pt x="1124635" y="0"/>
                  </a:lnTo>
                  <a:lnTo>
                    <a:pt x="1124635" y="9525"/>
                  </a:lnTo>
                  <a:lnTo>
                    <a:pt x="1153210" y="9525"/>
                  </a:lnTo>
                  <a:lnTo>
                    <a:pt x="1153210" y="0"/>
                  </a:lnTo>
                  <a:close/>
                </a:path>
                <a:path w="11430000" h="3248025">
                  <a:moveTo>
                    <a:pt x="1183716" y="3238500"/>
                  </a:moveTo>
                  <a:lnTo>
                    <a:pt x="1155141" y="3238500"/>
                  </a:lnTo>
                  <a:lnTo>
                    <a:pt x="1155141" y="3248025"/>
                  </a:lnTo>
                  <a:lnTo>
                    <a:pt x="1183716" y="3248025"/>
                  </a:lnTo>
                  <a:lnTo>
                    <a:pt x="1183716" y="3238500"/>
                  </a:lnTo>
                  <a:close/>
                </a:path>
                <a:path w="11430000" h="3248025">
                  <a:moveTo>
                    <a:pt x="1200873" y="0"/>
                  </a:moveTo>
                  <a:lnTo>
                    <a:pt x="1172298" y="0"/>
                  </a:lnTo>
                  <a:lnTo>
                    <a:pt x="1172298" y="9525"/>
                  </a:lnTo>
                  <a:lnTo>
                    <a:pt x="1200873" y="9525"/>
                  </a:lnTo>
                  <a:lnTo>
                    <a:pt x="1200873" y="0"/>
                  </a:lnTo>
                  <a:close/>
                </a:path>
                <a:path w="11430000" h="3248025">
                  <a:moveTo>
                    <a:pt x="1231366" y="3238500"/>
                  </a:moveTo>
                  <a:lnTo>
                    <a:pt x="1202804" y="3238500"/>
                  </a:lnTo>
                  <a:lnTo>
                    <a:pt x="1202804" y="3248025"/>
                  </a:lnTo>
                  <a:lnTo>
                    <a:pt x="1231366" y="3248025"/>
                  </a:lnTo>
                  <a:lnTo>
                    <a:pt x="1231366" y="3238500"/>
                  </a:lnTo>
                  <a:close/>
                </a:path>
                <a:path w="11430000" h="3248025">
                  <a:moveTo>
                    <a:pt x="1248524" y="0"/>
                  </a:moveTo>
                  <a:lnTo>
                    <a:pt x="1219949" y="0"/>
                  </a:lnTo>
                  <a:lnTo>
                    <a:pt x="1219949" y="9525"/>
                  </a:lnTo>
                  <a:lnTo>
                    <a:pt x="1248524" y="9525"/>
                  </a:lnTo>
                  <a:lnTo>
                    <a:pt x="1248524" y="0"/>
                  </a:lnTo>
                  <a:close/>
                </a:path>
                <a:path w="11430000" h="3248025">
                  <a:moveTo>
                    <a:pt x="1279029" y="3238500"/>
                  </a:moveTo>
                  <a:lnTo>
                    <a:pt x="1250454" y="3238500"/>
                  </a:lnTo>
                  <a:lnTo>
                    <a:pt x="1250454" y="3248025"/>
                  </a:lnTo>
                  <a:lnTo>
                    <a:pt x="1279029" y="3248025"/>
                  </a:lnTo>
                  <a:lnTo>
                    <a:pt x="1279029" y="3238500"/>
                  </a:lnTo>
                  <a:close/>
                </a:path>
                <a:path w="11430000" h="3248025">
                  <a:moveTo>
                    <a:pt x="1296187" y="0"/>
                  </a:moveTo>
                  <a:lnTo>
                    <a:pt x="1267612" y="0"/>
                  </a:lnTo>
                  <a:lnTo>
                    <a:pt x="1267612" y="9525"/>
                  </a:lnTo>
                  <a:lnTo>
                    <a:pt x="1296187" y="9525"/>
                  </a:lnTo>
                  <a:lnTo>
                    <a:pt x="1296187" y="0"/>
                  </a:lnTo>
                  <a:close/>
                </a:path>
                <a:path w="11430000" h="3248025">
                  <a:moveTo>
                    <a:pt x="1326680" y="3238500"/>
                  </a:moveTo>
                  <a:lnTo>
                    <a:pt x="1298105" y="3238500"/>
                  </a:lnTo>
                  <a:lnTo>
                    <a:pt x="1298105" y="3248025"/>
                  </a:lnTo>
                  <a:lnTo>
                    <a:pt x="1326680" y="3248025"/>
                  </a:lnTo>
                  <a:lnTo>
                    <a:pt x="1326680" y="3238500"/>
                  </a:lnTo>
                  <a:close/>
                </a:path>
                <a:path w="11430000" h="3248025">
                  <a:moveTo>
                    <a:pt x="1343837" y="0"/>
                  </a:moveTo>
                  <a:lnTo>
                    <a:pt x="1315262" y="0"/>
                  </a:lnTo>
                  <a:lnTo>
                    <a:pt x="1315262" y="9525"/>
                  </a:lnTo>
                  <a:lnTo>
                    <a:pt x="1343837" y="9525"/>
                  </a:lnTo>
                  <a:lnTo>
                    <a:pt x="1343837" y="0"/>
                  </a:lnTo>
                  <a:close/>
                </a:path>
                <a:path w="11430000" h="3248025">
                  <a:moveTo>
                    <a:pt x="1374343" y="3238500"/>
                  </a:moveTo>
                  <a:lnTo>
                    <a:pt x="1345768" y="3238500"/>
                  </a:lnTo>
                  <a:lnTo>
                    <a:pt x="1345768" y="3248025"/>
                  </a:lnTo>
                  <a:lnTo>
                    <a:pt x="1374343" y="3248025"/>
                  </a:lnTo>
                  <a:lnTo>
                    <a:pt x="1374343" y="3238500"/>
                  </a:lnTo>
                  <a:close/>
                </a:path>
                <a:path w="11430000" h="3248025">
                  <a:moveTo>
                    <a:pt x="1391500" y="0"/>
                  </a:moveTo>
                  <a:lnTo>
                    <a:pt x="1362925" y="0"/>
                  </a:lnTo>
                  <a:lnTo>
                    <a:pt x="1362925" y="9525"/>
                  </a:lnTo>
                  <a:lnTo>
                    <a:pt x="1391500" y="9525"/>
                  </a:lnTo>
                  <a:lnTo>
                    <a:pt x="1391500" y="0"/>
                  </a:lnTo>
                  <a:close/>
                </a:path>
                <a:path w="11430000" h="3248025">
                  <a:moveTo>
                    <a:pt x="1421993" y="3238500"/>
                  </a:moveTo>
                  <a:lnTo>
                    <a:pt x="1393418" y="3238500"/>
                  </a:lnTo>
                  <a:lnTo>
                    <a:pt x="1393418" y="3248025"/>
                  </a:lnTo>
                  <a:lnTo>
                    <a:pt x="1421993" y="3248025"/>
                  </a:lnTo>
                  <a:lnTo>
                    <a:pt x="1421993" y="3238500"/>
                  </a:lnTo>
                  <a:close/>
                </a:path>
                <a:path w="11430000" h="3248025">
                  <a:moveTo>
                    <a:pt x="1439151" y="0"/>
                  </a:moveTo>
                  <a:lnTo>
                    <a:pt x="1410576" y="0"/>
                  </a:lnTo>
                  <a:lnTo>
                    <a:pt x="1410576" y="9525"/>
                  </a:lnTo>
                  <a:lnTo>
                    <a:pt x="1439151" y="9525"/>
                  </a:lnTo>
                  <a:lnTo>
                    <a:pt x="1439151" y="0"/>
                  </a:lnTo>
                  <a:close/>
                </a:path>
                <a:path w="11430000" h="3248025">
                  <a:moveTo>
                    <a:pt x="1469656" y="3238500"/>
                  </a:moveTo>
                  <a:lnTo>
                    <a:pt x="1441081" y="3238500"/>
                  </a:lnTo>
                  <a:lnTo>
                    <a:pt x="1441081" y="3248025"/>
                  </a:lnTo>
                  <a:lnTo>
                    <a:pt x="1469656" y="3248025"/>
                  </a:lnTo>
                  <a:lnTo>
                    <a:pt x="1469656" y="3238500"/>
                  </a:lnTo>
                  <a:close/>
                </a:path>
                <a:path w="11430000" h="3248025">
                  <a:moveTo>
                    <a:pt x="1486801" y="0"/>
                  </a:moveTo>
                  <a:lnTo>
                    <a:pt x="1458226" y="0"/>
                  </a:lnTo>
                  <a:lnTo>
                    <a:pt x="1458226" y="9525"/>
                  </a:lnTo>
                  <a:lnTo>
                    <a:pt x="1486801" y="9525"/>
                  </a:lnTo>
                  <a:lnTo>
                    <a:pt x="1486801" y="0"/>
                  </a:lnTo>
                  <a:close/>
                </a:path>
                <a:path w="11430000" h="3248025">
                  <a:moveTo>
                    <a:pt x="1517307" y="3238500"/>
                  </a:moveTo>
                  <a:lnTo>
                    <a:pt x="1488732" y="3238500"/>
                  </a:lnTo>
                  <a:lnTo>
                    <a:pt x="1488732" y="3248025"/>
                  </a:lnTo>
                  <a:lnTo>
                    <a:pt x="1517307" y="3248025"/>
                  </a:lnTo>
                  <a:lnTo>
                    <a:pt x="1517307" y="3238500"/>
                  </a:lnTo>
                  <a:close/>
                </a:path>
                <a:path w="11430000" h="3248025">
                  <a:moveTo>
                    <a:pt x="1534464" y="0"/>
                  </a:moveTo>
                  <a:lnTo>
                    <a:pt x="1505889" y="0"/>
                  </a:lnTo>
                  <a:lnTo>
                    <a:pt x="1505889" y="9525"/>
                  </a:lnTo>
                  <a:lnTo>
                    <a:pt x="1534464" y="9525"/>
                  </a:lnTo>
                  <a:lnTo>
                    <a:pt x="1534464" y="0"/>
                  </a:lnTo>
                  <a:close/>
                </a:path>
                <a:path w="11430000" h="3248025">
                  <a:moveTo>
                    <a:pt x="1564970" y="3238500"/>
                  </a:moveTo>
                  <a:lnTo>
                    <a:pt x="1536395" y="3238500"/>
                  </a:lnTo>
                  <a:lnTo>
                    <a:pt x="1536395" y="3248025"/>
                  </a:lnTo>
                  <a:lnTo>
                    <a:pt x="1564970" y="3248025"/>
                  </a:lnTo>
                  <a:lnTo>
                    <a:pt x="1564970" y="3238500"/>
                  </a:lnTo>
                  <a:close/>
                </a:path>
                <a:path w="11430000" h="3248025">
                  <a:moveTo>
                    <a:pt x="1582115" y="0"/>
                  </a:moveTo>
                  <a:lnTo>
                    <a:pt x="1553540" y="0"/>
                  </a:lnTo>
                  <a:lnTo>
                    <a:pt x="1553540" y="9525"/>
                  </a:lnTo>
                  <a:lnTo>
                    <a:pt x="1582115" y="9525"/>
                  </a:lnTo>
                  <a:lnTo>
                    <a:pt x="1582115" y="0"/>
                  </a:lnTo>
                  <a:close/>
                </a:path>
                <a:path w="11430000" h="3248025">
                  <a:moveTo>
                    <a:pt x="1612620" y="3238500"/>
                  </a:moveTo>
                  <a:lnTo>
                    <a:pt x="1584045" y="3238500"/>
                  </a:lnTo>
                  <a:lnTo>
                    <a:pt x="1584045" y="3248025"/>
                  </a:lnTo>
                  <a:lnTo>
                    <a:pt x="1612620" y="3248025"/>
                  </a:lnTo>
                  <a:lnTo>
                    <a:pt x="1612620" y="3238500"/>
                  </a:lnTo>
                  <a:close/>
                </a:path>
                <a:path w="11430000" h="3248025">
                  <a:moveTo>
                    <a:pt x="1629778" y="0"/>
                  </a:moveTo>
                  <a:lnTo>
                    <a:pt x="1601203" y="0"/>
                  </a:lnTo>
                  <a:lnTo>
                    <a:pt x="1601203" y="9525"/>
                  </a:lnTo>
                  <a:lnTo>
                    <a:pt x="1629778" y="9525"/>
                  </a:lnTo>
                  <a:lnTo>
                    <a:pt x="1629778" y="0"/>
                  </a:lnTo>
                  <a:close/>
                </a:path>
                <a:path w="11430000" h="3248025">
                  <a:moveTo>
                    <a:pt x="1660271" y="3238500"/>
                  </a:moveTo>
                  <a:lnTo>
                    <a:pt x="1631696" y="3238500"/>
                  </a:lnTo>
                  <a:lnTo>
                    <a:pt x="1631696" y="3248025"/>
                  </a:lnTo>
                  <a:lnTo>
                    <a:pt x="1660271" y="3248025"/>
                  </a:lnTo>
                  <a:lnTo>
                    <a:pt x="1660271" y="3238500"/>
                  </a:lnTo>
                  <a:close/>
                </a:path>
                <a:path w="11430000" h="3248025">
                  <a:moveTo>
                    <a:pt x="1677428" y="0"/>
                  </a:moveTo>
                  <a:lnTo>
                    <a:pt x="1648853" y="0"/>
                  </a:lnTo>
                  <a:lnTo>
                    <a:pt x="1648853" y="9525"/>
                  </a:lnTo>
                  <a:lnTo>
                    <a:pt x="1677428" y="9525"/>
                  </a:lnTo>
                  <a:lnTo>
                    <a:pt x="1677428" y="0"/>
                  </a:lnTo>
                  <a:close/>
                </a:path>
                <a:path w="11430000" h="3248025">
                  <a:moveTo>
                    <a:pt x="1707934" y="3238500"/>
                  </a:moveTo>
                  <a:lnTo>
                    <a:pt x="1679359" y="3238500"/>
                  </a:lnTo>
                  <a:lnTo>
                    <a:pt x="1679359" y="3248025"/>
                  </a:lnTo>
                  <a:lnTo>
                    <a:pt x="1707934" y="3248025"/>
                  </a:lnTo>
                  <a:lnTo>
                    <a:pt x="1707934" y="3238500"/>
                  </a:lnTo>
                  <a:close/>
                </a:path>
                <a:path w="11430000" h="3248025">
                  <a:moveTo>
                    <a:pt x="1725091" y="0"/>
                  </a:moveTo>
                  <a:lnTo>
                    <a:pt x="1696516" y="0"/>
                  </a:lnTo>
                  <a:lnTo>
                    <a:pt x="1696516" y="9525"/>
                  </a:lnTo>
                  <a:lnTo>
                    <a:pt x="1725091" y="9525"/>
                  </a:lnTo>
                  <a:lnTo>
                    <a:pt x="1725091" y="0"/>
                  </a:lnTo>
                  <a:close/>
                </a:path>
                <a:path w="11430000" h="3248025">
                  <a:moveTo>
                    <a:pt x="1755584" y="3238500"/>
                  </a:moveTo>
                  <a:lnTo>
                    <a:pt x="1727009" y="3238500"/>
                  </a:lnTo>
                  <a:lnTo>
                    <a:pt x="1727009" y="3248025"/>
                  </a:lnTo>
                  <a:lnTo>
                    <a:pt x="1755584" y="3248025"/>
                  </a:lnTo>
                  <a:lnTo>
                    <a:pt x="1755584" y="3238500"/>
                  </a:lnTo>
                  <a:close/>
                </a:path>
                <a:path w="11430000" h="3248025">
                  <a:moveTo>
                    <a:pt x="1772742" y="0"/>
                  </a:moveTo>
                  <a:lnTo>
                    <a:pt x="1744167" y="0"/>
                  </a:lnTo>
                  <a:lnTo>
                    <a:pt x="1744167" y="9525"/>
                  </a:lnTo>
                  <a:lnTo>
                    <a:pt x="1772742" y="9525"/>
                  </a:lnTo>
                  <a:lnTo>
                    <a:pt x="1772742" y="0"/>
                  </a:lnTo>
                  <a:close/>
                </a:path>
                <a:path w="11430000" h="3248025">
                  <a:moveTo>
                    <a:pt x="1803247" y="3238500"/>
                  </a:moveTo>
                  <a:lnTo>
                    <a:pt x="1774672" y="3238500"/>
                  </a:lnTo>
                  <a:lnTo>
                    <a:pt x="1774672" y="3248025"/>
                  </a:lnTo>
                  <a:lnTo>
                    <a:pt x="1803247" y="3248025"/>
                  </a:lnTo>
                  <a:lnTo>
                    <a:pt x="1803247" y="3238500"/>
                  </a:lnTo>
                  <a:close/>
                </a:path>
                <a:path w="11430000" h="3248025">
                  <a:moveTo>
                    <a:pt x="1820405" y="0"/>
                  </a:moveTo>
                  <a:lnTo>
                    <a:pt x="1791830" y="0"/>
                  </a:lnTo>
                  <a:lnTo>
                    <a:pt x="1791830" y="9525"/>
                  </a:lnTo>
                  <a:lnTo>
                    <a:pt x="1820405" y="9525"/>
                  </a:lnTo>
                  <a:lnTo>
                    <a:pt x="1820405" y="0"/>
                  </a:lnTo>
                  <a:close/>
                </a:path>
                <a:path w="11430000" h="3248025">
                  <a:moveTo>
                    <a:pt x="1850898" y="3238500"/>
                  </a:moveTo>
                  <a:lnTo>
                    <a:pt x="1822323" y="3238500"/>
                  </a:lnTo>
                  <a:lnTo>
                    <a:pt x="1822323" y="3248025"/>
                  </a:lnTo>
                  <a:lnTo>
                    <a:pt x="1850898" y="3248025"/>
                  </a:lnTo>
                  <a:lnTo>
                    <a:pt x="1850898" y="3238500"/>
                  </a:lnTo>
                  <a:close/>
                </a:path>
                <a:path w="11430000" h="3248025">
                  <a:moveTo>
                    <a:pt x="1868055" y="0"/>
                  </a:moveTo>
                  <a:lnTo>
                    <a:pt x="1839480" y="0"/>
                  </a:lnTo>
                  <a:lnTo>
                    <a:pt x="1839480" y="9525"/>
                  </a:lnTo>
                  <a:lnTo>
                    <a:pt x="1868055" y="9525"/>
                  </a:lnTo>
                  <a:lnTo>
                    <a:pt x="1868055" y="0"/>
                  </a:lnTo>
                  <a:close/>
                </a:path>
                <a:path w="11430000" h="3248025">
                  <a:moveTo>
                    <a:pt x="1898561" y="3238500"/>
                  </a:moveTo>
                  <a:lnTo>
                    <a:pt x="1869986" y="3238500"/>
                  </a:lnTo>
                  <a:lnTo>
                    <a:pt x="1869986" y="3248025"/>
                  </a:lnTo>
                  <a:lnTo>
                    <a:pt x="1898561" y="3248025"/>
                  </a:lnTo>
                  <a:lnTo>
                    <a:pt x="1898561" y="3238500"/>
                  </a:lnTo>
                  <a:close/>
                </a:path>
                <a:path w="11430000" h="3248025">
                  <a:moveTo>
                    <a:pt x="1915706" y="0"/>
                  </a:moveTo>
                  <a:lnTo>
                    <a:pt x="1887131" y="0"/>
                  </a:lnTo>
                  <a:lnTo>
                    <a:pt x="1887131" y="9525"/>
                  </a:lnTo>
                  <a:lnTo>
                    <a:pt x="1915706" y="9525"/>
                  </a:lnTo>
                  <a:lnTo>
                    <a:pt x="1915706" y="0"/>
                  </a:lnTo>
                  <a:close/>
                </a:path>
                <a:path w="11430000" h="3248025">
                  <a:moveTo>
                    <a:pt x="1946211" y="3238500"/>
                  </a:moveTo>
                  <a:lnTo>
                    <a:pt x="1917636" y="3238500"/>
                  </a:lnTo>
                  <a:lnTo>
                    <a:pt x="1917636" y="3248025"/>
                  </a:lnTo>
                  <a:lnTo>
                    <a:pt x="1946211" y="3248025"/>
                  </a:lnTo>
                  <a:lnTo>
                    <a:pt x="1946211" y="3238500"/>
                  </a:lnTo>
                  <a:close/>
                </a:path>
                <a:path w="11430000" h="3248025">
                  <a:moveTo>
                    <a:pt x="1963369" y="0"/>
                  </a:moveTo>
                  <a:lnTo>
                    <a:pt x="1934794" y="0"/>
                  </a:lnTo>
                  <a:lnTo>
                    <a:pt x="1934794" y="9525"/>
                  </a:lnTo>
                  <a:lnTo>
                    <a:pt x="1963369" y="9525"/>
                  </a:lnTo>
                  <a:lnTo>
                    <a:pt x="1963369" y="0"/>
                  </a:lnTo>
                  <a:close/>
                </a:path>
                <a:path w="11430000" h="3248025">
                  <a:moveTo>
                    <a:pt x="1993874" y="3238500"/>
                  </a:moveTo>
                  <a:lnTo>
                    <a:pt x="1965299" y="3238500"/>
                  </a:lnTo>
                  <a:lnTo>
                    <a:pt x="1965299" y="3248025"/>
                  </a:lnTo>
                  <a:lnTo>
                    <a:pt x="1993874" y="3248025"/>
                  </a:lnTo>
                  <a:lnTo>
                    <a:pt x="1993874" y="3238500"/>
                  </a:lnTo>
                  <a:close/>
                </a:path>
                <a:path w="11430000" h="3248025">
                  <a:moveTo>
                    <a:pt x="2011019" y="0"/>
                  </a:moveTo>
                  <a:lnTo>
                    <a:pt x="1982444" y="0"/>
                  </a:lnTo>
                  <a:lnTo>
                    <a:pt x="1982444" y="9525"/>
                  </a:lnTo>
                  <a:lnTo>
                    <a:pt x="2011019" y="9525"/>
                  </a:lnTo>
                  <a:lnTo>
                    <a:pt x="2011019" y="0"/>
                  </a:lnTo>
                  <a:close/>
                </a:path>
                <a:path w="11430000" h="3248025">
                  <a:moveTo>
                    <a:pt x="2041525" y="3238500"/>
                  </a:moveTo>
                  <a:lnTo>
                    <a:pt x="2012950" y="3238500"/>
                  </a:lnTo>
                  <a:lnTo>
                    <a:pt x="2012950" y="3248025"/>
                  </a:lnTo>
                  <a:lnTo>
                    <a:pt x="2041525" y="3248025"/>
                  </a:lnTo>
                  <a:lnTo>
                    <a:pt x="2041525" y="3238500"/>
                  </a:lnTo>
                  <a:close/>
                </a:path>
                <a:path w="11430000" h="3248025">
                  <a:moveTo>
                    <a:pt x="2058682" y="0"/>
                  </a:moveTo>
                  <a:lnTo>
                    <a:pt x="2030107" y="0"/>
                  </a:lnTo>
                  <a:lnTo>
                    <a:pt x="2030107" y="9525"/>
                  </a:lnTo>
                  <a:lnTo>
                    <a:pt x="2058682" y="9525"/>
                  </a:lnTo>
                  <a:lnTo>
                    <a:pt x="2058682" y="0"/>
                  </a:lnTo>
                  <a:close/>
                </a:path>
                <a:path w="11430000" h="3248025">
                  <a:moveTo>
                    <a:pt x="2089188" y="3238500"/>
                  </a:moveTo>
                  <a:lnTo>
                    <a:pt x="2060613" y="3238500"/>
                  </a:lnTo>
                  <a:lnTo>
                    <a:pt x="2060613" y="3248025"/>
                  </a:lnTo>
                  <a:lnTo>
                    <a:pt x="2089188" y="3248025"/>
                  </a:lnTo>
                  <a:lnTo>
                    <a:pt x="2089188" y="3238500"/>
                  </a:lnTo>
                  <a:close/>
                </a:path>
                <a:path w="11430000" h="3248025">
                  <a:moveTo>
                    <a:pt x="2106333" y="0"/>
                  </a:moveTo>
                  <a:lnTo>
                    <a:pt x="2077758" y="0"/>
                  </a:lnTo>
                  <a:lnTo>
                    <a:pt x="2077758" y="9525"/>
                  </a:lnTo>
                  <a:lnTo>
                    <a:pt x="2106333" y="9525"/>
                  </a:lnTo>
                  <a:lnTo>
                    <a:pt x="2106333" y="0"/>
                  </a:lnTo>
                  <a:close/>
                </a:path>
                <a:path w="11430000" h="3248025">
                  <a:moveTo>
                    <a:pt x="2136838" y="3238500"/>
                  </a:moveTo>
                  <a:lnTo>
                    <a:pt x="2108263" y="3238500"/>
                  </a:lnTo>
                  <a:lnTo>
                    <a:pt x="2108263" y="3248025"/>
                  </a:lnTo>
                  <a:lnTo>
                    <a:pt x="2136838" y="3248025"/>
                  </a:lnTo>
                  <a:lnTo>
                    <a:pt x="2136838" y="3238500"/>
                  </a:lnTo>
                  <a:close/>
                </a:path>
                <a:path w="11430000" h="3248025">
                  <a:moveTo>
                    <a:pt x="2153996" y="0"/>
                  </a:moveTo>
                  <a:lnTo>
                    <a:pt x="2125421" y="0"/>
                  </a:lnTo>
                  <a:lnTo>
                    <a:pt x="2125421" y="9525"/>
                  </a:lnTo>
                  <a:lnTo>
                    <a:pt x="2153996" y="9525"/>
                  </a:lnTo>
                  <a:lnTo>
                    <a:pt x="2153996" y="0"/>
                  </a:lnTo>
                  <a:close/>
                </a:path>
                <a:path w="11430000" h="3248025">
                  <a:moveTo>
                    <a:pt x="2184489" y="3238500"/>
                  </a:moveTo>
                  <a:lnTo>
                    <a:pt x="2155914" y="3238500"/>
                  </a:lnTo>
                  <a:lnTo>
                    <a:pt x="2155914" y="3248025"/>
                  </a:lnTo>
                  <a:lnTo>
                    <a:pt x="2184489" y="3248025"/>
                  </a:lnTo>
                  <a:lnTo>
                    <a:pt x="2184489" y="3238500"/>
                  </a:lnTo>
                  <a:close/>
                </a:path>
                <a:path w="11430000" h="3248025">
                  <a:moveTo>
                    <a:pt x="2201646" y="0"/>
                  </a:moveTo>
                  <a:lnTo>
                    <a:pt x="2173071" y="0"/>
                  </a:lnTo>
                  <a:lnTo>
                    <a:pt x="2173071" y="9525"/>
                  </a:lnTo>
                  <a:lnTo>
                    <a:pt x="2201646" y="9525"/>
                  </a:lnTo>
                  <a:lnTo>
                    <a:pt x="2201646" y="0"/>
                  </a:lnTo>
                  <a:close/>
                </a:path>
                <a:path w="11430000" h="3248025">
                  <a:moveTo>
                    <a:pt x="2232152" y="3238500"/>
                  </a:moveTo>
                  <a:lnTo>
                    <a:pt x="2203577" y="3238500"/>
                  </a:lnTo>
                  <a:lnTo>
                    <a:pt x="2203577" y="3248025"/>
                  </a:lnTo>
                  <a:lnTo>
                    <a:pt x="2232152" y="3248025"/>
                  </a:lnTo>
                  <a:lnTo>
                    <a:pt x="2232152" y="3238500"/>
                  </a:lnTo>
                  <a:close/>
                </a:path>
                <a:path w="11430000" h="3248025">
                  <a:moveTo>
                    <a:pt x="2249309" y="0"/>
                  </a:moveTo>
                  <a:lnTo>
                    <a:pt x="2220734" y="0"/>
                  </a:lnTo>
                  <a:lnTo>
                    <a:pt x="2220734" y="9525"/>
                  </a:lnTo>
                  <a:lnTo>
                    <a:pt x="2249309" y="9525"/>
                  </a:lnTo>
                  <a:lnTo>
                    <a:pt x="2249309" y="0"/>
                  </a:lnTo>
                  <a:close/>
                </a:path>
                <a:path w="11430000" h="3248025">
                  <a:moveTo>
                    <a:pt x="2279802" y="3238500"/>
                  </a:moveTo>
                  <a:lnTo>
                    <a:pt x="2251227" y="3238500"/>
                  </a:lnTo>
                  <a:lnTo>
                    <a:pt x="2251227" y="3248025"/>
                  </a:lnTo>
                  <a:lnTo>
                    <a:pt x="2279802" y="3248025"/>
                  </a:lnTo>
                  <a:lnTo>
                    <a:pt x="2279802" y="3238500"/>
                  </a:lnTo>
                  <a:close/>
                </a:path>
                <a:path w="11430000" h="3248025">
                  <a:moveTo>
                    <a:pt x="2296960" y="0"/>
                  </a:moveTo>
                  <a:lnTo>
                    <a:pt x="2268385" y="0"/>
                  </a:lnTo>
                  <a:lnTo>
                    <a:pt x="2268385" y="9525"/>
                  </a:lnTo>
                  <a:lnTo>
                    <a:pt x="2296960" y="9525"/>
                  </a:lnTo>
                  <a:lnTo>
                    <a:pt x="2296960" y="0"/>
                  </a:lnTo>
                  <a:close/>
                </a:path>
                <a:path w="11430000" h="3248025">
                  <a:moveTo>
                    <a:pt x="2327465" y="3238500"/>
                  </a:moveTo>
                  <a:lnTo>
                    <a:pt x="2298890" y="3238500"/>
                  </a:lnTo>
                  <a:lnTo>
                    <a:pt x="2298890" y="3248025"/>
                  </a:lnTo>
                  <a:lnTo>
                    <a:pt x="2327465" y="3248025"/>
                  </a:lnTo>
                  <a:lnTo>
                    <a:pt x="2327465" y="3238500"/>
                  </a:lnTo>
                  <a:close/>
                </a:path>
                <a:path w="11430000" h="3248025">
                  <a:moveTo>
                    <a:pt x="2344623" y="0"/>
                  </a:moveTo>
                  <a:lnTo>
                    <a:pt x="2316048" y="0"/>
                  </a:lnTo>
                  <a:lnTo>
                    <a:pt x="2316048" y="9525"/>
                  </a:lnTo>
                  <a:lnTo>
                    <a:pt x="2344623" y="9525"/>
                  </a:lnTo>
                  <a:lnTo>
                    <a:pt x="2344623" y="0"/>
                  </a:lnTo>
                  <a:close/>
                </a:path>
                <a:path w="11430000" h="3248025">
                  <a:moveTo>
                    <a:pt x="2375116" y="3238500"/>
                  </a:moveTo>
                  <a:lnTo>
                    <a:pt x="2346541" y="3238500"/>
                  </a:lnTo>
                  <a:lnTo>
                    <a:pt x="2346541" y="3248025"/>
                  </a:lnTo>
                  <a:lnTo>
                    <a:pt x="2375116" y="3248025"/>
                  </a:lnTo>
                  <a:lnTo>
                    <a:pt x="2375116" y="3238500"/>
                  </a:lnTo>
                  <a:close/>
                </a:path>
                <a:path w="11430000" h="3248025">
                  <a:moveTo>
                    <a:pt x="2392273" y="0"/>
                  </a:moveTo>
                  <a:lnTo>
                    <a:pt x="2363698" y="0"/>
                  </a:lnTo>
                  <a:lnTo>
                    <a:pt x="2363698" y="9525"/>
                  </a:lnTo>
                  <a:lnTo>
                    <a:pt x="2392273" y="9525"/>
                  </a:lnTo>
                  <a:lnTo>
                    <a:pt x="2392273" y="0"/>
                  </a:lnTo>
                  <a:close/>
                </a:path>
                <a:path w="11430000" h="3248025">
                  <a:moveTo>
                    <a:pt x="2422779" y="3238500"/>
                  </a:moveTo>
                  <a:lnTo>
                    <a:pt x="2394204" y="3238500"/>
                  </a:lnTo>
                  <a:lnTo>
                    <a:pt x="2394204" y="3248025"/>
                  </a:lnTo>
                  <a:lnTo>
                    <a:pt x="2422779" y="3248025"/>
                  </a:lnTo>
                  <a:lnTo>
                    <a:pt x="2422779" y="3238500"/>
                  </a:lnTo>
                  <a:close/>
                </a:path>
                <a:path w="11430000" h="3248025">
                  <a:moveTo>
                    <a:pt x="2439924" y="0"/>
                  </a:moveTo>
                  <a:lnTo>
                    <a:pt x="2411349" y="0"/>
                  </a:lnTo>
                  <a:lnTo>
                    <a:pt x="2411349" y="9525"/>
                  </a:lnTo>
                  <a:lnTo>
                    <a:pt x="2439924" y="9525"/>
                  </a:lnTo>
                  <a:lnTo>
                    <a:pt x="2439924" y="0"/>
                  </a:lnTo>
                  <a:close/>
                </a:path>
                <a:path w="11430000" h="3248025">
                  <a:moveTo>
                    <a:pt x="2470429" y="3238500"/>
                  </a:moveTo>
                  <a:lnTo>
                    <a:pt x="2441854" y="3238500"/>
                  </a:lnTo>
                  <a:lnTo>
                    <a:pt x="2441854" y="3248025"/>
                  </a:lnTo>
                  <a:lnTo>
                    <a:pt x="2470429" y="3248025"/>
                  </a:lnTo>
                  <a:lnTo>
                    <a:pt x="2470429" y="3238500"/>
                  </a:lnTo>
                  <a:close/>
                </a:path>
                <a:path w="11430000" h="3248025">
                  <a:moveTo>
                    <a:pt x="2487587" y="0"/>
                  </a:moveTo>
                  <a:lnTo>
                    <a:pt x="2459012" y="0"/>
                  </a:lnTo>
                  <a:lnTo>
                    <a:pt x="2459012" y="9525"/>
                  </a:lnTo>
                  <a:lnTo>
                    <a:pt x="2487587" y="9525"/>
                  </a:lnTo>
                  <a:lnTo>
                    <a:pt x="2487587" y="0"/>
                  </a:lnTo>
                  <a:close/>
                </a:path>
                <a:path w="11430000" h="3248025">
                  <a:moveTo>
                    <a:pt x="2518092" y="3238500"/>
                  </a:moveTo>
                  <a:lnTo>
                    <a:pt x="2489517" y="3238500"/>
                  </a:lnTo>
                  <a:lnTo>
                    <a:pt x="2489517" y="3248025"/>
                  </a:lnTo>
                  <a:lnTo>
                    <a:pt x="2518092" y="3248025"/>
                  </a:lnTo>
                  <a:lnTo>
                    <a:pt x="2518092" y="3238500"/>
                  </a:lnTo>
                  <a:close/>
                </a:path>
                <a:path w="11430000" h="3248025">
                  <a:moveTo>
                    <a:pt x="2535237" y="0"/>
                  </a:moveTo>
                  <a:lnTo>
                    <a:pt x="2506662" y="0"/>
                  </a:lnTo>
                  <a:lnTo>
                    <a:pt x="2506662" y="9525"/>
                  </a:lnTo>
                  <a:lnTo>
                    <a:pt x="2535237" y="9525"/>
                  </a:lnTo>
                  <a:lnTo>
                    <a:pt x="2535237" y="0"/>
                  </a:lnTo>
                  <a:close/>
                </a:path>
                <a:path w="11430000" h="3248025">
                  <a:moveTo>
                    <a:pt x="2565743" y="3238500"/>
                  </a:moveTo>
                  <a:lnTo>
                    <a:pt x="2537168" y="3238500"/>
                  </a:lnTo>
                  <a:lnTo>
                    <a:pt x="2537168" y="3248025"/>
                  </a:lnTo>
                  <a:lnTo>
                    <a:pt x="2565743" y="3248025"/>
                  </a:lnTo>
                  <a:lnTo>
                    <a:pt x="2565743" y="3238500"/>
                  </a:lnTo>
                  <a:close/>
                </a:path>
                <a:path w="11430000" h="3248025">
                  <a:moveTo>
                    <a:pt x="2582900" y="0"/>
                  </a:moveTo>
                  <a:lnTo>
                    <a:pt x="2554325" y="0"/>
                  </a:lnTo>
                  <a:lnTo>
                    <a:pt x="2554325" y="9525"/>
                  </a:lnTo>
                  <a:lnTo>
                    <a:pt x="2582900" y="9525"/>
                  </a:lnTo>
                  <a:lnTo>
                    <a:pt x="2582900" y="0"/>
                  </a:lnTo>
                  <a:close/>
                </a:path>
                <a:path w="11430000" h="3248025">
                  <a:moveTo>
                    <a:pt x="2613406" y="3238500"/>
                  </a:moveTo>
                  <a:lnTo>
                    <a:pt x="2584831" y="3238500"/>
                  </a:lnTo>
                  <a:lnTo>
                    <a:pt x="2584831" y="3248025"/>
                  </a:lnTo>
                  <a:lnTo>
                    <a:pt x="2613406" y="3248025"/>
                  </a:lnTo>
                  <a:lnTo>
                    <a:pt x="2613406" y="3238500"/>
                  </a:lnTo>
                  <a:close/>
                </a:path>
                <a:path w="11430000" h="3248025">
                  <a:moveTo>
                    <a:pt x="2630551" y="0"/>
                  </a:moveTo>
                  <a:lnTo>
                    <a:pt x="2601976" y="0"/>
                  </a:lnTo>
                  <a:lnTo>
                    <a:pt x="2601976" y="9525"/>
                  </a:lnTo>
                  <a:lnTo>
                    <a:pt x="2630551" y="9525"/>
                  </a:lnTo>
                  <a:lnTo>
                    <a:pt x="2630551" y="0"/>
                  </a:lnTo>
                  <a:close/>
                </a:path>
                <a:path w="11430000" h="3248025">
                  <a:moveTo>
                    <a:pt x="2661056" y="3238500"/>
                  </a:moveTo>
                  <a:lnTo>
                    <a:pt x="2632481" y="3238500"/>
                  </a:lnTo>
                  <a:lnTo>
                    <a:pt x="2632481" y="3248025"/>
                  </a:lnTo>
                  <a:lnTo>
                    <a:pt x="2661056" y="3248025"/>
                  </a:lnTo>
                  <a:lnTo>
                    <a:pt x="2661056" y="3238500"/>
                  </a:lnTo>
                  <a:close/>
                </a:path>
                <a:path w="11430000" h="3248025">
                  <a:moveTo>
                    <a:pt x="2678214" y="0"/>
                  </a:moveTo>
                  <a:lnTo>
                    <a:pt x="2649639" y="0"/>
                  </a:lnTo>
                  <a:lnTo>
                    <a:pt x="2649639" y="9525"/>
                  </a:lnTo>
                  <a:lnTo>
                    <a:pt x="2678214" y="9525"/>
                  </a:lnTo>
                  <a:lnTo>
                    <a:pt x="2678214" y="0"/>
                  </a:lnTo>
                  <a:close/>
                </a:path>
                <a:path w="11430000" h="3248025">
                  <a:moveTo>
                    <a:pt x="2708706" y="3238500"/>
                  </a:moveTo>
                  <a:lnTo>
                    <a:pt x="2680131" y="3238500"/>
                  </a:lnTo>
                  <a:lnTo>
                    <a:pt x="2680131" y="3248025"/>
                  </a:lnTo>
                  <a:lnTo>
                    <a:pt x="2708706" y="3248025"/>
                  </a:lnTo>
                  <a:lnTo>
                    <a:pt x="2708706" y="3238500"/>
                  </a:lnTo>
                  <a:close/>
                </a:path>
                <a:path w="11430000" h="3248025">
                  <a:moveTo>
                    <a:pt x="2725864" y="0"/>
                  </a:moveTo>
                  <a:lnTo>
                    <a:pt x="2697289" y="0"/>
                  </a:lnTo>
                  <a:lnTo>
                    <a:pt x="2697289" y="9525"/>
                  </a:lnTo>
                  <a:lnTo>
                    <a:pt x="2725864" y="9525"/>
                  </a:lnTo>
                  <a:lnTo>
                    <a:pt x="2725864" y="0"/>
                  </a:lnTo>
                  <a:close/>
                </a:path>
                <a:path w="11430000" h="3248025">
                  <a:moveTo>
                    <a:pt x="2756370" y="3238500"/>
                  </a:moveTo>
                  <a:lnTo>
                    <a:pt x="2727795" y="3238500"/>
                  </a:lnTo>
                  <a:lnTo>
                    <a:pt x="2727795" y="3248025"/>
                  </a:lnTo>
                  <a:lnTo>
                    <a:pt x="2756370" y="3248025"/>
                  </a:lnTo>
                  <a:lnTo>
                    <a:pt x="2756370" y="3238500"/>
                  </a:lnTo>
                  <a:close/>
                </a:path>
                <a:path w="11430000" h="3248025">
                  <a:moveTo>
                    <a:pt x="2773527" y="0"/>
                  </a:moveTo>
                  <a:lnTo>
                    <a:pt x="2744952" y="0"/>
                  </a:lnTo>
                  <a:lnTo>
                    <a:pt x="2744952" y="9525"/>
                  </a:lnTo>
                  <a:lnTo>
                    <a:pt x="2773527" y="9525"/>
                  </a:lnTo>
                  <a:lnTo>
                    <a:pt x="2773527" y="0"/>
                  </a:lnTo>
                  <a:close/>
                </a:path>
                <a:path w="11430000" h="3248025">
                  <a:moveTo>
                    <a:pt x="2804020" y="3238500"/>
                  </a:moveTo>
                  <a:lnTo>
                    <a:pt x="2775445" y="3238500"/>
                  </a:lnTo>
                  <a:lnTo>
                    <a:pt x="2775445" y="3248025"/>
                  </a:lnTo>
                  <a:lnTo>
                    <a:pt x="2804020" y="3248025"/>
                  </a:lnTo>
                  <a:lnTo>
                    <a:pt x="2804020" y="3238500"/>
                  </a:lnTo>
                  <a:close/>
                </a:path>
                <a:path w="11430000" h="3248025">
                  <a:moveTo>
                    <a:pt x="2821178" y="0"/>
                  </a:moveTo>
                  <a:lnTo>
                    <a:pt x="2792603" y="0"/>
                  </a:lnTo>
                  <a:lnTo>
                    <a:pt x="2792603" y="9525"/>
                  </a:lnTo>
                  <a:lnTo>
                    <a:pt x="2821178" y="9525"/>
                  </a:lnTo>
                  <a:lnTo>
                    <a:pt x="2821178" y="0"/>
                  </a:lnTo>
                  <a:close/>
                </a:path>
                <a:path w="11430000" h="3248025">
                  <a:moveTo>
                    <a:pt x="2851683" y="3238500"/>
                  </a:moveTo>
                  <a:lnTo>
                    <a:pt x="2823108" y="3238500"/>
                  </a:lnTo>
                  <a:lnTo>
                    <a:pt x="2823108" y="3248025"/>
                  </a:lnTo>
                  <a:lnTo>
                    <a:pt x="2851683" y="3248025"/>
                  </a:lnTo>
                  <a:lnTo>
                    <a:pt x="2851683" y="3238500"/>
                  </a:lnTo>
                  <a:close/>
                </a:path>
                <a:path w="11430000" h="3248025">
                  <a:moveTo>
                    <a:pt x="2868828" y="0"/>
                  </a:moveTo>
                  <a:lnTo>
                    <a:pt x="2840253" y="0"/>
                  </a:lnTo>
                  <a:lnTo>
                    <a:pt x="2840253" y="9525"/>
                  </a:lnTo>
                  <a:lnTo>
                    <a:pt x="2868828" y="9525"/>
                  </a:lnTo>
                  <a:lnTo>
                    <a:pt x="2868828" y="0"/>
                  </a:lnTo>
                  <a:close/>
                </a:path>
                <a:path w="11430000" h="3248025">
                  <a:moveTo>
                    <a:pt x="2899333" y="3238500"/>
                  </a:moveTo>
                  <a:lnTo>
                    <a:pt x="2870758" y="3238500"/>
                  </a:lnTo>
                  <a:lnTo>
                    <a:pt x="2870758" y="3248025"/>
                  </a:lnTo>
                  <a:lnTo>
                    <a:pt x="2899333" y="3248025"/>
                  </a:lnTo>
                  <a:lnTo>
                    <a:pt x="2899333" y="3238500"/>
                  </a:lnTo>
                  <a:close/>
                </a:path>
                <a:path w="11430000" h="3248025">
                  <a:moveTo>
                    <a:pt x="2916491" y="0"/>
                  </a:moveTo>
                  <a:lnTo>
                    <a:pt x="2887916" y="0"/>
                  </a:lnTo>
                  <a:lnTo>
                    <a:pt x="2887916" y="9525"/>
                  </a:lnTo>
                  <a:lnTo>
                    <a:pt x="2916491" y="9525"/>
                  </a:lnTo>
                  <a:lnTo>
                    <a:pt x="2916491" y="0"/>
                  </a:lnTo>
                  <a:close/>
                </a:path>
                <a:path w="11430000" h="3248025">
                  <a:moveTo>
                    <a:pt x="2946997" y="3238500"/>
                  </a:moveTo>
                  <a:lnTo>
                    <a:pt x="2918422" y="3238500"/>
                  </a:lnTo>
                  <a:lnTo>
                    <a:pt x="2918422" y="3248025"/>
                  </a:lnTo>
                  <a:lnTo>
                    <a:pt x="2946997" y="3248025"/>
                  </a:lnTo>
                  <a:lnTo>
                    <a:pt x="2946997" y="3238500"/>
                  </a:lnTo>
                  <a:close/>
                </a:path>
                <a:path w="11430000" h="3248025">
                  <a:moveTo>
                    <a:pt x="2964142" y="0"/>
                  </a:moveTo>
                  <a:lnTo>
                    <a:pt x="2935567" y="0"/>
                  </a:lnTo>
                  <a:lnTo>
                    <a:pt x="2935567" y="9525"/>
                  </a:lnTo>
                  <a:lnTo>
                    <a:pt x="2964142" y="9525"/>
                  </a:lnTo>
                  <a:lnTo>
                    <a:pt x="2964142" y="0"/>
                  </a:lnTo>
                  <a:close/>
                </a:path>
                <a:path w="11430000" h="3248025">
                  <a:moveTo>
                    <a:pt x="2994647" y="3238500"/>
                  </a:moveTo>
                  <a:lnTo>
                    <a:pt x="2966072" y="3238500"/>
                  </a:lnTo>
                  <a:lnTo>
                    <a:pt x="2966072" y="3248025"/>
                  </a:lnTo>
                  <a:lnTo>
                    <a:pt x="2994647" y="3248025"/>
                  </a:lnTo>
                  <a:lnTo>
                    <a:pt x="2994647" y="3238500"/>
                  </a:lnTo>
                  <a:close/>
                </a:path>
                <a:path w="11430000" h="3248025">
                  <a:moveTo>
                    <a:pt x="3011805" y="0"/>
                  </a:moveTo>
                  <a:lnTo>
                    <a:pt x="2983230" y="0"/>
                  </a:lnTo>
                  <a:lnTo>
                    <a:pt x="2983230" y="9525"/>
                  </a:lnTo>
                  <a:lnTo>
                    <a:pt x="3011805" y="9525"/>
                  </a:lnTo>
                  <a:lnTo>
                    <a:pt x="3011805" y="0"/>
                  </a:lnTo>
                  <a:close/>
                </a:path>
                <a:path w="11430000" h="3248025">
                  <a:moveTo>
                    <a:pt x="3042310" y="3238500"/>
                  </a:moveTo>
                  <a:lnTo>
                    <a:pt x="3013735" y="3238500"/>
                  </a:lnTo>
                  <a:lnTo>
                    <a:pt x="3013735" y="3248025"/>
                  </a:lnTo>
                  <a:lnTo>
                    <a:pt x="3042310" y="3248025"/>
                  </a:lnTo>
                  <a:lnTo>
                    <a:pt x="3042310" y="3238500"/>
                  </a:lnTo>
                  <a:close/>
                </a:path>
                <a:path w="11430000" h="3248025">
                  <a:moveTo>
                    <a:pt x="3059455" y="0"/>
                  </a:moveTo>
                  <a:lnTo>
                    <a:pt x="3030880" y="0"/>
                  </a:lnTo>
                  <a:lnTo>
                    <a:pt x="3030880" y="9525"/>
                  </a:lnTo>
                  <a:lnTo>
                    <a:pt x="3059455" y="9525"/>
                  </a:lnTo>
                  <a:lnTo>
                    <a:pt x="3059455" y="0"/>
                  </a:lnTo>
                  <a:close/>
                </a:path>
                <a:path w="11430000" h="3248025">
                  <a:moveTo>
                    <a:pt x="3089960" y="3238500"/>
                  </a:moveTo>
                  <a:lnTo>
                    <a:pt x="3061385" y="3238500"/>
                  </a:lnTo>
                  <a:lnTo>
                    <a:pt x="3061385" y="3248025"/>
                  </a:lnTo>
                  <a:lnTo>
                    <a:pt x="3089960" y="3248025"/>
                  </a:lnTo>
                  <a:lnTo>
                    <a:pt x="3089960" y="3238500"/>
                  </a:lnTo>
                  <a:close/>
                </a:path>
                <a:path w="11430000" h="3248025">
                  <a:moveTo>
                    <a:pt x="3107118" y="0"/>
                  </a:moveTo>
                  <a:lnTo>
                    <a:pt x="3078543" y="0"/>
                  </a:lnTo>
                  <a:lnTo>
                    <a:pt x="3078543" y="9525"/>
                  </a:lnTo>
                  <a:lnTo>
                    <a:pt x="3107118" y="9525"/>
                  </a:lnTo>
                  <a:lnTo>
                    <a:pt x="3107118" y="0"/>
                  </a:lnTo>
                  <a:close/>
                </a:path>
                <a:path w="11430000" h="3248025">
                  <a:moveTo>
                    <a:pt x="3137611" y="3238500"/>
                  </a:moveTo>
                  <a:lnTo>
                    <a:pt x="3109036" y="3238500"/>
                  </a:lnTo>
                  <a:lnTo>
                    <a:pt x="3109036" y="3248025"/>
                  </a:lnTo>
                  <a:lnTo>
                    <a:pt x="3137611" y="3248025"/>
                  </a:lnTo>
                  <a:lnTo>
                    <a:pt x="3137611" y="3238500"/>
                  </a:lnTo>
                  <a:close/>
                </a:path>
                <a:path w="11430000" h="3248025">
                  <a:moveTo>
                    <a:pt x="3154769" y="0"/>
                  </a:moveTo>
                  <a:lnTo>
                    <a:pt x="3126194" y="0"/>
                  </a:lnTo>
                  <a:lnTo>
                    <a:pt x="3126194" y="9525"/>
                  </a:lnTo>
                  <a:lnTo>
                    <a:pt x="3154769" y="9525"/>
                  </a:lnTo>
                  <a:lnTo>
                    <a:pt x="3154769" y="0"/>
                  </a:lnTo>
                  <a:close/>
                </a:path>
                <a:path w="11430000" h="3248025">
                  <a:moveTo>
                    <a:pt x="3185274" y="3238500"/>
                  </a:moveTo>
                  <a:lnTo>
                    <a:pt x="3156699" y="3238500"/>
                  </a:lnTo>
                  <a:lnTo>
                    <a:pt x="3156699" y="3248025"/>
                  </a:lnTo>
                  <a:lnTo>
                    <a:pt x="3185274" y="3248025"/>
                  </a:lnTo>
                  <a:lnTo>
                    <a:pt x="3185274" y="3238500"/>
                  </a:lnTo>
                  <a:close/>
                </a:path>
                <a:path w="11430000" h="3248025">
                  <a:moveTo>
                    <a:pt x="3202432" y="0"/>
                  </a:moveTo>
                  <a:lnTo>
                    <a:pt x="3173857" y="0"/>
                  </a:lnTo>
                  <a:lnTo>
                    <a:pt x="3173857" y="9525"/>
                  </a:lnTo>
                  <a:lnTo>
                    <a:pt x="3202432" y="9525"/>
                  </a:lnTo>
                  <a:lnTo>
                    <a:pt x="3202432" y="0"/>
                  </a:lnTo>
                  <a:close/>
                </a:path>
                <a:path w="11430000" h="3248025">
                  <a:moveTo>
                    <a:pt x="3232924" y="3238500"/>
                  </a:moveTo>
                  <a:lnTo>
                    <a:pt x="3204349" y="3238500"/>
                  </a:lnTo>
                  <a:lnTo>
                    <a:pt x="3204349" y="3248025"/>
                  </a:lnTo>
                  <a:lnTo>
                    <a:pt x="3232924" y="3248025"/>
                  </a:lnTo>
                  <a:lnTo>
                    <a:pt x="3232924" y="3238500"/>
                  </a:lnTo>
                  <a:close/>
                </a:path>
                <a:path w="11430000" h="3248025">
                  <a:moveTo>
                    <a:pt x="3250082" y="0"/>
                  </a:moveTo>
                  <a:lnTo>
                    <a:pt x="3221507" y="0"/>
                  </a:lnTo>
                  <a:lnTo>
                    <a:pt x="3221507" y="9525"/>
                  </a:lnTo>
                  <a:lnTo>
                    <a:pt x="3250082" y="9525"/>
                  </a:lnTo>
                  <a:lnTo>
                    <a:pt x="3250082" y="0"/>
                  </a:lnTo>
                  <a:close/>
                </a:path>
                <a:path w="11430000" h="3248025">
                  <a:moveTo>
                    <a:pt x="3280587" y="3238500"/>
                  </a:moveTo>
                  <a:lnTo>
                    <a:pt x="3252012" y="3238500"/>
                  </a:lnTo>
                  <a:lnTo>
                    <a:pt x="3252012" y="3248025"/>
                  </a:lnTo>
                  <a:lnTo>
                    <a:pt x="3280587" y="3248025"/>
                  </a:lnTo>
                  <a:lnTo>
                    <a:pt x="3280587" y="3238500"/>
                  </a:lnTo>
                  <a:close/>
                </a:path>
                <a:path w="11430000" h="3248025">
                  <a:moveTo>
                    <a:pt x="3297732" y="0"/>
                  </a:moveTo>
                  <a:lnTo>
                    <a:pt x="3269157" y="0"/>
                  </a:lnTo>
                  <a:lnTo>
                    <a:pt x="3269157" y="9525"/>
                  </a:lnTo>
                  <a:lnTo>
                    <a:pt x="3297732" y="9525"/>
                  </a:lnTo>
                  <a:lnTo>
                    <a:pt x="3297732" y="0"/>
                  </a:lnTo>
                  <a:close/>
                </a:path>
                <a:path w="11430000" h="3248025">
                  <a:moveTo>
                    <a:pt x="3328238" y="3238500"/>
                  </a:moveTo>
                  <a:lnTo>
                    <a:pt x="3299663" y="3238500"/>
                  </a:lnTo>
                  <a:lnTo>
                    <a:pt x="3299663" y="3248025"/>
                  </a:lnTo>
                  <a:lnTo>
                    <a:pt x="3328238" y="3248025"/>
                  </a:lnTo>
                  <a:lnTo>
                    <a:pt x="3328238" y="3238500"/>
                  </a:lnTo>
                  <a:close/>
                </a:path>
                <a:path w="11430000" h="3248025">
                  <a:moveTo>
                    <a:pt x="3345396" y="0"/>
                  </a:moveTo>
                  <a:lnTo>
                    <a:pt x="3316821" y="0"/>
                  </a:lnTo>
                  <a:lnTo>
                    <a:pt x="3316821" y="9525"/>
                  </a:lnTo>
                  <a:lnTo>
                    <a:pt x="3345396" y="9525"/>
                  </a:lnTo>
                  <a:lnTo>
                    <a:pt x="3345396" y="0"/>
                  </a:lnTo>
                  <a:close/>
                </a:path>
                <a:path w="11430000" h="3248025">
                  <a:moveTo>
                    <a:pt x="3375901" y="3238500"/>
                  </a:moveTo>
                  <a:lnTo>
                    <a:pt x="3347326" y="3238500"/>
                  </a:lnTo>
                  <a:lnTo>
                    <a:pt x="3347326" y="3248025"/>
                  </a:lnTo>
                  <a:lnTo>
                    <a:pt x="3375901" y="3248025"/>
                  </a:lnTo>
                  <a:lnTo>
                    <a:pt x="3375901" y="3238500"/>
                  </a:lnTo>
                  <a:close/>
                </a:path>
                <a:path w="11430000" h="3248025">
                  <a:moveTo>
                    <a:pt x="3393046" y="0"/>
                  </a:moveTo>
                  <a:lnTo>
                    <a:pt x="3364471" y="0"/>
                  </a:lnTo>
                  <a:lnTo>
                    <a:pt x="3364471" y="9525"/>
                  </a:lnTo>
                  <a:lnTo>
                    <a:pt x="3393046" y="9525"/>
                  </a:lnTo>
                  <a:lnTo>
                    <a:pt x="3393046" y="0"/>
                  </a:lnTo>
                  <a:close/>
                </a:path>
                <a:path w="11430000" h="3248025">
                  <a:moveTo>
                    <a:pt x="3423551" y="3238500"/>
                  </a:moveTo>
                  <a:lnTo>
                    <a:pt x="3394976" y="3238500"/>
                  </a:lnTo>
                  <a:lnTo>
                    <a:pt x="3394976" y="3248025"/>
                  </a:lnTo>
                  <a:lnTo>
                    <a:pt x="3423551" y="3248025"/>
                  </a:lnTo>
                  <a:lnTo>
                    <a:pt x="3423551" y="3238500"/>
                  </a:lnTo>
                  <a:close/>
                </a:path>
                <a:path w="11430000" h="3248025">
                  <a:moveTo>
                    <a:pt x="3440709" y="0"/>
                  </a:moveTo>
                  <a:lnTo>
                    <a:pt x="3412134" y="0"/>
                  </a:lnTo>
                  <a:lnTo>
                    <a:pt x="3412134" y="9525"/>
                  </a:lnTo>
                  <a:lnTo>
                    <a:pt x="3440709" y="9525"/>
                  </a:lnTo>
                  <a:lnTo>
                    <a:pt x="3440709" y="0"/>
                  </a:lnTo>
                  <a:close/>
                </a:path>
                <a:path w="11430000" h="3248025">
                  <a:moveTo>
                    <a:pt x="3471202" y="3238500"/>
                  </a:moveTo>
                  <a:lnTo>
                    <a:pt x="3442627" y="3238500"/>
                  </a:lnTo>
                  <a:lnTo>
                    <a:pt x="3442627" y="3248025"/>
                  </a:lnTo>
                  <a:lnTo>
                    <a:pt x="3471202" y="3248025"/>
                  </a:lnTo>
                  <a:lnTo>
                    <a:pt x="3471202" y="3238500"/>
                  </a:lnTo>
                  <a:close/>
                </a:path>
                <a:path w="11430000" h="3248025">
                  <a:moveTo>
                    <a:pt x="3488359" y="0"/>
                  </a:moveTo>
                  <a:lnTo>
                    <a:pt x="3459784" y="0"/>
                  </a:lnTo>
                  <a:lnTo>
                    <a:pt x="3459784" y="9525"/>
                  </a:lnTo>
                  <a:lnTo>
                    <a:pt x="3488359" y="9525"/>
                  </a:lnTo>
                  <a:lnTo>
                    <a:pt x="3488359" y="0"/>
                  </a:lnTo>
                  <a:close/>
                </a:path>
                <a:path w="11430000" h="3248025">
                  <a:moveTo>
                    <a:pt x="3518865" y="3238500"/>
                  </a:moveTo>
                  <a:lnTo>
                    <a:pt x="3490290" y="3238500"/>
                  </a:lnTo>
                  <a:lnTo>
                    <a:pt x="3490290" y="3248025"/>
                  </a:lnTo>
                  <a:lnTo>
                    <a:pt x="3518865" y="3248025"/>
                  </a:lnTo>
                  <a:lnTo>
                    <a:pt x="3518865" y="3238500"/>
                  </a:lnTo>
                  <a:close/>
                </a:path>
                <a:path w="11430000" h="3248025">
                  <a:moveTo>
                    <a:pt x="3536023" y="0"/>
                  </a:moveTo>
                  <a:lnTo>
                    <a:pt x="3507448" y="0"/>
                  </a:lnTo>
                  <a:lnTo>
                    <a:pt x="3507448" y="9525"/>
                  </a:lnTo>
                  <a:lnTo>
                    <a:pt x="3536023" y="9525"/>
                  </a:lnTo>
                  <a:lnTo>
                    <a:pt x="3536023" y="0"/>
                  </a:lnTo>
                  <a:close/>
                </a:path>
                <a:path w="11430000" h="3248025">
                  <a:moveTo>
                    <a:pt x="3566515" y="3238500"/>
                  </a:moveTo>
                  <a:lnTo>
                    <a:pt x="3537940" y="3238500"/>
                  </a:lnTo>
                  <a:lnTo>
                    <a:pt x="3537940" y="3248025"/>
                  </a:lnTo>
                  <a:lnTo>
                    <a:pt x="3566515" y="3248025"/>
                  </a:lnTo>
                  <a:lnTo>
                    <a:pt x="3566515" y="3238500"/>
                  </a:lnTo>
                  <a:close/>
                </a:path>
                <a:path w="11430000" h="3248025">
                  <a:moveTo>
                    <a:pt x="3583673" y="0"/>
                  </a:moveTo>
                  <a:lnTo>
                    <a:pt x="3555098" y="0"/>
                  </a:lnTo>
                  <a:lnTo>
                    <a:pt x="3555098" y="9525"/>
                  </a:lnTo>
                  <a:lnTo>
                    <a:pt x="3583673" y="9525"/>
                  </a:lnTo>
                  <a:lnTo>
                    <a:pt x="3583673" y="0"/>
                  </a:lnTo>
                  <a:close/>
                </a:path>
                <a:path w="11430000" h="3248025">
                  <a:moveTo>
                    <a:pt x="3614178" y="3238500"/>
                  </a:moveTo>
                  <a:lnTo>
                    <a:pt x="3585603" y="3238500"/>
                  </a:lnTo>
                  <a:lnTo>
                    <a:pt x="3585603" y="3248025"/>
                  </a:lnTo>
                  <a:lnTo>
                    <a:pt x="3614178" y="3248025"/>
                  </a:lnTo>
                  <a:lnTo>
                    <a:pt x="3614178" y="3238500"/>
                  </a:lnTo>
                  <a:close/>
                </a:path>
                <a:path w="11430000" h="3248025">
                  <a:moveTo>
                    <a:pt x="3631336" y="0"/>
                  </a:moveTo>
                  <a:lnTo>
                    <a:pt x="3602761" y="0"/>
                  </a:lnTo>
                  <a:lnTo>
                    <a:pt x="3602761" y="9525"/>
                  </a:lnTo>
                  <a:lnTo>
                    <a:pt x="3631336" y="9525"/>
                  </a:lnTo>
                  <a:lnTo>
                    <a:pt x="3631336" y="0"/>
                  </a:lnTo>
                  <a:close/>
                </a:path>
                <a:path w="11430000" h="3248025">
                  <a:moveTo>
                    <a:pt x="3661829" y="3238500"/>
                  </a:moveTo>
                  <a:lnTo>
                    <a:pt x="3633254" y="3238500"/>
                  </a:lnTo>
                  <a:lnTo>
                    <a:pt x="3633254" y="3248025"/>
                  </a:lnTo>
                  <a:lnTo>
                    <a:pt x="3661829" y="3248025"/>
                  </a:lnTo>
                  <a:lnTo>
                    <a:pt x="3661829" y="3238500"/>
                  </a:lnTo>
                  <a:close/>
                </a:path>
                <a:path w="11430000" h="3248025">
                  <a:moveTo>
                    <a:pt x="3678986" y="0"/>
                  </a:moveTo>
                  <a:lnTo>
                    <a:pt x="3650411" y="0"/>
                  </a:lnTo>
                  <a:lnTo>
                    <a:pt x="3650411" y="9525"/>
                  </a:lnTo>
                  <a:lnTo>
                    <a:pt x="3678986" y="9525"/>
                  </a:lnTo>
                  <a:lnTo>
                    <a:pt x="3678986" y="0"/>
                  </a:lnTo>
                  <a:close/>
                </a:path>
                <a:path w="11430000" h="3248025">
                  <a:moveTo>
                    <a:pt x="3709492" y="3238500"/>
                  </a:moveTo>
                  <a:lnTo>
                    <a:pt x="3680917" y="3238500"/>
                  </a:lnTo>
                  <a:lnTo>
                    <a:pt x="3680917" y="3248025"/>
                  </a:lnTo>
                  <a:lnTo>
                    <a:pt x="3709492" y="3248025"/>
                  </a:lnTo>
                  <a:lnTo>
                    <a:pt x="3709492" y="3238500"/>
                  </a:lnTo>
                  <a:close/>
                </a:path>
                <a:path w="11430000" h="3248025">
                  <a:moveTo>
                    <a:pt x="3726637" y="0"/>
                  </a:moveTo>
                  <a:lnTo>
                    <a:pt x="3698062" y="0"/>
                  </a:lnTo>
                  <a:lnTo>
                    <a:pt x="3698062" y="9525"/>
                  </a:lnTo>
                  <a:lnTo>
                    <a:pt x="3726637" y="9525"/>
                  </a:lnTo>
                  <a:lnTo>
                    <a:pt x="3726637" y="0"/>
                  </a:lnTo>
                  <a:close/>
                </a:path>
                <a:path w="11430000" h="3248025">
                  <a:moveTo>
                    <a:pt x="3757142" y="3238500"/>
                  </a:moveTo>
                  <a:lnTo>
                    <a:pt x="3728567" y="3238500"/>
                  </a:lnTo>
                  <a:lnTo>
                    <a:pt x="3728567" y="3248025"/>
                  </a:lnTo>
                  <a:lnTo>
                    <a:pt x="3757142" y="3248025"/>
                  </a:lnTo>
                  <a:lnTo>
                    <a:pt x="3757142" y="3238500"/>
                  </a:lnTo>
                  <a:close/>
                </a:path>
                <a:path w="11430000" h="3248025">
                  <a:moveTo>
                    <a:pt x="3774300" y="0"/>
                  </a:moveTo>
                  <a:lnTo>
                    <a:pt x="3745725" y="0"/>
                  </a:lnTo>
                  <a:lnTo>
                    <a:pt x="3745725" y="9525"/>
                  </a:lnTo>
                  <a:lnTo>
                    <a:pt x="3774300" y="9525"/>
                  </a:lnTo>
                  <a:lnTo>
                    <a:pt x="3774300" y="0"/>
                  </a:lnTo>
                  <a:close/>
                </a:path>
                <a:path w="11430000" h="3248025">
                  <a:moveTo>
                    <a:pt x="3804805" y="3238500"/>
                  </a:moveTo>
                  <a:lnTo>
                    <a:pt x="3776230" y="3238500"/>
                  </a:lnTo>
                  <a:lnTo>
                    <a:pt x="3776230" y="3248025"/>
                  </a:lnTo>
                  <a:lnTo>
                    <a:pt x="3804805" y="3248025"/>
                  </a:lnTo>
                  <a:lnTo>
                    <a:pt x="3804805" y="3238500"/>
                  </a:lnTo>
                  <a:close/>
                </a:path>
                <a:path w="11430000" h="3248025">
                  <a:moveTo>
                    <a:pt x="3821950" y="0"/>
                  </a:moveTo>
                  <a:lnTo>
                    <a:pt x="3793375" y="0"/>
                  </a:lnTo>
                  <a:lnTo>
                    <a:pt x="3793375" y="9525"/>
                  </a:lnTo>
                  <a:lnTo>
                    <a:pt x="3821950" y="9525"/>
                  </a:lnTo>
                  <a:lnTo>
                    <a:pt x="3821950" y="0"/>
                  </a:lnTo>
                  <a:close/>
                </a:path>
                <a:path w="11430000" h="3248025">
                  <a:moveTo>
                    <a:pt x="3852456" y="3238500"/>
                  </a:moveTo>
                  <a:lnTo>
                    <a:pt x="3823881" y="3238500"/>
                  </a:lnTo>
                  <a:lnTo>
                    <a:pt x="3823881" y="3248025"/>
                  </a:lnTo>
                  <a:lnTo>
                    <a:pt x="3852456" y="3248025"/>
                  </a:lnTo>
                  <a:lnTo>
                    <a:pt x="3852456" y="3238500"/>
                  </a:lnTo>
                  <a:close/>
                </a:path>
                <a:path w="11430000" h="3248025">
                  <a:moveTo>
                    <a:pt x="3869613" y="0"/>
                  </a:moveTo>
                  <a:lnTo>
                    <a:pt x="3841038" y="0"/>
                  </a:lnTo>
                  <a:lnTo>
                    <a:pt x="3841038" y="9525"/>
                  </a:lnTo>
                  <a:lnTo>
                    <a:pt x="3869613" y="9525"/>
                  </a:lnTo>
                  <a:lnTo>
                    <a:pt x="3869613" y="0"/>
                  </a:lnTo>
                  <a:close/>
                </a:path>
                <a:path w="11430000" h="3248025">
                  <a:moveTo>
                    <a:pt x="3900106" y="3238500"/>
                  </a:moveTo>
                  <a:lnTo>
                    <a:pt x="3871531" y="3238500"/>
                  </a:lnTo>
                  <a:lnTo>
                    <a:pt x="3871531" y="3248025"/>
                  </a:lnTo>
                  <a:lnTo>
                    <a:pt x="3900106" y="3248025"/>
                  </a:lnTo>
                  <a:lnTo>
                    <a:pt x="3900106" y="3238500"/>
                  </a:lnTo>
                  <a:close/>
                </a:path>
                <a:path w="11430000" h="3248025">
                  <a:moveTo>
                    <a:pt x="3917264" y="0"/>
                  </a:moveTo>
                  <a:lnTo>
                    <a:pt x="3888689" y="0"/>
                  </a:lnTo>
                  <a:lnTo>
                    <a:pt x="3888689" y="9525"/>
                  </a:lnTo>
                  <a:lnTo>
                    <a:pt x="3917264" y="9525"/>
                  </a:lnTo>
                  <a:lnTo>
                    <a:pt x="3917264" y="0"/>
                  </a:lnTo>
                  <a:close/>
                </a:path>
                <a:path w="11430000" h="3248025">
                  <a:moveTo>
                    <a:pt x="3947769" y="3238500"/>
                  </a:moveTo>
                  <a:lnTo>
                    <a:pt x="3919194" y="3238500"/>
                  </a:lnTo>
                  <a:lnTo>
                    <a:pt x="3919194" y="3248025"/>
                  </a:lnTo>
                  <a:lnTo>
                    <a:pt x="3947769" y="3248025"/>
                  </a:lnTo>
                  <a:lnTo>
                    <a:pt x="3947769" y="3238500"/>
                  </a:lnTo>
                  <a:close/>
                </a:path>
                <a:path w="11430000" h="3248025">
                  <a:moveTo>
                    <a:pt x="3964927" y="0"/>
                  </a:moveTo>
                  <a:lnTo>
                    <a:pt x="3936352" y="0"/>
                  </a:lnTo>
                  <a:lnTo>
                    <a:pt x="3936352" y="9525"/>
                  </a:lnTo>
                  <a:lnTo>
                    <a:pt x="3964927" y="9525"/>
                  </a:lnTo>
                  <a:lnTo>
                    <a:pt x="3964927" y="0"/>
                  </a:lnTo>
                  <a:close/>
                </a:path>
                <a:path w="11430000" h="3248025">
                  <a:moveTo>
                    <a:pt x="3995420" y="3238500"/>
                  </a:moveTo>
                  <a:lnTo>
                    <a:pt x="3966845" y="3238500"/>
                  </a:lnTo>
                  <a:lnTo>
                    <a:pt x="3966845" y="3248025"/>
                  </a:lnTo>
                  <a:lnTo>
                    <a:pt x="3995420" y="3248025"/>
                  </a:lnTo>
                  <a:lnTo>
                    <a:pt x="3995420" y="3238500"/>
                  </a:lnTo>
                  <a:close/>
                </a:path>
                <a:path w="11430000" h="3248025">
                  <a:moveTo>
                    <a:pt x="4012577" y="0"/>
                  </a:moveTo>
                  <a:lnTo>
                    <a:pt x="3984002" y="0"/>
                  </a:lnTo>
                  <a:lnTo>
                    <a:pt x="3984002" y="9525"/>
                  </a:lnTo>
                  <a:lnTo>
                    <a:pt x="4012577" y="9525"/>
                  </a:lnTo>
                  <a:lnTo>
                    <a:pt x="4012577" y="0"/>
                  </a:lnTo>
                  <a:close/>
                </a:path>
                <a:path w="11430000" h="3248025">
                  <a:moveTo>
                    <a:pt x="4043083" y="3238500"/>
                  </a:moveTo>
                  <a:lnTo>
                    <a:pt x="4014508" y="3238500"/>
                  </a:lnTo>
                  <a:lnTo>
                    <a:pt x="4014508" y="3248025"/>
                  </a:lnTo>
                  <a:lnTo>
                    <a:pt x="4043083" y="3248025"/>
                  </a:lnTo>
                  <a:lnTo>
                    <a:pt x="4043083" y="3238500"/>
                  </a:lnTo>
                  <a:close/>
                </a:path>
                <a:path w="11430000" h="3248025">
                  <a:moveTo>
                    <a:pt x="4060240" y="0"/>
                  </a:moveTo>
                  <a:lnTo>
                    <a:pt x="4031665" y="0"/>
                  </a:lnTo>
                  <a:lnTo>
                    <a:pt x="4031665" y="9525"/>
                  </a:lnTo>
                  <a:lnTo>
                    <a:pt x="4060240" y="9525"/>
                  </a:lnTo>
                  <a:lnTo>
                    <a:pt x="4060240" y="0"/>
                  </a:lnTo>
                  <a:close/>
                </a:path>
                <a:path w="11430000" h="3248025">
                  <a:moveTo>
                    <a:pt x="4090733" y="3238500"/>
                  </a:moveTo>
                  <a:lnTo>
                    <a:pt x="4062158" y="3238500"/>
                  </a:lnTo>
                  <a:lnTo>
                    <a:pt x="4062158" y="3248025"/>
                  </a:lnTo>
                  <a:lnTo>
                    <a:pt x="4090733" y="3248025"/>
                  </a:lnTo>
                  <a:lnTo>
                    <a:pt x="4090733" y="3238500"/>
                  </a:lnTo>
                  <a:close/>
                </a:path>
                <a:path w="11430000" h="3248025">
                  <a:moveTo>
                    <a:pt x="4107891" y="0"/>
                  </a:moveTo>
                  <a:lnTo>
                    <a:pt x="4079316" y="0"/>
                  </a:lnTo>
                  <a:lnTo>
                    <a:pt x="4079316" y="9525"/>
                  </a:lnTo>
                  <a:lnTo>
                    <a:pt x="4107891" y="9525"/>
                  </a:lnTo>
                  <a:lnTo>
                    <a:pt x="4107891" y="0"/>
                  </a:lnTo>
                  <a:close/>
                </a:path>
                <a:path w="11430000" h="3248025">
                  <a:moveTo>
                    <a:pt x="4138396" y="3238500"/>
                  </a:moveTo>
                  <a:lnTo>
                    <a:pt x="4109821" y="3238500"/>
                  </a:lnTo>
                  <a:lnTo>
                    <a:pt x="4109821" y="3248025"/>
                  </a:lnTo>
                  <a:lnTo>
                    <a:pt x="4138396" y="3248025"/>
                  </a:lnTo>
                  <a:lnTo>
                    <a:pt x="4138396" y="3238500"/>
                  </a:lnTo>
                  <a:close/>
                </a:path>
                <a:path w="11430000" h="3248025">
                  <a:moveTo>
                    <a:pt x="4155541" y="0"/>
                  </a:moveTo>
                  <a:lnTo>
                    <a:pt x="4126966" y="0"/>
                  </a:lnTo>
                  <a:lnTo>
                    <a:pt x="4126966" y="9525"/>
                  </a:lnTo>
                  <a:lnTo>
                    <a:pt x="4155541" y="9525"/>
                  </a:lnTo>
                  <a:lnTo>
                    <a:pt x="4155541" y="0"/>
                  </a:lnTo>
                  <a:close/>
                </a:path>
                <a:path w="11430000" h="3248025">
                  <a:moveTo>
                    <a:pt x="4186047" y="3238500"/>
                  </a:moveTo>
                  <a:lnTo>
                    <a:pt x="4157472" y="3238500"/>
                  </a:lnTo>
                  <a:lnTo>
                    <a:pt x="4157472" y="3248025"/>
                  </a:lnTo>
                  <a:lnTo>
                    <a:pt x="4186047" y="3248025"/>
                  </a:lnTo>
                  <a:lnTo>
                    <a:pt x="4186047" y="3238500"/>
                  </a:lnTo>
                  <a:close/>
                </a:path>
                <a:path w="11430000" h="3248025">
                  <a:moveTo>
                    <a:pt x="4203204" y="0"/>
                  </a:moveTo>
                  <a:lnTo>
                    <a:pt x="4174629" y="0"/>
                  </a:lnTo>
                  <a:lnTo>
                    <a:pt x="4174629" y="9525"/>
                  </a:lnTo>
                  <a:lnTo>
                    <a:pt x="4203204" y="9525"/>
                  </a:lnTo>
                  <a:lnTo>
                    <a:pt x="4203204" y="0"/>
                  </a:lnTo>
                  <a:close/>
                </a:path>
                <a:path w="11430000" h="3248025">
                  <a:moveTo>
                    <a:pt x="4233710" y="3238500"/>
                  </a:moveTo>
                  <a:lnTo>
                    <a:pt x="4205135" y="3238500"/>
                  </a:lnTo>
                  <a:lnTo>
                    <a:pt x="4205135" y="3248025"/>
                  </a:lnTo>
                  <a:lnTo>
                    <a:pt x="4233710" y="3248025"/>
                  </a:lnTo>
                  <a:lnTo>
                    <a:pt x="4233710" y="3238500"/>
                  </a:lnTo>
                  <a:close/>
                </a:path>
                <a:path w="11430000" h="3248025">
                  <a:moveTo>
                    <a:pt x="4250855" y="0"/>
                  </a:moveTo>
                  <a:lnTo>
                    <a:pt x="4222280" y="0"/>
                  </a:lnTo>
                  <a:lnTo>
                    <a:pt x="4222280" y="9525"/>
                  </a:lnTo>
                  <a:lnTo>
                    <a:pt x="4250855" y="9525"/>
                  </a:lnTo>
                  <a:lnTo>
                    <a:pt x="4250855" y="0"/>
                  </a:lnTo>
                  <a:close/>
                </a:path>
                <a:path w="11430000" h="3248025">
                  <a:moveTo>
                    <a:pt x="4281360" y="3238500"/>
                  </a:moveTo>
                  <a:lnTo>
                    <a:pt x="4252785" y="3238500"/>
                  </a:lnTo>
                  <a:lnTo>
                    <a:pt x="4252785" y="3248025"/>
                  </a:lnTo>
                  <a:lnTo>
                    <a:pt x="4281360" y="3248025"/>
                  </a:lnTo>
                  <a:lnTo>
                    <a:pt x="4281360" y="3238500"/>
                  </a:lnTo>
                  <a:close/>
                </a:path>
                <a:path w="11430000" h="3248025">
                  <a:moveTo>
                    <a:pt x="4298518" y="0"/>
                  </a:moveTo>
                  <a:lnTo>
                    <a:pt x="4269943" y="0"/>
                  </a:lnTo>
                  <a:lnTo>
                    <a:pt x="4269943" y="9525"/>
                  </a:lnTo>
                  <a:lnTo>
                    <a:pt x="4298518" y="9525"/>
                  </a:lnTo>
                  <a:lnTo>
                    <a:pt x="4298518" y="0"/>
                  </a:lnTo>
                  <a:close/>
                </a:path>
                <a:path w="11430000" h="3248025">
                  <a:moveTo>
                    <a:pt x="4329023" y="3238500"/>
                  </a:moveTo>
                  <a:lnTo>
                    <a:pt x="4300448" y="3238500"/>
                  </a:lnTo>
                  <a:lnTo>
                    <a:pt x="4300448" y="3248025"/>
                  </a:lnTo>
                  <a:lnTo>
                    <a:pt x="4329023" y="3248025"/>
                  </a:lnTo>
                  <a:lnTo>
                    <a:pt x="4329023" y="3238500"/>
                  </a:lnTo>
                  <a:close/>
                </a:path>
                <a:path w="11430000" h="3248025">
                  <a:moveTo>
                    <a:pt x="4346168" y="0"/>
                  </a:moveTo>
                  <a:lnTo>
                    <a:pt x="4317593" y="0"/>
                  </a:lnTo>
                  <a:lnTo>
                    <a:pt x="4317593" y="9525"/>
                  </a:lnTo>
                  <a:lnTo>
                    <a:pt x="4346168" y="9525"/>
                  </a:lnTo>
                  <a:lnTo>
                    <a:pt x="4346168" y="0"/>
                  </a:lnTo>
                  <a:close/>
                </a:path>
                <a:path w="11430000" h="3248025">
                  <a:moveTo>
                    <a:pt x="4376674" y="3238500"/>
                  </a:moveTo>
                  <a:lnTo>
                    <a:pt x="4348099" y="3238500"/>
                  </a:lnTo>
                  <a:lnTo>
                    <a:pt x="4348099" y="3248025"/>
                  </a:lnTo>
                  <a:lnTo>
                    <a:pt x="4376674" y="3248025"/>
                  </a:lnTo>
                  <a:lnTo>
                    <a:pt x="4376674" y="3238500"/>
                  </a:lnTo>
                  <a:close/>
                </a:path>
                <a:path w="11430000" h="3248025">
                  <a:moveTo>
                    <a:pt x="4393831" y="0"/>
                  </a:moveTo>
                  <a:lnTo>
                    <a:pt x="4365256" y="0"/>
                  </a:lnTo>
                  <a:lnTo>
                    <a:pt x="4365256" y="9525"/>
                  </a:lnTo>
                  <a:lnTo>
                    <a:pt x="4393831" y="9525"/>
                  </a:lnTo>
                  <a:lnTo>
                    <a:pt x="4393831" y="0"/>
                  </a:lnTo>
                  <a:close/>
                </a:path>
                <a:path w="11430000" h="3248025">
                  <a:moveTo>
                    <a:pt x="4424324" y="3238500"/>
                  </a:moveTo>
                  <a:lnTo>
                    <a:pt x="4395749" y="3238500"/>
                  </a:lnTo>
                  <a:lnTo>
                    <a:pt x="4395749" y="3248025"/>
                  </a:lnTo>
                  <a:lnTo>
                    <a:pt x="4424324" y="3248025"/>
                  </a:lnTo>
                  <a:lnTo>
                    <a:pt x="4424324" y="3238500"/>
                  </a:lnTo>
                  <a:close/>
                </a:path>
                <a:path w="11430000" h="3248025">
                  <a:moveTo>
                    <a:pt x="4441482" y="0"/>
                  </a:moveTo>
                  <a:lnTo>
                    <a:pt x="4412907" y="0"/>
                  </a:lnTo>
                  <a:lnTo>
                    <a:pt x="4412907" y="9525"/>
                  </a:lnTo>
                  <a:lnTo>
                    <a:pt x="4441482" y="9525"/>
                  </a:lnTo>
                  <a:lnTo>
                    <a:pt x="4441482" y="0"/>
                  </a:lnTo>
                  <a:close/>
                </a:path>
                <a:path w="11430000" h="3248025">
                  <a:moveTo>
                    <a:pt x="4471987" y="3238500"/>
                  </a:moveTo>
                  <a:lnTo>
                    <a:pt x="4443412" y="3238500"/>
                  </a:lnTo>
                  <a:lnTo>
                    <a:pt x="4443412" y="3248025"/>
                  </a:lnTo>
                  <a:lnTo>
                    <a:pt x="4471987" y="3248025"/>
                  </a:lnTo>
                  <a:lnTo>
                    <a:pt x="4471987" y="3238500"/>
                  </a:lnTo>
                  <a:close/>
                </a:path>
                <a:path w="11430000" h="3248025">
                  <a:moveTo>
                    <a:pt x="4489145" y="0"/>
                  </a:moveTo>
                  <a:lnTo>
                    <a:pt x="4460570" y="0"/>
                  </a:lnTo>
                  <a:lnTo>
                    <a:pt x="4460570" y="9525"/>
                  </a:lnTo>
                  <a:lnTo>
                    <a:pt x="4489145" y="9525"/>
                  </a:lnTo>
                  <a:lnTo>
                    <a:pt x="4489145" y="0"/>
                  </a:lnTo>
                  <a:close/>
                </a:path>
                <a:path w="11430000" h="3248025">
                  <a:moveTo>
                    <a:pt x="4519638" y="3238500"/>
                  </a:moveTo>
                  <a:lnTo>
                    <a:pt x="4491063" y="3238500"/>
                  </a:lnTo>
                  <a:lnTo>
                    <a:pt x="4491063" y="3248025"/>
                  </a:lnTo>
                  <a:lnTo>
                    <a:pt x="4519638" y="3248025"/>
                  </a:lnTo>
                  <a:lnTo>
                    <a:pt x="4519638" y="3238500"/>
                  </a:lnTo>
                  <a:close/>
                </a:path>
                <a:path w="11430000" h="3248025">
                  <a:moveTo>
                    <a:pt x="4536795" y="0"/>
                  </a:moveTo>
                  <a:lnTo>
                    <a:pt x="4508220" y="0"/>
                  </a:lnTo>
                  <a:lnTo>
                    <a:pt x="4508220" y="9525"/>
                  </a:lnTo>
                  <a:lnTo>
                    <a:pt x="4536795" y="9525"/>
                  </a:lnTo>
                  <a:lnTo>
                    <a:pt x="4536795" y="0"/>
                  </a:lnTo>
                  <a:close/>
                </a:path>
                <a:path w="11430000" h="3248025">
                  <a:moveTo>
                    <a:pt x="4567301" y="3238500"/>
                  </a:moveTo>
                  <a:lnTo>
                    <a:pt x="4538726" y="3238500"/>
                  </a:lnTo>
                  <a:lnTo>
                    <a:pt x="4538726" y="3248025"/>
                  </a:lnTo>
                  <a:lnTo>
                    <a:pt x="4567301" y="3248025"/>
                  </a:lnTo>
                  <a:lnTo>
                    <a:pt x="4567301" y="3238500"/>
                  </a:lnTo>
                  <a:close/>
                </a:path>
                <a:path w="11430000" h="3248025">
                  <a:moveTo>
                    <a:pt x="4584458" y="0"/>
                  </a:moveTo>
                  <a:lnTo>
                    <a:pt x="4555883" y="0"/>
                  </a:lnTo>
                  <a:lnTo>
                    <a:pt x="4555883" y="9525"/>
                  </a:lnTo>
                  <a:lnTo>
                    <a:pt x="4584458" y="9525"/>
                  </a:lnTo>
                  <a:lnTo>
                    <a:pt x="4584458" y="0"/>
                  </a:lnTo>
                  <a:close/>
                </a:path>
                <a:path w="11430000" h="3248025">
                  <a:moveTo>
                    <a:pt x="4614951" y="3238500"/>
                  </a:moveTo>
                  <a:lnTo>
                    <a:pt x="4586376" y="3238500"/>
                  </a:lnTo>
                  <a:lnTo>
                    <a:pt x="4586376" y="3248025"/>
                  </a:lnTo>
                  <a:lnTo>
                    <a:pt x="4614951" y="3248025"/>
                  </a:lnTo>
                  <a:lnTo>
                    <a:pt x="4614951" y="3238500"/>
                  </a:lnTo>
                  <a:close/>
                </a:path>
                <a:path w="11430000" h="3248025">
                  <a:moveTo>
                    <a:pt x="4632109" y="0"/>
                  </a:moveTo>
                  <a:lnTo>
                    <a:pt x="4603534" y="0"/>
                  </a:lnTo>
                  <a:lnTo>
                    <a:pt x="4603534" y="9525"/>
                  </a:lnTo>
                  <a:lnTo>
                    <a:pt x="4632109" y="9525"/>
                  </a:lnTo>
                  <a:lnTo>
                    <a:pt x="4632109" y="0"/>
                  </a:lnTo>
                  <a:close/>
                </a:path>
                <a:path w="11430000" h="3248025">
                  <a:moveTo>
                    <a:pt x="4662614" y="3238500"/>
                  </a:moveTo>
                  <a:lnTo>
                    <a:pt x="4634039" y="3238500"/>
                  </a:lnTo>
                  <a:lnTo>
                    <a:pt x="4634039" y="3248025"/>
                  </a:lnTo>
                  <a:lnTo>
                    <a:pt x="4662614" y="3248025"/>
                  </a:lnTo>
                  <a:lnTo>
                    <a:pt x="4662614" y="3238500"/>
                  </a:lnTo>
                  <a:close/>
                </a:path>
                <a:path w="11430000" h="3248025">
                  <a:moveTo>
                    <a:pt x="4679759" y="0"/>
                  </a:moveTo>
                  <a:lnTo>
                    <a:pt x="4651184" y="0"/>
                  </a:lnTo>
                  <a:lnTo>
                    <a:pt x="4651184" y="9525"/>
                  </a:lnTo>
                  <a:lnTo>
                    <a:pt x="4679759" y="9525"/>
                  </a:lnTo>
                  <a:lnTo>
                    <a:pt x="4679759" y="0"/>
                  </a:lnTo>
                  <a:close/>
                </a:path>
                <a:path w="11430000" h="3248025">
                  <a:moveTo>
                    <a:pt x="4710265" y="3238500"/>
                  </a:moveTo>
                  <a:lnTo>
                    <a:pt x="4681690" y="3238500"/>
                  </a:lnTo>
                  <a:lnTo>
                    <a:pt x="4681690" y="3248025"/>
                  </a:lnTo>
                  <a:lnTo>
                    <a:pt x="4710265" y="3248025"/>
                  </a:lnTo>
                  <a:lnTo>
                    <a:pt x="4710265" y="3238500"/>
                  </a:lnTo>
                  <a:close/>
                </a:path>
                <a:path w="11430000" h="3248025">
                  <a:moveTo>
                    <a:pt x="4727422" y="0"/>
                  </a:moveTo>
                  <a:lnTo>
                    <a:pt x="4698847" y="0"/>
                  </a:lnTo>
                  <a:lnTo>
                    <a:pt x="4698847" y="9525"/>
                  </a:lnTo>
                  <a:lnTo>
                    <a:pt x="4727422" y="9525"/>
                  </a:lnTo>
                  <a:lnTo>
                    <a:pt x="4727422" y="0"/>
                  </a:lnTo>
                  <a:close/>
                </a:path>
                <a:path w="11430000" h="3248025">
                  <a:moveTo>
                    <a:pt x="4757928" y="3238500"/>
                  </a:moveTo>
                  <a:lnTo>
                    <a:pt x="4729353" y="3238500"/>
                  </a:lnTo>
                  <a:lnTo>
                    <a:pt x="4729353" y="3248025"/>
                  </a:lnTo>
                  <a:lnTo>
                    <a:pt x="4757928" y="3248025"/>
                  </a:lnTo>
                  <a:lnTo>
                    <a:pt x="4757928" y="3238500"/>
                  </a:lnTo>
                  <a:close/>
                </a:path>
                <a:path w="11430000" h="3248025">
                  <a:moveTo>
                    <a:pt x="4775073" y="0"/>
                  </a:moveTo>
                  <a:lnTo>
                    <a:pt x="4746498" y="0"/>
                  </a:lnTo>
                  <a:lnTo>
                    <a:pt x="4746498" y="9525"/>
                  </a:lnTo>
                  <a:lnTo>
                    <a:pt x="4775073" y="9525"/>
                  </a:lnTo>
                  <a:lnTo>
                    <a:pt x="4775073" y="0"/>
                  </a:lnTo>
                  <a:close/>
                </a:path>
                <a:path w="11430000" h="3248025">
                  <a:moveTo>
                    <a:pt x="4805578" y="3238500"/>
                  </a:moveTo>
                  <a:lnTo>
                    <a:pt x="4777003" y="3238500"/>
                  </a:lnTo>
                  <a:lnTo>
                    <a:pt x="4777003" y="3248025"/>
                  </a:lnTo>
                  <a:lnTo>
                    <a:pt x="4805578" y="3248025"/>
                  </a:lnTo>
                  <a:lnTo>
                    <a:pt x="4805578" y="3238500"/>
                  </a:lnTo>
                  <a:close/>
                </a:path>
                <a:path w="11430000" h="3248025">
                  <a:moveTo>
                    <a:pt x="4822736" y="0"/>
                  </a:moveTo>
                  <a:lnTo>
                    <a:pt x="4794161" y="0"/>
                  </a:lnTo>
                  <a:lnTo>
                    <a:pt x="4794161" y="9525"/>
                  </a:lnTo>
                  <a:lnTo>
                    <a:pt x="4822736" y="9525"/>
                  </a:lnTo>
                  <a:lnTo>
                    <a:pt x="4822736" y="0"/>
                  </a:lnTo>
                  <a:close/>
                </a:path>
                <a:path w="11430000" h="3248025">
                  <a:moveTo>
                    <a:pt x="4853241" y="3238500"/>
                  </a:moveTo>
                  <a:lnTo>
                    <a:pt x="4824666" y="3238500"/>
                  </a:lnTo>
                  <a:lnTo>
                    <a:pt x="4824666" y="3248025"/>
                  </a:lnTo>
                  <a:lnTo>
                    <a:pt x="4853241" y="3248025"/>
                  </a:lnTo>
                  <a:lnTo>
                    <a:pt x="4853241" y="3238500"/>
                  </a:lnTo>
                  <a:close/>
                </a:path>
                <a:path w="11430000" h="3248025">
                  <a:moveTo>
                    <a:pt x="4870386" y="0"/>
                  </a:moveTo>
                  <a:lnTo>
                    <a:pt x="4841811" y="0"/>
                  </a:lnTo>
                  <a:lnTo>
                    <a:pt x="4841811" y="9525"/>
                  </a:lnTo>
                  <a:lnTo>
                    <a:pt x="4870386" y="9525"/>
                  </a:lnTo>
                  <a:lnTo>
                    <a:pt x="4870386" y="0"/>
                  </a:lnTo>
                  <a:close/>
                </a:path>
                <a:path w="11430000" h="3248025">
                  <a:moveTo>
                    <a:pt x="4900892" y="3238500"/>
                  </a:moveTo>
                  <a:lnTo>
                    <a:pt x="4872317" y="3238500"/>
                  </a:lnTo>
                  <a:lnTo>
                    <a:pt x="4872317" y="3248025"/>
                  </a:lnTo>
                  <a:lnTo>
                    <a:pt x="4900892" y="3248025"/>
                  </a:lnTo>
                  <a:lnTo>
                    <a:pt x="4900892" y="3238500"/>
                  </a:lnTo>
                  <a:close/>
                </a:path>
                <a:path w="11430000" h="3248025">
                  <a:moveTo>
                    <a:pt x="4918049" y="0"/>
                  </a:moveTo>
                  <a:lnTo>
                    <a:pt x="4889474" y="0"/>
                  </a:lnTo>
                  <a:lnTo>
                    <a:pt x="4889474" y="9525"/>
                  </a:lnTo>
                  <a:lnTo>
                    <a:pt x="4918049" y="9525"/>
                  </a:lnTo>
                  <a:lnTo>
                    <a:pt x="4918049" y="0"/>
                  </a:lnTo>
                  <a:close/>
                </a:path>
                <a:path w="11430000" h="3248025">
                  <a:moveTo>
                    <a:pt x="4948542" y="3238500"/>
                  </a:moveTo>
                  <a:lnTo>
                    <a:pt x="4919967" y="3238500"/>
                  </a:lnTo>
                  <a:lnTo>
                    <a:pt x="4919967" y="3248025"/>
                  </a:lnTo>
                  <a:lnTo>
                    <a:pt x="4948542" y="3248025"/>
                  </a:lnTo>
                  <a:lnTo>
                    <a:pt x="4948542" y="3238500"/>
                  </a:lnTo>
                  <a:close/>
                </a:path>
                <a:path w="11430000" h="3248025">
                  <a:moveTo>
                    <a:pt x="4965700" y="0"/>
                  </a:moveTo>
                  <a:lnTo>
                    <a:pt x="4937125" y="0"/>
                  </a:lnTo>
                  <a:lnTo>
                    <a:pt x="4937125" y="9525"/>
                  </a:lnTo>
                  <a:lnTo>
                    <a:pt x="4965700" y="9525"/>
                  </a:lnTo>
                  <a:lnTo>
                    <a:pt x="4965700" y="0"/>
                  </a:lnTo>
                  <a:close/>
                </a:path>
                <a:path w="11430000" h="3248025">
                  <a:moveTo>
                    <a:pt x="4996205" y="3238500"/>
                  </a:moveTo>
                  <a:lnTo>
                    <a:pt x="4967630" y="3238500"/>
                  </a:lnTo>
                  <a:lnTo>
                    <a:pt x="4967630" y="3248025"/>
                  </a:lnTo>
                  <a:lnTo>
                    <a:pt x="4996205" y="3248025"/>
                  </a:lnTo>
                  <a:lnTo>
                    <a:pt x="4996205" y="3238500"/>
                  </a:lnTo>
                  <a:close/>
                </a:path>
                <a:path w="11430000" h="3248025">
                  <a:moveTo>
                    <a:pt x="5013363" y="0"/>
                  </a:moveTo>
                  <a:lnTo>
                    <a:pt x="4984788" y="0"/>
                  </a:lnTo>
                  <a:lnTo>
                    <a:pt x="4984788" y="9525"/>
                  </a:lnTo>
                  <a:lnTo>
                    <a:pt x="5013363" y="9525"/>
                  </a:lnTo>
                  <a:lnTo>
                    <a:pt x="5013363" y="0"/>
                  </a:lnTo>
                  <a:close/>
                </a:path>
                <a:path w="11430000" h="3248025">
                  <a:moveTo>
                    <a:pt x="5043856" y="3238500"/>
                  </a:moveTo>
                  <a:lnTo>
                    <a:pt x="5015281" y="3238500"/>
                  </a:lnTo>
                  <a:lnTo>
                    <a:pt x="5015281" y="3248025"/>
                  </a:lnTo>
                  <a:lnTo>
                    <a:pt x="5043856" y="3248025"/>
                  </a:lnTo>
                  <a:lnTo>
                    <a:pt x="5043856" y="3238500"/>
                  </a:lnTo>
                  <a:close/>
                </a:path>
                <a:path w="11430000" h="3248025">
                  <a:moveTo>
                    <a:pt x="5061013" y="0"/>
                  </a:moveTo>
                  <a:lnTo>
                    <a:pt x="5032438" y="0"/>
                  </a:lnTo>
                  <a:lnTo>
                    <a:pt x="5032438" y="9525"/>
                  </a:lnTo>
                  <a:lnTo>
                    <a:pt x="5061013" y="9525"/>
                  </a:lnTo>
                  <a:lnTo>
                    <a:pt x="5061013" y="0"/>
                  </a:lnTo>
                  <a:close/>
                </a:path>
                <a:path w="11430000" h="3248025">
                  <a:moveTo>
                    <a:pt x="5091519" y="3238500"/>
                  </a:moveTo>
                  <a:lnTo>
                    <a:pt x="5062944" y="3238500"/>
                  </a:lnTo>
                  <a:lnTo>
                    <a:pt x="5062944" y="3248025"/>
                  </a:lnTo>
                  <a:lnTo>
                    <a:pt x="5091519" y="3248025"/>
                  </a:lnTo>
                  <a:lnTo>
                    <a:pt x="5091519" y="3238500"/>
                  </a:lnTo>
                  <a:close/>
                </a:path>
                <a:path w="11430000" h="3248025">
                  <a:moveTo>
                    <a:pt x="5108664" y="0"/>
                  </a:moveTo>
                  <a:lnTo>
                    <a:pt x="5080089" y="0"/>
                  </a:lnTo>
                  <a:lnTo>
                    <a:pt x="5080089" y="9525"/>
                  </a:lnTo>
                  <a:lnTo>
                    <a:pt x="5108664" y="9525"/>
                  </a:lnTo>
                  <a:lnTo>
                    <a:pt x="5108664" y="0"/>
                  </a:lnTo>
                  <a:close/>
                </a:path>
                <a:path w="11430000" h="3248025">
                  <a:moveTo>
                    <a:pt x="5139169" y="3238500"/>
                  </a:moveTo>
                  <a:lnTo>
                    <a:pt x="5110594" y="3238500"/>
                  </a:lnTo>
                  <a:lnTo>
                    <a:pt x="5110594" y="3248025"/>
                  </a:lnTo>
                  <a:lnTo>
                    <a:pt x="5139169" y="3248025"/>
                  </a:lnTo>
                  <a:lnTo>
                    <a:pt x="5139169" y="3238500"/>
                  </a:lnTo>
                  <a:close/>
                </a:path>
                <a:path w="11430000" h="3248025">
                  <a:moveTo>
                    <a:pt x="5156327" y="0"/>
                  </a:moveTo>
                  <a:lnTo>
                    <a:pt x="5127752" y="0"/>
                  </a:lnTo>
                  <a:lnTo>
                    <a:pt x="5127752" y="9525"/>
                  </a:lnTo>
                  <a:lnTo>
                    <a:pt x="5156327" y="9525"/>
                  </a:lnTo>
                  <a:lnTo>
                    <a:pt x="5156327" y="0"/>
                  </a:lnTo>
                  <a:close/>
                </a:path>
                <a:path w="11430000" h="3248025">
                  <a:moveTo>
                    <a:pt x="5186832" y="3238500"/>
                  </a:moveTo>
                  <a:lnTo>
                    <a:pt x="5158257" y="3238500"/>
                  </a:lnTo>
                  <a:lnTo>
                    <a:pt x="5158257" y="3248025"/>
                  </a:lnTo>
                  <a:lnTo>
                    <a:pt x="5186832" y="3248025"/>
                  </a:lnTo>
                  <a:lnTo>
                    <a:pt x="5186832" y="3238500"/>
                  </a:lnTo>
                  <a:close/>
                </a:path>
                <a:path w="11430000" h="3248025">
                  <a:moveTo>
                    <a:pt x="5203977" y="0"/>
                  </a:moveTo>
                  <a:lnTo>
                    <a:pt x="5175402" y="0"/>
                  </a:lnTo>
                  <a:lnTo>
                    <a:pt x="5175402" y="9525"/>
                  </a:lnTo>
                  <a:lnTo>
                    <a:pt x="5203977" y="9525"/>
                  </a:lnTo>
                  <a:lnTo>
                    <a:pt x="5203977" y="0"/>
                  </a:lnTo>
                  <a:close/>
                </a:path>
                <a:path w="11430000" h="3248025">
                  <a:moveTo>
                    <a:pt x="5234483" y="3238500"/>
                  </a:moveTo>
                  <a:lnTo>
                    <a:pt x="5205908" y="3238500"/>
                  </a:lnTo>
                  <a:lnTo>
                    <a:pt x="5205908" y="3248025"/>
                  </a:lnTo>
                  <a:lnTo>
                    <a:pt x="5234483" y="3248025"/>
                  </a:lnTo>
                  <a:lnTo>
                    <a:pt x="5234483" y="3238500"/>
                  </a:lnTo>
                  <a:close/>
                </a:path>
                <a:path w="11430000" h="3248025">
                  <a:moveTo>
                    <a:pt x="5251640" y="0"/>
                  </a:moveTo>
                  <a:lnTo>
                    <a:pt x="5223065" y="0"/>
                  </a:lnTo>
                  <a:lnTo>
                    <a:pt x="5223065" y="9525"/>
                  </a:lnTo>
                  <a:lnTo>
                    <a:pt x="5251640" y="9525"/>
                  </a:lnTo>
                  <a:lnTo>
                    <a:pt x="5251640" y="0"/>
                  </a:lnTo>
                  <a:close/>
                </a:path>
                <a:path w="11430000" h="3248025">
                  <a:moveTo>
                    <a:pt x="5282133" y="3238500"/>
                  </a:moveTo>
                  <a:lnTo>
                    <a:pt x="5253571" y="3238500"/>
                  </a:lnTo>
                  <a:lnTo>
                    <a:pt x="5253571" y="3248025"/>
                  </a:lnTo>
                  <a:lnTo>
                    <a:pt x="5282133" y="3248025"/>
                  </a:lnTo>
                  <a:lnTo>
                    <a:pt x="5282133" y="3238500"/>
                  </a:lnTo>
                  <a:close/>
                </a:path>
                <a:path w="11430000" h="3248025">
                  <a:moveTo>
                    <a:pt x="5299291" y="0"/>
                  </a:moveTo>
                  <a:lnTo>
                    <a:pt x="5270716" y="0"/>
                  </a:lnTo>
                  <a:lnTo>
                    <a:pt x="5270716" y="9525"/>
                  </a:lnTo>
                  <a:lnTo>
                    <a:pt x="5299291" y="9525"/>
                  </a:lnTo>
                  <a:lnTo>
                    <a:pt x="5299291" y="0"/>
                  </a:lnTo>
                  <a:close/>
                </a:path>
                <a:path w="11430000" h="3248025">
                  <a:moveTo>
                    <a:pt x="5329796" y="3238500"/>
                  </a:moveTo>
                  <a:lnTo>
                    <a:pt x="5301221" y="3238500"/>
                  </a:lnTo>
                  <a:lnTo>
                    <a:pt x="5301221" y="3248025"/>
                  </a:lnTo>
                  <a:lnTo>
                    <a:pt x="5329796" y="3248025"/>
                  </a:lnTo>
                  <a:lnTo>
                    <a:pt x="5329796" y="3238500"/>
                  </a:lnTo>
                  <a:close/>
                </a:path>
                <a:path w="11430000" h="3248025">
                  <a:moveTo>
                    <a:pt x="5346954" y="0"/>
                  </a:moveTo>
                  <a:lnTo>
                    <a:pt x="5318379" y="0"/>
                  </a:lnTo>
                  <a:lnTo>
                    <a:pt x="5318379" y="9525"/>
                  </a:lnTo>
                  <a:lnTo>
                    <a:pt x="5346954" y="9525"/>
                  </a:lnTo>
                  <a:lnTo>
                    <a:pt x="5346954" y="0"/>
                  </a:lnTo>
                  <a:close/>
                </a:path>
                <a:path w="11430000" h="3248025">
                  <a:moveTo>
                    <a:pt x="5377446" y="3238500"/>
                  </a:moveTo>
                  <a:lnTo>
                    <a:pt x="5348871" y="3238500"/>
                  </a:lnTo>
                  <a:lnTo>
                    <a:pt x="5348871" y="3248025"/>
                  </a:lnTo>
                  <a:lnTo>
                    <a:pt x="5377446" y="3248025"/>
                  </a:lnTo>
                  <a:lnTo>
                    <a:pt x="5377446" y="3238500"/>
                  </a:lnTo>
                  <a:close/>
                </a:path>
                <a:path w="11430000" h="3248025">
                  <a:moveTo>
                    <a:pt x="5394604" y="0"/>
                  </a:moveTo>
                  <a:lnTo>
                    <a:pt x="5366029" y="0"/>
                  </a:lnTo>
                  <a:lnTo>
                    <a:pt x="5366029" y="9525"/>
                  </a:lnTo>
                  <a:lnTo>
                    <a:pt x="5394604" y="9525"/>
                  </a:lnTo>
                  <a:lnTo>
                    <a:pt x="5394604" y="0"/>
                  </a:lnTo>
                  <a:close/>
                </a:path>
                <a:path w="11430000" h="3248025">
                  <a:moveTo>
                    <a:pt x="5425110" y="3238500"/>
                  </a:moveTo>
                  <a:lnTo>
                    <a:pt x="5396535" y="3238500"/>
                  </a:lnTo>
                  <a:lnTo>
                    <a:pt x="5396535" y="3248025"/>
                  </a:lnTo>
                  <a:lnTo>
                    <a:pt x="5425110" y="3248025"/>
                  </a:lnTo>
                  <a:lnTo>
                    <a:pt x="5425110" y="3238500"/>
                  </a:lnTo>
                  <a:close/>
                </a:path>
                <a:path w="11430000" h="3248025">
                  <a:moveTo>
                    <a:pt x="5442267" y="0"/>
                  </a:moveTo>
                  <a:lnTo>
                    <a:pt x="5413692" y="0"/>
                  </a:lnTo>
                  <a:lnTo>
                    <a:pt x="5413692" y="9525"/>
                  </a:lnTo>
                  <a:lnTo>
                    <a:pt x="5442267" y="9525"/>
                  </a:lnTo>
                  <a:lnTo>
                    <a:pt x="5442267" y="0"/>
                  </a:lnTo>
                  <a:close/>
                </a:path>
                <a:path w="11430000" h="3248025">
                  <a:moveTo>
                    <a:pt x="5472760" y="3238500"/>
                  </a:moveTo>
                  <a:lnTo>
                    <a:pt x="5444185" y="3238500"/>
                  </a:lnTo>
                  <a:lnTo>
                    <a:pt x="5444185" y="3248025"/>
                  </a:lnTo>
                  <a:lnTo>
                    <a:pt x="5472760" y="3248025"/>
                  </a:lnTo>
                  <a:lnTo>
                    <a:pt x="5472760" y="3238500"/>
                  </a:lnTo>
                  <a:close/>
                </a:path>
                <a:path w="11430000" h="3248025">
                  <a:moveTo>
                    <a:pt x="5489918" y="0"/>
                  </a:moveTo>
                  <a:lnTo>
                    <a:pt x="5461343" y="0"/>
                  </a:lnTo>
                  <a:lnTo>
                    <a:pt x="5461343" y="9525"/>
                  </a:lnTo>
                  <a:lnTo>
                    <a:pt x="5489918" y="9525"/>
                  </a:lnTo>
                  <a:lnTo>
                    <a:pt x="5489918" y="0"/>
                  </a:lnTo>
                  <a:close/>
                </a:path>
                <a:path w="11430000" h="3248025">
                  <a:moveTo>
                    <a:pt x="5520423" y="3238500"/>
                  </a:moveTo>
                  <a:lnTo>
                    <a:pt x="5491848" y="3238500"/>
                  </a:lnTo>
                  <a:lnTo>
                    <a:pt x="5491848" y="3248025"/>
                  </a:lnTo>
                  <a:lnTo>
                    <a:pt x="5520423" y="3248025"/>
                  </a:lnTo>
                  <a:lnTo>
                    <a:pt x="5520423" y="3238500"/>
                  </a:lnTo>
                  <a:close/>
                </a:path>
                <a:path w="11430000" h="3248025">
                  <a:moveTo>
                    <a:pt x="5537568" y="0"/>
                  </a:moveTo>
                  <a:lnTo>
                    <a:pt x="5508993" y="0"/>
                  </a:lnTo>
                  <a:lnTo>
                    <a:pt x="5508993" y="9525"/>
                  </a:lnTo>
                  <a:lnTo>
                    <a:pt x="5537568" y="9525"/>
                  </a:lnTo>
                  <a:lnTo>
                    <a:pt x="5537568" y="0"/>
                  </a:lnTo>
                  <a:close/>
                </a:path>
                <a:path w="11430000" h="3248025">
                  <a:moveTo>
                    <a:pt x="5568073" y="3238500"/>
                  </a:moveTo>
                  <a:lnTo>
                    <a:pt x="5539498" y="3238500"/>
                  </a:lnTo>
                  <a:lnTo>
                    <a:pt x="5539498" y="3248025"/>
                  </a:lnTo>
                  <a:lnTo>
                    <a:pt x="5568073" y="3248025"/>
                  </a:lnTo>
                  <a:lnTo>
                    <a:pt x="5568073" y="3238500"/>
                  </a:lnTo>
                  <a:close/>
                </a:path>
                <a:path w="11430000" h="3248025">
                  <a:moveTo>
                    <a:pt x="5585231" y="0"/>
                  </a:moveTo>
                  <a:lnTo>
                    <a:pt x="5556656" y="0"/>
                  </a:lnTo>
                  <a:lnTo>
                    <a:pt x="5556656" y="9525"/>
                  </a:lnTo>
                  <a:lnTo>
                    <a:pt x="5585231" y="9525"/>
                  </a:lnTo>
                  <a:lnTo>
                    <a:pt x="5585231" y="0"/>
                  </a:lnTo>
                  <a:close/>
                </a:path>
                <a:path w="11430000" h="3248025">
                  <a:moveTo>
                    <a:pt x="5615737" y="3238500"/>
                  </a:moveTo>
                  <a:lnTo>
                    <a:pt x="5587162" y="3238500"/>
                  </a:lnTo>
                  <a:lnTo>
                    <a:pt x="5587162" y="3248025"/>
                  </a:lnTo>
                  <a:lnTo>
                    <a:pt x="5615737" y="3248025"/>
                  </a:lnTo>
                  <a:lnTo>
                    <a:pt x="5615737" y="3238500"/>
                  </a:lnTo>
                  <a:close/>
                </a:path>
                <a:path w="11430000" h="3248025">
                  <a:moveTo>
                    <a:pt x="5632882" y="0"/>
                  </a:moveTo>
                  <a:lnTo>
                    <a:pt x="5604307" y="0"/>
                  </a:lnTo>
                  <a:lnTo>
                    <a:pt x="5604307" y="9525"/>
                  </a:lnTo>
                  <a:lnTo>
                    <a:pt x="5632882" y="9525"/>
                  </a:lnTo>
                  <a:lnTo>
                    <a:pt x="5632882" y="0"/>
                  </a:lnTo>
                  <a:close/>
                </a:path>
                <a:path w="11430000" h="3248025">
                  <a:moveTo>
                    <a:pt x="5663387" y="3238500"/>
                  </a:moveTo>
                  <a:lnTo>
                    <a:pt x="5634812" y="3238500"/>
                  </a:lnTo>
                  <a:lnTo>
                    <a:pt x="5634812" y="3248025"/>
                  </a:lnTo>
                  <a:lnTo>
                    <a:pt x="5663387" y="3248025"/>
                  </a:lnTo>
                  <a:lnTo>
                    <a:pt x="5663387" y="3238500"/>
                  </a:lnTo>
                  <a:close/>
                </a:path>
                <a:path w="11430000" h="3248025">
                  <a:moveTo>
                    <a:pt x="5680545" y="0"/>
                  </a:moveTo>
                  <a:lnTo>
                    <a:pt x="5651970" y="0"/>
                  </a:lnTo>
                  <a:lnTo>
                    <a:pt x="5651970" y="9525"/>
                  </a:lnTo>
                  <a:lnTo>
                    <a:pt x="5680545" y="9525"/>
                  </a:lnTo>
                  <a:lnTo>
                    <a:pt x="5680545" y="0"/>
                  </a:lnTo>
                  <a:close/>
                </a:path>
                <a:path w="11430000" h="3248025">
                  <a:moveTo>
                    <a:pt x="5711037" y="3238500"/>
                  </a:moveTo>
                  <a:lnTo>
                    <a:pt x="5682462" y="3238500"/>
                  </a:lnTo>
                  <a:lnTo>
                    <a:pt x="5682462" y="3248025"/>
                  </a:lnTo>
                  <a:lnTo>
                    <a:pt x="5711037" y="3248025"/>
                  </a:lnTo>
                  <a:lnTo>
                    <a:pt x="5711037" y="3238500"/>
                  </a:lnTo>
                  <a:close/>
                </a:path>
                <a:path w="11430000" h="3248025">
                  <a:moveTo>
                    <a:pt x="5728195" y="0"/>
                  </a:moveTo>
                  <a:lnTo>
                    <a:pt x="5699620" y="0"/>
                  </a:lnTo>
                  <a:lnTo>
                    <a:pt x="5699620" y="9525"/>
                  </a:lnTo>
                  <a:lnTo>
                    <a:pt x="5728195" y="9525"/>
                  </a:lnTo>
                  <a:lnTo>
                    <a:pt x="5728195" y="0"/>
                  </a:lnTo>
                  <a:close/>
                </a:path>
                <a:path w="11430000" h="3248025">
                  <a:moveTo>
                    <a:pt x="5758700" y="3238500"/>
                  </a:moveTo>
                  <a:lnTo>
                    <a:pt x="5730125" y="3238500"/>
                  </a:lnTo>
                  <a:lnTo>
                    <a:pt x="5730125" y="3248025"/>
                  </a:lnTo>
                  <a:lnTo>
                    <a:pt x="5758700" y="3248025"/>
                  </a:lnTo>
                  <a:lnTo>
                    <a:pt x="5758700" y="3238500"/>
                  </a:lnTo>
                  <a:close/>
                </a:path>
                <a:path w="11430000" h="3248025">
                  <a:moveTo>
                    <a:pt x="5775858" y="0"/>
                  </a:moveTo>
                  <a:lnTo>
                    <a:pt x="5747283" y="0"/>
                  </a:lnTo>
                  <a:lnTo>
                    <a:pt x="5747283" y="9525"/>
                  </a:lnTo>
                  <a:lnTo>
                    <a:pt x="5775858" y="9525"/>
                  </a:lnTo>
                  <a:lnTo>
                    <a:pt x="5775858" y="0"/>
                  </a:lnTo>
                  <a:close/>
                </a:path>
                <a:path w="11430000" h="3248025">
                  <a:moveTo>
                    <a:pt x="5806351" y="3238500"/>
                  </a:moveTo>
                  <a:lnTo>
                    <a:pt x="5777776" y="3238500"/>
                  </a:lnTo>
                  <a:lnTo>
                    <a:pt x="5777776" y="3248025"/>
                  </a:lnTo>
                  <a:lnTo>
                    <a:pt x="5806351" y="3248025"/>
                  </a:lnTo>
                  <a:lnTo>
                    <a:pt x="5806351" y="3238500"/>
                  </a:lnTo>
                  <a:close/>
                </a:path>
                <a:path w="11430000" h="3248025">
                  <a:moveTo>
                    <a:pt x="5823509" y="0"/>
                  </a:moveTo>
                  <a:lnTo>
                    <a:pt x="5794934" y="0"/>
                  </a:lnTo>
                  <a:lnTo>
                    <a:pt x="5794934" y="9525"/>
                  </a:lnTo>
                  <a:lnTo>
                    <a:pt x="5823509" y="9525"/>
                  </a:lnTo>
                  <a:lnTo>
                    <a:pt x="5823509" y="0"/>
                  </a:lnTo>
                  <a:close/>
                </a:path>
                <a:path w="11430000" h="3248025">
                  <a:moveTo>
                    <a:pt x="5854014" y="3238500"/>
                  </a:moveTo>
                  <a:lnTo>
                    <a:pt x="5825439" y="3238500"/>
                  </a:lnTo>
                  <a:lnTo>
                    <a:pt x="5825439" y="3248025"/>
                  </a:lnTo>
                  <a:lnTo>
                    <a:pt x="5854014" y="3248025"/>
                  </a:lnTo>
                  <a:lnTo>
                    <a:pt x="5854014" y="3238500"/>
                  </a:lnTo>
                  <a:close/>
                </a:path>
                <a:path w="11430000" h="3248025">
                  <a:moveTo>
                    <a:pt x="5871172" y="0"/>
                  </a:moveTo>
                  <a:lnTo>
                    <a:pt x="5842597" y="0"/>
                  </a:lnTo>
                  <a:lnTo>
                    <a:pt x="5842597" y="9525"/>
                  </a:lnTo>
                  <a:lnTo>
                    <a:pt x="5871172" y="9525"/>
                  </a:lnTo>
                  <a:lnTo>
                    <a:pt x="5871172" y="0"/>
                  </a:lnTo>
                  <a:close/>
                </a:path>
                <a:path w="11430000" h="3248025">
                  <a:moveTo>
                    <a:pt x="5901664" y="3238500"/>
                  </a:moveTo>
                  <a:lnTo>
                    <a:pt x="5873089" y="3238500"/>
                  </a:lnTo>
                  <a:lnTo>
                    <a:pt x="5873089" y="3248025"/>
                  </a:lnTo>
                  <a:lnTo>
                    <a:pt x="5901664" y="3248025"/>
                  </a:lnTo>
                  <a:lnTo>
                    <a:pt x="5901664" y="3238500"/>
                  </a:lnTo>
                  <a:close/>
                </a:path>
                <a:path w="11430000" h="3248025">
                  <a:moveTo>
                    <a:pt x="5918822" y="0"/>
                  </a:moveTo>
                  <a:lnTo>
                    <a:pt x="5890247" y="0"/>
                  </a:lnTo>
                  <a:lnTo>
                    <a:pt x="5890247" y="9525"/>
                  </a:lnTo>
                  <a:lnTo>
                    <a:pt x="5918822" y="9525"/>
                  </a:lnTo>
                  <a:lnTo>
                    <a:pt x="5918822" y="0"/>
                  </a:lnTo>
                  <a:close/>
                </a:path>
                <a:path w="11430000" h="3248025">
                  <a:moveTo>
                    <a:pt x="5949327" y="3238500"/>
                  </a:moveTo>
                  <a:lnTo>
                    <a:pt x="5920752" y="3238500"/>
                  </a:lnTo>
                  <a:lnTo>
                    <a:pt x="5920752" y="3248025"/>
                  </a:lnTo>
                  <a:lnTo>
                    <a:pt x="5949327" y="3248025"/>
                  </a:lnTo>
                  <a:lnTo>
                    <a:pt x="5949327" y="3238500"/>
                  </a:lnTo>
                  <a:close/>
                </a:path>
                <a:path w="11430000" h="3248025">
                  <a:moveTo>
                    <a:pt x="5966472" y="0"/>
                  </a:moveTo>
                  <a:lnTo>
                    <a:pt x="5937897" y="0"/>
                  </a:lnTo>
                  <a:lnTo>
                    <a:pt x="5937897" y="9525"/>
                  </a:lnTo>
                  <a:lnTo>
                    <a:pt x="5966472" y="9525"/>
                  </a:lnTo>
                  <a:lnTo>
                    <a:pt x="5966472" y="0"/>
                  </a:lnTo>
                  <a:close/>
                </a:path>
                <a:path w="11430000" h="3248025">
                  <a:moveTo>
                    <a:pt x="5996978" y="3238500"/>
                  </a:moveTo>
                  <a:lnTo>
                    <a:pt x="5968403" y="3238500"/>
                  </a:lnTo>
                  <a:lnTo>
                    <a:pt x="5968403" y="3248025"/>
                  </a:lnTo>
                  <a:lnTo>
                    <a:pt x="5996978" y="3248025"/>
                  </a:lnTo>
                  <a:lnTo>
                    <a:pt x="5996978" y="3238500"/>
                  </a:lnTo>
                  <a:close/>
                </a:path>
                <a:path w="11430000" h="3248025">
                  <a:moveTo>
                    <a:pt x="6014136" y="0"/>
                  </a:moveTo>
                  <a:lnTo>
                    <a:pt x="5985561" y="0"/>
                  </a:lnTo>
                  <a:lnTo>
                    <a:pt x="5985561" y="9525"/>
                  </a:lnTo>
                  <a:lnTo>
                    <a:pt x="6014136" y="9525"/>
                  </a:lnTo>
                  <a:lnTo>
                    <a:pt x="6014136" y="0"/>
                  </a:lnTo>
                  <a:close/>
                </a:path>
                <a:path w="11430000" h="3248025">
                  <a:moveTo>
                    <a:pt x="6044641" y="3238500"/>
                  </a:moveTo>
                  <a:lnTo>
                    <a:pt x="6016066" y="3238500"/>
                  </a:lnTo>
                  <a:lnTo>
                    <a:pt x="6016066" y="3248025"/>
                  </a:lnTo>
                  <a:lnTo>
                    <a:pt x="6044641" y="3248025"/>
                  </a:lnTo>
                  <a:lnTo>
                    <a:pt x="6044641" y="3238500"/>
                  </a:lnTo>
                  <a:close/>
                </a:path>
                <a:path w="11430000" h="3248025">
                  <a:moveTo>
                    <a:pt x="6061786" y="0"/>
                  </a:moveTo>
                  <a:lnTo>
                    <a:pt x="6033211" y="0"/>
                  </a:lnTo>
                  <a:lnTo>
                    <a:pt x="6033211" y="9525"/>
                  </a:lnTo>
                  <a:lnTo>
                    <a:pt x="6061786" y="9525"/>
                  </a:lnTo>
                  <a:lnTo>
                    <a:pt x="6061786" y="0"/>
                  </a:lnTo>
                  <a:close/>
                </a:path>
                <a:path w="11430000" h="3248025">
                  <a:moveTo>
                    <a:pt x="6092291" y="3238500"/>
                  </a:moveTo>
                  <a:lnTo>
                    <a:pt x="6063716" y="3238500"/>
                  </a:lnTo>
                  <a:lnTo>
                    <a:pt x="6063716" y="3248025"/>
                  </a:lnTo>
                  <a:lnTo>
                    <a:pt x="6092291" y="3248025"/>
                  </a:lnTo>
                  <a:lnTo>
                    <a:pt x="6092291" y="3238500"/>
                  </a:lnTo>
                  <a:close/>
                </a:path>
                <a:path w="11430000" h="3248025">
                  <a:moveTo>
                    <a:pt x="6109449" y="0"/>
                  </a:moveTo>
                  <a:lnTo>
                    <a:pt x="6080874" y="0"/>
                  </a:lnTo>
                  <a:lnTo>
                    <a:pt x="6080874" y="9525"/>
                  </a:lnTo>
                  <a:lnTo>
                    <a:pt x="6109449" y="9525"/>
                  </a:lnTo>
                  <a:lnTo>
                    <a:pt x="6109449" y="0"/>
                  </a:lnTo>
                  <a:close/>
                </a:path>
                <a:path w="11430000" h="3248025">
                  <a:moveTo>
                    <a:pt x="6139942" y="3238500"/>
                  </a:moveTo>
                  <a:lnTo>
                    <a:pt x="6111367" y="3238500"/>
                  </a:lnTo>
                  <a:lnTo>
                    <a:pt x="6111367" y="3248025"/>
                  </a:lnTo>
                  <a:lnTo>
                    <a:pt x="6139942" y="3248025"/>
                  </a:lnTo>
                  <a:lnTo>
                    <a:pt x="6139942" y="3238500"/>
                  </a:lnTo>
                  <a:close/>
                </a:path>
                <a:path w="11430000" h="3248025">
                  <a:moveTo>
                    <a:pt x="6157099" y="0"/>
                  </a:moveTo>
                  <a:lnTo>
                    <a:pt x="6128524" y="0"/>
                  </a:lnTo>
                  <a:lnTo>
                    <a:pt x="6128524" y="9525"/>
                  </a:lnTo>
                  <a:lnTo>
                    <a:pt x="6157099" y="9525"/>
                  </a:lnTo>
                  <a:lnTo>
                    <a:pt x="6157099" y="0"/>
                  </a:lnTo>
                  <a:close/>
                </a:path>
                <a:path w="11430000" h="3248025">
                  <a:moveTo>
                    <a:pt x="6187605" y="3238500"/>
                  </a:moveTo>
                  <a:lnTo>
                    <a:pt x="6159030" y="3238500"/>
                  </a:lnTo>
                  <a:lnTo>
                    <a:pt x="6159030" y="3248025"/>
                  </a:lnTo>
                  <a:lnTo>
                    <a:pt x="6187605" y="3248025"/>
                  </a:lnTo>
                  <a:lnTo>
                    <a:pt x="6187605" y="3238500"/>
                  </a:lnTo>
                  <a:close/>
                </a:path>
                <a:path w="11430000" h="3248025">
                  <a:moveTo>
                    <a:pt x="6204763" y="0"/>
                  </a:moveTo>
                  <a:lnTo>
                    <a:pt x="6176188" y="0"/>
                  </a:lnTo>
                  <a:lnTo>
                    <a:pt x="6176188" y="9525"/>
                  </a:lnTo>
                  <a:lnTo>
                    <a:pt x="6204763" y="9525"/>
                  </a:lnTo>
                  <a:lnTo>
                    <a:pt x="6204763" y="0"/>
                  </a:lnTo>
                  <a:close/>
                </a:path>
                <a:path w="11430000" h="3248025">
                  <a:moveTo>
                    <a:pt x="6235255" y="3238500"/>
                  </a:moveTo>
                  <a:lnTo>
                    <a:pt x="6206680" y="3238500"/>
                  </a:lnTo>
                  <a:lnTo>
                    <a:pt x="6206680" y="3248025"/>
                  </a:lnTo>
                  <a:lnTo>
                    <a:pt x="6235255" y="3248025"/>
                  </a:lnTo>
                  <a:lnTo>
                    <a:pt x="6235255" y="3238500"/>
                  </a:lnTo>
                  <a:close/>
                </a:path>
                <a:path w="11430000" h="3248025">
                  <a:moveTo>
                    <a:pt x="6252413" y="0"/>
                  </a:moveTo>
                  <a:lnTo>
                    <a:pt x="6223838" y="0"/>
                  </a:lnTo>
                  <a:lnTo>
                    <a:pt x="6223838" y="9525"/>
                  </a:lnTo>
                  <a:lnTo>
                    <a:pt x="6252413" y="9525"/>
                  </a:lnTo>
                  <a:lnTo>
                    <a:pt x="6252413" y="0"/>
                  </a:lnTo>
                  <a:close/>
                </a:path>
                <a:path w="11430000" h="3248025">
                  <a:moveTo>
                    <a:pt x="6282918" y="3238500"/>
                  </a:moveTo>
                  <a:lnTo>
                    <a:pt x="6254343" y="3238500"/>
                  </a:lnTo>
                  <a:lnTo>
                    <a:pt x="6254343" y="3248025"/>
                  </a:lnTo>
                  <a:lnTo>
                    <a:pt x="6282918" y="3248025"/>
                  </a:lnTo>
                  <a:lnTo>
                    <a:pt x="6282918" y="3238500"/>
                  </a:lnTo>
                  <a:close/>
                </a:path>
                <a:path w="11430000" h="3248025">
                  <a:moveTo>
                    <a:pt x="6300076" y="0"/>
                  </a:moveTo>
                  <a:lnTo>
                    <a:pt x="6271501" y="0"/>
                  </a:lnTo>
                  <a:lnTo>
                    <a:pt x="6271501" y="9525"/>
                  </a:lnTo>
                  <a:lnTo>
                    <a:pt x="6300076" y="9525"/>
                  </a:lnTo>
                  <a:lnTo>
                    <a:pt x="6300076" y="0"/>
                  </a:lnTo>
                  <a:close/>
                </a:path>
                <a:path w="11430000" h="3248025">
                  <a:moveTo>
                    <a:pt x="6330569" y="3238500"/>
                  </a:moveTo>
                  <a:lnTo>
                    <a:pt x="6301994" y="3238500"/>
                  </a:lnTo>
                  <a:lnTo>
                    <a:pt x="6301994" y="3248025"/>
                  </a:lnTo>
                  <a:lnTo>
                    <a:pt x="6330569" y="3248025"/>
                  </a:lnTo>
                  <a:lnTo>
                    <a:pt x="6330569" y="3238500"/>
                  </a:lnTo>
                  <a:close/>
                </a:path>
                <a:path w="11430000" h="3248025">
                  <a:moveTo>
                    <a:pt x="6347727" y="0"/>
                  </a:moveTo>
                  <a:lnTo>
                    <a:pt x="6319152" y="0"/>
                  </a:lnTo>
                  <a:lnTo>
                    <a:pt x="6319152" y="9525"/>
                  </a:lnTo>
                  <a:lnTo>
                    <a:pt x="6347727" y="9525"/>
                  </a:lnTo>
                  <a:lnTo>
                    <a:pt x="6347727" y="0"/>
                  </a:lnTo>
                  <a:close/>
                </a:path>
                <a:path w="11430000" h="3248025">
                  <a:moveTo>
                    <a:pt x="6378232" y="3238500"/>
                  </a:moveTo>
                  <a:lnTo>
                    <a:pt x="6349657" y="3238500"/>
                  </a:lnTo>
                  <a:lnTo>
                    <a:pt x="6349657" y="3248025"/>
                  </a:lnTo>
                  <a:lnTo>
                    <a:pt x="6378232" y="3248025"/>
                  </a:lnTo>
                  <a:lnTo>
                    <a:pt x="6378232" y="3238500"/>
                  </a:lnTo>
                  <a:close/>
                </a:path>
                <a:path w="11430000" h="3248025">
                  <a:moveTo>
                    <a:pt x="6395377" y="0"/>
                  </a:moveTo>
                  <a:lnTo>
                    <a:pt x="6366802" y="0"/>
                  </a:lnTo>
                  <a:lnTo>
                    <a:pt x="6366802" y="9525"/>
                  </a:lnTo>
                  <a:lnTo>
                    <a:pt x="6395377" y="9525"/>
                  </a:lnTo>
                  <a:lnTo>
                    <a:pt x="6395377" y="0"/>
                  </a:lnTo>
                  <a:close/>
                </a:path>
                <a:path w="11430000" h="3248025">
                  <a:moveTo>
                    <a:pt x="6425882" y="3238500"/>
                  </a:moveTo>
                  <a:lnTo>
                    <a:pt x="6397307" y="3238500"/>
                  </a:lnTo>
                  <a:lnTo>
                    <a:pt x="6397307" y="3248025"/>
                  </a:lnTo>
                  <a:lnTo>
                    <a:pt x="6425882" y="3248025"/>
                  </a:lnTo>
                  <a:lnTo>
                    <a:pt x="6425882" y="3238500"/>
                  </a:lnTo>
                  <a:close/>
                </a:path>
                <a:path w="11430000" h="3248025">
                  <a:moveTo>
                    <a:pt x="6443040" y="0"/>
                  </a:moveTo>
                  <a:lnTo>
                    <a:pt x="6414465" y="0"/>
                  </a:lnTo>
                  <a:lnTo>
                    <a:pt x="6414465" y="9525"/>
                  </a:lnTo>
                  <a:lnTo>
                    <a:pt x="6443040" y="9525"/>
                  </a:lnTo>
                  <a:lnTo>
                    <a:pt x="6443040" y="0"/>
                  </a:lnTo>
                  <a:close/>
                </a:path>
                <a:path w="11430000" h="3248025">
                  <a:moveTo>
                    <a:pt x="6473545" y="3238500"/>
                  </a:moveTo>
                  <a:lnTo>
                    <a:pt x="6444970" y="3238500"/>
                  </a:lnTo>
                  <a:lnTo>
                    <a:pt x="6444970" y="3248025"/>
                  </a:lnTo>
                  <a:lnTo>
                    <a:pt x="6473545" y="3248025"/>
                  </a:lnTo>
                  <a:lnTo>
                    <a:pt x="6473545" y="3238500"/>
                  </a:lnTo>
                  <a:close/>
                </a:path>
                <a:path w="11430000" h="3248025">
                  <a:moveTo>
                    <a:pt x="6490690" y="0"/>
                  </a:moveTo>
                  <a:lnTo>
                    <a:pt x="6462115" y="0"/>
                  </a:lnTo>
                  <a:lnTo>
                    <a:pt x="6462115" y="9525"/>
                  </a:lnTo>
                  <a:lnTo>
                    <a:pt x="6490690" y="9525"/>
                  </a:lnTo>
                  <a:lnTo>
                    <a:pt x="6490690" y="0"/>
                  </a:lnTo>
                  <a:close/>
                </a:path>
                <a:path w="11430000" h="3248025">
                  <a:moveTo>
                    <a:pt x="6521196" y="3238500"/>
                  </a:moveTo>
                  <a:lnTo>
                    <a:pt x="6492621" y="3238500"/>
                  </a:lnTo>
                  <a:lnTo>
                    <a:pt x="6492621" y="3248025"/>
                  </a:lnTo>
                  <a:lnTo>
                    <a:pt x="6521196" y="3248025"/>
                  </a:lnTo>
                  <a:lnTo>
                    <a:pt x="6521196" y="3238500"/>
                  </a:lnTo>
                  <a:close/>
                </a:path>
                <a:path w="11430000" h="3248025">
                  <a:moveTo>
                    <a:pt x="6538354" y="0"/>
                  </a:moveTo>
                  <a:lnTo>
                    <a:pt x="6509779" y="0"/>
                  </a:lnTo>
                  <a:lnTo>
                    <a:pt x="6509779" y="9525"/>
                  </a:lnTo>
                  <a:lnTo>
                    <a:pt x="6538354" y="9525"/>
                  </a:lnTo>
                  <a:lnTo>
                    <a:pt x="6538354" y="0"/>
                  </a:lnTo>
                  <a:close/>
                </a:path>
                <a:path w="11430000" h="3248025">
                  <a:moveTo>
                    <a:pt x="6568859" y="3238500"/>
                  </a:moveTo>
                  <a:lnTo>
                    <a:pt x="6540284" y="3238500"/>
                  </a:lnTo>
                  <a:lnTo>
                    <a:pt x="6540284" y="3248025"/>
                  </a:lnTo>
                  <a:lnTo>
                    <a:pt x="6568859" y="3248025"/>
                  </a:lnTo>
                  <a:lnTo>
                    <a:pt x="6568859" y="3238500"/>
                  </a:lnTo>
                  <a:close/>
                </a:path>
                <a:path w="11430000" h="3248025">
                  <a:moveTo>
                    <a:pt x="6586004" y="0"/>
                  </a:moveTo>
                  <a:lnTo>
                    <a:pt x="6557429" y="0"/>
                  </a:lnTo>
                  <a:lnTo>
                    <a:pt x="6557429" y="9525"/>
                  </a:lnTo>
                  <a:lnTo>
                    <a:pt x="6586004" y="9525"/>
                  </a:lnTo>
                  <a:lnTo>
                    <a:pt x="6586004" y="0"/>
                  </a:lnTo>
                  <a:close/>
                </a:path>
                <a:path w="11430000" h="3248025">
                  <a:moveTo>
                    <a:pt x="6616509" y="3238500"/>
                  </a:moveTo>
                  <a:lnTo>
                    <a:pt x="6587934" y="3238500"/>
                  </a:lnTo>
                  <a:lnTo>
                    <a:pt x="6587934" y="3248025"/>
                  </a:lnTo>
                  <a:lnTo>
                    <a:pt x="6616509" y="3248025"/>
                  </a:lnTo>
                  <a:lnTo>
                    <a:pt x="6616509" y="3238500"/>
                  </a:lnTo>
                  <a:close/>
                </a:path>
                <a:path w="11430000" h="3248025">
                  <a:moveTo>
                    <a:pt x="6633667" y="0"/>
                  </a:moveTo>
                  <a:lnTo>
                    <a:pt x="6605092" y="0"/>
                  </a:lnTo>
                  <a:lnTo>
                    <a:pt x="6605092" y="9525"/>
                  </a:lnTo>
                  <a:lnTo>
                    <a:pt x="6633667" y="9525"/>
                  </a:lnTo>
                  <a:lnTo>
                    <a:pt x="6633667" y="0"/>
                  </a:lnTo>
                  <a:close/>
                </a:path>
                <a:path w="11430000" h="3248025">
                  <a:moveTo>
                    <a:pt x="6664160" y="3238500"/>
                  </a:moveTo>
                  <a:lnTo>
                    <a:pt x="6635585" y="3238500"/>
                  </a:lnTo>
                  <a:lnTo>
                    <a:pt x="6635585" y="3248025"/>
                  </a:lnTo>
                  <a:lnTo>
                    <a:pt x="6664160" y="3248025"/>
                  </a:lnTo>
                  <a:lnTo>
                    <a:pt x="6664160" y="3238500"/>
                  </a:lnTo>
                  <a:close/>
                </a:path>
                <a:path w="11430000" h="3248025">
                  <a:moveTo>
                    <a:pt x="6681317" y="0"/>
                  </a:moveTo>
                  <a:lnTo>
                    <a:pt x="6652742" y="0"/>
                  </a:lnTo>
                  <a:lnTo>
                    <a:pt x="6652742" y="9525"/>
                  </a:lnTo>
                  <a:lnTo>
                    <a:pt x="6681317" y="9525"/>
                  </a:lnTo>
                  <a:lnTo>
                    <a:pt x="6681317" y="0"/>
                  </a:lnTo>
                  <a:close/>
                </a:path>
                <a:path w="11430000" h="3248025">
                  <a:moveTo>
                    <a:pt x="6711823" y="3238500"/>
                  </a:moveTo>
                  <a:lnTo>
                    <a:pt x="6683248" y="3238500"/>
                  </a:lnTo>
                  <a:lnTo>
                    <a:pt x="6683248" y="3248025"/>
                  </a:lnTo>
                  <a:lnTo>
                    <a:pt x="6711823" y="3248025"/>
                  </a:lnTo>
                  <a:lnTo>
                    <a:pt x="6711823" y="3238500"/>
                  </a:lnTo>
                  <a:close/>
                </a:path>
                <a:path w="11430000" h="3248025">
                  <a:moveTo>
                    <a:pt x="6728981" y="0"/>
                  </a:moveTo>
                  <a:lnTo>
                    <a:pt x="6700406" y="0"/>
                  </a:lnTo>
                  <a:lnTo>
                    <a:pt x="6700406" y="9525"/>
                  </a:lnTo>
                  <a:lnTo>
                    <a:pt x="6728981" y="9525"/>
                  </a:lnTo>
                  <a:lnTo>
                    <a:pt x="6728981" y="0"/>
                  </a:lnTo>
                  <a:close/>
                </a:path>
                <a:path w="11430000" h="3248025">
                  <a:moveTo>
                    <a:pt x="6759473" y="3238500"/>
                  </a:moveTo>
                  <a:lnTo>
                    <a:pt x="6730898" y="3238500"/>
                  </a:lnTo>
                  <a:lnTo>
                    <a:pt x="6730898" y="3248025"/>
                  </a:lnTo>
                  <a:lnTo>
                    <a:pt x="6759473" y="3248025"/>
                  </a:lnTo>
                  <a:lnTo>
                    <a:pt x="6759473" y="3238500"/>
                  </a:lnTo>
                  <a:close/>
                </a:path>
                <a:path w="11430000" h="3248025">
                  <a:moveTo>
                    <a:pt x="6776631" y="0"/>
                  </a:moveTo>
                  <a:lnTo>
                    <a:pt x="6748056" y="0"/>
                  </a:lnTo>
                  <a:lnTo>
                    <a:pt x="6748056" y="9525"/>
                  </a:lnTo>
                  <a:lnTo>
                    <a:pt x="6776631" y="9525"/>
                  </a:lnTo>
                  <a:lnTo>
                    <a:pt x="6776631" y="0"/>
                  </a:lnTo>
                  <a:close/>
                </a:path>
                <a:path w="11430000" h="3248025">
                  <a:moveTo>
                    <a:pt x="6807136" y="3238500"/>
                  </a:moveTo>
                  <a:lnTo>
                    <a:pt x="6778561" y="3238500"/>
                  </a:lnTo>
                  <a:lnTo>
                    <a:pt x="6778561" y="3248025"/>
                  </a:lnTo>
                  <a:lnTo>
                    <a:pt x="6807136" y="3248025"/>
                  </a:lnTo>
                  <a:lnTo>
                    <a:pt x="6807136" y="3238500"/>
                  </a:lnTo>
                  <a:close/>
                </a:path>
                <a:path w="11430000" h="3248025">
                  <a:moveTo>
                    <a:pt x="6824281" y="0"/>
                  </a:moveTo>
                  <a:lnTo>
                    <a:pt x="6795706" y="0"/>
                  </a:lnTo>
                  <a:lnTo>
                    <a:pt x="6795706" y="9525"/>
                  </a:lnTo>
                  <a:lnTo>
                    <a:pt x="6824281" y="9525"/>
                  </a:lnTo>
                  <a:lnTo>
                    <a:pt x="6824281" y="0"/>
                  </a:lnTo>
                  <a:close/>
                </a:path>
                <a:path w="11430000" h="3248025">
                  <a:moveTo>
                    <a:pt x="6854787" y="3238500"/>
                  </a:moveTo>
                  <a:lnTo>
                    <a:pt x="6826212" y="3238500"/>
                  </a:lnTo>
                  <a:lnTo>
                    <a:pt x="6826212" y="3248025"/>
                  </a:lnTo>
                  <a:lnTo>
                    <a:pt x="6854787" y="3248025"/>
                  </a:lnTo>
                  <a:lnTo>
                    <a:pt x="6854787" y="3238500"/>
                  </a:lnTo>
                  <a:close/>
                </a:path>
                <a:path w="11430000" h="3248025">
                  <a:moveTo>
                    <a:pt x="6871944" y="0"/>
                  </a:moveTo>
                  <a:lnTo>
                    <a:pt x="6843369" y="0"/>
                  </a:lnTo>
                  <a:lnTo>
                    <a:pt x="6843369" y="9525"/>
                  </a:lnTo>
                  <a:lnTo>
                    <a:pt x="6871944" y="9525"/>
                  </a:lnTo>
                  <a:lnTo>
                    <a:pt x="6871944" y="0"/>
                  </a:lnTo>
                  <a:close/>
                </a:path>
                <a:path w="11430000" h="3248025">
                  <a:moveTo>
                    <a:pt x="6902450" y="3238500"/>
                  </a:moveTo>
                  <a:lnTo>
                    <a:pt x="6873875" y="3238500"/>
                  </a:lnTo>
                  <a:lnTo>
                    <a:pt x="6873875" y="3248025"/>
                  </a:lnTo>
                  <a:lnTo>
                    <a:pt x="6902450" y="3248025"/>
                  </a:lnTo>
                  <a:lnTo>
                    <a:pt x="6902450" y="3238500"/>
                  </a:lnTo>
                  <a:close/>
                </a:path>
                <a:path w="11430000" h="3248025">
                  <a:moveTo>
                    <a:pt x="6919595" y="0"/>
                  </a:moveTo>
                  <a:lnTo>
                    <a:pt x="6891020" y="0"/>
                  </a:lnTo>
                  <a:lnTo>
                    <a:pt x="6891020" y="9525"/>
                  </a:lnTo>
                  <a:lnTo>
                    <a:pt x="6919595" y="9525"/>
                  </a:lnTo>
                  <a:lnTo>
                    <a:pt x="6919595" y="0"/>
                  </a:lnTo>
                  <a:close/>
                </a:path>
                <a:path w="11430000" h="3248025">
                  <a:moveTo>
                    <a:pt x="6950100" y="3238500"/>
                  </a:moveTo>
                  <a:lnTo>
                    <a:pt x="6921525" y="3238500"/>
                  </a:lnTo>
                  <a:lnTo>
                    <a:pt x="6921525" y="3248025"/>
                  </a:lnTo>
                  <a:lnTo>
                    <a:pt x="6950100" y="3248025"/>
                  </a:lnTo>
                  <a:lnTo>
                    <a:pt x="6950100" y="3238500"/>
                  </a:lnTo>
                  <a:close/>
                </a:path>
                <a:path w="11430000" h="3248025">
                  <a:moveTo>
                    <a:pt x="6967258" y="0"/>
                  </a:moveTo>
                  <a:lnTo>
                    <a:pt x="6938683" y="0"/>
                  </a:lnTo>
                  <a:lnTo>
                    <a:pt x="6938683" y="9525"/>
                  </a:lnTo>
                  <a:lnTo>
                    <a:pt x="6967258" y="9525"/>
                  </a:lnTo>
                  <a:lnTo>
                    <a:pt x="6967258" y="0"/>
                  </a:lnTo>
                  <a:close/>
                </a:path>
                <a:path w="11430000" h="3248025">
                  <a:moveTo>
                    <a:pt x="6997763" y="3238500"/>
                  </a:moveTo>
                  <a:lnTo>
                    <a:pt x="6969188" y="3238500"/>
                  </a:lnTo>
                  <a:lnTo>
                    <a:pt x="6969188" y="3248025"/>
                  </a:lnTo>
                  <a:lnTo>
                    <a:pt x="6997763" y="3248025"/>
                  </a:lnTo>
                  <a:lnTo>
                    <a:pt x="6997763" y="3238500"/>
                  </a:lnTo>
                  <a:close/>
                </a:path>
                <a:path w="11430000" h="3248025">
                  <a:moveTo>
                    <a:pt x="7014908" y="0"/>
                  </a:moveTo>
                  <a:lnTo>
                    <a:pt x="6986333" y="0"/>
                  </a:lnTo>
                  <a:lnTo>
                    <a:pt x="6986333" y="9525"/>
                  </a:lnTo>
                  <a:lnTo>
                    <a:pt x="7014908" y="9525"/>
                  </a:lnTo>
                  <a:lnTo>
                    <a:pt x="7014908" y="0"/>
                  </a:lnTo>
                  <a:close/>
                </a:path>
                <a:path w="11430000" h="3248025">
                  <a:moveTo>
                    <a:pt x="7045414" y="3238500"/>
                  </a:moveTo>
                  <a:lnTo>
                    <a:pt x="7016839" y="3238500"/>
                  </a:lnTo>
                  <a:lnTo>
                    <a:pt x="7016839" y="3248025"/>
                  </a:lnTo>
                  <a:lnTo>
                    <a:pt x="7045414" y="3248025"/>
                  </a:lnTo>
                  <a:lnTo>
                    <a:pt x="7045414" y="3238500"/>
                  </a:lnTo>
                  <a:close/>
                </a:path>
                <a:path w="11430000" h="3248025">
                  <a:moveTo>
                    <a:pt x="7062571" y="0"/>
                  </a:moveTo>
                  <a:lnTo>
                    <a:pt x="7033996" y="0"/>
                  </a:lnTo>
                  <a:lnTo>
                    <a:pt x="7033996" y="9525"/>
                  </a:lnTo>
                  <a:lnTo>
                    <a:pt x="7062571" y="9525"/>
                  </a:lnTo>
                  <a:lnTo>
                    <a:pt x="7062571" y="0"/>
                  </a:lnTo>
                  <a:close/>
                </a:path>
                <a:path w="11430000" h="3248025">
                  <a:moveTo>
                    <a:pt x="7093077" y="3238500"/>
                  </a:moveTo>
                  <a:lnTo>
                    <a:pt x="7064502" y="3238500"/>
                  </a:lnTo>
                  <a:lnTo>
                    <a:pt x="7064502" y="3248025"/>
                  </a:lnTo>
                  <a:lnTo>
                    <a:pt x="7093077" y="3248025"/>
                  </a:lnTo>
                  <a:lnTo>
                    <a:pt x="7093077" y="3238500"/>
                  </a:lnTo>
                  <a:close/>
                </a:path>
                <a:path w="11430000" h="3248025">
                  <a:moveTo>
                    <a:pt x="7110222" y="0"/>
                  </a:moveTo>
                  <a:lnTo>
                    <a:pt x="7081647" y="0"/>
                  </a:lnTo>
                  <a:lnTo>
                    <a:pt x="7081647" y="9525"/>
                  </a:lnTo>
                  <a:lnTo>
                    <a:pt x="7110222" y="9525"/>
                  </a:lnTo>
                  <a:lnTo>
                    <a:pt x="7110222" y="0"/>
                  </a:lnTo>
                  <a:close/>
                </a:path>
                <a:path w="11430000" h="3248025">
                  <a:moveTo>
                    <a:pt x="7140727" y="3238500"/>
                  </a:moveTo>
                  <a:lnTo>
                    <a:pt x="7112152" y="3238500"/>
                  </a:lnTo>
                  <a:lnTo>
                    <a:pt x="7112152" y="3248025"/>
                  </a:lnTo>
                  <a:lnTo>
                    <a:pt x="7140727" y="3248025"/>
                  </a:lnTo>
                  <a:lnTo>
                    <a:pt x="7140727" y="3238500"/>
                  </a:lnTo>
                  <a:close/>
                </a:path>
                <a:path w="11430000" h="3248025">
                  <a:moveTo>
                    <a:pt x="7157885" y="0"/>
                  </a:moveTo>
                  <a:lnTo>
                    <a:pt x="7129310" y="0"/>
                  </a:lnTo>
                  <a:lnTo>
                    <a:pt x="7129310" y="9525"/>
                  </a:lnTo>
                  <a:lnTo>
                    <a:pt x="7157885" y="9525"/>
                  </a:lnTo>
                  <a:lnTo>
                    <a:pt x="7157885" y="0"/>
                  </a:lnTo>
                  <a:close/>
                </a:path>
                <a:path w="11430000" h="3248025">
                  <a:moveTo>
                    <a:pt x="7188378" y="3238500"/>
                  </a:moveTo>
                  <a:lnTo>
                    <a:pt x="7159803" y="3238500"/>
                  </a:lnTo>
                  <a:lnTo>
                    <a:pt x="7159803" y="3248025"/>
                  </a:lnTo>
                  <a:lnTo>
                    <a:pt x="7188378" y="3248025"/>
                  </a:lnTo>
                  <a:lnTo>
                    <a:pt x="7188378" y="3238500"/>
                  </a:lnTo>
                  <a:close/>
                </a:path>
                <a:path w="11430000" h="3248025">
                  <a:moveTo>
                    <a:pt x="7205535" y="0"/>
                  </a:moveTo>
                  <a:lnTo>
                    <a:pt x="7176960" y="0"/>
                  </a:lnTo>
                  <a:lnTo>
                    <a:pt x="7176960" y="9525"/>
                  </a:lnTo>
                  <a:lnTo>
                    <a:pt x="7205535" y="9525"/>
                  </a:lnTo>
                  <a:lnTo>
                    <a:pt x="7205535" y="0"/>
                  </a:lnTo>
                  <a:close/>
                </a:path>
                <a:path w="11430000" h="3248025">
                  <a:moveTo>
                    <a:pt x="7236041" y="3238500"/>
                  </a:moveTo>
                  <a:lnTo>
                    <a:pt x="7207466" y="3238500"/>
                  </a:lnTo>
                  <a:lnTo>
                    <a:pt x="7207466" y="3248025"/>
                  </a:lnTo>
                  <a:lnTo>
                    <a:pt x="7236041" y="3248025"/>
                  </a:lnTo>
                  <a:lnTo>
                    <a:pt x="7236041" y="3238500"/>
                  </a:lnTo>
                  <a:close/>
                </a:path>
                <a:path w="11430000" h="3248025">
                  <a:moveTo>
                    <a:pt x="7253198" y="0"/>
                  </a:moveTo>
                  <a:lnTo>
                    <a:pt x="7224623" y="0"/>
                  </a:lnTo>
                  <a:lnTo>
                    <a:pt x="7224623" y="9525"/>
                  </a:lnTo>
                  <a:lnTo>
                    <a:pt x="7253198" y="9525"/>
                  </a:lnTo>
                  <a:lnTo>
                    <a:pt x="7253198" y="0"/>
                  </a:lnTo>
                  <a:close/>
                </a:path>
                <a:path w="11430000" h="3248025">
                  <a:moveTo>
                    <a:pt x="7283691" y="3238500"/>
                  </a:moveTo>
                  <a:lnTo>
                    <a:pt x="7255116" y="3238500"/>
                  </a:lnTo>
                  <a:lnTo>
                    <a:pt x="7255116" y="3248025"/>
                  </a:lnTo>
                  <a:lnTo>
                    <a:pt x="7283691" y="3248025"/>
                  </a:lnTo>
                  <a:lnTo>
                    <a:pt x="7283691" y="3238500"/>
                  </a:lnTo>
                  <a:close/>
                </a:path>
                <a:path w="11430000" h="3248025">
                  <a:moveTo>
                    <a:pt x="7300849" y="0"/>
                  </a:moveTo>
                  <a:lnTo>
                    <a:pt x="7272274" y="0"/>
                  </a:lnTo>
                  <a:lnTo>
                    <a:pt x="7272274" y="9525"/>
                  </a:lnTo>
                  <a:lnTo>
                    <a:pt x="7300849" y="9525"/>
                  </a:lnTo>
                  <a:lnTo>
                    <a:pt x="7300849" y="0"/>
                  </a:lnTo>
                  <a:close/>
                </a:path>
                <a:path w="11430000" h="3248025">
                  <a:moveTo>
                    <a:pt x="7331354" y="3238500"/>
                  </a:moveTo>
                  <a:lnTo>
                    <a:pt x="7302779" y="3238500"/>
                  </a:lnTo>
                  <a:lnTo>
                    <a:pt x="7302779" y="3248025"/>
                  </a:lnTo>
                  <a:lnTo>
                    <a:pt x="7331354" y="3248025"/>
                  </a:lnTo>
                  <a:lnTo>
                    <a:pt x="7331354" y="3238500"/>
                  </a:lnTo>
                  <a:close/>
                </a:path>
                <a:path w="11430000" h="3248025">
                  <a:moveTo>
                    <a:pt x="7348499" y="0"/>
                  </a:moveTo>
                  <a:lnTo>
                    <a:pt x="7319924" y="0"/>
                  </a:lnTo>
                  <a:lnTo>
                    <a:pt x="7319924" y="9525"/>
                  </a:lnTo>
                  <a:lnTo>
                    <a:pt x="7348499" y="9525"/>
                  </a:lnTo>
                  <a:lnTo>
                    <a:pt x="7348499" y="0"/>
                  </a:lnTo>
                  <a:close/>
                </a:path>
                <a:path w="11430000" h="3248025">
                  <a:moveTo>
                    <a:pt x="7379005" y="3238500"/>
                  </a:moveTo>
                  <a:lnTo>
                    <a:pt x="7350430" y="3238500"/>
                  </a:lnTo>
                  <a:lnTo>
                    <a:pt x="7350430" y="3248025"/>
                  </a:lnTo>
                  <a:lnTo>
                    <a:pt x="7379005" y="3248025"/>
                  </a:lnTo>
                  <a:lnTo>
                    <a:pt x="7379005" y="3238500"/>
                  </a:lnTo>
                  <a:close/>
                </a:path>
                <a:path w="11430000" h="3248025">
                  <a:moveTo>
                    <a:pt x="7396162" y="0"/>
                  </a:moveTo>
                  <a:lnTo>
                    <a:pt x="7367587" y="0"/>
                  </a:lnTo>
                  <a:lnTo>
                    <a:pt x="7367587" y="9525"/>
                  </a:lnTo>
                  <a:lnTo>
                    <a:pt x="7396162" y="9525"/>
                  </a:lnTo>
                  <a:lnTo>
                    <a:pt x="7396162" y="0"/>
                  </a:lnTo>
                  <a:close/>
                </a:path>
                <a:path w="11430000" h="3248025">
                  <a:moveTo>
                    <a:pt x="7426668" y="3238500"/>
                  </a:moveTo>
                  <a:lnTo>
                    <a:pt x="7398093" y="3238500"/>
                  </a:lnTo>
                  <a:lnTo>
                    <a:pt x="7398093" y="3248025"/>
                  </a:lnTo>
                  <a:lnTo>
                    <a:pt x="7426668" y="3248025"/>
                  </a:lnTo>
                  <a:lnTo>
                    <a:pt x="7426668" y="3238500"/>
                  </a:lnTo>
                  <a:close/>
                </a:path>
                <a:path w="11430000" h="3248025">
                  <a:moveTo>
                    <a:pt x="7443813" y="0"/>
                  </a:moveTo>
                  <a:lnTo>
                    <a:pt x="7415238" y="0"/>
                  </a:lnTo>
                  <a:lnTo>
                    <a:pt x="7415238" y="9525"/>
                  </a:lnTo>
                  <a:lnTo>
                    <a:pt x="7443813" y="9525"/>
                  </a:lnTo>
                  <a:lnTo>
                    <a:pt x="7443813" y="0"/>
                  </a:lnTo>
                  <a:close/>
                </a:path>
                <a:path w="11430000" h="3248025">
                  <a:moveTo>
                    <a:pt x="7474318" y="3238500"/>
                  </a:moveTo>
                  <a:lnTo>
                    <a:pt x="7445743" y="3238500"/>
                  </a:lnTo>
                  <a:lnTo>
                    <a:pt x="7445743" y="3248025"/>
                  </a:lnTo>
                  <a:lnTo>
                    <a:pt x="7474318" y="3248025"/>
                  </a:lnTo>
                  <a:lnTo>
                    <a:pt x="7474318" y="3238500"/>
                  </a:lnTo>
                  <a:close/>
                </a:path>
                <a:path w="11430000" h="3248025">
                  <a:moveTo>
                    <a:pt x="7491476" y="0"/>
                  </a:moveTo>
                  <a:lnTo>
                    <a:pt x="7462901" y="0"/>
                  </a:lnTo>
                  <a:lnTo>
                    <a:pt x="7462901" y="9525"/>
                  </a:lnTo>
                  <a:lnTo>
                    <a:pt x="7491476" y="9525"/>
                  </a:lnTo>
                  <a:lnTo>
                    <a:pt x="7491476" y="0"/>
                  </a:lnTo>
                  <a:close/>
                </a:path>
                <a:path w="11430000" h="3248025">
                  <a:moveTo>
                    <a:pt x="7521969" y="3238500"/>
                  </a:moveTo>
                  <a:lnTo>
                    <a:pt x="7493394" y="3238500"/>
                  </a:lnTo>
                  <a:lnTo>
                    <a:pt x="7493394" y="3248025"/>
                  </a:lnTo>
                  <a:lnTo>
                    <a:pt x="7521969" y="3248025"/>
                  </a:lnTo>
                  <a:lnTo>
                    <a:pt x="7521969" y="3238500"/>
                  </a:lnTo>
                  <a:close/>
                </a:path>
                <a:path w="11430000" h="3248025">
                  <a:moveTo>
                    <a:pt x="7539126" y="0"/>
                  </a:moveTo>
                  <a:lnTo>
                    <a:pt x="7510551" y="0"/>
                  </a:lnTo>
                  <a:lnTo>
                    <a:pt x="7510551" y="9525"/>
                  </a:lnTo>
                  <a:lnTo>
                    <a:pt x="7539126" y="9525"/>
                  </a:lnTo>
                  <a:lnTo>
                    <a:pt x="7539126" y="0"/>
                  </a:lnTo>
                  <a:close/>
                </a:path>
                <a:path w="11430000" h="3248025">
                  <a:moveTo>
                    <a:pt x="7569632" y="3238500"/>
                  </a:moveTo>
                  <a:lnTo>
                    <a:pt x="7541057" y="3238500"/>
                  </a:lnTo>
                  <a:lnTo>
                    <a:pt x="7541057" y="3248025"/>
                  </a:lnTo>
                  <a:lnTo>
                    <a:pt x="7569632" y="3248025"/>
                  </a:lnTo>
                  <a:lnTo>
                    <a:pt x="7569632" y="3238500"/>
                  </a:lnTo>
                  <a:close/>
                </a:path>
                <a:path w="11430000" h="3248025">
                  <a:moveTo>
                    <a:pt x="7586789" y="0"/>
                  </a:moveTo>
                  <a:lnTo>
                    <a:pt x="7558214" y="0"/>
                  </a:lnTo>
                  <a:lnTo>
                    <a:pt x="7558214" y="9525"/>
                  </a:lnTo>
                  <a:lnTo>
                    <a:pt x="7586789" y="9525"/>
                  </a:lnTo>
                  <a:lnTo>
                    <a:pt x="7586789" y="0"/>
                  </a:lnTo>
                  <a:close/>
                </a:path>
                <a:path w="11430000" h="3248025">
                  <a:moveTo>
                    <a:pt x="7617282" y="3238500"/>
                  </a:moveTo>
                  <a:lnTo>
                    <a:pt x="7588707" y="3238500"/>
                  </a:lnTo>
                  <a:lnTo>
                    <a:pt x="7588707" y="3248025"/>
                  </a:lnTo>
                  <a:lnTo>
                    <a:pt x="7617282" y="3248025"/>
                  </a:lnTo>
                  <a:lnTo>
                    <a:pt x="7617282" y="3238500"/>
                  </a:lnTo>
                  <a:close/>
                </a:path>
                <a:path w="11430000" h="3248025">
                  <a:moveTo>
                    <a:pt x="7634440" y="0"/>
                  </a:moveTo>
                  <a:lnTo>
                    <a:pt x="7605865" y="0"/>
                  </a:lnTo>
                  <a:lnTo>
                    <a:pt x="7605865" y="9525"/>
                  </a:lnTo>
                  <a:lnTo>
                    <a:pt x="7634440" y="9525"/>
                  </a:lnTo>
                  <a:lnTo>
                    <a:pt x="7634440" y="0"/>
                  </a:lnTo>
                  <a:close/>
                </a:path>
                <a:path w="11430000" h="3248025">
                  <a:moveTo>
                    <a:pt x="7664945" y="3238500"/>
                  </a:moveTo>
                  <a:lnTo>
                    <a:pt x="7636370" y="3238500"/>
                  </a:lnTo>
                  <a:lnTo>
                    <a:pt x="7636370" y="3248025"/>
                  </a:lnTo>
                  <a:lnTo>
                    <a:pt x="7664945" y="3248025"/>
                  </a:lnTo>
                  <a:lnTo>
                    <a:pt x="7664945" y="3238500"/>
                  </a:lnTo>
                  <a:close/>
                </a:path>
                <a:path w="11430000" h="3248025">
                  <a:moveTo>
                    <a:pt x="7682103" y="0"/>
                  </a:moveTo>
                  <a:lnTo>
                    <a:pt x="7653528" y="0"/>
                  </a:lnTo>
                  <a:lnTo>
                    <a:pt x="7653528" y="9525"/>
                  </a:lnTo>
                  <a:lnTo>
                    <a:pt x="7682103" y="9525"/>
                  </a:lnTo>
                  <a:lnTo>
                    <a:pt x="7682103" y="0"/>
                  </a:lnTo>
                  <a:close/>
                </a:path>
                <a:path w="11430000" h="3248025">
                  <a:moveTo>
                    <a:pt x="7712596" y="3238500"/>
                  </a:moveTo>
                  <a:lnTo>
                    <a:pt x="7684021" y="3238500"/>
                  </a:lnTo>
                  <a:lnTo>
                    <a:pt x="7684021" y="3248025"/>
                  </a:lnTo>
                  <a:lnTo>
                    <a:pt x="7712596" y="3248025"/>
                  </a:lnTo>
                  <a:lnTo>
                    <a:pt x="7712596" y="3238500"/>
                  </a:lnTo>
                  <a:close/>
                </a:path>
                <a:path w="11430000" h="3248025">
                  <a:moveTo>
                    <a:pt x="7729753" y="0"/>
                  </a:moveTo>
                  <a:lnTo>
                    <a:pt x="7701178" y="0"/>
                  </a:lnTo>
                  <a:lnTo>
                    <a:pt x="7701178" y="9525"/>
                  </a:lnTo>
                  <a:lnTo>
                    <a:pt x="7729753" y="9525"/>
                  </a:lnTo>
                  <a:lnTo>
                    <a:pt x="7729753" y="0"/>
                  </a:lnTo>
                  <a:close/>
                </a:path>
                <a:path w="11430000" h="3248025">
                  <a:moveTo>
                    <a:pt x="7760259" y="3238500"/>
                  </a:moveTo>
                  <a:lnTo>
                    <a:pt x="7731684" y="3238500"/>
                  </a:lnTo>
                  <a:lnTo>
                    <a:pt x="7731684" y="3248025"/>
                  </a:lnTo>
                  <a:lnTo>
                    <a:pt x="7760259" y="3248025"/>
                  </a:lnTo>
                  <a:lnTo>
                    <a:pt x="7760259" y="3238500"/>
                  </a:lnTo>
                  <a:close/>
                </a:path>
                <a:path w="11430000" h="3248025">
                  <a:moveTo>
                    <a:pt x="7777404" y="0"/>
                  </a:moveTo>
                  <a:lnTo>
                    <a:pt x="7748829" y="0"/>
                  </a:lnTo>
                  <a:lnTo>
                    <a:pt x="7748829" y="9525"/>
                  </a:lnTo>
                  <a:lnTo>
                    <a:pt x="7777404" y="9525"/>
                  </a:lnTo>
                  <a:lnTo>
                    <a:pt x="7777404" y="0"/>
                  </a:lnTo>
                  <a:close/>
                </a:path>
                <a:path w="11430000" h="3248025">
                  <a:moveTo>
                    <a:pt x="7807909" y="3238500"/>
                  </a:moveTo>
                  <a:lnTo>
                    <a:pt x="7779334" y="3238500"/>
                  </a:lnTo>
                  <a:lnTo>
                    <a:pt x="7779334" y="3248025"/>
                  </a:lnTo>
                  <a:lnTo>
                    <a:pt x="7807909" y="3248025"/>
                  </a:lnTo>
                  <a:lnTo>
                    <a:pt x="7807909" y="3238500"/>
                  </a:lnTo>
                  <a:close/>
                </a:path>
                <a:path w="11430000" h="3248025">
                  <a:moveTo>
                    <a:pt x="7825067" y="0"/>
                  </a:moveTo>
                  <a:lnTo>
                    <a:pt x="7796492" y="0"/>
                  </a:lnTo>
                  <a:lnTo>
                    <a:pt x="7796492" y="9525"/>
                  </a:lnTo>
                  <a:lnTo>
                    <a:pt x="7825067" y="9525"/>
                  </a:lnTo>
                  <a:lnTo>
                    <a:pt x="7825067" y="0"/>
                  </a:lnTo>
                  <a:close/>
                </a:path>
                <a:path w="11430000" h="3248025">
                  <a:moveTo>
                    <a:pt x="7855572" y="3238500"/>
                  </a:moveTo>
                  <a:lnTo>
                    <a:pt x="7826997" y="3238500"/>
                  </a:lnTo>
                  <a:lnTo>
                    <a:pt x="7826997" y="3248025"/>
                  </a:lnTo>
                  <a:lnTo>
                    <a:pt x="7855572" y="3248025"/>
                  </a:lnTo>
                  <a:lnTo>
                    <a:pt x="7855572" y="3238500"/>
                  </a:lnTo>
                  <a:close/>
                </a:path>
                <a:path w="11430000" h="3248025">
                  <a:moveTo>
                    <a:pt x="7872717" y="0"/>
                  </a:moveTo>
                  <a:lnTo>
                    <a:pt x="7844142" y="0"/>
                  </a:lnTo>
                  <a:lnTo>
                    <a:pt x="7844142" y="9525"/>
                  </a:lnTo>
                  <a:lnTo>
                    <a:pt x="7872717" y="9525"/>
                  </a:lnTo>
                  <a:lnTo>
                    <a:pt x="7872717" y="0"/>
                  </a:lnTo>
                  <a:close/>
                </a:path>
                <a:path w="11430000" h="3248025">
                  <a:moveTo>
                    <a:pt x="7903223" y="3238500"/>
                  </a:moveTo>
                  <a:lnTo>
                    <a:pt x="7874648" y="3238500"/>
                  </a:lnTo>
                  <a:lnTo>
                    <a:pt x="7874648" y="3248025"/>
                  </a:lnTo>
                  <a:lnTo>
                    <a:pt x="7903223" y="3248025"/>
                  </a:lnTo>
                  <a:lnTo>
                    <a:pt x="7903223" y="3238500"/>
                  </a:lnTo>
                  <a:close/>
                </a:path>
                <a:path w="11430000" h="3248025">
                  <a:moveTo>
                    <a:pt x="7920380" y="0"/>
                  </a:moveTo>
                  <a:lnTo>
                    <a:pt x="7891805" y="0"/>
                  </a:lnTo>
                  <a:lnTo>
                    <a:pt x="7891805" y="9525"/>
                  </a:lnTo>
                  <a:lnTo>
                    <a:pt x="7920380" y="9525"/>
                  </a:lnTo>
                  <a:lnTo>
                    <a:pt x="7920380" y="0"/>
                  </a:lnTo>
                  <a:close/>
                </a:path>
                <a:path w="11430000" h="3248025">
                  <a:moveTo>
                    <a:pt x="7950886" y="3238500"/>
                  </a:moveTo>
                  <a:lnTo>
                    <a:pt x="7922311" y="3238500"/>
                  </a:lnTo>
                  <a:lnTo>
                    <a:pt x="7922311" y="3248025"/>
                  </a:lnTo>
                  <a:lnTo>
                    <a:pt x="7950886" y="3248025"/>
                  </a:lnTo>
                  <a:lnTo>
                    <a:pt x="7950886" y="3238500"/>
                  </a:lnTo>
                  <a:close/>
                </a:path>
                <a:path w="11430000" h="3248025">
                  <a:moveTo>
                    <a:pt x="7968031" y="0"/>
                  </a:moveTo>
                  <a:lnTo>
                    <a:pt x="7939456" y="0"/>
                  </a:lnTo>
                  <a:lnTo>
                    <a:pt x="7939456" y="9525"/>
                  </a:lnTo>
                  <a:lnTo>
                    <a:pt x="7968031" y="9525"/>
                  </a:lnTo>
                  <a:lnTo>
                    <a:pt x="7968031" y="0"/>
                  </a:lnTo>
                  <a:close/>
                </a:path>
                <a:path w="11430000" h="3248025">
                  <a:moveTo>
                    <a:pt x="7998536" y="3238500"/>
                  </a:moveTo>
                  <a:lnTo>
                    <a:pt x="7969961" y="3238500"/>
                  </a:lnTo>
                  <a:lnTo>
                    <a:pt x="7969961" y="3248025"/>
                  </a:lnTo>
                  <a:lnTo>
                    <a:pt x="7998536" y="3248025"/>
                  </a:lnTo>
                  <a:lnTo>
                    <a:pt x="7998536" y="3238500"/>
                  </a:lnTo>
                  <a:close/>
                </a:path>
                <a:path w="11430000" h="3248025">
                  <a:moveTo>
                    <a:pt x="8015694" y="0"/>
                  </a:moveTo>
                  <a:lnTo>
                    <a:pt x="7987119" y="0"/>
                  </a:lnTo>
                  <a:lnTo>
                    <a:pt x="7987119" y="9525"/>
                  </a:lnTo>
                  <a:lnTo>
                    <a:pt x="8015694" y="9525"/>
                  </a:lnTo>
                  <a:lnTo>
                    <a:pt x="8015694" y="0"/>
                  </a:lnTo>
                  <a:close/>
                </a:path>
                <a:path w="11430000" h="3248025">
                  <a:moveTo>
                    <a:pt x="8046186" y="3238500"/>
                  </a:moveTo>
                  <a:lnTo>
                    <a:pt x="8017611" y="3238500"/>
                  </a:lnTo>
                  <a:lnTo>
                    <a:pt x="8017611" y="3248025"/>
                  </a:lnTo>
                  <a:lnTo>
                    <a:pt x="8046186" y="3248025"/>
                  </a:lnTo>
                  <a:lnTo>
                    <a:pt x="8046186" y="3238500"/>
                  </a:lnTo>
                  <a:close/>
                </a:path>
                <a:path w="11430000" h="3248025">
                  <a:moveTo>
                    <a:pt x="8063344" y="0"/>
                  </a:moveTo>
                  <a:lnTo>
                    <a:pt x="8034769" y="0"/>
                  </a:lnTo>
                  <a:lnTo>
                    <a:pt x="8034769" y="9525"/>
                  </a:lnTo>
                  <a:lnTo>
                    <a:pt x="8063344" y="9525"/>
                  </a:lnTo>
                  <a:lnTo>
                    <a:pt x="8063344" y="0"/>
                  </a:lnTo>
                  <a:close/>
                </a:path>
                <a:path w="11430000" h="3248025">
                  <a:moveTo>
                    <a:pt x="8093850" y="3238500"/>
                  </a:moveTo>
                  <a:lnTo>
                    <a:pt x="8065275" y="3238500"/>
                  </a:lnTo>
                  <a:lnTo>
                    <a:pt x="8065275" y="3248025"/>
                  </a:lnTo>
                  <a:lnTo>
                    <a:pt x="8093850" y="3248025"/>
                  </a:lnTo>
                  <a:lnTo>
                    <a:pt x="8093850" y="3238500"/>
                  </a:lnTo>
                  <a:close/>
                </a:path>
                <a:path w="11430000" h="3248025">
                  <a:moveTo>
                    <a:pt x="8111007" y="0"/>
                  </a:moveTo>
                  <a:lnTo>
                    <a:pt x="8082432" y="0"/>
                  </a:lnTo>
                  <a:lnTo>
                    <a:pt x="8082432" y="9525"/>
                  </a:lnTo>
                  <a:lnTo>
                    <a:pt x="8111007" y="9525"/>
                  </a:lnTo>
                  <a:lnTo>
                    <a:pt x="8111007" y="0"/>
                  </a:lnTo>
                  <a:close/>
                </a:path>
                <a:path w="11430000" h="3248025">
                  <a:moveTo>
                    <a:pt x="8141500" y="3238500"/>
                  </a:moveTo>
                  <a:lnTo>
                    <a:pt x="8112925" y="3238500"/>
                  </a:lnTo>
                  <a:lnTo>
                    <a:pt x="8112925" y="3248025"/>
                  </a:lnTo>
                  <a:lnTo>
                    <a:pt x="8141500" y="3248025"/>
                  </a:lnTo>
                  <a:lnTo>
                    <a:pt x="8141500" y="3238500"/>
                  </a:lnTo>
                  <a:close/>
                </a:path>
                <a:path w="11430000" h="3248025">
                  <a:moveTo>
                    <a:pt x="8158658" y="0"/>
                  </a:moveTo>
                  <a:lnTo>
                    <a:pt x="8130083" y="0"/>
                  </a:lnTo>
                  <a:lnTo>
                    <a:pt x="8130083" y="9525"/>
                  </a:lnTo>
                  <a:lnTo>
                    <a:pt x="8158658" y="9525"/>
                  </a:lnTo>
                  <a:lnTo>
                    <a:pt x="8158658" y="0"/>
                  </a:lnTo>
                  <a:close/>
                </a:path>
                <a:path w="11430000" h="3248025">
                  <a:moveTo>
                    <a:pt x="8189163" y="3238500"/>
                  </a:moveTo>
                  <a:lnTo>
                    <a:pt x="8160588" y="3238500"/>
                  </a:lnTo>
                  <a:lnTo>
                    <a:pt x="8160588" y="3248025"/>
                  </a:lnTo>
                  <a:lnTo>
                    <a:pt x="8189163" y="3248025"/>
                  </a:lnTo>
                  <a:lnTo>
                    <a:pt x="8189163" y="3238500"/>
                  </a:lnTo>
                  <a:close/>
                </a:path>
                <a:path w="11430000" h="3248025">
                  <a:moveTo>
                    <a:pt x="8206308" y="0"/>
                  </a:moveTo>
                  <a:lnTo>
                    <a:pt x="8177733" y="0"/>
                  </a:lnTo>
                  <a:lnTo>
                    <a:pt x="8177733" y="9525"/>
                  </a:lnTo>
                  <a:lnTo>
                    <a:pt x="8206308" y="9525"/>
                  </a:lnTo>
                  <a:lnTo>
                    <a:pt x="8206308" y="0"/>
                  </a:lnTo>
                  <a:close/>
                </a:path>
                <a:path w="11430000" h="3248025">
                  <a:moveTo>
                    <a:pt x="8236813" y="3238500"/>
                  </a:moveTo>
                  <a:lnTo>
                    <a:pt x="8208238" y="3238500"/>
                  </a:lnTo>
                  <a:lnTo>
                    <a:pt x="8208238" y="3248025"/>
                  </a:lnTo>
                  <a:lnTo>
                    <a:pt x="8236813" y="3248025"/>
                  </a:lnTo>
                  <a:lnTo>
                    <a:pt x="8236813" y="3238500"/>
                  </a:lnTo>
                  <a:close/>
                </a:path>
                <a:path w="11430000" h="3248025">
                  <a:moveTo>
                    <a:pt x="8253971" y="0"/>
                  </a:moveTo>
                  <a:lnTo>
                    <a:pt x="8225396" y="0"/>
                  </a:lnTo>
                  <a:lnTo>
                    <a:pt x="8225396" y="9525"/>
                  </a:lnTo>
                  <a:lnTo>
                    <a:pt x="8253971" y="9525"/>
                  </a:lnTo>
                  <a:lnTo>
                    <a:pt x="8253971" y="0"/>
                  </a:lnTo>
                  <a:close/>
                </a:path>
                <a:path w="11430000" h="3248025">
                  <a:moveTo>
                    <a:pt x="8284477" y="3238500"/>
                  </a:moveTo>
                  <a:lnTo>
                    <a:pt x="8255902" y="3238500"/>
                  </a:lnTo>
                  <a:lnTo>
                    <a:pt x="8255902" y="3248025"/>
                  </a:lnTo>
                  <a:lnTo>
                    <a:pt x="8284477" y="3248025"/>
                  </a:lnTo>
                  <a:lnTo>
                    <a:pt x="8284477" y="3238500"/>
                  </a:lnTo>
                  <a:close/>
                </a:path>
                <a:path w="11430000" h="3248025">
                  <a:moveTo>
                    <a:pt x="8301622" y="0"/>
                  </a:moveTo>
                  <a:lnTo>
                    <a:pt x="8273047" y="0"/>
                  </a:lnTo>
                  <a:lnTo>
                    <a:pt x="8273047" y="9525"/>
                  </a:lnTo>
                  <a:lnTo>
                    <a:pt x="8301622" y="9525"/>
                  </a:lnTo>
                  <a:lnTo>
                    <a:pt x="8301622" y="0"/>
                  </a:lnTo>
                  <a:close/>
                </a:path>
                <a:path w="11430000" h="3248025">
                  <a:moveTo>
                    <a:pt x="8332127" y="3238500"/>
                  </a:moveTo>
                  <a:lnTo>
                    <a:pt x="8303552" y="3238500"/>
                  </a:lnTo>
                  <a:lnTo>
                    <a:pt x="8303552" y="3248025"/>
                  </a:lnTo>
                  <a:lnTo>
                    <a:pt x="8332127" y="3248025"/>
                  </a:lnTo>
                  <a:lnTo>
                    <a:pt x="8332127" y="3238500"/>
                  </a:lnTo>
                  <a:close/>
                </a:path>
                <a:path w="11430000" h="3248025">
                  <a:moveTo>
                    <a:pt x="8349285" y="0"/>
                  </a:moveTo>
                  <a:lnTo>
                    <a:pt x="8320710" y="0"/>
                  </a:lnTo>
                  <a:lnTo>
                    <a:pt x="8320710" y="9525"/>
                  </a:lnTo>
                  <a:lnTo>
                    <a:pt x="8349285" y="9525"/>
                  </a:lnTo>
                  <a:lnTo>
                    <a:pt x="8349285" y="0"/>
                  </a:lnTo>
                  <a:close/>
                </a:path>
                <a:path w="11430000" h="3248025">
                  <a:moveTo>
                    <a:pt x="8379790" y="3238500"/>
                  </a:moveTo>
                  <a:lnTo>
                    <a:pt x="8351215" y="3238500"/>
                  </a:lnTo>
                  <a:lnTo>
                    <a:pt x="8351215" y="3248025"/>
                  </a:lnTo>
                  <a:lnTo>
                    <a:pt x="8379790" y="3248025"/>
                  </a:lnTo>
                  <a:lnTo>
                    <a:pt x="8379790" y="3238500"/>
                  </a:lnTo>
                  <a:close/>
                </a:path>
                <a:path w="11430000" h="3248025">
                  <a:moveTo>
                    <a:pt x="8396935" y="0"/>
                  </a:moveTo>
                  <a:lnTo>
                    <a:pt x="8368360" y="0"/>
                  </a:lnTo>
                  <a:lnTo>
                    <a:pt x="8368360" y="9525"/>
                  </a:lnTo>
                  <a:lnTo>
                    <a:pt x="8396935" y="9525"/>
                  </a:lnTo>
                  <a:lnTo>
                    <a:pt x="8396935" y="0"/>
                  </a:lnTo>
                  <a:close/>
                </a:path>
                <a:path w="11430000" h="3248025">
                  <a:moveTo>
                    <a:pt x="8427441" y="3238500"/>
                  </a:moveTo>
                  <a:lnTo>
                    <a:pt x="8398865" y="3238500"/>
                  </a:lnTo>
                  <a:lnTo>
                    <a:pt x="8398865" y="3248025"/>
                  </a:lnTo>
                  <a:lnTo>
                    <a:pt x="8427441" y="3248025"/>
                  </a:lnTo>
                  <a:lnTo>
                    <a:pt x="8427441" y="3238500"/>
                  </a:lnTo>
                  <a:close/>
                </a:path>
                <a:path w="11430000" h="3248025">
                  <a:moveTo>
                    <a:pt x="8444598" y="0"/>
                  </a:moveTo>
                  <a:lnTo>
                    <a:pt x="8416023" y="0"/>
                  </a:lnTo>
                  <a:lnTo>
                    <a:pt x="8416023" y="9525"/>
                  </a:lnTo>
                  <a:lnTo>
                    <a:pt x="8444598" y="9525"/>
                  </a:lnTo>
                  <a:lnTo>
                    <a:pt x="8444598" y="0"/>
                  </a:lnTo>
                  <a:close/>
                </a:path>
                <a:path w="11430000" h="3248025">
                  <a:moveTo>
                    <a:pt x="8475091" y="3238500"/>
                  </a:moveTo>
                  <a:lnTo>
                    <a:pt x="8446516" y="3238500"/>
                  </a:lnTo>
                  <a:lnTo>
                    <a:pt x="8446516" y="3248025"/>
                  </a:lnTo>
                  <a:lnTo>
                    <a:pt x="8475091" y="3248025"/>
                  </a:lnTo>
                  <a:lnTo>
                    <a:pt x="8475091" y="3238500"/>
                  </a:lnTo>
                  <a:close/>
                </a:path>
                <a:path w="11430000" h="3248025">
                  <a:moveTo>
                    <a:pt x="8492249" y="0"/>
                  </a:moveTo>
                  <a:lnTo>
                    <a:pt x="8463674" y="0"/>
                  </a:lnTo>
                  <a:lnTo>
                    <a:pt x="8463674" y="9525"/>
                  </a:lnTo>
                  <a:lnTo>
                    <a:pt x="8492249" y="9525"/>
                  </a:lnTo>
                  <a:lnTo>
                    <a:pt x="8492249" y="0"/>
                  </a:lnTo>
                  <a:close/>
                </a:path>
                <a:path w="11430000" h="3248025">
                  <a:moveTo>
                    <a:pt x="8522754" y="3238500"/>
                  </a:moveTo>
                  <a:lnTo>
                    <a:pt x="8494179" y="3238500"/>
                  </a:lnTo>
                  <a:lnTo>
                    <a:pt x="8494179" y="3248025"/>
                  </a:lnTo>
                  <a:lnTo>
                    <a:pt x="8522754" y="3248025"/>
                  </a:lnTo>
                  <a:lnTo>
                    <a:pt x="8522754" y="3238500"/>
                  </a:lnTo>
                  <a:close/>
                </a:path>
                <a:path w="11430000" h="3248025">
                  <a:moveTo>
                    <a:pt x="8539912" y="0"/>
                  </a:moveTo>
                  <a:lnTo>
                    <a:pt x="8511337" y="0"/>
                  </a:lnTo>
                  <a:lnTo>
                    <a:pt x="8511337" y="9525"/>
                  </a:lnTo>
                  <a:lnTo>
                    <a:pt x="8539912" y="9525"/>
                  </a:lnTo>
                  <a:lnTo>
                    <a:pt x="8539912" y="0"/>
                  </a:lnTo>
                  <a:close/>
                </a:path>
                <a:path w="11430000" h="3248025">
                  <a:moveTo>
                    <a:pt x="8570404" y="3238500"/>
                  </a:moveTo>
                  <a:lnTo>
                    <a:pt x="8541829" y="3238500"/>
                  </a:lnTo>
                  <a:lnTo>
                    <a:pt x="8541829" y="3248025"/>
                  </a:lnTo>
                  <a:lnTo>
                    <a:pt x="8570404" y="3248025"/>
                  </a:lnTo>
                  <a:lnTo>
                    <a:pt x="8570404" y="3238500"/>
                  </a:lnTo>
                  <a:close/>
                </a:path>
                <a:path w="11430000" h="3248025">
                  <a:moveTo>
                    <a:pt x="8587562" y="0"/>
                  </a:moveTo>
                  <a:lnTo>
                    <a:pt x="8558987" y="0"/>
                  </a:lnTo>
                  <a:lnTo>
                    <a:pt x="8558987" y="9525"/>
                  </a:lnTo>
                  <a:lnTo>
                    <a:pt x="8587562" y="9525"/>
                  </a:lnTo>
                  <a:lnTo>
                    <a:pt x="8587562" y="0"/>
                  </a:lnTo>
                  <a:close/>
                </a:path>
                <a:path w="11430000" h="3248025">
                  <a:moveTo>
                    <a:pt x="8618068" y="3238500"/>
                  </a:moveTo>
                  <a:lnTo>
                    <a:pt x="8589493" y="3238500"/>
                  </a:lnTo>
                  <a:lnTo>
                    <a:pt x="8589493" y="3248025"/>
                  </a:lnTo>
                  <a:lnTo>
                    <a:pt x="8618068" y="3248025"/>
                  </a:lnTo>
                  <a:lnTo>
                    <a:pt x="8618068" y="3238500"/>
                  </a:lnTo>
                  <a:close/>
                </a:path>
                <a:path w="11430000" h="3248025">
                  <a:moveTo>
                    <a:pt x="8635225" y="0"/>
                  </a:moveTo>
                  <a:lnTo>
                    <a:pt x="8606650" y="0"/>
                  </a:lnTo>
                  <a:lnTo>
                    <a:pt x="8606650" y="9525"/>
                  </a:lnTo>
                  <a:lnTo>
                    <a:pt x="8635225" y="9525"/>
                  </a:lnTo>
                  <a:lnTo>
                    <a:pt x="8635225" y="0"/>
                  </a:lnTo>
                  <a:close/>
                </a:path>
                <a:path w="11430000" h="3248025">
                  <a:moveTo>
                    <a:pt x="8665718" y="3238500"/>
                  </a:moveTo>
                  <a:lnTo>
                    <a:pt x="8637143" y="3238500"/>
                  </a:lnTo>
                  <a:lnTo>
                    <a:pt x="8637143" y="3248025"/>
                  </a:lnTo>
                  <a:lnTo>
                    <a:pt x="8665718" y="3248025"/>
                  </a:lnTo>
                  <a:lnTo>
                    <a:pt x="8665718" y="3238500"/>
                  </a:lnTo>
                  <a:close/>
                </a:path>
                <a:path w="11430000" h="3248025">
                  <a:moveTo>
                    <a:pt x="8682876" y="0"/>
                  </a:moveTo>
                  <a:lnTo>
                    <a:pt x="8654301" y="0"/>
                  </a:lnTo>
                  <a:lnTo>
                    <a:pt x="8654301" y="9525"/>
                  </a:lnTo>
                  <a:lnTo>
                    <a:pt x="8682876" y="9525"/>
                  </a:lnTo>
                  <a:lnTo>
                    <a:pt x="8682876" y="0"/>
                  </a:lnTo>
                  <a:close/>
                </a:path>
                <a:path w="11430000" h="3248025">
                  <a:moveTo>
                    <a:pt x="8713381" y="3238500"/>
                  </a:moveTo>
                  <a:lnTo>
                    <a:pt x="8684806" y="3238500"/>
                  </a:lnTo>
                  <a:lnTo>
                    <a:pt x="8684806" y="3248025"/>
                  </a:lnTo>
                  <a:lnTo>
                    <a:pt x="8713381" y="3248025"/>
                  </a:lnTo>
                  <a:lnTo>
                    <a:pt x="8713381" y="3238500"/>
                  </a:lnTo>
                  <a:close/>
                </a:path>
                <a:path w="11430000" h="3248025">
                  <a:moveTo>
                    <a:pt x="8730526" y="0"/>
                  </a:moveTo>
                  <a:lnTo>
                    <a:pt x="8701951" y="0"/>
                  </a:lnTo>
                  <a:lnTo>
                    <a:pt x="8701951" y="9525"/>
                  </a:lnTo>
                  <a:lnTo>
                    <a:pt x="8730526" y="9525"/>
                  </a:lnTo>
                  <a:lnTo>
                    <a:pt x="8730526" y="0"/>
                  </a:lnTo>
                  <a:close/>
                </a:path>
                <a:path w="11430000" h="3248025">
                  <a:moveTo>
                    <a:pt x="8761031" y="3238500"/>
                  </a:moveTo>
                  <a:lnTo>
                    <a:pt x="8732456" y="3238500"/>
                  </a:lnTo>
                  <a:lnTo>
                    <a:pt x="8732456" y="3248025"/>
                  </a:lnTo>
                  <a:lnTo>
                    <a:pt x="8761031" y="3248025"/>
                  </a:lnTo>
                  <a:lnTo>
                    <a:pt x="8761031" y="3238500"/>
                  </a:lnTo>
                  <a:close/>
                </a:path>
                <a:path w="11430000" h="3248025">
                  <a:moveTo>
                    <a:pt x="8778189" y="0"/>
                  </a:moveTo>
                  <a:lnTo>
                    <a:pt x="8749614" y="0"/>
                  </a:lnTo>
                  <a:lnTo>
                    <a:pt x="8749614" y="9525"/>
                  </a:lnTo>
                  <a:lnTo>
                    <a:pt x="8778189" y="9525"/>
                  </a:lnTo>
                  <a:lnTo>
                    <a:pt x="8778189" y="0"/>
                  </a:lnTo>
                  <a:close/>
                </a:path>
                <a:path w="11430000" h="3248025">
                  <a:moveTo>
                    <a:pt x="8808695" y="3238500"/>
                  </a:moveTo>
                  <a:lnTo>
                    <a:pt x="8780120" y="3238500"/>
                  </a:lnTo>
                  <a:lnTo>
                    <a:pt x="8780120" y="3248025"/>
                  </a:lnTo>
                  <a:lnTo>
                    <a:pt x="8808695" y="3248025"/>
                  </a:lnTo>
                  <a:lnTo>
                    <a:pt x="8808695" y="3238500"/>
                  </a:lnTo>
                  <a:close/>
                </a:path>
                <a:path w="11430000" h="3248025">
                  <a:moveTo>
                    <a:pt x="8825840" y="0"/>
                  </a:moveTo>
                  <a:lnTo>
                    <a:pt x="8797265" y="0"/>
                  </a:lnTo>
                  <a:lnTo>
                    <a:pt x="8797265" y="9525"/>
                  </a:lnTo>
                  <a:lnTo>
                    <a:pt x="8825840" y="9525"/>
                  </a:lnTo>
                  <a:lnTo>
                    <a:pt x="8825840" y="0"/>
                  </a:lnTo>
                  <a:close/>
                </a:path>
                <a:path w="11430000" h="3248025">
                  <a:moveTo>
                    <a:pt x="8856345" y="3238500"/>
                  </a:moveTo>
                  <a:lnTo>
                    <a:pt x="8827770" y="3238500"/>
                  </a:lnTo>
                  <a:lnTo>
                    <a:pt x="8827770" y="3248025"/>
                  </a:lnTo>
                  <a:lnTo>
                    <a:pt x="8856345" y="3248025"/>
                  </a:lnTo>
                  <a:lnTo>
                    <a:pt x="8856345" y="3238500"/>
                  </a:lnTo>
                  <a:close/>
                </a:path>
                <a:path w="11430000" h="3248025">
                  <a:moveTo>
                    <a:pt x="8873503" y="0"/>
                  </a:moveTo>
                  <a:lnTo>
                    <a:pt x="8844928" y="0"/>
                  </a:lnTo>
                  <a:lnTo>
                    <a:pt x="8844928" y="9525"/>
                  </a:lnTo>
                  <a:lnTo>
                    <a:pt x="8873503" y="9525"/>
                  </a:lnTo>
                  <a:lnTo>
                    <a:pt x="8873503" y="0"/>
                  </a:lnTo>
                  <a:close/>
                </a:path>
                <a:path w="11430000" h="3248025">
                  <a:moveTo>
                    <a:pt x="8903995" y="3238500"/>
                  </a:moveTo>
                  <a:lnTo>
                    <a:pt x="8875420" y="3238500"/>
                  </a:lnTo>
                  <a:lnTo>
                    <a:pt x="8875420" y="3248025"/>
                  </a:lnTo>
                  <a:lnTo>
                    <a:pt x="8903995" y="3248025"/>
                  </a:lnTo>
                  <a:lnTo>
                    <a:pt x="8903995" y="3238500"/>
                  </a:lnTo>
                  <a:close/>
                </a:path>
                <a:path w="11430000" h="3248025">
                  <a:moveTo>
                    <a:pt x="8921153" y="0"/>
                  </a:moveTo>
                  <a:lnTo>
                    <a:pt x="8892578" y="0"/>
                  </a:lnTo>
                  <a:lnTo>
                    <a:pt x="8892578" y="9525"/>
                  </a:lnTo>
                  <a:lnTo>
                    <a:pt x="8921153" y="9525"/>
                  </a:lnTo>
                  <a:lnTo>
                    <a:pt x="8921153" y="0"/>
                  </a:lnTo>
                  <a:close/>
                </a:path>
                <a:path w="11430000" h="3248025">
                  <a:moveTo>
                    <a:pt x="8951658" y="3238500"/>
                  </a:moveTo>
                  <a:lnTo>
                    <a:pt x="8923083" y="3238500"/>
                  </a:lnTo>
                  <a:lnTo>
                    <a:pt x="8923083" y="3248025"/>
                  </a:lnTo>
                  <a:lnTo>
                    <a:pt x="8951658" y="3248025"/>
                  </a:lnTo>
                  <a:lnTo>
                    <a:pt x="8951658" y="3238500"/>
                  </a:lnTo>
                  <a:close/>
                </a:path>
                <a:path w="11430000" h="3248025">
                  <a:moveTo>
                    <a:pt x="8968816" y="0"/>
                  </a:moveTo>
                  <a:lnTo>
                    <a:pt x="8940241" y="0"/>
                  </a:lnTo>
                  <a:lnTo>
                    <a:pt x="8940241" y="9525"/>
                  </a:lnTo>
                  <a:lnTo>
                    <a:pt x="8968816" y="9525"/>
                  </a:lnTo>
                  <a:lnTo>
                    <a:pt x="8968816" y="0"/>
                  </a:lnTo>
                  <a:close/>
                </a:path>
                <a:path w="11430000" h="3248025">
                  <a:moveTo>
                    <a:pt x="8999309" y="3238500"/>
                  </a:moveTo>
                  <a:lnTo>
                    <a:pt x="8970734" y="3238500"/>
                  </a:lnTo>
                  <a:lnTo>
                    <a:pt x="8970734" y="3248025"/>
                  </a:lnTo>
                  <a:lnTo>
                    <a:pt x="8999309" y="3248025"/>
                  </a:lnTo>
                  <a:lnTo>
                    <a:pt x="8999309" y="3238500"/>
                  </a:lnTo>
                  <a:close/>
                </a:path>
                <a:path w="11430000" h="3248025">
                  <a:moveTo>
                    <a:pt x="9016467" y="0"/>
                  </a:moveTo>
                  <a:lnTo>
                    <a:pt x="8987892" y="0"/>
                  </a:lnTo>
                  <a:lnTo>
                    <a:pt x="8987892" y="9525"/>
                  </a:lnTo>
                  <a:lnTo>
                    <a:pt x="9016467" y="9525"/>
                  </a:lnTo>
                  <a:lnTo>
                    <a:pt x="9016467" y="0"/>
                  </a:lnTo>
                  <a:close/>
                </a:path>
                <a:path w="11430000" h="3248025">
                  <a:moveTo>
                    <a:pt x="9046972" y="3238500"/>
                  </a:moveTo>
                  <a:lnTo>
                    <a:pt x="9018397" y="3238500"/>
                  </a:lnTo>
                  <a:lnTo>
                    <a:pt x="9018397" y="3248025"/>
                  </a:lnTo>
                  <a:lnTo>
                    <a:pt x="9046972" y="3248025"/>
                  </a:lnTo>
                  <a:lnTo>
                    <a:pt x="9046972" y="3238500"/>
                  </a:lnTo>
                  <a:close/>
                </a:path>
                <a:path w="11430000" h="3248025">
                  <a:moveTo>
                    <a:pt x="9064130" y="0"/>
                  </a:moveTo>
                  <a:lnTo>
                    <a:pt x="9035555" y="0"/>
                  </a:lnTo>
                  <a:lnTo>
                    <a:pt x="9035555" y="9525"/>
                  </a:lnTo>
                  <a:lnTo>
                    <a:pt x="9064130" y="9525"/>
                  </a:lnTo>
                  <a:lnTo>
                    <a:pt x="9064130" y="0"/>
                  </a:lnTo>
                  <a:close/>
                </a:path>
                <a:path w="11430000" h="3248025">
                  <a:moveTo>
                    <a:pt x="9094622" y="3238500"/>
                  </a:moveTo>
                  <a:lnTo>
                    <a:pt x="9066047" y="3238500"/>
                  </a:lnTo>
                  <a:lnTo>
                    <a:pt x="9066047" y="3248025"/>
                  </a:lnTo>
                  <a:lnTo>
                    <a:pt x="9094622" y="3248025"/>
                  </a:lnTo>
                  <a:lnTo>
                    <a:pt x="9094622" y="3238500"/>
                  </a:lnTo>
                  <a:close/>
                </a:path>
                <a:path w="11430000" h="3248025">
                  <a:moveTo>
                    <a:pt x="9111780" y="0"/>
                  </a:moveTo>
                  <a:lnTo>
                    <a:pt x="9083205" y="0"/>
                  </a:lnTo>
                  <a:lnTo>
                    <a:pt x="9083205" y="9525"/>
                  </a:lnTo>
                  <a:lnTo>
                    <a:pt x="9111780" y="9525"/>
                  </a:lnTo>
                  <a:lnTo>
                    <a:pt x="9111780" y="0"/>
                  </a:lnTo>
                  <a:close/>
                </a:path>
                <a:path w="11430000" h="3248025">
                  <a:moveTo>
                    <a:pt x="9142285" y="3238500"/>
                  </a:moveTo>
                  <a:lnTo>
                    <a:pt x="9113710" y="3238500"/>
                  </a:lnTo>
                  <a:lnTo>
                    <a:pt x="9113710" y="3248025"/>
                  </a:lnTo>
                  <a:lnTo>
                    <a:pt x="9142285" y="3248025"/>
                  </a:lnTo>
                  <a:lnTo>
                    <a:pt x="9142285" y="3238500"/>
                  </a:lnTo>
                  <a:close/>
                </a:path>
                <a:path w="11430000" h="3248025">
                  <a:moveTo>
                    <a:pt x="9159430" y="0"/>
                  </a:moveTo>
                  <a:lnTo>
                    <a:pt x="9130855" y="0"/>
                  </a:lnTo>
                  <a:lnTo>
                    <a:pt x="9130855" y="9525"/>
                  </a:lnTo>
                  <a:lnTo>
                    <a:pt x="9159430" y="9525"/>
                  </a:lnTo>
                  <a:lnTo>
                    <a:pt x="9159430" y="0"/>
                  </a:lnTo>
                  <a:close/>
                </a:path>
                <a:path w="11430000" h="3248025">
                  <a:moveTo>
                    <a:pt x="9189936" y="3238500"/>
                  </a:moveTo>
                  <a:lnTo>
                    <a:pt x="9161361" y="3238500"/>
                  </a:lnTo>
                  <a:lnTo>
                    <a:pt x="9161361" y="3248025"/>
                  </a:lnTo>
                  <a:lnTo>
                    <a:pt x="9189936" y="3248025"/>
                  </a:lnTo>
                  <a:lnTo>
                    <a:pt x="9189936" y="3238500"/>
                  </a:lnTo>
                  <a:close/>
                </a:path>
                <a:path w="11430000" h="3248025">
                  <a:moveTo>
                    <a:pt x="9207094" y="0"/>
                  </a:moveTo>
                  <a:lnTo>
                    <a:pt x="9178519" y="0"/>
                  </a:lnTo>
                  <a:lnTo>
                    <a:pt x="9178519" y="9525"/>
                  </a:lnTo>
                  <a:lnTo>
                    <a:pt x="9207094" y="9525"/>
                  </a:lnTo>
                  <a:lnTo>
                    <a:pt x="9207094" y="0"/>
                  </a:lnTo>
                  <a:close/>
                </a:path>
                <a:path w="11430000" h="3248025">
                  <a:moveTo>
                    <a:pt x="9237599" y="3238500"/>
                  </a:moveTo>
                  <a:lnTo>
                    <a:pt x="9209024" y="3238500"/>
                  </a:lnTo>
                  <a:lnTo>
                    <a:pt x="9209024" y="3248025"/>
                  </a:lnTo>
                  <a:lnTo>
                    <a:pt x="9237599" y="3248025"/>
                  </a:lnTo>
                  <a:lnTo>
                    <a:pt x="9237599" y="3238500"/>
                  </a:lnTo>
                  <a:close/>
                </a:path>
                <a:path w="11430000" h="3248025">
                  <a:moveTo>
                    <a:pt x="9254744" y="0"/>
                  </a:moveTo>
                  <a:lnTo>
                    <a:pt x="9226169" y="0"/>
                  </a:lnTo>
                  <a:lnTo>
                    <a:pt x="9226169" y="9525"/>
                  </a:lnTo>
                  <a:lnTo>
                    <a:pt x="9254744" y="9525"/>
                  </a:lnTo>
                  <a:lnTo>
                    <a:pt x="9254744" y="0"/>
                  </a:lnTo>
                  <a:close/>
                </a:path>
                <a:path w="11430000" h="3248025">
                  <a:moveTo>
                    <a:pt x="9285249" y="3238500"/>
                  </a:moveTo>
                  <a:lnTo>
                    <a:pt x="9256674" y="3238500"/>
                  </a:lnTo>
                  <a:lnTo>
                    <a:pt x="9256674" y="3248025"/>
                  </a:lnTo>
                  <a:lnTo>
                    <a:pt x="9285249" y="3248025"/>
                  </a:lnTo>
                  <a:lnTo>
                    <a:pt x="9285249" y="3238500"/>
                  </a:lnTo>
                  <a:close/>
                </a:path>
                <a:path w="11430000" h="3248025">
                  <a:moveTo>
                    <a:pt x="9302407" y="0"/>
                  </a:moveTo>
                  <a:lnTo>
                    <a:pt x="9273832" y="0"/>
                  </a:lnTo>
                  <a:lnTo>
                    <a:pt x="9273832" y="9525"/>
                  </a:lnTo>
                  <a:lnTo>
                    <a:pt x="9302407" y="9525"/>
                  </a:lnTo>
                  <a:lnTo>
                    <a:pt x="9302407" y="0"/>
                  </a:lnTo>
                  <a:close/>
                </a:path>
                <a:path w="11430000" h="3248025">
                  <a:moveTo>
                    <a:pt x="9332900" y="3238500"/>
                  </a:moveTo>
                  <a:lnTo>
                    <a:pt x="9304325" y="3238500"/>
                  </a:lnTo>
                  <a:lnTo>
                    <a:pt x="9304325" y="3248025"/>
                  </a:lnTo>
                  <a:lnTo>
                    <a:pt x="9332900" y="3248025"/>
                  </a:lnTo>
                  <a:lnTo>
                    <a:pt x="9332900" y="3238500"/>
                  </a:lnTo>
                  <a:close/>
                </a:path>
                <a:path w="11430000" h="3248025">
                  <a:moveTo>
                    <a:pt x="9350057" y="0"/>
                  </a:moveTo>
                  <a:lnTo>
                    <a:pt x="9321482" y="0"/>
                  </a:lnTo>
                  <a:lnTo>
                    <a:pt x="9321482" y="9525"/>
                  </a:lnTo>
                  <a:lnTo>
                    <a:pt x="9350057" y="9525"/>
                  </a:lnTo>
                  <a:lnTo>
                    <a:pt x="9350057" y="0"/>
                  </a:lnTo>
                  <a:close/>
                </a:path>
                <a:path w="11430000" h="3248025">
                  <a:moveTo>
                    <a:pt x="9380563" y="3238500"/>
                  </a:moveTo>
                  <a:lnTo>
                    <a:pt x="9351988" y="3238500"/>
                  </a:lnTo>
                  <a:lnTo>
                    <a:pt x="9351988" y="3248025"/>
                  </a:lnTo>
                  <a:lnTo>
                    <a:pt x="9380563" y="3248025"/>
                  </a:lnTo>
                  <a:lnTo>
                    <a:pt x="9380563" y="3238500"/>
                  </a:lnTo>
                  <a:close/>
                </a:path>
                <a:path w="11430000" h="3248025">
                  <a:moveTo>
                    <a:pt x="9397721" y="0"/>
                  </a:moveTo>
                  <a:lnTo>
                    <a:pt x="9369146" y="0"/>
                  </a:lnTo>
                  <a:lnTo>
                    <a:pt x="9369146" y="9525"/>
                  </a:lnTo>
                  <a:lnTo>
                    <a:pt x="9397721" y="9525"/>
                  </a:lnTo>
                  <a:lnTo>
                    <a:pt x="9397721" y="0"/>
                  </a:lnTo>
                  <a:close/>
                </a:path>
                <a:path w="11430000" h="3248025">
                  <a:moveTo>
                    <a:pt x="9428213" y="3238500"/>
                  </a:moveTo>
                  <a:lnTo>
                    <a:pt x="9399638" y="3238500"/>
                  </a:lnTo>
                  <a:lnTo>
                    <a:pt x="9399638" y="3248025"/>
                  </a:lnTo>
                  <a:lnTo>
                    <a:pt x="9428213" y="3248025"/>
                  </a:lnTo>
                  <a:lnTo>
                    <a:pt x="9428213" y="3238500"/>
                  </a:lnTo>
                  <a:close/>
                </a:path>
                <a:path w="11430000" h="3248025">
                  <a:moveTo>
                    <a:pt x="9445371" y="0"/>
                  </a:moveTo>
                  <a:lnTo>
                    <a:pt x="9416796" y="0"/>
                  </a:lnTo>
                  <a:lnTo>
                    <a:pt x="9416796" y="9525"/>
                  </a:lnTo>
                  <a:lnTo>
                    <a:pt x="9445371" y="9525"/>
                  </a:lnTo>
                  <a:lnTo>
                    <a:pt x="9445371" y="0"/>
                  </a:lnTo>
                  <a:close/>
                </a:path>
                <a:path w="11430000" h="3248025">
                  <a:moveTo>
                    <a:pt x="9475876" y="3238500"/>
                  </a:moveTo>
                  <a:lnTo>
                    <a:pt x="9447301" y="3238500"/>
                  </a:lnTo>
                  <a:lnTo>
                    <a:pt x="9447301" y="3248025"/>
                  </a:lnTo>
                  <a:lnTo>
                    <a:pt x="9475876" y="3248025"/>
                  </a:lnTo>
                  <a:lnTo>
                    <a:pt x="9475876" y="3238500"/>
                  </a:lnTo>
                  <a:close/>
                </a:path>
                <a:path w="11430000" h="3248025">
                  <a:moveTo>
                    <a:pt x="9493021" y="0"/>
                  </a:moveTo>
                  <a:lnTo>
                    <a:pt x="9464459" y="0"/>
                  </a:lnTo>
                  <a:lnTo>
                    <a:pt x="9464459" y="9525"/>
                  </a:lnTo>
                  <a:lnTo>
                    <a:pt x="9493021" y="9525"/>
                  </a:lnTo>
                  <a:lnTo>
                    <a:pt x="9493021" y="0"/>
                  </a:lnTo>
                  <a:close/>
                </a:path>
                <a:path w="11430000" h="3248025">
                  <a:moveTo>
                    <a:pt x="9523527" y="3238500"/>
                  </a:moveTo>
                  <a:lnTo>
                    <a:pt x="9494952" y="3238500"/>
                  </a:lnTo>
                  <a:lnTo>
                    <a:pt x="9494952" y="3248025"/>
                  </a:lnTo>
                  <a:lnTo>
                    <a:pt x="9523527" y="3248025"/>
                  </a:lnTo>
                  <a:lnTo>
                    <a:pt x="9523527" y="3238500"/>
                  </a:lnTo>
                  <a:close/>
                </a:path>
                <a:path w="11430000" h="3248025">
                  <a:moveTo>
                    <a:pt x="9540684" y="0"/>
                  </a:moveTo>
                  <a:lnTo>
                    <a:pt x="9512109" y="0"/>
                  </a:lnTo>
                  <a:lnTo>
                    <a:pt x="9512109" y="9525"/>
                  </a:lnTo>
                  <a:lnTo>
                    <a:pt x="9540684" y="9525"/>
                  </a:lnTo>
                  <a:lnTo>
                    <a:pt x="9540684" y="0"/>
                  </a:lnTo>
                  <a:close/>
                </a:path>
                <a:path w="11430000" h="3248025">
                  <a:moveTo>
                    <a:pt x="9571190" y="3238500"/>
                  </a:moveTo>
                  <a:lnTo>
                    <a:pt x="9542615" y="3238500"/>
                  </a:lnTo>
                  <a:lnTo>
                    <a:pt x="9542615" y="3248025"/>
                  </a:lnTo>
                  <a:lnTo>
                    <a:pt x="9571190" y="3248025"/>
                  </a:lnTo>
                  <a:lnTo>
                    <a:pt x="9571190" y="3238500"/>
                  </a:lnTo>
                  <a:close/>
                </a:path>
                <a:path w="11430000" h="3248025">
                  <a:moveTo>
                    <a:pt x="9588335" y="0"/>
                  </a:moveTo>
                  <a:lnTo>
                    <a:pt x="9559760" y="0"/>
                  </a:lnTo>
                  <a:lnTo>
                    <a:pt x="9559760" y="9525"/>
                  </a:lnTo>
                  <a:lnTo>
                    <a:pt x="9588335" y="9525"/>
                  </a:lnTo>
                  <a:lnTo>
                    <a:pt x="9588335" y="0"/>
                  </a:lnTo>
                  <a:close/>
                </a:path>
                <a:path w="11430000" h="3248025">
                  <a:moveTo>
                    <a:pt x="9618840" y="3238500"/>
                  </a:moveTo>
                  <a:lnTo>
                    <a:pt x="9590265" y="3238500"/>
                  </a:lnTo>
                  <a:lnTo>
                    <a:pt x="9590265" y="3248025"/>
                  </a:lnTo>
                  <a:lnTo>
                    <a:pt x="9618840" y="3248025"/>
                  </a:lnTo>
                  <a:lnTo>
                    <a:pt x="9618840" y="3238500"/>
                  </a:lnTo>
                  <a:close/>
                </a:path>
                <a:path w="11430000" h="3248025">
                  <a:moveTo>
                    <a:pt x="9635998" y="0"/>
                  </a:moveTo>
                  <a:lnTo>
                    <a:pt x="9607423" y="0"/>
                  </a:lnTo>
                  <a:lnTo>
                    <a:pt x="9607423" y="9525"/>
                  </a:lnTo>
                  <a:lnTo>
                    <a:pt x="9635998" y="9525"/>
                  </a:lnTo>
                  <a:lnTo>
                    <a:pt x="9635998" y="0"/>
                  </a:lnTo>
                  <a:close/>
                </a:path>
                <a:path w="11430000" h="3248025">
                  <a:moveTo>
                    <a:pt x="9666503" y="3238500"/>
                  </a:moveTo>
                  <a:lnTo>
                    <a:pt x="9637928" y="3238500"/>
                  </a:lnTo>
                  <a:lnTo>
                    <a:pt x="9637928" y="3248025"/>
                  </a:lnTo>
                  <a:lnTo>
                    <a:pt x="9666503" y="3248025"/>
                  </a:lnTo>
                  <a:lnTo>
                    <a:pt x="9666503" y="3238500"/>
                  </a:lnTo>
                  <a:close/>
                </a:path>
                <a:path w="11430000" h="3248025">
                  <a:moveTo>
                    <a:pt x="9683648" y="0"/>
                  </a:moveTo>
                  <a:lnTo>
                    <a:pt x="9655073" y="0"/>
                  </a:lnTo>
                  <a:lnTo>
                    <a:pt x="9655073" y="9525"/>
                  </a:lnTo>
                  <a:lnTo>
                    <a:pt x="9683648" y="9525"/>
                  </a:lnTo>
                  <a:lnTo>
                    <a:pt x="9683648" y="0"/>
                  </a:lnTo>
                  <a:close/>
                </a:path>
                <a:path w="11430000" h="3248025">
                  <a:moveTo>
                    <a:pt x="9714154" y="3238500"/>
                  </a:moveTo>
                  <a:lnTo>
                    <a:pt x="9685579" y="3238500"/>
                  </a:lnTo>
                  <a:lnTo>
                    <a:pt x="9685579" y="3248025"/>
                  </a:lnTo>
                  <a:lnTo>
                    <a:pt x="9714154" y="3248025"/>
                  </a:lnTo>
                  <a:lnTo>
                    <a:pt x="9714154" y="3238500"/>
                  </a:lnTo>
                  <a:close/>
                </a:path>
                <a:path w="11430000" h="3248025">
                  <a:moveTo>
                    <a:pt x="9731311" y="0"/>
                  </a:moveTo>
                  <a:lnTo>
                    <a:pt x="9702736" y="0"/>
                  </a:lnTo>
                  <a:lnTo>
                    <a:pt x="9702736" y="9525"/>
                  </a:lnTo>
                  <a:lnTo>
                    <a:pt x="9731311" y="9525"/>
                  </a:lnTo>
                  <a:lnTo>
                    <a:pt x="9731311" y="0"/>
                  </a:lnTo>
                  <a:close/>
                </a:path>
                <a:path w="11430000" h="3248025">
                  <a:moveTo>
                    <a:pt x="9761804" y="3238500"/>
                  </a:moveTo>
                  <a:lnTo>
                    <a:pt x="9733229" y="3238500"/>
                  </a:lnTo>
                  <a:lnTo>
                    <a:pt x="9733229" y="3248025"/>
                  </a:lnTo>
                  <a:lnTo>
                    <a:pt x="9761804" y="3248025"/>
                  </a:lnTo>
                  <a:lnTo>
                    <a:pt x="9761804" y="3238500"/>
                  </a:lnTo>
                  <a:close/>
                </a:path>
                <a:path w="11430000" h="3248025">
                  <a:moveTo>
                    <a:pt x="9778962" y="0"/>
                  </a:moveTo>
                  <a:lnTo>
                    <a:pt x="9750387" y="0"/>
                  </a:lnTo>
                  <a:lnTo>
                    <a:pt x="9750387" y="9525"/>
                  </a:lnTo>
                  <a:lnTo>
                    <a:pt x="9778962" y="9525"/>
                  </a:lnTo>
                  <a:lnTo>
                    <a:pt x="9778962" y="0"/>
                  </a:lnTo>
                  <a:close/>
                </a:path>
                <a:path w="11430000" h="3248025">
                  <a:moveTo>
                    <a:pt x="9809467" y="3238500"/>
                  </a:moveTo>
                  <a:lnTo>
                    <a:pt x="9780892" y="3238500"/>
                  </a:lnTo>
                  <a:lnTo>
                    <a:pt x="9780892" y="3248025"/>
                  </a:lnTo>
                  <a:lnTo>
                    <a:pt x="9809467" y="3248025"/>
                  </a:lnTo>
                  <a:lnTo>
                    <a:pt x="9809467" y="3238500"/>
                  </a:lnTo>
                  <a:close/>
                </a:path>
                <a:path w="11430000" h="3248025">
                  <a:moveTo>
                    <a:pt x="9826625" y="0"/>
                  </a:moveTo>
                  <a:lnTo>
                    <a:pt x="9798050" y="0"/>
                  </a:lnTo>
                  <a:lnTo>
                    <a:pt x="9798050" y="9525"/>
                  </a:lnTo>
                  <a:lnTo>
                    <a:pt x="9826625" y="9525"/>
                  </a:lnTo>
                  <a:lnTo>
                    <a:pt x="9826625" y="0"/>
                  </a:lnTo>
                  <a:close/>
                </a:path>
                <a:path w="11430000" h="3248025">
                  <a:moveTo>
                    <a:pt x="9857118" y="3238500"/>
                  </a:moveTo>
                  <a:lnTo>
                    <a:pt x="9828543" y="3238500"/>
                  </a:lnTo>
                  <a:lnTo>
                    <a:pt x="9828543" y="3248025"/>
                  </a:lnTo>
                  <a:lnTo>
                    <a:pt x="9857118" y="3248025"/>
                  </a:lnTo>
                  <a:lnTo>
                    <a:pt x="9857118" y="3238500"/>
                  </a:lnTo>
                  <a:close/>
                </a:path>
                <a:path w="11430000" h="3248025">
                  <a:moveTo>
                    <a:pt x="9874275" y="0"/>
                  </a:moveTo>
                  <a:lnTo>
                    <a:pt x="9845700" y="0"/>
                  </a:lnTo>
                  <a:lnTo>
                    <a:pt x="9845700" y="9525"/>
                  </a:lnTo>
                  <a:lnTo>
                    <a:pt x="9874275" y="9525"/>
                  </a:lnTo>
                  <a:lnTo>
                    <a:pt x="9874275" y="0"/>
                  </a:lnTo>
                  <a:close/>
                </a:path>
                <a:path w="11430000" h="3248025">
                  <a:moveTo>
                    <a:pt x="9904781" y="3238500"/>
                  </a:moveTo>
                  <a:lnTo>
                    <a:pt x="9876206" y="3238500"/>
                  </a:lnTo>
                  <a:lnTo>
                    <a:pt x="9876206" y="3248025"/>
                  </a:lnTo>
                  <a:lnTo>
                    <a:pt x="9904781" y="3248025"/>
                  </a:lnTo>
                  <a:lnTo>
                    <a:pt x="9904781" y="3238500"/>
                  </a:lnTo>
                  <a:close/>
                </a:path>
                <a:path w="11430000" h="3248025">
                  <a:moveTo>
                    <a:pt x="9921938" y="0"/>
                  </a:moveTo>
                  <a:lnTo>
                    <a:pt x="9893363" y="0"/>
                  </a:lnTo>
                  <a:lnTo>
                    <a:pt x="9893363" y="9525"/>
                  </a:lnTo>
                  <a:lnTo>
                    <a:pt x="9921938" y="9525"/>
                  </a:lnTo>
                  <a:lnTo>
                    <a:pt x="9921938" y="0"/>
                  </a:lnTo>
                  <a:close/>
                </a:path>
                <a:path w="11430000" h="3248025">
                  <a:moveTo>
                    <a:pt x="9952431" y="3238500"/>
                  </a:moveTo>
                  <a:lnTo>
                    <a:pt x="9923856" y="3238500"/>
                  </a:lnTo>
                  <a:lnTo>
                    <a:pt x="9923856" y="3248025"/>
                  </a:lnTo>
                  <a:lnTo>
                    <a:pt x="9952431" y="3248025"/>
                  </a:lnTo>
                  <a:lnTo>
                    <a:pt x="9952431" y="3238500"/>
                  </a:lnTo>
                  <a:close/>
                </a:path>
                <a:path w="11430000" h="3248025">
                  <a:moveTo>
                    <a:pt x="9969589" y="0"/>
                  </a:moveTo>
                  <a:lnTo>
                    <a:pt x="9941014" y="0"/>
                  </a:lnTo>
                  <a:lnTo>
                    <a:pt x="9941014" y="9525"/>
                  </a:lnTo>
                  <a:lnTo>
                    <a:pt x="9969589" y="9525"/>
                  </a:lnTo>
                  <a:lnTo>
                    <a:pt x="9969589" y="0"/>
                  </a:lnTo>
                  <a:close/>
                </a:path>
                <a:path w="11430000" h="3248025">
                  <a:moveTo>
                    <a:pt x="10000094" y="3238500"/>
                  </a:moveTo>
                  <a:lnTo>
                    <a:pt x="9971519" y="3238500"/>
                  </a:lnTo>
                  <a:lnTo>
                    <a:pt x="9971519" y="3248025"/>
                  </a:lnTo>
                  <a:lnTo>
                    <a:pt x="10000094" y="3248025"/>
                  </a:lnTo>
                  <a:lnTo>
                    <a:pt x="10000094" y="3238500"/>
                  </a:lnTo>
                  <a:close/>
                </a:path>
                <a:path w="11430000" h="3248025">
                  <a:moveTo>
                    <a:pt x="10017239" y="0"/>
                  </a:moveTo>
                  <a:lnTo>
                    <a:pt x="9988664" y="0"/>
                  </a:lnTo>
                  <a:lnTo>
                    <a:pt x="9988664" y="9525"/>
                  </a:lnTo>
                  <a:lnTo>
                    <a:pt x="10017239" y="9525"/>
                  </a:lnTo>
                  <a:lnTo>
                    <a:pt x="10017239" y="0"/>
                  </a:lnTo>
                  <a:close/>
                </a:path>
                <a:path w="11430000" h="3248025">
                  <a:moveTo>
                    <a:pt x="10047745" y="3238500"/>
                  </a:moveTo>
                  <a:lnTo>
                    <a:pt x="10019170" y="3238500"/>
                  </a:lnTo>
                  <a:lnTo>
                    <a:pt x="10019170" y="3248025"/>
                  </a:lnTo>
                  <a:lnTo>
                    <a:pt x="10047745" y="3248025"/>
                  </a:lnTo>
                  <a:lnTo>
                    <a:pt x="10047745" y="3238500"/>
                  </a:lnTo>
                  <a:close/>
                </a:path>
                <a:path w="11430000" h="3248025">
                  <a:moveTo>
                    <a:pt x="10064902" y="0"/>
                  </a:moveTo>
                  <a:lnTo>
                    <a:pt x="10036327" y="0"/>
                  </a:lnTo>
                  <a:lnTo>
                    <a:pt x="10036327" y="9525"/>
                  </a:lnTo>
                  <a:lnTo>
                    <a:pt x="10064902" y="9525"/>
                  </a:lnTo>
                  <a:lnTo>
                    <a:pt x="10064902" y="0"/>
                  </a:lnTo>
                  <a:close/>
                </a:path>
                <a:path w="11430000" h="3248025">
                  <a:moveTo>
                    <a:pt x="10095408" y="3238500"/>
                  </a:moveTo>
                  <a:lnTo>
                    <a:pt x="10066833" y="3238500"/>
                  </a:lnTo>
                  <a:lnTo>
                    <a:pt x="10066833" y="3248025"/>
                  </a:lnTo>
                  <a:lnTo>
                    <a:pt x="10095408" y="3248025"/>
                  </a:lnTo>
                  <a:lnTo>
                    <a:pt x="10095408" y="3238500"/>
                  </a:lnTo>
                  <a:close/>
                </a:path>
                <a:path w="11430000" h="3248025">
                  <a:moveTo>
                    <a:pt x="10112553" y="0"/>
                  </a:moveTo>
                  <a:lnTo>
                    <a:pt x="10083978" y="0"/>
                  </a:lnTo>
                  <a:lnTo>
                    <a:pt x="10083978" y="9525"/>
                  </a:lnTo>
                  <a:lnTo>
                    <a:pt x="10112553" y="9525"/>
                  </a:lnTo>
                  <a:lnTo>
                    <a:pt x="10112553" y="0"/>
                  </a:lnTo>
                  <a:close/>
                </a:path>
                <a:path w="11430000" h="3248025">
                  <a:moveTo>
                    <a:pt x="10143058" y="3238500"/>
                  </a:moveTo>
                  <a:lnTo>
                    <a:pt x="10114483" y="3238500"/>
                  </a:lnTo>
                  <a:lnTo>
                    <a:pt x="10114483" y="3248025"/>
                  </a:lnTo>
                  <a:lnTo>
                    <a:pt x="10143058" y="3248025"/>
                  </a:lnTo>
                  <a:lnTo>
                    <a:pt x="10143058" y="3238500"/>
                  </a:lnTo>
                  <a:close/>
                </a:path>
                <a:path w="11430000" h="3248025">
                  <a:moveTo>
                    <a:pt x="10160216" y="0"/>
                  </a:moveTo>
                  <a:lnTo>
                    <a:pt x="10131641" y="0"/>
                  </a:lnTo>
                  <a:lnTo>
                    <a:pt x="10131641" y="9525"/>
                  </a:lnTo>
                  <a:lnTo>
                    <a:pt x="10160216" y="9525"/>
                  </a:lnTo>
                  <a:lnTo>
                    <a:pt x="10160216" y="0"/>
                  </a:lnTo>
                  <a:close/>
                </a:path>
                <a:path w="11430000" h="3248025">
                  <a:moveTo>
                    <a:pt x="10190721" y="3238500"/>
                  </a:moveTo>
                  <a:lnTo>
                    <a:pt x="10162146" y="3238500"/>
                  </a:lnTo>
                  <a:lnTo>
                    <a:pt x="10162146" y="3248025"/>
                  </a:lnTo>
                  <a:lnTo>
                    <a:pt x="10190721" y="3248025"/>
                  </a:lnTo>
                  <a:lnTo>
                    <a:pt x="10190721" y="3238500"/>
                  </a:lnTo>
                  <a:close/>
                </a:path>
                <a:path w="11430000" h="3248025">
                  <a:moveTo>
                    <a:pt x="10207866" y="0"/>
                  </a:moveTo>
                  <a:lnTo>
                    <a:pt x="10179291" y="0"/>
                  </a:lnTo>
                  <a:lnTo>
                    <a:pt x="10179291" y="9525"/>
                  </a:lnTo>
                  <a:lnTo>
                    <a:pt x="10207866" y="9525"/>
                  </a:lnTo>
                  <a:lnTo>
                    <a:pt x="10207866" y="0"/>
                  </a:lnTo>
                  <a:close/>
                </a:path>
                <a:path w="11430000" h="3248025">
                  <a:moveTo>
                    <a:pt x="10238372" y="3238500"/>
                  </a:moveTo>
                  <a:lnTo>
                    <a:pt x="10209797" y="3238500"/>
                  </a:lnTo>
                  <a:lnTo>
                    <a:pt x="10209797" y="3248025"/>
                  </a:lnTo>
                  <a:lnTo>
                    <a:pt x="10238372" y="3248025"/>
                  </a:lnTo>
                  <a:lnTo>
                    <a:pt x="10238372" y="3238500"/>
                  </a:lnTo>
                  <a:close/>
                </a:path>
                <a:path w="11430000" h="3248025">
                  <a:moveTo>
                    <a:pt x="10255529" y="0"/>
                  </a:moveTo>
                  <a:lnTo>
                    <a:pt x="10226954" y="0"/>
                  </a:lnTo>
                  <a:lnTo>
                    <a:pt x="10226954" y="9525"/>
                  </a:lnTo>
                  <a:lnTo>
                    <a:pt x="10255529" y="9525"/>
                  </a:lnTo>
                  <a:lnTo>
                    <a:pt x="10255529" y="0"/>
                  </a:lnTo>
                  <a:close/>
                </a:path>
                <a:path w="11430000" h="3248025">
                  <a:moveTo>
                    <a:pt x="10286022" y="3238500"/>
                  </a:moveTo>
                  <a:lnTo>
                    <a:pt x="10257447" y="3238500"/>
                  </a:lnTo>
                  <a:lnTo>
                    <a:pt x="10257447" y="3248025"/>
                  </a:lnTo>
                  <a:lnTo>
                    <a:pt x="10286022" y="3248025"/>
                  </a:lnTo>
                  <a:lnTo>
                    <a:pt x="10286022" y="3238500"/>
                  </a:lnTo>
                  <a:close/>
                </a:path>
                <a:path w="11430000" h="3248025">
                  <a:moveTo>
                    <a:pt x="10303180" y="0"/>
                  </a:moveTo>
                  <a:lnTo>
                    <a:pt x="10274605" y="0"/>
                  </a:lnTo>
                  <a:lnTo>
                    <a:pt x="10274605" y="9525"/>
                  </a:lnTo>
                  <a:lnTo>
                    <a:pt x="10303180" y="9525"/>
                  </a:lnTo>
                  <a:lnTo>
                    <a:pt x="10303180" y="0"/>
                  </a:lnTo>
                  <a:close/>
                </a:path>
                <a:path w="11430000" h="3248025">
                  <a:moveTo>
                    <a:pt x="10333685" y="3238500"/>
                  </a:moveTo>
                  <a:lnTo>
                    <a:pt x="10305110" y="3238500"/>
                  </a:lnTo>
                  <a:lnTo>
                    <a:pt x="10305110" y="3248025"/>
                  </a:lnTo>
                  <a:lnTo>
                    <a:pt x="10333685" y="3248025"/>
                  </a:lnTo>
                  <a:lnTo>
                    <a:pt x="10333685" y="3238500"/>
                  </a:lnTo>
                  <a:close/>
                </a:path>
                <a:path w="11430000" h="3248025">
                  <a:moveTo>
                    <a:pt x="10350843" y="0"/>
                  </a:moveTo>
                  <a:lnTo>
                    <a:pt x="10322268" y="0"/>
                  </a:lnTo>
                  <a:lnTo>
                    <a:pt x="10322268" y="9525"/>
                  </a:lnTo>
                  <a:lnTo>
                    <a:pt x="10350843" y="9525"/>
                  </a:lnTo>
                  <a:lnTo>
                    <a:pt x="10350843" y="0"/>
                  </a:lnTo>
                  <a:close/>
                </a:path>
                <a:path w="11430000" h="3248025">
                  <a:moveTo>
                    <a:pt x="10381336" y="3238500"/>
                  </a:moveTo>
                  <a:lnTo>
                    <a:pt x="10352761" y="3238500"/>
                  </a:lnTo>
                  <a:lnTo>
                    <a:pt x="10352761" y="3248025"/>
                  </a:lnTo>
                  <a:lnTo>
                    <a:pt x="10381336" y="3248025"/>
                  </a:lnTo>
                  <a:lnTo>
                    <a:pt x="10381336" y="3238500"/>
                  </a:lnTo>
                  <a:close/>
                </a:path>
                <a:path w="11430000" h="3248025">
                  <a:moveTo>
                    <a:pt x="10398493" y="0"/>
                  </a:moveTo>
                  <a:lnTo>
                    <a:pt x="10369918" y="0"/>
                  </a:lnTo>
                  <a:lnTo>
                    <a:pt x="10369918" y="9525"/>
                  </a:lnTo>
                  <a:lnTo>
                    <a:pt x="10398493" y="9525"/>
                  </a:lnTo>
                  <a:lnTo>
                    <a:pt x="10398493" y="0"/>
                  </a:lnTo>
                  <a:close/>
                </a:path>
                <a:path w="11430000" h="3248025">
                  <a:moveTo>
                    <a:pt x="10428999" y="3238500"/>
                  </a:moveTo>
                  <a:lnTo>
                    <a:pt x="10400424" y="3238500"/>
                  </a:lnTo>
                  <a:lnTo>
                    <a:pt x="10400424" y="3248025"/>
                  </a:lnTo>
                  <a:lnTo>
                    <a:pt x="10428999" y="3248025"/>
                  </a:lnTo>
                  <a:lnTo>
                    <a:pt x="10428999" y="3238500"/>
                  </a:lnTo>
                  <a:close/>
                </a:path>
                <a:path w="11430000" h="3248025">
                  <a:moveTo>
                    <a:pt x="10446144" y="0"/>
                  </a:moveTo>
                  <a:lnTo>
                    <a:pt x="10417569" y="0"/>
                  </a:lnTo>
                  <a:lnTo>
                    <a:pt x="10417569" y="9525"/>
                  </a:lnTo>
                  <a:lnTo>
                    <a:pt x="10446144" y="9525"/>
                  </a:lnTo>
                  <a:lnTo>
                    <a:pt x="10446144" y="0"/>
                  </a:lnTo>
                  <a:close/>
                </a:path>
                <a:path w="11430000" h="3248025">
                  <a:moveTo>
                    <a:pt x="10476649" y="3238500"/>
                  </a:moveTo>
                  <a:lnTo>
                    <a:pt x="10448074" y="3238500"/>
                  </a:lnTo>
                  <a:lnTo>
                    <a:pt x="10448074" y="3248025"/>
                  </a:lnTo>
                  <a:lnTo>
                    <a:pt x="10476649" y="3248025"/>
                  </a:lnTo>
                  <a:lnTo>
                    <a:pt x="10476649" y="3238500"/>
                  </a:lnTo>
                  <a:close/>
                </a:path>
                <a:path w="11430000" h="3248025">
                  <a:moveTo>
                    <a:pt x="10493807" y="0"/>
                  </a:moveTo>
                  <a:lnTo>
                    <a:pt x="10465232" y="0"/>
                  </a:lnTo>
                  <a:lnTo>
                    <a:pt x="10465232" y="9525"/>
                  </a:lnTo>
                  <a:lnTo>
                    <a:pt x="10493807" y="9525"/>
                  </a:lnTo>
                  <a:lnTo>
                    <a:pt x="10493807" y="0"/>
                  </a:lnTo>
                  <a:close/>
                </a:path>
                <a:path w="11430000" h="3248025">
                  <a:moveTo>
                    <a:pt x="10524312" y="3238500"/>
                  </a:moveTo>
                  <a:lnTo>
                    <a:pt x="10495737" y="3238500"/>
                  </a:lnTo>
                  <a:lnTo>
                    <a:pt x="10495737" y="3248025"/>
                  </a:lnTo>
                  <a:lnTo>
                    <a:pt x="10524312" y="3248025"/>
                  </a:lnTo>
                  <a:lnTo>
                    <a:pt x="10524312" y="3238500"/>
                  </a:lnTo>
                  <a:close/>
                </a:path>
                <a:path w="11430000" h="3248025">
                  <a:moveTo>
                    <a:pt x="10541457" y="0"/>
                  </a:moveTo>
                  <a:lnTo>
                    <a:pt x="10512882" y="0"/>
                  </a:lnTo>
                  <a:lnTo>
                    <a:pt x="10512882" y="9525"/>
                  </a:lnTo>
                  <a:lnTo>
                    <a:pt x="10541457" y="9525"/>
                  </a:lnTo>
                  <a:lnTo>
                    <a:pt x="10541457" y="0"/>
                  </a:lnTo>
                  <a:close/>
                </a:path>
                <a:path w="11430000" h="3248025">
                  <a:moveTo>
                    <a:pt x="10571963" y="3238500"/>
                  </a:moveTo>
                  <a:lnTo>
                    <a:pt x="10543388" y="3238500"/>
                  </a:lnTo>
                  <a:lnTo>
                    <a:pt x="10543388" y="3248025"/>
                  </a:lnTo>
                  <a:lnTo>
                    <a:pt x="10571963" y="3248025"/>
                  </a:lnTo>
                  <a:lnTo>
                    <a:pt x="10571963" y="3238500"/>
                  </a:lnTo>
                  <a:close/>
                </a:path>
                <a:path w="11430000" h="3248025">
                  <a:moveTo>
                    <a:pt x="10589120" y="0"/>
                  </a:moveTo>
                  <a:lnTo>
                    <a:pt x="10560545" y="0"/>
                  </a:lnTo>
                  <a:lnTo>
                    <a:pt x="10560545" y="9525"/>
                  </a:lnTo>
                  <a:lnTo>
                    <a:pt x="10589120" y="9525"/>
                  </a:lnTo>
                  <a:lnTo>
                    <a:pt x="10589120" y="0"/>
                  </a:lnTo>
                  <a:close/>
                </a:path>
                <a:path w="11430000" h="3248025">
                  <a:moveTo>
                    <a:pt x="10619613" y="3238500"/>
                  </a:moveTo>
                  <a:lnTo>
                    <a:pt x="10591038" y="3238500"/>
                  </a:lnTo>
                  <a:lnTo>
                    <a:pt x="10591038" y="3248025"/>
                  </a:lnTo>
                  <a:lnTo>
                    <a:pt x="10619613" y="3248025"/>
                  </a:lnTo>
                  <a:lnTo>
                    <a:pt x="10619613" y="3238500"/>
                  </a:lnTo>
                  <a:close/>
                </a:path>
                <a:path w="11430000" h="3248025">
                  <a:moveTo>
                    <a:pt x="10636771" y="0"/>
                  </a:moveTo>
                  <a:lnTo>
                    <a:pt x="10608196" y="0"/>
                  </a:lnTo>
                  <a:lnTo>
                    <a:pt x="10608196" y="9525"/>
                  </a:lnTo>
                  <a:lnTo>
                    <a:pt x="10636771" y="9525"/>
                  </a:lnTo>
                  <a:lnTo>
                    <a:pt x="10636771" y="0"/>
                  </a:lnTo>
                  <a:close/>
                </a:path>
                <a:path w="11430000" h="3248025">
                  <a:moveTo>
                    <a:pt x="10667276" y="3238500"/>
                  </a:moveTo>
                  <a:lnTo>
                    <a:pt x="10638701" y="3238500"/>
                  </a:lnTo>
                  <a:lnTo>
                    <a:pt x="10638701" y="3248025"/>
                  </a:lnTo>
                  <a:lnTo>
                    <a:pt x="10667276" y="3248025"/>
                  </a:lnTo>
                  <a:lnTo>
                    <a:pt x="10667276" y="3238500"/>
                  </a:lnTo>
                  <a:close/>
                </a:path>
                <a:path w="11430000" h="3248025">
                  <a:moveTo>
                    <a:pt x="10684434" y="0"/>
                  </a:moveTo>
                  <a:lnTo>
                    <a:pt x="10655859" y="0"/>
                  </a:lnTo>
                  <a:lnTo>
                    <a:pt x="10655859" y="9525"/>
                  </a:lnTo>
                  <a:lnTo>
                    <a:pt x="10684434" y="9525"/>
                  </a:lnTo>
                  <a:lnTo>
                    <a:pt x="10684434" y="0"/>
                  </a:lnTo>
                  <a:close/>
                </a:path>
                <a:path w="11430000" h="3248025">
                  <a:moveTo>
                    <a:pt x="10714927" y="3238500"/>
                  </a:moveTo>
                  <a:lnTo>
                    <a:pt x="10686352" y="3238500"/>
                  </a:lnTo>
                  <a:lnTo>
                    <a:pt x="10686352" y="3248025"/>
                  </a:lnTo>
                  <a:lnTo>
                    <a:pt x="10714927" y="3248025"/>
                  </a:lnTo>
                  <a:lnTo>
                    <a:pt x="10714927" y="3238500"/>
                  </a:lnTo>
                  <a:close/>
                </a:path>
                <a:path w="11430000" h="3248025">
                  <a:moveTo>
                    <a:pt x="10732084" y="0"/>
                  </a:moveTo>
                  <a:lnTo>
                    <a:pt x="10703509" y="0"/>
                  </a:lnTo>
                  <a:lnTo>
                    <a:pt x="10703509" y="9525"/>
                  </a:lnTo>
                  <a:lnTo>
                    <a:pt x="10732084" y="9525"/>
                  </a:lnTo>
                  <a:lnTo>
                    <a:pt x="10732084" y="0"/>
                  </a:lnTo>
                  <a:close/>
                </a:path>
                <a:path w="11430000" h="3248025">
                  <a:moveTo>
                    <a:pt x="10762590" y="3238500"/>
                  </a:moveTo>
                  <a:lnTo>
                    <a:pt x="10734015" y="3238500"/>
                  </a:lnTo>
                  <a:lnTo>
                    <a:pt x="10734015" y="3248025"/>
                  </a:lnTo>
                  <a:lnTo>
                    <a:pt x="10762590" y="3248025"/>
                  </a:lnTo>
                  <a:lnTo>
                    <a:pt x="10762590" y="3238500"/>
                  </a:lnTo>
                  <a:close/>
                </a:path>
                <a:path w="11430000" h="3248025">
                  <a:moveTo>
                    <a:pt x="10779747" y="0"/>
                  </a:moveTo>
                  <a:lnTo>
                    <a:pt x="10751172" y="0"/>
                  </a:lnTo>
                  <a:lnTo>
                    <a:pt x="10751172" y="9525"/>
                  </a:lnTo>
                  <a:lnTo>
                    <a:pt x="10779747" y="9525"/>
                  </a:lnTo>
                  <a:lnTo>
                    <a:pt x="10779747" y="0"/>
                  </a:lnTo>
                  <a:close/>
                </a:path>
                <a:path w="11430000" h="3248025">
                  <a:moveTo>
                    <a:pt x="10810240" y="3238500"/>
                  </a:moveTo>
                  <a:lnTo>
                    <a:pt x="10781665" y="3238500"/>
                  </a:lnTo>
                  <a:lnTo>
                    <a:pt x="10781665" y="3248025"/>
                  </a:lnTo>
                  <a:lnTo>
                    <a:pt x="10810240" y="3248025"/>
                  </a:lnTo>
                  <a:lnTo>
                    <a:pt x="10810240" y="3238500"/>
                  </a:lnTo>
                  <a:close/>
                </a:path>
                <a:path w="11430000" h="3248025">
                  <a:moveTo>
                    <a:pt x="10827398" y="0"/>
                  </a:moveTo>
                  <a:lnTo>
                    <a:pt x="10798823" y="0"/>
                  </a:lnTo>
                  <a:lnTo>
                    <a:pt x="10798823" y="9525"/>
                  </a:lnTo>
                  <a:lnTo>
                    <a:pt x="10827398" y="9525"/>
                  </a:lnTo>
                  <a:lnTo>
                    <a:pt x="10827398" y="0"/>
                  </a:lnTo>
                  <a:close/>
                </a:path>
                <a:path w="11430000" h="3248025">
                  <a:moveTo>
                    <a:pt x="10857903" y="3238500"/>
                  </a:moveTo>
                  <a:lnTo>
                    <a:pt x="10829328" y="3238500"/>
                  </a:lnTo>
                  <a:lnTo>
                    <a:pt x="10829328" y="3248025"/>
                  </a:lnTo>
                  <a:lnTo>
                    <a:pt x="10857903" y="3248025"/>
                  </a:lnTo>
                  <a:lnTo>
                    <a:pt x="10857903" y="3238500"/>
                  </a:lnTo>
                  <a:close/>
                </a:path>
                <a:path w="11430000" h="3248025">
                  <a:moveTo>
                    <a:pt x="10875061" y="0"/>
                  </a:moveTo>
                  <a:lnTo>
                    <a:pt x="10846486" y="0"/>
                  </a:lnTo>
                  <a:lnTo>
                    <a:pt x="10846486" y="9525"/>
                  </a:lnTo>
                  <a:lnTo>
                    <a:pt x="10875061" y="9525"/>
                  </a:lnTo>
                  <a:lnTo>
                    <a:pt x="10875061" y="0"/>
                  </a:lnTo>
                  <a:close/>
                </a:path>
                <a:path w="11430000" h="3248025">
                  <a:moveTo>
                    <a:pt x="10905554" y="3238500"/>
                  </a:moveTo>
                  <a:lnTo>
                    <a:pt x="10876979" y="3238500"/>
                  </a:lnTo>
                  <a:lnTo>
                    <a:pt x="10876979" y="3248025"/>
                  </a:lnTo>
                  <a:lnTo>
                    <a:pt x="10905554" y="3248025"/>
                  </a:lnTo>
                  <a:lnTo>
                    <a:pt x="10905554" y="3238500"/>
                  </a:lnTo>
                  <a:close/>
                </a:path>
                <a:path w="11430000" h="3248025">
                  <a:moveTo>
                    <a:pt x="10922711" y="0"/>
                  </a:moveTo>
                  <a:lnTo>
                    <a:pt x="10894136" y="0"/>
                  </a:lnTo>
                  <a:lnTo>
                    <a:pt x="10894136" y="9525"/>
                  </a:lnTo>
                  <a:lnTo>
                    <a:pt x="10922711" y="9525"/>
                  </a:lnTo>
                  <a:lnTo>
                    <a:pt x="10922711" y="0"/>
                  </a:lnTo>
                  <a:close/>
                </a:path>
                <a:path w="11430000" h="3248025">
                  <a:moveTo>
                    <a:pt x="10953217" y="3238500"/>
                  </a:moveTo>
                  <a:lnTo>
                    <a:pt x="10924642" y="3238500"/>
                  </a:lnTo>
                  <a:lnTo>
                    <a:pt x="10924642" y="3248025"/>
                  </a:lnTo>
                  <a:lnTo>
                    <a:pt x="10953217" y="3248025"/>
                  </a:lnTo>
                  <a:lnTo>
                    <a:pt x="10953217" y="3238500"/>
                  </a:lnTo>
                  <a:close/>
                </a:path>
                <a:path w="11430000" h="3248025">
                  <a:moveTo>
                    <a:pt x="10970362" y="0"/>
                  </a:moveTo>
                  <a:lnTo>
                    <a:pt x="10941787" y="0"/>
                  </a:lnTo>
                  <a:lnTo>
                    <a:pt x="10941787" y="9525"/>
                  </a:lnTo>
                  <a:lnTo>
                    <a:pt x="10970362" y="9525"/>
                  </a:lnTo>
                  <a:lnTo>
                    <a:pt x="10970362" y="0"/>
                  </a:lnTo>
                  <a:close/>
                </a:path>
                <a:path w="11430000" h="3248025">
                  <a:moveTo>
                    <a:pt x="11000867" y="3238500"/>
                  </a:moveTo>
                  <a:lnTo>
                    <a:pt x="10972292" y="3238500"/>
                  </a:lnTo>
                  <a:lnTo>
                    <a:pt x="10972292" y="3248025"/>
                  </a:lnTo>
                  <a:lnTo>
                    <a:pt x="11000867" y="3248025"/>
                  </a:lnTo>
                  <a:lnTo>
                    <a:pt x="11000867" y="3238500"/>
                  </a:lnTo>
                  <a:close/>
                </a:path>
                <a:path w="11430000" h="3248025">
                  <a:moveTo>
                    <a:pt x="11018025" y="0"/>
                  </a:moveTo>
                  <a:lnTo>
                    <a:pt x="10989450" y="0"/>
                  </a:lnTo>
                  <a:lnTo>
                    <a:pt x="10989450" y="9525"/>
                  </a:lnTo>
                  <a:lnTo>
                    <a:pt x="11018025" y="9525"/>
                  </a:lnTo>
                  <a:lnTo>
                    <a:pt x="11018025" y="0"/>
                  </a:lnTo>
                  <a:close/>
                </a:path>
                <a:path w="11430000" h="3248025">
                  <a:moveTo>
                    <a:pt x="11048530" y="3238500"/>
                  </a:moveTo>
                  <a:lnTo>
                    <a:pt x="11019955" y="3238500"/>
                  </a:lnTo>
                  <a:lnTo>
                    <a:pt x="11019955" y="3248025"/>
                  </a:lnTo>
                  <a:lnTo>
                    <a:pt x="11048530" y="3248025"/>
                  </a:lnTo>
                  <a:lnTo>
                    <a:pt x="11048530" y="3238500"/>
                  </a:lnTo>
                  <a:close/>
                </a:path>
                <a:path w="11430000" h="3248025">
                  <a:moveTo>
                    <a:pt x="11065675" y="0"/>
                  </a:moveTo>
                  <a:lnTo>
                    <a:pt x="11037100" y="0"/>
                  </a:lnTo>
                  <a:lnTo>
                    <a:pt x="11037100" y="9525"/>
                  </a:lnTo>
                  <a:lnTo>
                    <a:pt x="11065675" y="9525"/>
                  </a:lnTo>
                  <a:lnTo>
                    <a:pt x="11065675" y="0"/>
                  </a:lnTo>
                  <a:close/>
                </a:path>
                <a:path w="11430000" h="3248025">
                  <a:moveTo>
                    <a:pt x="11096181" y="3238500"/>
                  </a:moveTo>
                  <a:lnTo>
                    <a:pt x="11067606" y="3238500"/>
                  </a:lnTo>
                  <a:lnTo>
                    <a:pt x="11067606" y="3248025"/>
                  </a:lnTo>
                  <a:lnTo>
                    <a:pt x="11096181" y="3248025"/>
                  </a:lnTo>
                  <a:lnTo>
                    <a:pt x="11096181" y="3238500"/>
                  </a:lnTo>
                  <a:close/>
                </a:path>
                <a:path w="11430000" h="3248025">
                  <a:moveTo>
                    <a:pt x="11113338" y="0"/>
                  </a:moveTo>
                  <a:lnTo>
                    <a:pt x="11084763" y="0"/>
                  </a:lnTo>
                  <a:lnTo>
                    <a:pt x="11084763" y="9525"/>
                  </a:lnTo>
                  <a:lnTo>
                    <a:pt x="11113338" y="9525"/>
                  </a:lnTo>
                  <a:lnTo>
                    <a:pt x="11113338" y="0"/>
                  </a:lnTo>
                  <a:close/>
                </a:path>
                <a:path w="11430000" h="3248025">
                  <a:moveTo>
                    <a:pt x="11143831" y="3238500"/>
                  </a:moveTo>
                  <a:lnTo>
                    <a:pt x="11115256" y="3238500"/>
                  </a:lnTo>
                  <a:lnTo>
                    <a:pt x="11115256" y="3248025"/>
                  </a:lnTo>
                  <a:lnTo>
                    <a:pt x="11143831" y="3248025"/>
                  </a:lnTo>
                  <a:lnTo>
                    <a:pt x="11143831" y="3238500"/>
                  </a:lnTo>
                  <a:close/>
                </a:path>
                <a:path w="11430000" h="3248025">
                  <a:moveTo>
                    <a:pt x="11160989" y="0"/>
                  </a:moveTo>
                  <a:lnTo>
                    <a:pt x="11132414" y="0"/>
                  </a:lnTo>
                  <a:lnTo>
                    <a:pt x="11132414" y="9525"/>
                  </a:lnTo>
                  <a:lnTo>
                    <a:pt x="11160989" y="9525"/>
                  </a:lnTo>
                  <a:lnTo>
                    <a:pt x="11160989" y="0"/>
                  </a:lnTo>
                  <a:close/>
                </a:path>
                <a:path w="11430000" h="3248025">
                  <a:moveTo>
                    <a:pt x="11191494" y="3238500"/>
                  </a:moveTo>
                  <a:lnTo>
                    <a:pt x="11162919" y="3238500"/>
                  </a:lnTo>
                  <a:lnTo>
                    <a:pt x="11162919" y="3248025"/>
                  </a:lnTo>
                  <a:lnTo>
                    <a:pt x="11191494" y="3248025"/>
                  </a:lnTo>
                  <a:lnTo>
                    <a:pt x="11191494" y="3238500"/>
                  </a:lnTo>
                  <a:close/>
                </a:path>
                <a:path w="11430000" h="3248025">
                  <a:moveTo>
                    <a:pt x="11208652" y="0"/>
                  </a:moveTo>
                  <a:lnTo>
                    <a:pt x="11180077" y="0"/>
                  </a:lnTo>
                  <a:lnTo>
                    <a:pt x="11180077" y="9525"/>
                  </a:lnTo>
                  <a:lnTo>
                    <a:pt x="11208652" y="9525"/>
                  </a:lnTo>
                  <a:lnTo>
                    <a:pt x="11208652" y="0"/>
                  </a:lnTo>
                  <a:close/>
                </a:path>
                <a:path w="11430000" h="3248025">
                  <a:moveTo>
                    <a:pt x="11239144" y="3238500"/>
                  </a:moveTo>
                  <a:lnTo>
                    <a:pt x="11210569" y="3238500"/>
                  </a:lnTo>
                  <a:lnTo>
                    <a:pt x="11210569" y="3248025"/>
                  </a:lnTo>
                  <a:lnTo>
                    <a:pt x="11239144" y="3248025"/>
                  </a:lnTo>
                  <a:lnTo>
                    <a:pt x="11239144" y="3238500"/>
                  </a:lnTo>
                  <a:close/>
                </a:path>
                <a:path w="11430000" h="3248025">
                  <a:moveTo>
                    <a:pt x="11256302" y="0"/>
                  </a:moveTo>
                  <a:lnTo>
                    <a:pt x="11227727" y="0"/>
                  </a:lnTo>
                  <a:lnTo>
                    <a:pt x="11227727" y="9525"/>
                  </a:lnTo>
                  <a:lnTo>
                    <a:pt x="11256302" y="9525"/>
                  </a:lnTo>
                  <a:lnTo>
                    <a:pt x="11256302" y="0"/>
                  </a:lnTo>
                  <a:close/>
                </a:path>
                <a:path w="11430000" h="3248025">
                  <a:moveTo>
                    <a:pt x="11286808" y="3238500"/>
                  </a:moveTo>
                  <a:lnTo>
                    <a:pt x="11258233" y="3238500"/>
                  </a:lnTo>
                  <a:lnTo>
                    <a:pt x="11258233" y="3248025"/>
                  </a:lnTo>
                  <a:lnTo>
                    <a:pt x="11286808" y="3248025"/>
                  </a:lnTo>
                  <a:lnTo>
                    <a:pt x="11286808" y="3238500"/>
                  </a:lnTo>
                  <a:close/>
                </a:path>
                <a:path w="11430000" h="3248025">
                  <a:moveTo>
                    <a:pt x="11303965" y="0"/>
                  </a:moveTo>
                  <a:lnTo>
                    <a:pt x="11275390" y="0"/>
                  </a:lnTo>
                  <a:lnTo>
                    <a:pt x="11275390" y="9525"/>
                  </a:lnTo>
                  <a:lnTo>
                    <a:pt x="11303965" y="9525"/>
                  </a:lnTo>
                  <a:lnTo>
                    <a:pt x="11303965" y="0"/>
                  </a:lnTo>
                  <a:close/>
                </a:path>
                <a:path w="11430000" h="3248025">
                  <a:moveTo>
                    <a:pt x="11334458" y="3238500"/>
                  </a:moveTo>
                  <a:lnTo>
                    <a:pt x="11305883" y="3238500"/>
                  </a:lnTo>
                  <a:lnTo>
                    <a:pt x="11305883" y="3248025"/>
                  </a:lnTo>
                  <a:lnTo>
                    <a:pt x="11334458" y="3248025"/>
                  </a:lnTo>
                  <a:lnTo>
                    <a:pt x="11334458" y="3238500"/>
                  </a:lnTo>
                  <a:close/>
                </a:path>
                <a:path w="11430000" h="3248025">
                  <a:moveTo>
                    <a:pt x="11351616" y="0"/>
                  </a:moveTo>
                  <a:lnTo>
                    <a:pt x="11323041" y="0"/>
                  </a:lnTo>
                  <a:lnTo>
                    <a:pt x="11323041" y="9525"/>
                  </a:lnTo>
                  <a:lnTo>
                    <a:pt x="11351616" y="9525"/>
                  </a:lnTo>
                  <a:lnTo>
                    <a:pt x="11351616" y="0"/>
                  </a:lnTo>
                  <a:close/>
                </a:path>
                <a:path w="11430000" h="3248025">
                  <a:moveTo>
                    <a:pt x="11381588" y="3242716"/>
                  </a:moveTo>
                  <a:lnTo>
                    <a:pt x="11378121" y="3233864"/>
                  </a:lnTo>
                  <a:lnTo>
                    <a:pt x="11373129" y="3235655"/>
                  </a:lnTo>
                  <a:lnTo>
                    <a:pt x="11366818" y="3237242"/>
                  </a:lnTo>
                  <a:lnTo>
                    <a:pt x="11360379" y="3238182"/>
                  </a:lnTo>
                  <a:lnTo>
                    <a:pt x="11353546" y="3238500"/>
                  </a:lnTo>
                  <a:lnTo>
                    <a:pt x="11353546" y="3248025"/>
                  </a:lnTo>
                  <a:lnTo>
                    <a:pt x="11353813" y="3248025"/>
                  </a:lnTo>
                  <a:lnTo>
                    <a:pt x="11361318" y="3247669"/>
                  </a:lnTo>
                  <a:lnTo>
                    <a:pt x="11368672" y="3246577"/>
                  </a:lnTo>
                  <a:lnTo>
                    <a:pt x="11375898" y="3244773"/>
                  </a:lnTo>
                  <a:lnTo>
                    <a:pt x="11381588" y="3242716"/>
                  </a:lnTo>
                  <a:close/>
                </a:path>
                <a:path w="11430000" h="3248025">
                  <a:moveTo>
                    <a:pt x="11396713" y="13258"/>
                  </a:moveTo>
                  <a:lnTo>
                    <a:pt x="11370259" y="1854"/>
                  </a:lnTo>
                  <a:lnTo>
                    <a:pt x="11368202" y="11150"/>
                  </a:lnTo>
                  <a:lnTo>
                    <a:pt x="11373129" y="12382"/>
                  </a:lnTo>
                  <a:lnTo>
                    <a:pt x="11379314" y="14605"/>
                  </a:lnTo>
                  <a:lnTo>
                    <a:pt x="11385271" y="17411"/>
                  </a:lnTo>
                  <a:lnTo>
                    <a:pt x="11390859" y="20751"/>
                  </a:lnTo>
                  <a:lnTo>
                    <a:pt x="11391354" y="21132"/>
                  </a:lnTo>
                  <a:lnTo>
                    <a:pt x="11396713" y="13258"/>
                  </a:lnTo>
                  <a:close/>
                </a:path>
                <a:path w="11430000" h="3248025">
                  <a:moveTo>
                    <a:pt x="11418113" y="3212604"/>
                  </a:moveTo>
                  <a:lnTo>
                    <a:pt x="11410074" y="3207512"/>
                  </a:lnTo>
                  <a:lnTo>
                    <a:pt x="11409248" y="3208883"/>
                  </a:lnTo>
                  <a:lnTo>
                    <a:pt x="11405375" y="3214103"/>
                  </a:lnTo>
                  <a:lnTo>
                    <a:pt x="11400955" y="3218980"/>
                  </a:lnTo>
                  <a:lnTo>
                    <a:pt x="11396078" y="3223399"/>
                  </a:lnTo>
                  <a:lnTo>
                    <a:pt x="11392726" y="3225889"/>
                  </a:lnTo>
                  <a:lnTo>
                    <a:pt x="11398288" y="3233610"/>
                  </a:lnTo>
                  <a:lnTo>
                    <a:pt x="11402124" y="3230765"/>
                  </a:lnTo>
                  <a:lnTo>
                    <a:pt x="11407686" y="3225711"/>
                  </a:lnTo>
                  <a:lnTo>
                    <a:pt x="11412741" y="3220148"/>
                  </a:lnTo>
                  <a:lnTo>
                    <a:pt x="11417173" y="3214166"/>
                  </a:lnTo>
                  <a:lnTo>
                    <a:pt x="11418113" y="3212604"/>
                  </a:lnTo>
                  <a:close/>
                </a:path>
                <a:path w="11430000" h="3248025">
                  <a:moveTo>
                    <a:pt x="11425593" y="50901"/>
                  </a:moveTo>
                  <a:lnTo>
                    <a:pt x="11411179" y="26162"/>
                  </a:lnTo>
                  <a:lnTo>
                    <a:pt x="11404003" y="32423"/>
                  </a:lnTo>
                  <a:lnTo>
                    <a:pt x="11405311" y="33858"/>
                  </a:lnTo>
                  <a:lnTo>
                    <a:pt x="11409248" y="39154"/>
                  </a:lnTo>
                  <a:lnTo>
                    <a:pt x="11412601" y="44742"/>
                  </a:lnTo>
                  <a:lnTo>
                    <a:pt x="11415408" y="50685"/>
                  </a:lnTo>
                  <a:lnTo>
                    <a:pt x="11416614" y="54076"/>
                  </a:lnTo>
                  <a:lnTo>
                    <a:pt x="11425593" y="50901"/>
                  </a:lnTo>
                  <a:close/>
                </a:path>
                <a:path w="11430000" h="3248025">
                  <a:moveTo>
                    <a:pt x="11430000" y="3167126"/>
                  </a:moveTo>
                  <a:lnTo>
                    <a:pt x="11420475" y="3167126"/>
                  </a:lnTo>
                  <a:lnTo>
                    <a:pt x="11420475" y="3171825"/>
                  </a:lnTo>
                  <a:lnTo>
                    <a:pt x="11420158" y="3178403"/>
                  </a:lnTo>
                  <a:lnTo>
                    <a:pt x="11419205" y="3184842"/>
                  </a:lnTo>
                  <a:lnTo>
                    <a:pt x="11417630" y="3191154"/>
                  </a:lnTo>
                  <a:lnTo>
                    <a:pt x="11417211" y="3192310"/>
                  </a:lnTo>
                  <a:lnTo>
                    <a:pt x="11426266" y="3195231"/>
                  </a:lnTo>
                  <a:lnTo>
                    <a:pt x="11426749" y="3193923"/>
                  </a:lnTo>
                  <a:lnTo>
                    <a:pt x="11428552" y="3186696"/>
                  </a:lnTo>
                  <a:lnTo>
                    <a:pt x="11429644" y="3179343"/>
                  </a:lnTo>
                  <a:lnTo>
                    <a:pt x="11430000" y="3171825"/>
                  </a:lnTo>
                  <a:lnTo>
                    <a:pt x="11430000" y="3167126"/>
                  </a:lnTo>
                  <a:close/>
                </a:path>
                <a:path w="11430000" h="3248025">
                  <a:moveTo>
                    <a:pt x="11430000" y="3119475"/>
                  </a:moveTo>
                  <a:lnTo>
                    <a:pt x="11420475" y="3119475"/>
                  </a:lnTo>
                  <a:lnTo>
                    <a:pt x="11420475" y="3148050"/>
                  </a:lnTo>
                  <a:lnTo>
                    <a:pt x="11430000" y="3148050"/>
                  </a:lnTo>
                  <a:lnTo>
                    <a:pt x="11430000" y="3119475"/>
                  </a:lnTo>
                  <a:close/>
                </a:path>
                <a:path w="11430000" h="3248025">
                  <a:moveTo>
                    <a:pt x="11430000" y="3071812"/>
                  </a:moveTo>
                  <a:lnTo>
                    <a:pt x="11420475" y="3071812"/>
                  </a:lnTo>
                  <a:lnTo>
                    <a:pt x="11420475" y="3100387"/>
                  </a:lnTo>
                  <a:lnTo>
                    <a:pt x="11430000" y="3100387"/>
                  </a:lnTo>
                  <a:lnTo>
                    <a:pt x="11430000" y="3071812"/>
                  </a:lnTo>
                  <a:close/>
                </a:path>
                <a:path w="11430000" h="3248025">
                  <a:moveTo>
                    <a:pt x="11430000" y="3024162"/>
                  </a:moveTo>
                  <a:lnTo>
                    <a:pt x="11420475" y="3024162"/>
                  </a:lnTo>
                  <a:lnTo>
                    <a:pt x="11420475" y="3052737"/>
                  </a:lnTo>
                  <a:lnTo>
                    <a:pt x="11430000" y="3052737"/>
                  </a:lnTo>
                  <a:lnTo>
                    <a:pt x="11430000" y="3024162"/>
                  </a:lnTo>
                  <a:close/>
                </a:path>
                <a:path w="11430000" h="3248025">
                  <a:moveTo>
                    <a:pt x="11430000" y="2976511"/>
                  </a:moveTo>
                  <a:lnTo>
                    <a:pt x="11420475" y="2976511"/>
                  </a:lnTo>
                  <a:lnTo>
                    <a:pt x="11420475" y="3005086"/>
                  </a:lnTo>
                  <a:lnTo>
                    <a:pt x="11430000" y="3005086"/>
                  </a:lnTo>
                  <a:lnTo>
                    <a:pt x="11430000" y="2976511"/>
                  </a:lnTo>
                  <a:close/>
                </a:path>
                <a:path w="11430000" h="3248025">
                  <a:moveTo>
                    <a:pt x="11430000" y="2928848"/>
                  </a:moveTo>
                  <a:lnTo>
                    <a:pt x="11420475" y="2928848"/>
                  </a:lnTo>
                  <a:lnTo>
                    <a:pt x="11420475" y="2957423"/>
                  </a:lnTo>
                  <a:lnTo>
                    <a:pt x="11430000" y="2957423"/>
                  </a:lnTo>
                  <a:lnTo>
                    <a:pt x="11430000" y="2928848"/>
                  </a:lnTo>
                  <a:close/>
                </a:path>
                <a:path w="11430000" h="3248025">
                  <a:moveTo>
                    <a:pt x="11430000" y="2881198"/>
                  </a:moveTo>
                  <a:lnTo>
                    <a:pt x="11420475" y="2881198"/>
                  </a:lnTo>
                  <a:lnTo>
                    <a:pt x="11420475" y="2909773"/>
                  </a:lnTo>
                  <a:lnTo>
                    <a:pt x="11430000" y="2909773"/>
                  </a:lnTo>
                  <a:lnTo>
                    <a:pt x="11430000" y="2881198"/>
                  </a:lnTo>
                  <a:close/>
                </a:path>
                <a:path w="11430000" h="3248025">
                  <a:moveTo>
                    <a:pt x="11430000" y="2833535"/>
                  </a:moveTo>
                  <a:lnTo>
                    <a:pt x="11420475" y="2833535"/>
                  </a:lnTo>
                  <a:lnTo>
                    <a:pt x="11420475" y="2862110"/>
                  </a:lnTo>
                  <a:lnTo>
                    <a:pt x="11430000" y="2862110"/>
                  </a:lnTo>
                  <a:lnTo>
                    <a:pt x="11430000" y="2833535"/>
                  </a:lnTo>
                  <a:close/>
                </a:path>
                <a:path w="11430000" h="3248025">
                  <a:moveTo>
                    <a:pt x="11430000" y="2785884"/>
                  </a:moveTo>
                  <a:lnTo>
                    <a:pt x="11420475" y="2785884"/>
                  </a:lnTo>
                  <a:lnTo>
                    <a:pt x="11420475" y="2814459"/>
                  </a:lnTo>
                  <a:lnTo>
                    <a:pt x="11430000" y="2814459"/>
                  </a:lnTo>
                  <a:lnTo>
                    <a:pt x="11430000" y="2785884"/>
                  </a:lnTo>
                  <a:close/>
                </a:path>
                <a:path w="11430000" h="3248025">
                  <a:moveTo>
                    <a:pt x="11430000" y="2738221"/>
                  </a:moveTo>
                  <a:lnTo>
                    <a:pt x="11420475" y="2738221"/>
                  </a:lnTo>
                  <a:lnTo>
                    <a:pt x="11420475" y="2766796"/>
                  </a:lnTo>
                  <a:lnTo>
                    <a:pt x="11430000" y="2766796"/>
                  </a:lnTo>
                  <a:lnTo>
                    <a:pt x="11430000" y="2738221"/>
                  </a:lnTo>
                  <a:close/>
                </a:path>
                <a:path w="11430000" h="3248025">
                  <a:moveTo>
                    <a:pt x="11430000" y="2690571"/>
                  </a:moveTo>
                  <a:lnTo>
                    <a:pt x="11420475" y="2690571"/>
                  </a:lnTo>
                  <a:lnTo>
                    <a:pt x="11420475" y="2719146"/>
                  </a:lnTo>
                  <a:lnTo>
                    <a:pt x="11430000" y="2719146"/>
                  </a:lnTo>
                  <a:lnTo>
                    <a:pt x="11430000" y="2690571"/>
                  </a:lnTo>
                  <a:close/>
                </a:path>
                <a:path w="11430000" h="3248025">
                  <a:moveTo>
                    <a:pt x="11430000" y="2642908"/>
                  </a:moveTo>
                  <a:lnTo>
                    <a:pt x="11420475" y="2642908"/>
                  </a:lnTo>
                  <a:lnTo>
                    <a:pt x="11420475" y="2671483"/>
                  </a:lnTo>
                  <a:lnTo>
                    <a:pt x="11430000" y="2671483"/>
                  </a:lnTo>
                  <a:lnTo>
                    <a:pt x="11430000" y="2642908"/>
                  </a:lnTo>
                  <a:close/>
                </a:path>
                <a:path w="11430000" h="3248025">
                  <a:moveTo>
                    <a:pt x="11430000" y="2595257"/>
                  </a:moveTo>
                  <a:lnTo>
                    <a:pt x="11420475" y="2595257"/>
                  </a:lnTo>
                  <a:lnTo>
                    <a:pt x="11420475" y="2623832"/>
                  </a:lnTo>
                  <a:lnTo>
                    <a:pt x="11430000" y="2623832"/>
                  </a:lnTo>
                  <a:lnTo>
                    <a:pt x="11430000" y="2595257"/>
                  </a:lnTo>
                  <a:close/>
                </a:path>
                <a:path w="11430000" h="3248025">
                  <a:moveTo>
                    <a:pt x="11430000" y="2547607"/>
                  </a:moveTo>
                  <a:lnTo>
                    <a:pt x="11420475" y="2547607"/>
                  </a:lnTo>
                  <a:lnTo>
                    <a:pt x="11420475" y="2576182"/>
                  </a:lnTo>
                  <a:lnTo>
                    <a:pt x="11430000" y="2576182"/>
                  </a:lnTo>
                  <a:lnTo>
                    <a:pt x="11430000" y="2547607"/>
                  </a:lnTo>
                  <a:close/>
                </a:path>
                <a:path w="11430000" h="3248025">
                  <a:moveTo>
                    <a:pt x="11430000" y="2499944"/>
                  </a:moveTo>
                  <a:lnTo>
                    <a:pt x="11420475" y="2499944"/>
                  </a:lnTo>
                  <a:lnTo>
                    <a:pt x="11420475" y="2528519"/>
                  </a:lnTo>
                  <a:lnTo>
                    <a:pt x="11430000" y="2528519"/>
                  </a:lnTo>
                  <a:lnTo>
                    <a:pt x="11430000" y="2499944"/>
                  </a:lnTo>
                  <a:close/>
                </a:path>
                <a:path w="11430000" h="3248025">
                  <a:moveTo>
                    <a:pt x="11430000" y="2452293"/>
                  </a:moveTo>
                  <a:lnTo>
                    <a:pt x="11420475" y="2452293"/>
                  </a:lnTo>
                  <a:lnTo>
                    <a:pt x="11420475" y="2480868"/>
                  </a:lnTo>
                  <a:lnTo>
                    <a:pt x="11430000" y="2480868"/>
                  </a:lnTo>
                  <a:lnTo>
                    <a:pt x="11430000" y="2452293"/>
                  </a:lnTo>
                  <a:close/>
                </a:path>
                <a:path w="11430000" h="3248025">
                  <a:moveTo>
                    <a:pt x="11430000" y="2404630"/>
                  </a:moveTo>
                  <a:lnTo>
                    <a:pt x="11420475" y="2404630"/>
                  </a:lnTo>
                  <a:lnTo>
                    <a:pt x="11420475" y="2433205"/>
                  </a:lnTo>
                  <a:lnTo>
                    <a:pt x="11430000" y="2433205"/>
                  </a:lnTo>
                  <a:lnTo>
                    <a:pt x="11430000" y="2404630"/>
                  </a:lnTo>
                  <a:close/>
                </a:path>
                <a:path w="11430000" h="3248025">
                  <a:moveTo>
                    <a:pt x="11430000" y="2356980"/>
                  </a:moveTo>
                  <a:lnTo>
                    <a:pt x="11420475" y="2356980"/>
                  </a:lnTo>
                  <a:lnTo>
                    <a:pt x="11420475" y="2385555"/>
                  </a:lnTo>
                  <a:lnTo>
                    <a:pt x="11430000" y="2385555"/>
                  </a:lnTo>
                  <a:lnTo>
                    <a:pt x="11430000" y="2356980"/>
                  </a:lnTo>
                  <a:close/>
                </a:path>
                <a:path w="11430000" h="3248025">
                  <a:moveTo>
                    <a:pt x="11430000" y="2309317"/>
                  </a:moveTo>
                  <a:lnTo>
                    <a:pt x="11420475" y="2309317"/>
                  </a:lnTo>
                  <a:lnTo>
                    <a:pt x="11420475" y="2337892"/>
                  </a:lnTo>
                  <a:lnTo>
                    <a:pt x="11430000" y="2337892"/>
                  </a:lnTo>
                  <a:lnTo>
                    <a:pt x="11430000" y="2309317"/>
                  </a:lnTo>
                  <a:close/>
                </a:path>
                <a:path w="11430000" h="3248025">
                  <a:moveTo>
                    <a:pt x="11430000" y="2261666"/>
                  </a:moveTo>
                  <a:lnTo>
                    <a:pt x="11420475" y="2261666"/>
                  </a:lnTo>
                  <a:lnTo>
                    <a:pt x="11420475" y="2290241"/>
                  </a:lnTo>
                  <a:lnTo>
                    <a:pt x="11430000" y="2290241"/>
                  </a:lnTo>
                  <a:lnTo>
                    <a:pt x="11430000" y="2261666"/>
                  </a:lnTo>
                  <a:close/>
                </a:path>
                <a:path w="11430000" h="3248025">
                  <a:moveTo>
                    <a:pt x="11430000" y="2214003"/>
                  </a:moveTo>
                  <a:lnTo>
                    <a:pt x="11420475" y="2214003"/>
                  </a:lnTo>
                  <a:lnTo>
                    <a:pt x="11420475" y="2242578"/>
                  </a:lnTo>
                  <a:lnTo>
                    <a:pt x="11430000" y="2242578"/>
                  </a:lnTo>
                  <a:lnTo>
                    <a:pt x="11430000" y="2214003"/>
                  </a:lnTo>
                  <a:close/>
                </a:path>
                <a:path w="11430000" h="3248025">
                  <a:moveTo>
                    <a:pt x="11430000" y="2166353"/>
                  </a:moveTo>
                  <a:lnTo>
                    <a:pt x="11420475" y="2166353"/>
                  </a:lnTo>
                  <a:lnTo>
                    <a:pt x="11420475" y="2194928"/>
                  </a:lnTo>
                  <a:lnTo>
                    <a:pt x="11430000" y="2194928"/>
                  </a:lnTo>
                  <a:lnTo>
                    <a:pt x="11430000" y="2166353"/>
                  </a:lnTo>
                  <a:close/>
                </a:path>
                <a:path w="11430000" h="3248025">
                  <a:moveTo>
                    <a:pt x="11430000" y="2118703"/>
                  </a:moveTo>
                  <a:lnTo>
                    <a:pt x="11420475" y="2118703"/>
                  </a:lnTo>
                  <a:lnTo>
                    <a:pt x="11420475" y="2147278"/>
                  </a:lnTo>
                  <a:lnTo>
                    <a:pt x="11430000" y="2147278"/>
                  </a:lnTo>
                  <a:lnTo>
                    <a:pt x="11430000" y="2118703"/>
                  </a:lnTo>
                  <a:close/>
                </a:path>
                <a:path w="11430000" h="3248025">
                  <a:moveTo>
                    <a:pt x="11430000" y="2071039"/>
                  </a:moveTo>
                  <a:lnTo>
                    <a:pt x="11420475" y="2071039"/>
                  </a:lnTo>
                  <a:lnTo>
                    <a:pt x="11420475" y="2099614"/>
                  </a:lnTo>
                  <a:lnTo>
                    <a:pt x="11430000" y="2099614"/>
                  </a:lnTo>
                  <a:lnTo>
                    <a:pt x="11430000" y="2071039"/>
                  </a:lnTo>
                  <a:close/>
                </a:path>
                <a:path w="11430000" h="3248025">
                  <a:moveTo>
                    <a:pt x="11430000" y="2023389"/>
                  </a:moveTo>
                  <a:lnTo>
                    <a:pt x="11420475" y="2023389"/>
                  </a:lnTo>
                  <a:lnTo>
                    <a:pt x="11420475" y="2051964"/>
                  </a:lnTo>
                  <a:lnTo>
                    <a:pt x="11430000" y="2051964"/>
                  </a:lnTo>
                  <a:lnTo>
                    <a:pt x="11430000" y="2023389"/>
                  </a:lnTo>
                  <a:close/>
                </a:path>
                <a:path w="11430000" h="3248025">
                  <a:moveTo>
                    <a:pt x="11430000" y="1975726"/>
                  </a:moveTo>
                  <a:lnTo>
                    <a:pt x="11420475" y="1975726"/>
                  </a:lnTo>
                  <a:lnTo>
                    <a:pt x="11420475" y="2004301"/>
                  </a:lnTo>
                  <a:lnTo>
                    <a:pt x="11430000" y="2004301"/>
                  </a:lnTo>
                  <a:lnTo>
                    <a:pt x="11430000" y="1975726"/>
                  </a:lnTo>
                  <a:close/>
                </a:path>
                <a:path w="11430000" h="3248025">
                  <a:moveTo>
                    <a:pt x="11430000" y="1928075"/>
                  </a:moveTo>
                  <a:lnTo>
                    <a:pt x="11420475" y="1928075"/>
                  </a:lnTo>
                  <a:lnTo>
                    <a:pt x="11420475" y="1956650"/>
                  </a:lnTo>
                  <a:lnTo>
                    <a:pt x="11430000" y="1956650"/>
                  </a:lnTo>
                  <a:lnTo>
                    <a:pt x="11430000" y="1928075"/>
                  </a:lnTo>
                  <a:close/>
                </a:path>
                <a:path w="11430000" h="3248025">
                  <a:moveTo>
                    <a:pt x="11430000" y="1880412"/>
                  </a:moveTo>
                  <a:lnTo>
                    <a:pt x="11420475" y="1880412"/>
                  </a:lnTo>
                  <a:lnTo>
                    <a:pt x="11420475" y="1908987"/>
                  </a:lnTo>
                  <a:lnTo>
                    <a:pt x="11430000" y="1908987"/>
                  </a:lnTo>
                  <a:lnTo>
                    <a:pt x="11430000" y="1880412"/>
                  </a:lnTo>
                  <a:close/>
                </a:path>
                <a:path w="11430000" h="3248025">
                  <a:moveTo>
                    <a:pt x="11430000" y="1832762"/>
                  </a:moveTo>
                  <a:lnTo>
                    <a:pt x="11420475" y="1832762"/>
                  </a:lnTo>
                  <a:lnTo>
                    <a:pt x="11420475" y="1861337"/>
                  </a:lnTo>
                  <a:lnTo>
                    <a:pt x="11430000" y="1861337"/>
                  </a:lnTo>
                  <a:lnTo>
                    <a:pt x="11430000" y="1832762"/>
                  </a:lnTo>
                  <a:close/>
                </a:path>
                <a:path w="11430000" h="3248025">
                  <a:moveTo>
                    <a:pt x="11430000" y="1785099"/>
                  </a:moveTo>
                  <a:lnTo>
                    <a:pt x="11420475" y="1785099"/>
                  </a:lnTo>
                  <a:lnTo>
                    <a:pt x="11420475" y="1813674"/>
                  </a:lnTo>
                  <a:lnTo>
                    <a:pt x="11430000" y="1813674"/>
                  </a:lnTo>
                  <a:lnTo>
                    <a:pt x="11430000" y="1785099"/>
                  </a:lnTo>
                  <a:close/>
                </a:path>
                <a:path w="11430000" h="3248025">
                  <a:moveTo>
                    <a:pt x="11430000" y="1737448"/>
                  </a:moveTo>
                  <a:lnTo>
                    <a:pt x="11420475" y="1737448"/>
                  </a:lnTo>
                  <a:lnTo>
                    <a:pt x="11420475" y="1766023"/>
                  </a:lnTo>
                  <a:lnTo>
                    <a:pt x="11430000" y="1766023"/>
                  </a:lnTo>
                  <a:lnTo>
                    <a:pt x="11430000" y="1737448"/>
                  </a:lnTo>
                  <a:close/>
                </a:path>
                <a:path w="11430000" h="3248025">
                  <a:moveTo>
                    <a:pt x="11430000" y="1689798"/>
                  </a:moveTo>
                  <a:lnTo>
                    <a:pt x="11420475" y="1689798"/>
                  </a:lnTo>
                  <a:lnTo>
                    <a:pt x="11420475" y="1718373"/>
                  </a:lnTo>
                  <a:lnTo>
                    <a:pt x="11430000" y="1718373"/>
                  </a:lnTo>
                  <a:lnTo>
                    <a:pt x="11430000" y="1689798"/>
                  </a:lnTo>
                  <a:close/>
                </a:path>
                <a:path w="11430000" h="3248025">
                  <a:moveTo>
                    <a:pt x="11430000" y="1642135"/>
                  </a:moveTo>
                  <a:lnTo>
                    <a:pt x="11420475" y="1642135"/>
                  </a:lnTo>
                  <a:lnTo>
                    <a:pt x="11420475" y="1670710"/>
                  </a:lnTo>
                  <a:lnTo>
                    <a:pt x="11430000" y="1670710"/>
                  </a:lnTo>
                  <a:lnTo>
                    <a:pt x="11430000" y="1642135"/>
                  </a:lnTo>
                  <a:close/>
                </a:path>
                <a:path w="11430000" h="3248025">
                  <a:moveTo>
                    <a:pt x="11430000" y="1594485"/>
                  </a:moveTo>
                  <a:lnTo>
                    <a:pt x="11420475" y="1594485"/>
                  </a:lnTo>
                  <a:lnTo>
                    <a:pt x="11420475" y="1623060"/>
                  </a:lnTo>
                  <a:lnTo>
                    <a:pt x="11430000" y="1623060"/>
                  </a:lnTo>
                  <a:lnTo>
                    <a:pt x="11430000" y="1594485"/>
                  </a:lnTo>
                  <a:close/>
                </a:path>
                <a:path w="11430000" h="3248025">
                  <a:moveTo>
                    <a:pt x="11430000" y="1546821"/>
                  </a:moveTo>
                  <a:lnTo>
                    <a:pt x="11420475" y="1546821"/>
                  </a:lnTo>
                  <a:lnTo>
                    <a:pt x="11420475" y="1575396"/>
                  </a:lnTo>
                  <a:lnTo>
                    <a:pt x="11430000" y="1575396"/>
                  </a:lnTo>
                  <a:lnTo>
                    <a:pt x="11430000" y="1546821"/>
                  </a:lnTo>
                  <a:close/>
                </a:path>
                <a:path w="11430000" h="3248025">
                  <a:moveTo>
                    <a:pt x="11430000" y="1499171"/>
                  </a:moveTo>
                  <a:lnTo>
                    <a:pt x="11420475" y="1499171"/>
                  </a:lnTo>
                  <a:lnTo>
                    <a:pt x="11420475" y="1527746"/>
                  </a:lnTo>
                  <a:lnTo>
                    <a:pt x="11430000" y="1527746"/>
                  </a:lnTo>
                  <a:lnTo>
                    <a:pt x="11430000" y="1499171"/>
                  </a:lnTo>
                  <a:close/>
                </a:path>
                <a:path w="11430000" h="3248025">
                  <a:moveTo>
                    <a:pt x="11430000" y="1451508"/>
                  </a:moveTo>
                  <a:lnTo>
                    <a:pt x="11420475" y="1451508"/>
                  </a:lnTo>
                  <a:lnTo>
                    <a:pt x="11420475" y="1480083"/>
                  </a:lnTo>
                  <a:lnTo>
                    <a:pt x="11430000" y="1480083"/>
                  </a:lnTo>
                  <a:lnTo>
                    <a:pt x="11430000" y="1451508"/>
                  </a:lnTo>
                  <a:close/>
                </a:path>
                <a:path w="11430000" h="3248025">
                  <a:moveTo>
                    <a:pt x="11430000" y="1403858"/>
                  </a:moveTo>
                  <a:lnTo>
                    <a:pt x="11420475" y="1403858"/>
                  </a:lnTo>
                  <a:lnTo>
                    <a:pt x="11420475" y="1432433"/>
                  </a:lnTo>
                  <a:lnTo>
                    <a:pt x="11430000" y="1432433"/>
                  </a:lnTo>
                  <a:lnTo>
                    <a:pt x="11430000" y="1403858"/>
                  </a:lnTo>
                  <a:close/>
                </a:path>
                <a:path w="11430000" h="3248025">
                  <a:moveTo>
                    <a:pt x="11430000" y="1356194"/>
                  </a:moveTo>
                  <a:lnTo>
                    <a:pt x="11420475" y="1356194"/>
                  </a:lnTo>
                  <a:lnTo>
                    <a:pt x="11420475" y="1384769"/>
                  </a:lnTo>
                  <a:lnTo>
                    <a:pt x="11430000" y="1384769"/>
                  </a:lnTo>
                  <a:lnTo>
                    <a:pt x="11430000" y="1356194"/>
                  </a:lnTo>
                  <a:close/>
                </a:path>
                <a:path w="11430000" h="3248025">
                  <a:moveTo>
                    <a:pt x="11430000" y="1308544"/>
                  </a:moveTo>
                  <a:lnTo>
                    <a:pt x="11420475" y="1308544"/>
                  </a:lnTo>
                  <a:lnTo>
                    <a:pt x="11420475" y="1337119"/>
                  </a:lnTo>
                  <a:lnTo>
                    <a:pt x="11430000" y="1337119"/>
                  </a:lnTo>
                  <a:lnTo>
                    <a:pt x="11430000" y="1308544"/>
                  </a:lnTo>
                  <a:close/>
                </a:path>
                <a:path w="11430000" h="3248025">
                  <a:moveTo>
                    <a:pt x="11430000" y="1260881"/>
                  </a:moveTo>
                  <a:lnTo>
                    <a:pt x="11420475" y="1260881"/>
                  </a:lnTo>
                  <a:lnTo>
                    <a:pt x="11420475" y="1289456"/>
                  </a:lnTo>
                  <a:lnTo>
                    <a:pt x="11430000" y="1289456"/>
                  </a:lnTo>
                  <a:lnTo>
                    <a:pt x="11430000" y="1260881"/>
                  </a:lnTo>
                  <a:close/>
                </a:path>
                <a:path w="11430000" h="3248025">
                  <a:moveTo>
                    <a:pt x="11430000" y="1213231"/>
                  </a:moveTo>
                  <a:lnTo>
                    <a:pt x="11420475" y="1213231"/>
                  </a:lnTo>
                  <a:lnTo>
                    <a:pt x="11420475" y="1241806"/>
                  </a:lnTo>
                  <a:lnTo>
                    <a:pt x="11430000" y="1241806"/>
                  </a:lnTo>
                  <a:lnTo>
                    <a:pt x="11430000" y="1213231"/>
                  </a:lnTo>
                  <a:close/>
                </a:path>
                <a:path w="11430000" h="3248025">
                  <a:moveTo>
                    <a:pt x="11430000" y="1165580"/>
                  </a:moveTo>
                  <a:lnTo>
                    <a:pt x="11420475" y="1165580"/>
                  </a:lnTo>
                  <a:lnTo>
                    <a:pt x="11420475" y="1194155"/>
                  </a:lnTo>
                  <a:lnTo>
                    <a:pt x="11430000" y="1194155"/>
                  </a:lnTo>
                  <a:lnTo>
                    <a:pt x="11430000" y="1165580"/>
                  </a:lnTo>
                  <a:close/>
                </a:path>
                <a:path w="11430000" h="3248025">
                  <a:moveTo>
                    <a:pt x="11430000" y="1117917"/>
                  </a:moveTo>
                  <a:lnTo>
                    <a:pt x="11420475" y="1117917"/>
                  </a:lnTo>
                  <a:lnTo>
                    <a:pt x="11420475" y="1146492"/>
                  </a:lnTo>
                  <a:lnTo>
                    <a:pt x="11430000" y="1146492"/>
                  </a:lnTo>
                  <a:lnTo>
                    <a:pt x="11430000" y="1117917"/>
                  </a:lnTo>
                  <a:close/>
                </a:path>
                <a:path w="11430000" h="3248025">
                  <a:moveTo>
                    <a:pt x="11430000" y="1070267"/>
                  </a:moveTo>
                  <a:lnTo>
                    <a:pt x="11420475" y="1070267"/>
                  </a:lnTo>
                  <a:lnTo>
                    <a:pt x="11420475" y="1098842"/>
                  </a:lnTo>
                  <a:lnTo>
                    <a:pt x="11430000" y="1098842"/>
                  </a:lnTo>
                  <a:lnTo>
                    <a:pt x="11430000" y="1070267"/>
                  </a:lnTo>
                  <a:close/>
                </a:path>
                <a:path w="11430000" h="3248025">
                  <a:moveTo>
                    <a:pt x="11430000" y="1022604"/>
                  </a:moveTo>
                  <a:lnTo>
                    <a:pt x="11420475" y="1022604"/>
                  </a:lnTo>
                  <a:lnTo>
                    <a:pt x="11420475" y="1051179"/>
                  </a:lnTo>
                  <a:lnTo>
                    <a:pt x="11430000" y="1051179"/>
                  </a:lnTo>
                  <a:lnTo>
                    <a:pt x="11430000" y="1022604"/>
                  </a:lnTo>
                  <a:close/>
                </a:path>
                <a:path w="11430000" h="3248025">
                  <a:moveTo>
                    <a:pt x="11430000" y="974953"/>
                  </a:moveTo>
                  <a:lnTo>
                    <a:pt x="11420475" y="974953"/>
                  </a:lnTo>
                  <a:lnTo>
                    <a:pt x="11420475" y="1003528"/>
                  </a:lnTo>
                  <a:lnTo>
                    <a:pt x="11430000" y="1003528"/>
                  </a:lnTo>
                  <a:lnTo>
                    <a:pt x="11430000" y="974953"/>
                  </a:lnTo>
                  <a:close/>
                </a:path>
                <a:path w="11430000" h="3248025">
                  <a:moveTo>
                    <a:pt x="11430000" y="927290"/>
                  </a:moveTo>
                  <a:lnTo>
                    <a:pt x="11420475" y="927290"/>
                  </a:lnTo>
                  <a:lnTo>
                    <a:pt x="11420475" y="955865"/>
                  </a:lnTo>
                  <a:lnTo>
                    <a:pt x="11430000" y="955865"/>
                  </a:lnTo>
                  <a:lnTo>
                    <a:pt x="11430000" y="927290"/>
                  </a:lnTo>
                  <a:close/>
                </a:path>
                <a:path w="11430000" h="3248025">
                  <a:moveTo>
                    <a:pt x="11430000" y="879640"/>
                  </a:moveTo>
                  <a:lnTo>
                    <a:pt x="11420475" y="879640"/>
                  </a:lnTo>
                  <a:lnTo>
                    <a:pt x="11420475" y="908215"/>
                  </a:lnTo>
                  <a:lnTo>
                    <a:pt x="11430000" y="908215"/>
                  </a:lnTo>
                  <a:lnTo>
                    <a:pt x="11430000" y="879640"/>
                  </a:lnTo>
                  <a:close/>
                </a:path>
                <a:path w="11430000" h="3248025">
                  <a:moveTo>
                    <a:pt x="11430000" y="831989"/>
                  </a:moveTo>
                  <a:lnTo>
                    <a:pt x="11420475" y="831989"/>
                  </a:lnTo>
                  <a:lnTo>
                    <a:pt x="11420475" y="860564"/>
                  </a:lnTo>
                  <a:lnTo>
                    <a:pt x="11430000" y="860564"/>
                  </a:lnTo>
                  <a:lnTo>
                    <a:pt x="11430000" y="831989"/>
                  </a:lnTo>
                  <a:close/>
                </a:path>
                <a:path w="11430000" h="3248025">
                  <a:moveTo>
                    <a:pt x="11430000" y="784326"/>
                  </a:moveTo>
                  <a:lnTo>
                    <a:pt x="11420475" y="784326"/>
                  </a:lnTo>
                  <a:lnTo>
                    <a:pt x="11420475" y="812901"/>
                  </a:lnTo>
                  <a:lnTo>
                    <a:pt x="11430000" y="812901"/>
                  </a:lnTo>
                  <a:lnTo>
                    <a:pt x="11430000" y="784326"/>
                  </a:lnTo>
                  <a:close/>
                </a:path>
                <a:path w="11430000" h="3248025">
                  <a:moveTo>
                    <a:pt x="11430000" y="736676"/>
                  </a:moveTo>
                  <a:lnTo>
                    <a:pt x="11420475" y="736676"/>
                  </a:lnTo>
                  <a:lnTo>
                    <a:pt x="11420475" y="765251"/>
                  </a:lnTo>
                  <a:lnTo>
                    <a:pt x="11430000" y="765251"/>
                  </a:lnTo>
                  <a:lnTo>
                    <a:pt x="11430000" y="736676"/>
                  </a:lnTo>
                  <a:close/>
                </a:path>
                <a:path w="11430000" h="3248025">
                  <a:moveTo>
                    <a:pt x="11430000" y="689013"/>
                  </a:moveTo>
                  <a:lnTo>
                    <a:pt x="11420475" y="689013"/>
                  </a:lnTo>
                  <a:lnTo>
                    <a:pt x="11420475" y="717588"/>
                  </a:lnTo>
                  <a:lnTo>
                    <a:pt x="11430000" y="717588"/>
                  </a:lnTo>
                  <a:lnTo>
                    <a:pt x="11430000" y="689013"/>
                  </a:lnTo>
                  <a:close/>
                </a:path>
                <a:path w="11430000" h="3248025">
                  <a:moveTo>
                    <a:pt x="11430000" y="641362"/>
                  </a:moveTo>
                  <a:lnTo>
                    <a:pt x="11420475" y="641362"/>
                  </a:lnTo>
                  <a:lnTo>
                    <a:pt x="11420475" y="669937"/>
                  </a:lnTo>
                  <a:lnTo>
                    <a:pt x="11430000" y="669937"/>
                  </a:lnTo>
                  <a:lnTo>
                    <a:pt x="11430000" y="641362"/>
                  </a:lnTo>
                  <a:close/>
                </a:path>
                <a:path w="11430000" h="3248025">
                  <a:moveTo>
                    <a:pt x="11430000" y="593699"/>
                  </a:moveTo>
                  <a:lnTo>
                    <a:pt x="11420475" y="593699"/>
                  </a:lnTo>
                  <a:lnTo>
                    <a:pt x="11420475" y="622274"/>
                  </a:lnTo>
                  <a:lnTo>
                    <a:pt x="11430000" y="622274"/>
                  </a:lnTo>
                  <a:lnTo>
                    <a:pt x="11430000" y="593699"/>
                  </a:lnTo>
                  <a:close/>
                </a:path>
                <a:path w="11430000" h="3248025">
                  <a:moveTo>
                    <a:pt x="11430000" y="546049"/>
                  </a:moveTo>
                  <a:lnTo>
                    <a:pt x="11420475" y="546049"/>
                  </a:lnTo>
                  <a:lnTo>
                    <a:pt x="11420475" y="574624"/>
                  </a:lnTo>
                  <a:lnTo>
                    <a:pt x="11430000" y="574624"/>
                  </a:lnTo>
                  <a:lnTo>
                    <a:pt x="11430000" y="546049"/>
                  </a:lnTo>
                  <a:close/>
                </a:path>
                <a:path w="11430000" h="3248025">
                  <a:moveTo>
                    <a:pt x="11430000" y="498386"/>
                  </a:moveTo>
                  <a:lnTo>
                    <a:pt x="11420475" y="498386"/>
                  </a:lnTo>
                  <a:lnTo>
                    <a:pt x="11420475" y="526961"/>
                  </a:lnTo>
                  <a:lnTo>
                    <a:pt x="11430000" y="526961"/>
                  </a:lnTo>
                  <a:lnTo>
                    <a:pt x="11430000" y="498386"/>
                  </a:lnTo>
                  <a:close/>
                </a:path>
                <a:path w="11430000" h="3248025">
                  <a:moveTo>
                    <a:pt x="11430000" y="450735"/>
                  </a:moveTo>
                  <a:lnTo>
                    <a:pt x="11420475" y="450735"/>
                  </a:lnTo>
                  <a:lnTo>
                    <a:pt x="11420475" y="479310"/>
                  </a:lnTo>
                  <a:lnTo>
                    <a:pt x="11430000" y="479310"/>
                  </a:lnTo>
                  <a:lnTo>
                    <a:pt x="11430000" y="450735"/>
                  </a:lnTo>
                  <a:close/>
                </a:path>
                <a:path w="11430000" h="3248025">
                  <a:moveTo>
                    <a:pt x="11430000" y="403072"/>
                  </a:moveTo>
                  <a:lnTo>
                    <a:pt x="11420475" y="403072"/>
                  </a:lnTo>
                  <a:lnTo>
                    <a:pt x="11420475" y="431647"/>
                  </a:lnTo>
                  <a:lnTo>
                    <a:pt x="11430000" y="431647"/>
                  </a:lnTo>
                  <a:lnTo>
                    <a:pt x="11430000" y="403072"/>
                  </a:lnTo>
                  <a:close/>
                </a:path>
                <a:path w="11430000" h="3248025">
                  <a:moveTo>
                    <a:pt x="11430000" y="355422"/>
                  </a:moveTo>
                  <a:lnTo>
                    <a:pt x="11420475" y="355422"/>
                  </a:lnTo>
                  <a:lnTo>
                    <a:pt x="11420475" y="383997"/>
                  </a:lnTo>
                  <a:lnTo>
                    <a:pt x="11430000" y="383997"/>
                  </a:lnTo>
                  <a:lnTo>
                    <a:pt x="11430000" y="355422"/>
                  </a:lnTo>
                  <a:close/>
                </a:path>
                <a:path w="11430000" h="3248025">
                  <a:moveTo>
                    <a:pt x="11430000" y="307771"/>
                  </a:moveTo>
                  <a:lnTo>
                    <a:pt x="11420475" y="307771"/>
                  </a:lnTo>
                  <a:lnTo>
                    <a:pt x="11420475" y="336346"/>
                  </a:lnTo>
                  <a:lnTo>
                    <a:pt x="11430000" y="336346"/>
                  </a:lnTo>
                  <a:lnTo>
                    <a:pt x="11430000" y="307771"/>
                  </a:lnTo>
                  <a:close/>
                </a:path>
                <a:path w="11430000" h="3248025">
                  <a:moveTo>
                    <a:pt x="11430000" y="260108"/>
                  </a:moveTo>
                  <a:lnTo>
                    <a:pt x="11420475" y="260108"/>
                  </a:lnTo>
                  <a:lnTo>
                    <a:pt x="11420475" y="288683"/>
                  </a:lnTo>
                  <a:lnTo>
                    <a:pt x="11430000" y="288683"/>
                  </a:lnTo>
                  <a:lnTo>
                    <a:pt x="11430000" y="260108"/>
                  </a:lnTo>
                  <a:close/>
                </a:path>
                <a:path w="11430000" h="3248025">
                  <a:moveTo>
                    <a:pt x="11430000" y="212458"/>
                  </a:moveTo>
                  <a:lnTo>
                    <a:pt x="11420475" y="212458"/>
                  </a:lnTo>
                  <a:lnTo>
                    <a:pt x="11420475" y="241033"/>
                  </a:lnTo>
                  <a:lnTo>
                    <a:pt x="11430000" y="241033"/>
                  </a:lnTo>
                  <a:lnTo>
                    <a:pt x="11430000" y="212458"/>
                  </a:lnTo>
                  <a:close/>
                </a:path>
                <a:path w="11430000" h="3248025">
                  <a:moveTo>
                    <a:pt x="11430000" y="164795"/>
                  </a:moveTo>
                  <a:lnTo>
                    <a:pt x="11420475" y="164795"/>
                  </a:lnTo>
                  <a:lnTo>
                    <a:pt x="11420475" y="193370"/>
                  </a:lnTo>
                  <a:lnTo>
                    <a:pt x="11430000" y="193370"/>
                  </a:lnTo>
                  <a:lnTo>
                    <a:pt x="11430000" y="164795"/>
                  </a:lnTo>
                  <a:close/>
                </a:path>
                <a:path w="11430000" h="3248025">
                  <a:moveTo>
                    <a:pt x="11430000" y="117144"/>
                  </a:moveTo>
                  <a:lnTo>
                    <a:pt x="11420475" y="117144"/>
                  </a:lnTo>
                  <a:lnTo>
                    <a:pt x="11420475" y="145719"/>
                  </a:lnTo>
                  <a:lnTo>
                    <a:pt x="11430000" y="145719"/>
                  </a:lnTo>
                  <a:lnTo>
                    <a:pt x="11430000" y="117144"/>
                  </a:lnTo>
                  <a:close/>
                </a:path>
                <a:path w="11430000" h="3248025">
                  <a:moveTo>
                    <a:pt x="11430000" y="76200"/>
                  </a:moveTo>
                  <a:lnTo>
                    <a:pt x="11429695" y="69773"/>
                  </a:lnTo>
                  <a:lnTo>
                    <a:pt x="11420208" y="70573"/>
                  </a:lnTo>
                  <a:lnTo>
                    <a:pt x="11420475" y="76200"/>
                  </a:lnTo>
                  <a:lnTo>
                    <a:pt x="11420475" y="98056"/>
                  </a:lnTo>
                  <a:lnTo>
                    <a:pt x="11430000" y="98056"/>
                  </a:lnTo>
                  <a:lnTo>
                    <a:pt x="11430000" y="7620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60704" y="3355848"/>
              <a:ext cx="10071100" cy="954405"/>
            </a:xfrm>
            <a:custGeom>
              <a:avLst/>
              <a:gdLst/>
              <a:ahLst/>
              <a:cxnLst/>
              <a:rect l="l" t="t" r="r" b="b"/>
              <a:pathLst>
                <a:path w="10071100" h="954404">
                  <a:moveTo>
                    <a:pt x="10070592" y="954024"/>
                  </a:moveTo>
                  <a:lnTo>
                    <a:pt x="0" y="954024"/>
                  </a:lnTo>
                  <a:lnTo>
                    <a:pt x="0" y="0"/>
                  </a:lnTo>
                  <a:lnTo>
                    <a:pt x="10070592" y="0"/>
                  </a:lnTo>
                  <a:lnTo>
                    <a:pt x="10070592" y="44576"/>
                  </a:lnTo>
                  <a:lnTo>
                    <a:pt x="129920" y="44576"/>
                  </a:lnTo>
                  <a:lnTo>
                    <a:pt x="120418" y="45448"/>
                  </a:lnTo>
                  <a:lnTo>
                    <a:pt x="85783" y="73918"/>
                  </a:lnTo>
                  <a:lnTo>
                    <a:pt x="82295" y="92201"/>
                  </a:lnTo>
                  <a:lnTo>
                    <a:pt x="82295" y="787526"/>
                  </a:lnTo>
                  <a:lnTo>
                    <a:pt x="103580" y="827304"/>
                  </a:lnTo>
                  <a:lnTo>
                    <a:pt x="129920" y="835151"/>
                  </a:lnTo>
                  <a:lnTo>
                    <a:pt x="10070592" y="835151"/>
                  </a:lnTo>
                  <a:lnTo>
                    <a:pt x="10070592" y="954024"/>
                  </a:lnTo>
                  <a:close/>
                </a:path>
                <a:path w="10071100" h="954404">
                  <a:moveTo>
                    <a:pt x="10070592" y="835151"/>
                  </a:moveTo>
                  <a:lnTo>
                    <a:pt x="9940670" y="835151"/>
                  </a:lnTo>
                  <a:lnTo>
                    <a:pt x="9950172" y="834279"/>
                  </a:lnTo>
                  <a:lnTo>
                    <a:pt x="9958952" y="831664"/>
                  </a:lnTo>
                  <a:lnTo>
                    <a:pt x="9987423" y="797028"/>
                  </a:lnTo>
                  <a:lnTo>
                    <a:pt x="9988295" y="787526"/>
                  </a:lnTo>
                  <a:lnTo>
                    <a:pt x="9988295" y="92201"/>
                  </a:lnTo>
                  <a:lnTo>
                    <a:pt x="9967009" y="52423"/>
                  </a:lnTo>
                  <a:lnTo>
                    <a:pt x="9940670" y="44576"/>
                  </a:lnTo>
                  <a:lnTo>
                    <a:pt x="10070592" y="44576"/>
                  </a:lnTo>
                  <a:lnTo>
                    <a:pt x="10070592" y="83515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38237" y="3395662"/>
              <a:ext cx="9915525" cy="800100"/>
            </a:xfrm>
            <a:custGeom>
              <a:avLst/>
              <a:gdLst/>
              <a:ahLst/>
              <a:cxnLst/>
              <a:rect l="l" t="t" r="r" b="b"/>
              <a:pathLst>
                <a:path w="9915525" h="800100">
                  <a:moveTo>
                    <a:pt x="9866576" y="800099"/>
                  </a:moveTo>
                  <a:lnTo>
                    <a:pt x="48947" y="800099"/>
                  </a:lnTo>
                  <a:lnTo>
                    <a:pt x="45540" y="799764"/>
                  </a:lnTo>
                  <a:lnTo>
                    <a:pt x="10739" y="779677"/>
                  </a:lnTo>
                  <a:lnTo>
                    <a:pt x="0" y="751152"/>
                  </a:lnTo>
                  <a:lnTo>
                    <a:pt x="0" y="7477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9866576" y="0"/>
                  </a:lnTo>
                  <a:lnTo>
                    <a:pt x="9902612" y="17775"/>
                  </a:lnTo>
                  <a:lnTo>
                    <a:pt x="9915523" y="48947"/>
                  </a:lnTo>
                  <a:lnTo>
                    <a:pt x="9915523" y="751152"/>
                  </a:lnTo>
                  <a:lnTo>
                    <a:pt x="9897746" y="787188"/>
                  </a:lnTo>
                  <a:lnTo>
                    <a:pt x="9869982" y="799764"/>
                  </a:lnTo>
                  <a:lnTo>
                    <a:pt x="9866576" y="80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38237" y="3395662"/>
              <a:ext cx="9915525" cy="800100"/>
            </a:xfrm>
            <a:custGeom>
              <a:avLst/>
              <a:gdLst/>
              <a:ahLst/>
              <a:cxnLst/>
              <a:rect l="l" t="t" r="r" b="b"/>
              <a:pathLst>
                <a:path w="9915525" h="800100">
                  <a:moveTo>
                    <a:pt x="0" y="7477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9863136" y="0"/>
                  </a:lnTo>
                  <a:lnTo>
                    <a:pt x="9866576" y="0"/>
                  </a:lnTo>
                  <a:lnTo>
                    <a:pt x="9869982" y="335"/>
                  </a:lnTo>
                  <a:lnTo>
                    <a:pt x="9873355" y="1006"/>
                  </a:lnTo>
                  <a:lnTo>
                    <a:pt x="9876728" y="1677"/>
                  </a:lnTo>
                  <a:lnTo>
                    <a:pt x="9880005" y="2671"/>
                  </a:lnTo>
                  <a:lnTo>
                    <a:pt x="9883183" y="3987"/>
                  </a:lnTo>
                  <a:lnTo>
                    <a:pt x="9886360" y="5303"/>
                  </a:lnTo>
                  <a:lnTo>
                    <a:pt x="9906693" y="23282"/>
                  </a:lnTo>
                  <a:lnTo>
                    <a:pt x="9908604" y="26142"/>
                  </a:lnTo>
                  <a:lnTo>
                    <a:pt x="9915524" y="52387"/>
                  </a:lnTo>
                  <a:lnTo>
                    <a:pt x="9915524" y="747712"/>
                  </a:lnTo>
                  <a:lnTo>
                    <a:pt x="9906694" y="776816"/>
                  </a:lnTo>
                  <a:lnTo>
                    <a:pt x="9904784" y="779677"/>
                  </a:lnTo>
                  <a:lnTo>
                    <a:pt x="9869982" y="799764"/>
                  </a:lnTo>
                  <a:lnTo>
                    <a:pt x="9863136" y="800099"/>
                  </a:lnTo>
                  <a:lnTo>
                    <a:pt x="52387" y="800099"/>
                  </a:lnTo>
                  <a:lnTo>
                    <a:pt x="23282" y="791270"/>
                  </a:lnTo>
                  <a:lnTo>
                    <a:pt x="20422" y="789359"/>
                  </a:lnTo>
                  <a:lnTo>
                    <a:pt x="17776" y="787188"/>
                  </a:lnTo>
                  <a:lnTo>
                    <a:pt x="15343" y="784755"/>
                  </a:lnTo>
                  <a:lnTo>
                    <a:pt x="12911" y="782323"/>
                  </a:lnTo>
                  <a:lnTo>
                    <a:pt x="10739" y="779677"/>
                  </a:lnTo>
                  <a:lnTo>
                    <a:pt x="8828" y="776817"/>
                  </a:lnTo>
                  <a:lnTo>
                    <a:pt x="6917" y="773956"/>
                  </a:lnTo>
                  <a:lnTo>
                    <a:pt x="0" y="751152"/>
                  </a:lnTo>
                  <a:lnTo>
                    <a:pt x="0" y="747712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99065" y="3677713"/>
            <a:ext cx="3242310" cy="203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dirty="0">
                <a:solidFill>
                  <a:srgbClr val="3B81F5"/>
                </a:solidFill>
                <a:latin typeface="Times New Roman"/>
                <a:cs typeface="Times New Roman"/>
              </a:rPr>
              <a:t>─────────┬────────────┐│</a:t>
            </a:r>
            <a:r>
              <a:rPr sz="1100" b="1" spc="160" dirty="0">
                <a:solidFill>
                  <a:srgbClr val="3B81F5"/>
                </a:solidFill>
                <a:latin typeface="Times New Roman"/>
                <a:cs typeface="Times New Roman"/>
              </a:rPr>
              <a:t>  </a:t>
            </a:r>
            <a:r>
              <a:rPr sz="1150" b="1" spc="95" dirty="0">
                <a:solidFill>
                  <a:srgbClr val="0E1729"/>
                </a:solidFill>
                <a:latin typeface="Times New Roman"/>
                <a:cs typeface="Times New Roman"/>
              </a:rPr>
              <a:t>Ndiaye</a:t>
            </a:r>
            <a:r>
              <a:rPr sz="1150" b="1" spc="145" dirty="0">
                <a:solidFill>
                  <a:srgbClr val="0E1729"/>
                </a:solidFill>
                <a:latin typeface="Times New Roman"/>
                <a:cs typeface="Times New Roman"/>
              </a:rPr>
              <a:t>  </a:t>
            </a:r>
            <a:r>
              <a:rPr sz="1100" b="1" spc="-50" dirty="0">
                <a:solidFill>
                  <a:srgbClr val="3B81F5"/>
                </a:solidFill>
                <a:latin typeface="Times New Roman"/>
                <a:cs typeface="Times New Roman"/>
              </a:rPr>
              <a:t>│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87478" y="3677713"/>
            <a:ext cx="368300" cy="203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170" dirty="0">
                <a:solidFill>
                  <a:srgbClr val="0E1729"/>
                </a:solidFill>
                <a:latin typeface="Times New Roman"/>
                <a:cs typeface="Times New Roman"/>
              </a:rPr>
              <a:t>Fall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1976" y="3681548"/>
            <a:ext cx="571500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b="1" spc="114" dirty="0">
                <a:solidFill>
                  <a:srgbClr val="3B81F5"/>
                </a:solidFill>
                <a:latin typeface="Times New Roman"/>
                <a:cs typeface="Times New Roman"/>
              </a:rPr>
              <a:t>│</a:t>
            </a:r>
            <a:r>
              <a:rPr sz="1100" b="1" i="1" spc="114" dirty="0">
                <a:solidFill>
                  <a:srgbClr val="EF4444"/>
                </a:solidFill>
                <a:latin typeface="Arial-BoldItalicMT"/>
                <a:cs typeface="Arial-BoldItalicMT"/>
              </a:rPr>
              <a:t>null</a:t>
            </a:r>
            <a:r>
              <a:rPr sz="1100" b="1" spc="114" dirty="0">
                <a:solidFill>
                  <a:srgbClr val="3B81F5"/>
                </a:solidFill>
                <a:latin typeface="Times New Roman"/>
                <a:cs typeface="Times New Roman"/>
              </a:rPr>
              <a:t>│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19179" y="3677713"/>
            <a:ext cx="368300" cy="203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60" dirty="0">
                <a:solidFill>
                  <a:srgbClr val="0E1729"/>
                </a:solidFill>
                <a:latin typeface="Times New Roman"/>
                <a:cs typeface="Times New Roman"/>
              </a:rPr>
              <a:t>Diop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33677" y="3681548"/>
            <a:ext cx="624014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b="1" spc="-10" dirty="0">
                <a:solidFill>
                  <a:srgbClr val="3B81F5"/>
                </a:solidFill>
                <a:latin typeface="Times New Roman"/>
                <a:cs typeface="Times New Roman"/>
              </a:rPr>
              <a:t>│</a:t>
            </a:r>
            <a:r>
              <a:rPr sz="1100" b="1" i="1" spc="-10" dirty="0">
                <a:solidFill>
                  <a:srgbClr val="EF4444"/>
                </a:solidFill>
                <a:latin typeface="Arial-BoldItalicMT"/>
                <a:cs typeface="Arial-BoldItalicMT"/>
              </a:rPr>
              <a:t>null</a:t>
            </a:r>
            <a:r>
              <a:rPr sz="1100" b="1" spc="-10" dirty="0">
                <a:solidFill>
                  <a:srgbClr val="3B81F5"/>
                </a:solidFill>
                <a:latin typeface="Times New Roman"/>
                <a:cs typeface="Times New Roman"/>
              </a:rPr>
              <a:t>│└────────────┴────────────┴────────────┴────────────┴───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1" name="object 31"/>
            <p:cNvSpPr/>
            <p:nvPr/>
          </p:nvSpPr>
          <p:spPr>
            <a:xfrm>
              <a:off x="2133599" y="6800849"/>
              <a:ext cx="10058400" cy="57150"/>
            </a:xfrm>
            <a:custGeom>
              <a:avLst/>
              <a:gdLst/>
              <a:ahLst/>
              <a:cxnLst/>
              <a:rect l="l" t="t" r="r" b="b"/>
              <a:pathLst>
                <a:path w="10058400" h="57150">
                  <a:moveTo>
                    <a:pt x="0" y="57149"/>
                  </a:moveTo>
                  <a:lnTo>
                    <a:pt x="10058399" y="57149"/>
                  </a:lnTo>
                  <a:lnTo>
                    <a:pt x="100583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6800849"/>
              <a:ext cx="2133600" cy="57150"/>
            </a:xfrm>
            <a:custGeom>
              <a:avLst/>
              <a:gdLst/>
              <a:ahLst/>
              <a:cxnLst/>
              <a:rect l="l" t="t" r="r" b="b"/>
              <a:pathLst>
                <a:path w="2133600" h="57150">
                  <a:moveTo>
                    <a:pt x="21335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133599" y="0"/>
                  </a:lnTo>
                  <a:lnTo>
                    <a:pt x="213359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1600258" y="6551215"/>
            <a:ext cx="366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10/57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7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65" dirty="0"/>
              <a:t>Tableau </a:t>
            </a:r>
            <a:r>
              <a:rPr sz="2750" spc="-125" dirty="0"/>
              <a:t>:</a:t>
            </a:r>
            <a:r>
              <a:rPr sz="2750" spc="-165" dirty="0"/>
              <a:t> </a:t>
            </a:r>
            <a:r>
              <a:rPr sz="2750" spc="-145" dirty="0"/>
              <a:t>propriétés</a:t>
            </a:r>
            <a:r>
              <a:rPr sz="2750" spc="-165" dirty="0"/>
              <a:t> </a:t>
            </a:r>
            <a:r>
              <a:rPr sz="2750" spc="-120" dirty="0"/>
              <a:t>essentielles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380999" y="1104899"/>
            <a:ext cx="5810250" cy="638175"/>
            <a:chOff x="380999" y="1104899"/>
            <a:chExt cx="5810250" cy="638175"/>
          </a:xfrm>
        </p:grpSpPr>
        <p:sp>
          <p:nvSpPr>
            <p:cNvPr id="4" name="object 4"/>
            <p:cNvSpPr/>
            <p:nvPr/>
          </p:nvSpPr>
          <p:spPr>
            <a:xfrm>
              <a:off x="404812" y="1104899"/>
              <a:ext cx="5786755" cy="638175"/>
            </a:xfrm>
            <a:custGeom>
              <a:avLst/>
              <a:gdLst/>
              <a:ahLst/>
              <a:cxnLst/>
              <a:rect l="l" t="t" r="r" b="b"/>
              <a:pathLst>
                <a:path w="5786755" h="638175">
                  <a:moveTo>
                    <a:pt x="5715240" y="638174"/>
                  </a:moveTo>
                  <a:lnTo>
                    <a:pt x="0" y="638174"/>
                  </a:lnTo>
                  <a:lnTo>
                    <a:pt x="0" y="0"/>
                  </a:lnTo>
                  <a:lnTo>
                    <a:pt x="5715240" y="0"/>
                  </a:lnTo>
                  <a:lnTo>
                    <a:pt x="5720195" y="488"/>
                  </a:lnTo>
                  <a:lnTo>
                    <a:pt x="5756730" y="15621"/>
                  </a:lnTo>
                  <a:lnTo>
                    <a:pt x="5782550" y="51661"/>
                  </a:lnTo>
                  <a:lnTo>
                    <a:pt x="5786436" y="71196"/>
                  </a:lnTo>
                  <a:lnTo>
                    <a:pt x="5786436" y="566978"/>
                  </a:lnTo>
                  <a:lnTo>
                    <a:pt x="5770814" y="608469"/>
                  </a:lnTo>
                  <a:lnTo>
                    <a:pt x="5734774" y="634289"/>
                  </a:lnTo>
                  <a:lnTo>
                    <a:pt x="5715240" y="63817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99" y="1104899"/>
              <a:ext cx="47625" cy="638175"/>
            </a:xfrm>
            <a:custGeom>
              <a:avLst/>
              <a:gdLst/>
              <a:ahLst/>
              <a:cxnLst/>
              <a:rect l="l" t="t" r="r" b="b"/>
              <a:pathLst>
                <a:path w="47625" h="638175">
                  <a:moveTo>
                    <a:pt x="0" y="638174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638174"/>
                  </a:lnTo>
                  <a:lnTo>
                    <a:pt x="0" y="6381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4049" y="1274960"/>
            <a:ext cx="394017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110" dirty="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334054"/>
                </a:solidFill>
                <a:latin typeface="Arial"/>
                <a:cs typeface="Arial"/>
              </a:rPr>
              <a:t>structure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sz="155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334054"/>
                </a:solidFill>
                <a:latin typeface="Arial"/>
                <a:cs typeface="Arial"/>
              </a:rPr>
              <a:t>plus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334054"/>
                </a:solidFill>
                <a:latin typeface="Arial"/>
                <a:cs typeface="Arial"/>
              </a:rPr>
              <a:t>basique </a:t>
            </a:r>
            <a:r>
              <a:rPr sz="1550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334054"/>
                </a:solidFill>
                <a:latin typeface="Arial"/>
                <a:cs typeface="Arial"/>
              </a:rPr>
              <a:t>rapide</a:t>
            </a:r>
            <a:r>
              <a:rPr sz="155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334054"/>
                </a:solidFill>
                <a:latin typeface="Arial"/>
                <a:cs typeface="Arial"/>
              </a:rPr>
              <a:t>mais</a:t>
            </a:r>
            <a:r>
              <a:rPr sz="1550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334054"/>
                </a:solidFill>
                <a:latin typeface="Arial"/>
                <a:cs typeface="Arial"/>
              </a:rPr>
              <a:t>rigide.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6136" y="1944624"/>
            <a:ext cx="5919470" cy="902335"/>
            <a:chOff x="326136" y="1944624"/>
            <a:chExt cx="5919470" cy="902335"/>
          </a:xfrm>
        </p:grpSpPr>
        <p:sp>
          <p:nvSpPr>
            <p:cNvPr id="8" name="object 8"/>
            <p:cNvSpPr/>
            <p:nvPr/>
          </p:nvSpPr>
          <p:spPr>
            <a:xfrm>
              <a:off x="326136" y="1944624"/>
              <a:ext cx="5919470" cy="902335"/>
            </a:xfrm>
            <a:custGeom>
              <a:avLst/>
              <a:gdLst/>
              <a:ahLst/>
              <a:cxnLst/>
              <a:rect l="l" t="t" r="r" b="b"/>
              <a:pathLst>
                <a:path w="5919470" h="902335">
                  <a:moveTo>
                    <a:pt x="5919216" y="902208"/>
                  </a:moveTo>
                  <a:lnTo>
                    <a:pt x="0" y="902208"/>
                  </a:lnTo>
                  <a:lnTo>
                    <a:pt x="0" y="0"/>
                  </a:lnTo>
                  <a:lnTo>
                    <a:pt x="5919216" y="0"/>
                  </a:lnTo>
                  <a:lnTo>
                    <a:pt x="5919216" y="46100"/>
                  </a:lnTo>
                  <a:lnTo>
                    <a:pt x="131063" y="46100"/>
                  </a:lnTo>
                  <a:lnTo>
                    <a:pt x="124495" y="46417"/>
                  </a:lnTo>
                  <a:lnTo>
                    <a:pt x="88786" y="61209"/>
                  </a:lnTo>
                  <a:lnTo>
                    <a:pt x="67243" y="93449"/>
                  </a:lnTo>
                  <a:lnTo>
                    <a:pt x="64388" y="112775"/>
                  </a:lnTo>
                  <a:lnTo>
                    <a:pt x="64388" y="750950"/>
                  </a:lnTo>
                  <a:lnTo>
                    <a:pt x="75615" y="787999"/>
                  </a:lnTo>
                  <a:lnTo>
                    <a:pt x="105548" y="812549"/>
                  </a:lnTo>
                  <a:lnTo>
                    <a:pt x="131063" y="817625"/>
                  </a:lnTo>
                  <a:lnTo>
                    <a:pt x="5919216" y="817625"/>
                  </a:lnTo>
                  <a:lnTo>
                    <a:pt x="5919216" y="902208"/>
                  </a:lnTo>
                  <a:close/>
                </a:path>
                <a:path w="5919470" h="902335">
                  <a:moveTo>
                    <a:pt x="5919216" y="817625"/>
                  </a:moveTo>
                  <a:lnTo>
                    <a:pt x="5788913" y="817625"/>
                  </a:lnTo>
                  <a:lnTo>
                    <a:pt x="5795481" y="817308"/>
                  </a:lnTo>
                  <a:lnTo>
                    <a:pt x="5801923" y="816356"/>
                  </a:lnTo>
                  <a:lnTo>
                    <a:pt x="5836059" y="798096"/>
                  </a:lnTo>
                  <a:lnTo>
                    <a:pt x="5854319" y="763960"/>
                  </a:lnTo>
                  <a:lnTo>
                    <a:pt x="5855588" y="750950"/>
                  </a:lnTo>
                  <a:lnTo>
                    <a:pt x="5855588" y="112775"/>
                  </a:lnTo>
                  <a:lnTo>
                    <a:pt x="5844361" y="75725"/>
                  </a:lnTo>
                  <a:lnTo>
                    <a:pt x="5814428" y="51175"/>
                  </a:lnTo>
                  <a:lnTo>
                    <a:pt x="5788913" y="46100"/>
                  </a:lnTo>
                  <a:lnTo>
                    <a:pt x="5919216" y="46100"/>
                  </a:lnTo>
                  <a:lnTo>
                    <a:pt x="5919216" y="817625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5762" y="1985962"/>
              <a:ext cx="5800725" cy="781050"/>
            </a:xfrm>
            <a:custGeom>
              <a:avLst/>
              <a:gdLst/>
              <a:ahLst/>
              <a:cxnLst/>
              <a:rect l="l" t="t" r="r" b="b"/>
              <a:pathLst>
                <a:path w="5800725" h="781050">
                  <a:moveTo>
                    <a:pt x="5733976" y="781049"/>
                  </a:moveTo>
                  <a:lnTo>
                    <a:pt x="66746" y="781049"/>
                  </a:lnTo>
                  <a:lnTo>
                    <a:pt x="62101" y="780592"/>
                  </a:lnTo>
                  <a:lnTo>
                    <a:pt x="24240" y="763442"/>
                  </a:lnTo>
                  <a:lnTo>
                    <a:pt x="2287" y="728149"/>
                  </a:lnTo>
                  <a:lnTo>
                    <a:pt x="0" y="714303"/>
                  </a:lnTo>
                  <a:lnTo>
                    <a:pt x="0" y="7096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733976" y="0"/>
                  </a:lnTo>
                  <a:lnTo>
                    <a:pt x="5772875" y="14645"/>
                  </a:lnTo>
                  <a:lnTo>
                    <a:pt x="5797080" y="48432"/>
                  </a:lnTo>
                  <a:lnTo>
                    <a:pt x="5800724" y="66746"/>
                  </a:lnTo>
                  <a:lnTo>
                    <a:pt x="5800724" y="714303"/>
                  </a:lnTo>
                  <a:lnTo>
                    <a:pt x="5786078" y="753200"/>
                  </a:lnTo>
                  <a:lnTo>
                    <a:pt x="5752290" y="777406"/>
                  </a:lnTo>
                  <a:lnTo>
                    <a:pt x="5738622" y="780592"/>
                  </a:lnTo>
                  <a:lnTo>
                    <a:pt x="5733976" y="781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762" y="1985962"/>
              <a:ext cx="5800725" cy="781050"/>
            </a:xfrm>
            <a:custGeom>
              <a:avLst/>
              <a:gdLst/>
              <a:ahLst/>
              <a:cxnLst/>
              <a:rect l="l" t="t" r="r" b="b"/>
              <a:pathLst>
                <a:path w="5800725" h="781050">
                  <a:moveTo>
                    <a:pt x="0" y="7096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29287" y="0"/>
                  </a:lnTo>
                  <a:lnTo>
                    <a:pt x="5733976" y="0"/>
                  </a:lnTo>
                  <a:lnTo>
                    <a:pt x="5738622" y="457"/>
                  </a:lnTo>
                  <a:lnTo>
                    <a:pt x="5776484" y="17606"/>
                  </a:lnTo>
                  <a:lnTo>
                    <a:pt x="5779800" y="20923"/>
                  </a:lnTo>
                  <a:lnTo>
                    <a:pt x="5783117" y="24240"/>
                  </a:lnTo>
                  <a:lnTo>
                    <a:pt x="5799351" y="57500"/>
                  </a:lnTo>
                  <a:lnTo>
                    <a:pt x="5800267" y="62101"/>
                  </a:lnTo>
                  <a:lnTo>
                    <a:pt x="5800724" y="66746"/>
                  </a:lnTo>
                  <a:lnTo>
                    <a:pt x="5800724" y="71437"/>
                  </a:lnTo>
                  <a:lnTo>
                    <a:pt x="5800724" y="709612"/>
                  </a:lnTo>
                  <a:lnTo>
                    <a:pt x="5800724" y="714303"/>
                  </a:lnTo>
                  <a:lnTo>
                    <a:pt x="5800267" y="718948"/>
                  </a:lnTo>
                  <a:lnTo>
                    <a:pt x="5799351" y="723548"/>
                  </a:lnTo>
                  <a:lnTo>
                    <a:pt x="5798435" y="728149"/>
                  </a:lnTo>
                  <a:lnTo>
                    <a:pt x="5776484" y="763442"/>
                  </a:lnTo>
                  <a:lnTo>
                    <a:pt x="5768975" y="769009"/>
                  </a:lnTo>
                  <a:lnTo>
                    <a:pt x="5765074" y="771616"/>
                  </a:lnTo>
                  <a:lnTo>
                    <a:pt x="5743222" y="779676"/>
                  </a:lnTo>
                  <a:lnTo>
                    <a:pt x="5738622" y="780592"/>
                  </a:lnTo>
                  <a:lnTo>
                    <a:pt x="5733976" y="781049"/>
                  </a:lnTo>
                  <a:lnTo>
                    <a:pt x="5729287" y="781049"/>
                  </a:lnTo>
                  <a:lnTo>
                    <a:pt x="71437" y="781049"/>
                  </a:lnTo>
                  <a:lnTo>
                    <a:pt x="66746" y="781049"/>
                  </a:lnTo>
                  <a:lnTo>
                    <a:pt x="62101" y="780592"/>
                  </a:lnTo>
                  <a:lnTo>
                    <a:pt x="57500" y="779676"/>
                  </a:lnTo>
                  <a:lnTo>
                    <a:pt x="52900" y="778761"/>
                  </a:lnTo>
                  <a:lnTo>
                    <a:pt x="31748" y="769010"/>
                  </a:lnTo>
                  <a:lnTo>
                    <a:pt x="27848" y="766404"/>
                  </a:lnTo>
                  <a:lnTo>
                    <a:pt x="3642" y="732616"/>
                  </a:lnTo>
                  <a:lnTo>
                    <a:pt x="1372" y="723548"/>
                  </a:lnTo>
                  <a:lnTo>
                    <a:pt x="457" y="718948"/>
                  </a:lnTo>
                  <a:lnTo>
                    <a:pt x="0" y="714303"/>
                  </a:lnTo>
                  <a:lnTo>
                    <a:pt x="0" y="7096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024" y="21335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1000" y="71196"/>
                  </a:lnTo>
                  <a:lnTo>
                    <a:pt x="381000" y="309803"/>
                  </a:lnTo>
                  <a:lnTo>
                    <a:pt x="365378" y="351294"/>
                  </a:lnTo>
                  <a:lnTo>
                    <a:pt x="329337" y="377114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368" y="2282824"/>
              <a:ext cx="215900" cy="8890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26136" y="2907792"/>
            <a:ext cx="5919470" cy="890269"/>
            <a:chOff x="326136" y="2907792"/>
            <a:chExt cx="5919470" cy="890269"/>
          </a:xfrm>
        </p:grpSpPr>
        <p:sp>
          <p:nvSpPr>
            <p:cNvPr id="14" name="object 14"/>
            <p:cNvSpPr/>
            <p:nvPr/>
          </p:nvSpPr>
          <p:spPr>
            <a:xfrm>
              <a:off x="326136" y="2907792"/>
              <a:ext cx="5919470" cy="890269"/>
            </a:xfrm>
            <a:custGeom>
              <a:avLst/>
              <a:gdLst/>
              <a:ahLst/>
              <a:cxnLst/>
              <a:rect l="l" t="t" r="r" b="b"/>
              <a:pathLst>
                <a:path w="5919470" h="890270">
                  <a:moveTo>
                    <a:pt x="5919216" y="890016"/>
                  </a:moveTo>
                  <a:lnTo>
                    <a:pt x="0" y="890016"/>
                  </a:lnTo>
                  <a:lnTo>
                    <a:pt x="0" y="0"/>
                  </a:lnTo>
                  <a:lnTo>
                    <a:pt x="5919216" y="0"/>
                  </a:lnTo>
                  <a:lnTo>
                    <a:pt x="5919216" y="44957"/>
                  </a:lnTo>
                  <a:lnTo>
                    <a:pt x="131063" y="44957"/>
                  </a:lnTo>
                  <a:lnTo>
                    <a:pt x="124495" y="45274"/>
                  </a:lnTo>
                  <a:lnTo>
                    <a:pt x="88786" y="60066"/>
                  </a:lnTo>
                  <a:lnTo>
                    <a:pt x="67243" y="92306"/>
                  </a:lnTo>
                  <a:lnTo>
                    <a:pt x="64388" y="111632"/>
                  </a:lnTo>
                  <a:lnTo>
                    <a:pt x="64388" y="740282"/>
                  </a:lnTo>
                  <a:lnTo>
                    <a:pt x="75615" y="777331"/>
                  </a:lnTo>
                  <a:lnTo>
                    <a:pt x="105548" y="801881"/>
                  </a:lnTo>
                  <a:lnTo>
                    <a:pt x="131063" y="806957"/>
                  </a:lnTo>
                  <a:lnTo>
                    <a:pt x="5919216" y="806957"/>
                  </a:lnTo>
                  <a:lnTo>
                    <a:pt x="5919216" y="890016"/>
                  </a:lnTo>
                  <a:close/>
                </a:path>
                <a:path w="5919470" h="890270">
                  <a:moveTo>
                    <a:pt x="5919216" y="806957"/>
                  </a:moveTo>
                  <a:lnTo>
                    <a:pt x="5788913" y="806957"/>
                  </a:lnTo>
                  <a:lnTo>
                    <a:pt x="5795481" y="806640"/>
                  </a:lnTo>
                  <a:lnTo>
                    <a:pt x="5801923" y="805688"/>
                  </a:lnTo>
                  <a:lnTo>
                    <a:pt x="5836059" y="787428"/>
                  </a:lnTo>
                  <a:lnTo>
                    <a:pt x="5854319" y="753292"/>
                  </a:lnTo>
                  <a:lnTo>
                    <a:pt x="5855588" y="740282"/>
                  </a:lnTo>
                  <a:lnTo>
                    <a:pt x="5855588" y="111632"/>
                  </a:lnTo>
                  <a:lnTo>
                    <a:pt x="5844361" y="74582"/>
                  </a:lnTo>
                  <a:lnTo>
                    <a:pt x="5814428" y="50032"/>
                  </a:lnTo>
                  <a:lnTo>
                    <a:pt x="5788913" y="44957"/>
                  </a:lnTo>
                  <a:lnTo>
                    <a:pt x="5919216" y="44957"/>
                  </a:lnTo>
                  <a:lnTo>
                    <a:pt x="5919216" y="806957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5762" y="2947987"/>
              <a:ext cx="5800725" cy="771525"/>
            </a:xfrm>
            <a:custGeom>
              <a:avLst/>
              <a:gdLst/>
              <a:ahLst/>
              <a:cxnLst/>
              <a:rect l="l" t="t" r="r" b="b"/>
              <a:pathLst>
                <a:path w="5800725" h="771525">
                  <a:moveTo>
                    <a:pt x="5733976" y="771524"/>
                  </a:moveTo>
                  <a:lnTo>
                    <a:pt x="66746" y="771524"/>
                  </a:lnTo>
                  <a:lnTo>
                    <a:pt x="62101" y="771066"/>
                  </a:lnTo>
                  <a:lnTo>
                    <a:pt x="24240" y="753917"/>
                  </a:lnTo>
                  <a:lnTo>
                    <a:pt x="2287" y="718624"/>
                  </a:lnTo>
                  <a:lnTo>
                    <a:pt x="0" y="704777"/>
                  </a:lnTo>
                  <a:lnTo>
                    <a:pt x="0" y="7000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733976" y="0"/>
                  </a:lnTo>
                  <a:lnTo>
                    <a:pt x="5772875" y="14645"/>
                  </a:lnTo>
                  <a:lnTo>
                    <a:pt x="5797080" y="48432"/>
                  </a:lnTo>
                  <a:lnTo>
                    <a:pt x="5800724" y="66746"/>
                  </a:lnTo>
                  <a:lnTo>
                    <a:pt x="5800724" y="704777"/>
                  </a:lnTo>
                  <a:lnTo>
                    <a:pt x="5786078" y="743676"/>
                  </a:lnTo>
                  <a:lnTo>
                    <a:pt x="5752290" y="767881"/>
                  </a:lnTo>
                  <a:lnTo>
                    <a:pt x="5738622" y="771067"/>
                  </a:lnTo>
                  <a:lnTo>
                    <a:pt x="5733976" y="77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5762" y="2947987"/>
              <a:ext cx="5800725" cy="771525"/>
            </a:xfrm>
            <a:custGeom>
              <a:avLst/>
              <a:gdLst/>
              <a:ahLst/>
              <a:cxnLst/>
              <a:rect l="l" t="t" r="r" b="b"/>
              <a:pathLst>
                <a:path w="5800725" h="771525">
                  <a:moveTo>
                    <a:pt x="0" y="7000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35649" y="9433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29287" y="0"/>
                  </a:lnTo>
                  <a:lnTo>
                    <a:pt x="5733976" y="0"/>
                  </a:lnTo>
                  <a:lnTo>
                    <a:pt x="5738622" y="457"/>
                  </a:lnTo>
                  <a:lnTo>
                    <a:pt x="5743222" y="1372"/>
                  </a:lnTo>
                  <a:lnTo>
                    <a:pt x="5747823" y="2287"/>
                  </a:lnTo>
                  <a:lnTo>
                    <a:pt x="5768974" y="12039"/>
                  </a:lnTo>
                  <a:lnTo>
                    <a:pt x="5772875" y="14645"/>
                  </a:lnTo>
                  <a:lnTo>
                    <a:pt x="5797080" y="48432"/>
                  </a:lnTo>
                  <a:lnTo>
                    <a:pt x="5799351" y="57500"/>
                  </a:lnTo>
                  <a:lnTo>
                    <a:pt x="5800267" y="62101"/>
                  </a:lnTo>
                  <a:lnTo>
                    <a:pt x="5800724" y="66746"/>
                  </a:lnTo>
                  <a:lnTo>
                    <a:pt x="5800724" y="71437"/>
                  </a:lnTo>
                  <a:lnTo>
                    <a:pt x="5800724" y="700087"/>
                  </a:lnTo>
                  <a:lnTo>
                    <a:pt x="5800724" y="704777"/>
                  </a:lnTo>
                  <a:lnTo>
                    <a:pt x="5800267" y="709423"/>
                  </a:lnTo>
                  <a:lnTo>
                    <a:pt x="5799351" y="714023"/>
                  </a:lnTo>
                  <a:lnTo>
                    <a:pt x="5798435" y="718624"/>
                  </a:lnTo>
                  <a:lnTo>
                    <a:pt x="5779800" y="750601"/>
                  </a:lnTo>
                  <a:lnTo>
                    <a:pt x="5776484" y="753917"/>
                  </a:lnTo>
                  <a:lnTo>
                    <a:pt x="5743222" y="770151"/>
                  </a:lnTo>
                  <a:lnTo>
                    <a:pt x="5738622" y="771067"/>
                  </a:lnTo>
                  <a:lnTo>
                    <a:pt x="5733976" y="771524"/>
                  </a:lnTo>
                  <a:lnTo>
                    <a:pt x="5729287" y="771524"/>
                  </a:lnTo>
                  <a:lnTo>
                    <a:pt x="71437" y="771524"/>
                  </a:lnTo>
                  <a:lnTo>
                    <a:pt x="66746" y="771524"/>
                  </a:lnTo>
                  <a:lnTo>
                    <a:pt x="62101" y="771066"/>
                  </a:lnTo>
                  <a:lnTo>
                    <a:pt x="57500" y="770151"/>
                  </a:lnTo>
                  <a:lnTo>
                    <a:pt x="52900" y="769236"/>
                  </a:lnTo>
                  <a:lnTo>
                    <a:pt x="48433" y="767881"/>
                  </a:lnTo>
                  <a:lnTo>
                    <a:pt x="44099" y="766086"/>
                  </a:lnTo>
                  <a:lnTo>
                    <a:pt x="39765" y="764291"/>
                  </a:lnTo>
                  <a:lnTo>
                    <a:pt x="35649" y="762091"/>
                  </a:lnTo>
                  <a:lnTo>
                    <a:pt x="31748" y="759485"/>
                  </a:lnTo>
                  <a:lnTo>
                    <a:pt x="27848" y="756879"/>
                  </a:lnTo>
                  <a:lnTo>
                    <a:pt x="24240" y="753917"/>
                  </a:lnTo>
                  <a:lnTo>
                    <a:pt x="20923" y="750601"/>
                  </a:lnTo>
                  <a:lnTo>
                    <a:pt x="17606" y="747284"/>
                  </a:lnTo>
                  <a:lnTo>
                    <a:pt x="14645" y="743676"/>
                  </a:lnTo>
                  <a:lnTo>
                    <a:pt x="12039" y="739775"/>
                  </a:lnTo>
                  <a:lnTo>
                    <a:pt x="9433" y="735875"/>
                  </a:lnTo>
                  <a:lnTo>
                    <a:pt x="0" y="704777"/>
                  </a:lnTo>
                  <a:lnTo>
                    <a:pt x="0" y="7000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1024" y="30956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1000" y="71196"/>
                  </a:lnTo>
                  <a:lnTo>
                    <a:pt x="381000" y="309803"/>
                  </a:lnTo>
                  <a:lnTo>
                    <a:pt x="365378" y="351294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865" y="3200399"/>
              <a:ext cx="136525" cy="17780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26136" y="3858767"/>
            <a:ext cx="5919470" cy="920750"/>
            <a:chOff x="326136" y="3858767"/>
            <a:chExt cx="5919470" cy="920750"/>
          </a:xfrm>
        </p:grpSpPr>
        <p:sp>
          <p:nvSpPr>
            <p:cNvPr id="20" name="object 20"/>
            <p:cNvSpPr/>
            <p:nvPr/>
          </p:nvSpPr>
          <p:spPr>
            <a:xfrm>
              <a:off x="326136" y="3858767"/>
              <a:ext cx="5919470" cy="920750"/>
            </a:xfrm>
            <a:custGeom>
              <a:avLst/>
              <a:gdLst/>
              <a:ahLst/>
              <a:cxnLst/>
              <a:rect l="l" t="t" r="r" b="b"/>
              <a:pathLst>
                <a:path w="5919470" h="920750">
                  <a:moveTo>
                    <a:pt x="5919216" y="920496"/>
                  </a:moveTo>
                  <a:lnTo>
                    <a:pt x="0" y="920496"/>
                  </a:lnTo>
                  <a:lnTo>
                    <a:pt x="0" y="0"/>
                  </a:lnTo>
                  <a:lnTo>
                    <a:pt x="5919216" y="0"/>
                  </a:lnTo>
                  <a:lnTo>
                    <a:pt x="5919216" y="46481"/>
                  </a:lnTo>
                  <a:lnTo>
                    <a:pt x="131063" y="46481"/>
                  </a:lnTo>
                  <a:lnTo>
                    <a:pt x="124495" y="46798"/>
                  </a:lnTo>
                  <a:lnTo>
                    <a:pt x="88786" y="61589"/>
                  </a:lnTo>
                  <a:lnTo>
                    <a:pt x="67243" y="93830"/>
                  </a:lnTo>
                  <a:lnTo>
                    <a:pt x="64388" y="113156"/>
                  </a:lnTo>
                  <a:lnTo>
                    <a:pt x="64388" y="770381"/>
                  </a:lnTo>
                  <a:lnTo>
                    <a:pt x="75615" y="807430"/>
                  </a:lnTo>
                  <a:lnTo>
                    <a:pt x="105548" y="831980"/>
                  </a:lnTo>
                  <a:lnTo>
                    <a:pt x="131063" y="837056"/>
                  </a:lnTo>
                  <a:lnTo>
                    <a:pt x="5919216" y="837056"/>
                  </a:lnTo>
                  <a:lnTo>
                    <a:pt x="5919216" y="920496"/>
                  </a:lnTo>
                  <a:close/>
                </a:path>
                <a:path w="5919470" h="920750">
                  <a:moveTo>
                    <a:pt x="5919216" y="837056"/>
                  </a:moveTo>
                  <a:lnTo>
                    <a:pt x="5788913" y="837056"/>
                  </a:lnTo>
                  <a:lnTo>
                    <a:pt x="5795481" y="836738"/>
                  </a:lnTo>
                  <a:lnTo>
                    <a:pt x="5801923" y="835786"/>
                  </a:lnTo>
                  <a:lnTo>
                    <a:pt x="5836059" y="817527"/>
                  </a:lnTo>
                  <a:lnTo>
                    <a:pt x="5854319" y="783391"/>
                  </a:lnTo>
                  <a:lnTo>
                    <a:pt x="5855588" y="770381"/>
                  </a:lnTo>
                  <a:lnTo>
                    <a:pt x="5855588" y="113156"/>
                  </a:lnTo>
                  <a:lnTo>
                    <a:pt x="5844361" y="76106"/>
                  </a:lnTo>
                  <a:lnTo>
                    <a:pt x="5814428" y="51556"/>
                  </a:lnTo>
                  <a:lnTo>
                    <a:pt x="5788913" y="46481"/>
                  </a:lnTo>
                  <a:lnTo>
                    <a:pt x="5919216" y="46481"/>
                  </a:lnTo>
                  <a:lnTo>
                    <a:pt x="5919216" y="837056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5762" y="3900487"/>
              <a:ext cx="5800725" cy="800100"/>
            </a:xfrm>
            <a:custGeom>
              <a:avLst/>
              <a:gdLst/>
              <a:ahLst/>
              <a:cxnLst/>
              <a:rect l="l" t="t" r="r" b="b"/>
              <a:pathLst>
                <a:path w="5800725" h="800100">
                  <a:moveTo>
                    <a:pt x="5733976" y="800099"/>
                  </a:moveTo>
                  <a:lnTo>
                    <a:pt x="66746" y="800099"/>
                  </a:lnTo>
                  <a:lnTo>
                    <a:pt x="62101" y="799641"/>
                  </a:lnTo>
                  <a:lnTo>
                    <a:pt x="24240" y="782492"/>
                  </a:lnTo>
                  <a:lnTo>
                    <a:pt x="2287" y="747199"/>
                  </a:lnTo>
                  <a:lnTo>
                    <a:pt x="0" y="733352"/>
                  </a:lnTo>
                  <a:lnTo>
                    <a:pt x="0" y="7286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733976" y="0"/>
                  </a:lnTo>
                  <a:lnTo>
                    <a:pt x="5772875" y="14645"/>
                  </a:lnTo>
                  <a:lnTo>
                    <a:pt x="5797080" y="48432"/>
                  </a:lnTo>
                  <a:lnTo>
                    <a:pt x="5800724" y="66746"/>
                  </a:lnTo>
                  <a:lnTo>
                    <a:pt x="5800724" y="733352"/>
                  </a:lnTo>
                  <a:lnTo>
                    <a:pt x="5786078" y="772250"/>
                  </a:lnTo>
                  <a:lnTo>
                    <a:pt x="5752290" y="796456"/>
                  </a:lnTo>
                  <a:lnTo>
                    <a:pt x="5738622" y="799641"/>
                  </a:lnTo>
                  <a:lnTo>
                    <a:pt x="5733976" y="80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5762" y="3900487"/>
              <a:ext cx="5800725" cy="800100"/>
            </a:xfrm>
            <a:custGeom>
              <a:avLst/>
              <a:gdLst/>
              <a:ahLst/>
              <a:cxnLst/>
              <a:rect l="l" t="t" r="r" b="b"/>
              <a:pathLst>
                <a:path w="5800725" h="800100">
                  <a:moveTo>
                    <a:pt x="0" y="7286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29287" y="0"/>
                  </a:lnTo>
                  <a:lnTo>
                    <a:pt x="5733976" y="0"/>
                  </a:lnTo>
                  <a:lnTo>
                    <a:pt x="5738622" y="457"/>
                  </a:lnTo>
                  <a:lnTo>
                    <a:pt x="5776484" y="17606"/>
                  </a:lnTo>
                  <a:lnTo>
                    <a:pt x="5779800" y="20923"/>
                  </a:lnTo>
                  <a:lnTo>
                    <a:pt x="5783117" y="24239"/>
                  </a:lnTo>
                  <a:lnTo>
                    <a:pt x="5799351" y="57500"/>
                  </a:lnTo>
                  <a:lnTo>
                    <a:pt x="5800267" y="62100"/>
                  </a:lnTo>
                  <a:lnTo>
                    <a:pt x="5800724" y="66746"/>
                  </a:lnTo>
                  <a:lnTo>
                    <a:pt x="5800724" y="71437"/>
                  </a:lnTo>
                  <a:lnTo>
                    <a:pt x="5800724" y="728662"/>
                  </a:lnTo>
                  <a:lnTo>
                    <a:pt x="5800724" y="733352"/>
                  </a:lnTo>
                  <a:lnTo>
                    <a:pt x="5800267" y="737998"/>
                  </a:lnTo>
                  <a:lnTo>
                    <a:pt x="5799351" y="742598"/>
                  </a:lnTo>
                  <a:lnTo>
                    <a:pt x="5798435" y="747198"/>
                  </a:lnTo>
                  <a:lnTo>
                    <a:pt x="5776484" y="782492"/>
                  </a:lnTo>
                  <a:lnTo>
                    <a:pt x="5743222" y="798726"/>
                  </a:lnTo>
                  <a:lnTo>
                    <a:pt x="5738622" y="799641"/>
                  </a:lnTo>
                  <a:lnTo>
                    <a:pt x="5733976" y="800099"/>
                  </a:lnTo>
                  <a:lnTo>
                    <a:pt x="5729287" y="800099"/>
                  </a:lnTo>
                  <a:lnTo>
                    <a:pt x="71437" y="800099"/>
                  </a:lnTo>
                  <a:lnTo>
                    <a:pt x="66746" y="800099"/>
                  </a:lnTo>
                  <a:lnTo>
                    <a:pt x="62101" y="799641"/>
                  </a:lnTo>
                  <a:lnTo>
                    <a:pt x="57500" y="798726"/>
                  </a:lnTo>
                  <a:lnTo>
                    <a:pt x="52900" y="797811"/>
                  </a:lnTo>
                  <a:lnTo>
                    <a:pt x="48433" y="796456"/>
                  </a:lnTo>
                  <a:lnTo>
                    <a:pt x="44099" y="794661"/>
                  </a:lnTo>
                  <a:lnTo>
                    <a:pt x="39765" y="792866"/>
                  </a:lnTo>
                  <a:lnTo>
                    <a:pt x="35649" y="790665"/>
                  </a:lnTo>
                  <a:lnTo>
                    <a:pt x="31748" y="788059"/>
                  </a:lnTo>
                  <a:lnTo>
                    <a:pt x="27848" y="785453"/>
                  </a:lnTo>
                  <a:lnTo>
                    <a:pt x="3642" y="751665"/>
                  </a:lnTo>
                  <a:lnTo>
                    <a:pt x="0" y="733352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1024" y="40481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1000" y="71196"/>
                  </a:lnTo>
                  <a:lnTo>
                    <a:pt x="381000" y="309803"/>
                  </a:lnTo>
                  <a:lnTo>
                    <a:pt x="365378" y="351294"/>
                  </a:lnTo>
                  <a:lnTo>
                    <a:pt x="329337" y="377114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4152899"/>
              <a:ext cx="171450" cy="174625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326136" y="4840224"/>
            <a:ext cx="5919470" cy="911860"/>
            <a:chOff x="326136" y="4840224"/>
            <a:chExt cx="5919470" cy="911860"/>
          </a:xfrm>
        </p:grpSpPr>
        <p:sp>
          <p:nvSpPr>
            <p:cNvPr id="26" name="object 26"/>
            <p:cNvSpPr/>
            <p:nvPr/>
          </p:nvSpPr>
          <p:spPr>
            <a:xfrm>
              <a:off x="326136" y="4840224"/>
              <a:ext cx="5919470" cy="911860"/>
            </a:xfrm>
            <a:custGeom>
              <a:avLst/>
              <a:gdLst/>
              <a:ahLst/>
              <a:cxnLst/>
              <a:rect l="l" t="t" r="r" b="b"/>
              <a:pathLst>
                <a:path w="5919470" h="911860">
                  <a:moveTo>
                    <a:pt x="5919216" y="911352"/>
                  </a:moveTo>
                  <a:lnTo>
                    <a:pt x="0" y="911352"/>
                  </a:lnTo>
                  <a:lnTo>
                    <a:pt x="0" y="0"/>
                  </a:lnTo>
                  <a:lnTo>
                    <a:pt x="5919216" y="0"/>
                  </a:lnTo>
                  <a:lnTo>
                    <a:pt x="5919216" y="46100"/>
                  </a:lnTo>
                  <a:lnTo>
                    <a:pt x="131063" y="46100"/>
                  </a:lnTo>
                  <a:lnTo>
                    <a:pt x="124495" y="46417"/>
                  </a:lnTo>
                  <a:lnTo>
                    <a:pt x="88786" y="61209"/>
                  </a:lnTo>
                  <a:lnTo>
                    <a:pt x="67243" y="93449"/>
                  </a:lnTo>
                  <a:lnTo>
                    <a:pt x="64388" y="112775"/>
                  </a:lnTo>
                  <a:lnTo>
                    <a:pt x="64388" y="760475"/>
                  </a:lnTo>
                  <a:lnTo>
                    <a:pt x="75615" y="797524"/>
                  </a:lnTo>
                  <a:lnTo>
                    <a:pt x="105548" y="822074"/>
                  </a:lnTo>
                  <a:lnTo>
                    <a:pt x="131063" y="827150"/>
                  </a:lnTo>
                  <a:lnTo>
                    <a:pt x="5919216" y="827150"/>
                  </a:lnTo>
                  <a:lnTo>
                    <a:pt x="5919216" y="911352"/>
                  </a:lnTo>
                  <a:close/>
                </a:path>
                <a:path w="5919470" h="911860">
                  <a:moveTo>
                    <a:pt x="5919216" y="827150"/>
                  </a:moveTo>
                  <a:lnTo>
                    <a:pt x="5788913" y="827150"/>
                  </a:lnTo>
                  <a:lnTo>
                    <a:pt x="5795481" y="826833"/>
                  </a:lnTo>
                  <a:lnTo>
                    <a:pt x="5801923" y="825881"/>
                  </a:lnTo>
                  <a:lnTo>
                    <a:pt x="5836059" y="807621"/>
                  </a:lnTo>
                  <a:lnTo>
                    <a:pt x="5854319" y="773485"/>
                  </a:lnTo>
                  <a:lnTo>
                    <a:pt x="5855588" y="760475"/>
                  </a:lnTo>
                  <a:lnTo>
                    <a:pt x="5855588" y="112775"/>
                  </a:lnTo>
                  <a:lnTo>
                    <a:pt x="5844361" y="75725"/>
                  </a:lnTo>
                  <a:lnTo>
                    <a:pt x="5814428" y="51175"/>
                  </a:lnTo>
                  <a:lnTo>
                    <a:pt x="5788913" y="46100"/>
                  </a:lnTo>
                  <a:lnTo>
                    <a:pt x="5919216" y="46100"/>
                  </a:lnTo>
                  <a:lnTo>
                    <a:pt x="5919216" y="827150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5762" y="4881562"/>
              <a:ext cx="5800725" cy="790575"/>
            </a:xfrm>
            <a:custGeom>
              <a:avLst/>
              <a:gdLst/>
              <a:ahLst/>
              <a:cxnLst/>
              <a:rect l="l" t="t" r="r" b="b"/>
              <a:pathLst>
                <a:path w="5800725" h="790575">
                  <a:moveTo>
                    <a:pt x="5733976" y="790574"/>
                  </a:moveTo>
                  <a:lnTo>
                    <a:pt x="66746" y="790574"/>
                  </a:lnTo>
                  <a:lnTo>
                    <a:pt x="62101" y="790117"/>
                  </a:lnTo>
                  <a:lnTo>
                    <a:pt x="24240" y="772967"/>
                  </a:lnTo>
                  <a:lnTo>
                    <a:pt x="2287" y="737674"/>
                  </a:lnTo>
                  <a:lnTo>
                    <a:pt x="0" y="723827"/>
                  </a:lnTo>
                  <a:lnTo>
                    <a:pt x="0" y="7191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733976" y="0"/>
                  </a:lnTo>
                  <a:lnTo>
                    <a:pt x="5772875" y="14644"/>
                  </a:lnTo>
                  <a:lnTo>
                    <a:pt x="5797080" y="48432"/>
                  </a:lnTo>
                  <a:lnTo>
                    <a:pt x="5800724" y="66746"/>
                  </a:lnTo>
                  <a:lnTo>
                    <a:pt x="5800724" y="723827"/>
                  </a:lnTo>
                  <a:lnTo>
                    <a:pt x="5786078" y="762725"/>
                  </a:lnTo>
                  <a:lnTo>
                    <a:pt x="5752290" y="786930"/>
                  </a:lnTo>
                  <a:lnTo>
                    <a:pt x="5738622" y="790117"/>
                  </a:lnTo>
                  <a:lnTo>
                    <a:pt x="5733976" y="790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5762" y="4881562"/>
              <a:ext cx="5800725" cy="790575"/>
            </a:xfrm>
            <a:custGeom>
              <a:avLst/>
              <a:gdLst/>
              <a:ahLst/>
              <a:cxnLst/>
              <a:rect l="l" t="t" r="r" b="b"/>
              <a:pathLst>
                <a:path w="5800725" h="790575">
                  <a:moveTo>
                    <a:pt x="0" y="7191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5"/>
                  </a:lnTo>
                  <a:lnTo>
                    <a:pt x="27848" y="14644"/>
                  </a:lnTo>
                  <a:lnTo>
                    <a:pt x="31748" y="12038"/>
                  </a:lnTo>
                  <a:lnTo>
                    <a:pt x="35649" y="9432"/>
                  </a:lnTo>
                  <a:lnTo>
                    <a:pt x="39765" y="7232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29287" y="0"/>
                  </a:lnTo>
                  <a:lnTo>
                    <a:pt x="5733976" y="0"/>
                  </a:lnTo>
                  <a:lnTo>
                    <a:pt x="5738622" y="457"/>
                  </a:lnTo>
                  <a:lnTo>
                    <a:pt x="5768974" y="12038"/>
                  </a:lnTo>
                  <a:lnTo>
                    <a:pt x="5772875" y="14644"/>
                  </a:lnTo>
                  <a:lnTo>
                    <a:pt x="5776484" y="17605"/>
                  </a:lnTo>
                  <a:lnTo>
                    <a:pt x="5779800" y="20923"/>
                  </a:lnTo>
                  <a:lnTo>
                    <a:pt x="5783117" y="24239"/>
                  </a:lnTo>
                  <a:lnTo>
                    <a:pt x="5799351" y="57500"/>
                  </a:lnTo>
                  <a:lnTo>
                    <a:pt x="5800267" y="62100"/>
                  </a:lnTo>
                  <a:lnTo>
                    <a:pt x="5800724" y="66746"/>
                  </a:lnTo>
                  <a:lnTo>
                    <a:pt x="5800724" y="71437"/>
                  </a:lnTo>
                  <a:lnTo>
                    <a:pt x="5800724" y="719137"/>
                  </a:lnTo>
                  <a:lnTo>
                    <a:pt x="5800724" y="723827"/>
                  </a:lnTo>
                  <a:lnTo>
                    <a:pt x="5800267" y="728473"/>
                  </a:lnTo>
                  <a:lnTo>
                    <a:pt x="5799351" y="733073"/>
                  </a:lnTo>
                  <a:lnTo>
                    <a:pt x="5798435" y="737674"/>
                  </a:lnTo>
                  <a:lnTo>
                    <a:pt x="5779800" y="769651"/>
                  </a:lnTo>
                  <a:lnTo>
                    <a:pt x="5776484" y="772967"/>
                  </a:lnTo>
                  <a:lnTo>
                    <a:pt x="5743222" y="789201"/>
                  </a:lnTo>
                  <a:lnTo>
                    <a:pt x="5738622" y="790117"/>
                  </a:lnTo>
                  <a:lnTo>
                    <a:pt x="5733976" y="790574"/>
                  </a:lnTo>
                  <a:lnTo>
                    <a:pt x="5729287" y="790574"/>
                  </a:lnTo>
                  <a:lnTo>
                    <a:pt x="71437" y="790574"/>
                  </a:lnTo>
                  <a:lnTo>
                    <a:pt x="66746" y="790574"/>
                  </a:lnTo>
                  <a:lnTo>
                    <a:pt x="62101" y="790117"/>
                  </a:lnTo>
                  <a:lnTo>
                    <a:pt x="57500" y="789201"/>
                  </a:lnTo>
                  <a:lnTo>
                    <a:pt x="52900" y="788286"/>
                  </a:lnTo>
                  <a:lnTo>
                    <a:pt x="20923" y="769651"/>
                  </a:lnTo>
                  <a:lnTo>
                    <a:pt x="17606" y="766334"/>
                  </a:lnTo>
                  <a:lnTo>
                    <a:pt x="457" y="728473"/>
                  </a:lnTo>
                  <a:lnTo>
                    <a:pt x="0" y="723827"/>
                  </a:lnTo>
                  <a:lnTo>
                    <a:pt x="0" y="7191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1024" y="5029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6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1000" y="71196"/>
                  </a:lnTo>
                  <a:lnTo>
                    <a:pt x="381000" y="309803"/>
                  </a:lnTo>
                  <a:lnTo>
                    <a:pt x="365378" y="351293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624" y="5146674"/>
              <a:ext cx="177800" cy="1524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139825" y="2043968"/>
            <a:ext cx="4124960" cy="5715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550" b="1" spc="-90" dirty="0">
                <a:solidFill>
                  <a:srgbClr val="1D293B"/>
                </a:solidFill>
                <a:latin typeface="Arial"/>
                <a:cs typeface="Arial"/>
              </a:rPr>
              <a:t>Taille</a:t>
            </a:r>
            <a:r>
              <a:rPr sz="1550" b="1" spc="-8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1D293B"/>
                </a:solidFill>
                <a:latin typeface="Arial"/>
                <a:cs typeface="Arial"/>
              </a:rPr>
              <a:t>Fixe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Définie</a:t>
            </a:r>
            <a:r>
              <a:rPr sz="1200" spc="-2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64738B"/>
                </a:solidFill>
                <a:latin typeface="Arial"/>
                <a:cs typeface="Arial"/>
              </a:rPr>
              <a:t>à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64738B"/>
                </a:solidFill>
                <a:latin typeface="Arial"/>
                <a:cs typeface="Arial"/>
              </a:rPr>
              <a:t>la</a:t>
            </a:r>
            <a:r>
              <a:rPr sz="1200" spc="-2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création.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Impossible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4738B"/>
                </a:solidFill>
                <a:latin typeface="Arial"/>
                <a:cs typeface="Arial"/>
              </a:rPr>
              <a:t>d'agrandir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ou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réduire</a:t>
            </a:r>
            <a:r>
              <a:rPr sz="1200" spc="-2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ensuite.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39825" y="3005993"/>
            <a:ext cx="3688079" cy="5715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550" b="1" spc="-100" dirty="0">
                <a:solidFill>
                  <a:srgbClr val="1D293B"/>
                </a:solidFill>
                <a:latin typeface="Arial"/>
                <a:cs typeface="Arial"/>
              </a:rPr>
              <a:t>Accès</a:t>
            </a:r>
            <a:r>
              <a:rPr sz="1550" b="1" spc="-7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1D293B"/>
                </a:solidFill>
                <a:latin typeface="Arial"/>
                <a:cs typeface="Arial"/>
              </a:rPr>
              <a:t>O(1)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Accès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instantané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64738B"/>
                </a:solidFill>
                <a:latin typeface="Arial"/>
                <a:cs typeface="Arial"/>
              </a:rPr>
              <a:t>à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4738B"/>
                </a:solidFill>
                <a:latin typeface="Arial"/>
                <a:cs typeface="Arial"/>
              </a:rPr>
              <a:t>n'importe</a:t>
            </a:r>
            <a:r>
              <a:rPr sz="1200" spc="-1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quelle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64738B"/>
                </a:solidFill>
                <a:latin typeface="Arial"/>
                <a:cs typeface="Arial"/>
              </a:rPr>
              <a:t>case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via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son</a:t>
            </a:r>
            <a:r>
              <a:rPr sz="1200" spc="-1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index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[i].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39825" y="3958493"/>
            <a:ext cx="4659630" cy="155257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550" b="1" spc="-135" dirty="0">
                <a:solidFill>
                  <a:srgbClr val="1D293B"/>
                </a:solidFill>
                <a:latin typeface="Arial"/>
                <a:cs typeface="Arial"/>
              </a:rPr>
              <a:t>Pas</a:t>
            </a:r>
            <a:r>
              <a:rPr sz="1550" b="1" spc="-90" dirty="0">
                <a:solidFill>
                  <a:srgbClr val="1D293B"/>
                </a:solidFill>
                <a:latin typeface="Arial"/>
                <a:cs typeface="Arial"/>
              </a:rPr>
              <a:t> de</a:t>
            </a:r>
            <a:r>
              <a:rPr sz="1550" b="1" spc="-8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100" dirty="0">
                <a:solidFill>
                  <a:srgbClr val="1D293B"/>
                </a:solidFill>
                <a:latin typeface="Arial"/>
                <a:cs typeface="Arial"/>
              </a:rPr>
              <a:t>méthodes</a:t>
            </a:r>
            <a:r>
              <a:rPr sz="1550" b="1" spc="-8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1D293B"/>
                </a:solidFill>
                <a:latin typeface="Arial"/>
                <a:cs typeface="Arial"/>
              </a:rPr>
              <a:t>utilitaires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200" spc="-95" dirty="0">
                <a:solidFill>
                  <a:srgbClr val="64738B"/>
                </a:solidFill>
                <a:latin typeface="Arial"/>
                <a:cs typeface="Arial"/>
              </a:rPr>
              <a:t>Pas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4738B"/>
                </a:solidFill>
                <a:latin typeface="Monaco"/>
                <a:cs typeface="Monaco"/>
              </a:rPr>
              <a:t>.add()</a:t>
            </a:r>
            <a:r>
              <a:rPr sz="1200" dirty="0">
                <a:solidFill>
                  <a:srgbClr val="64738B"/>
                </a:solidFill>
                <a:latin typeface="Arial"/>
                <a:cs typeface="Arial"/>
              </a:rPr>
              <a:t>,</a:t>
            </a:r>
            <a:r>
              <a:rPr sz="1200" spc="-6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4738B"/>
                </a:solidFill>
                <a:latin typeface="Monaco"/>
                <a:cs typeface="Monaco"/>
              </a:rPr>
              <a:t>.remove()</a:t>
            </a:r>
            <a:r>
              <a:rPr sz="1200" dirty="0">
                <a:solidFill>
                  <a:srgbClr val="64738B"/>
                </a:solidFill>
                <a:latin typeface="Arial"/>
                <a:cs typeface="Arial"/>
              </a:rPr>
              <a:t>,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ou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4738B"/>
                </a:solidFill>
                <a:latin typeface="Monaco"/>
                <a:cs typeface="Monaco"/>
              </a:rPr>
              <a:t>.contains()</a:t>
            </a:r>
            <a:r>
              <a:rPr sz="1200" dirty="0">
                <a:solidFill>
                  <a:srgbClr val="64738B"/>
                </a:solidFill>
                <a:latin typeface="Arial"/>
                <a:cs typeface="Arial"/>
              </a:rPr>
              <a:t>.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64738B"/>
                </a:solidFill>
                <a:latin typeface="Arial"/>
                <a:cs typeface="Arial"/>
              </a:rPr>
              <a:t>Tout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est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4738B"/>
                </a:solidFill>
                <a:latin typeface="Arial"/>
                <a:cs typeface="Arial"/>
              </a:rPr>
              <a:t>manuel.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50" b="1" spc="-105" dirty="0">
                <a:solidFill>
                  <a:srgbClr val="1D293B"/>
                </a:solidFill>
                <a:latin typeface="Arial"/>
                <a:cs typeface="Arial"/>
              </a:rPr>
              <a:t>Gestion</a:t>
            </a:r>
            <a:r>
              <a:rPr sz="1550" b="1" spc="-9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114" dirty="0">
                <a:solidFill>
                  <a:srgbClr val="1D293B"/>
                </a:solidFill>
                <a:latin typeface="Arial"/>
                <a:cs typeface="Arial"/>
              </a:rPr>
              <a:t>du</a:t>
            </a:r>
            <a:r>
              <a:rPr sz="1550" b="1" spc="-9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1D293B"/>
                </a:solidFill>
                <a:latin typeface="Arial"/>
                <a:cs typeface="Arial"/>
              </a:rPr>
              <a:t>null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200" spc="-70" dirty="0">
                <a:solidFill>
                  <a:srgbClr val="64738B"/>
                </a:solidFill>
                <a:latin typeface="Arial"/>
                <a:cs typeface="Arial"/>
              </a:rPr>
              <a:t>Les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64738B"/>
                </a:solidFill>
                <a:latin typeface="Arial"/>
                <a:cs typeface="Arial"/>
              </a:rPr>
              <a:t>cases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non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remplies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valent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4738B"/>
                </a:solidFill>
                <a:latin typeface="Monaco"/>
                <a:cs typeface="Monaco"/>
              </a:rPr>
              <a:t>null</a:t>
            </a:r>
            <a:r>
              <a:rPr sz="1200" dirty="0">
                <a:solidFill>
                  <a:srgbClr val="64738B"/>
                </a:solidFill>
                <a:latin typeface="Arial"/>
                <a:cs typeface="Arial"/>
              </a:rPr>
              <a:t>.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64738B"/>
                </a:solidFill>
                <a:latin typeface="Arial"/>
                <a:cs typeface="Arial"/>
              </a:rPr>
              <a:t>Risque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4738B"/>
                </a:solidFill>
                <a:latin typeface="Monaco"/>
                <a:cs typeface="Monaco"/>
              </a:rPr>
              <a:t>NullPointerException</a:t>
            </a:r>
            <a:r>
              <a:rPr sz="1200" spc="-10" dirty="0">
                <a:solidFill>
                  <a:srgbClr val="64738B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572250" y="1104900"/>
            <a:ext cx="5238750" cy="3352800"/>
            <a:chOff x="6572250" y="1104900"/>
            <a:chExt cx="5238750" cy="3352800"/>
          </a:xfrm>
        </p:grpSpPr>
        <p:sp>
          <p:nvSpPr>
            <p:cNvPr id="35" name="object 35"/>
            <p:cNvSpPr/>
            <p:nvPr/>
          </p:nvSpPr>
          <p:spPr>
            <a:xfrm>
              <a:off x="6572250" y="1104900"/>
              <a:ext cx="5238750" cy="3352800"/>
            </a:xfrm>
            <a:custGeom>
              <a:avLst/>
              <a:gdLst/>
              <a:ahLst/>
              <a:cxnLst/>
              <a:rect l="l" t="t" r="r" b="b"/>
              <a:pathLst>
                <a:path w="5238750" h="3352800">
                  <a:moveTo>
                    <a:pt x="5124450" y="3352799"/>
                  </a:moveTo>
                  <a:lnTo>
                    <a:pt x="114299" y="3352799"/>
                  </a:lnTo>
                  <a:lnTo>
                    <a:pt x="103039" y="3352255"/>
                  </a:lnTo>
                  <a:lnTo>
                    <a:pt x="60363" y="3339287"/>
                  </a:lnTo>
                  <a:lnTo>
                    <a:pt x="25899" y="3310975"/>
                  </a:lnTo>
                  <a:lnTo>
                    <a:pt x="4893" y="3271629"/>
                  </a:lnTo>
                  <a:lnTo>
                    <a:pt x="0" y="3238502"/>
                  </a:lnTo>
                  <a:lnTo>
                    <a:pt x="0" y="114297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124449" y="0"/>
                  </a:lnTo>
                  <a:lnTo>
                    <a:pt x="5168189" y="8700"/>
                  </a:lnTo>
                  <a:lnTo>
                    <a:pt x="5205271" y="33477"/>
                  </a:lnTo>
                  <a:lnTo>
                    <a:pt x="5230048" y="70559"/>
                  </a:lnTo>
                  <a:lnTo>
                    <a:pt x="5238749" y="114297"/>
                  </a:lnTo>
                  <a:lnTo>
                    <a:pt x="5238749" y="3238502"/>
                  </a:lnTo>
                  <a:lnTo>
                    <a:pt x="5230048" y="3282240"/>
                  </a:lnTo>
                  <a:lnTo>
                    <a:pt x="5205271" y="3319321"/>
                  </a:lnTo>
                  <a:lnTo>
                    <a:pt x="5168188" y="3344099"/>
                  </a:lnTo>
                  <a:lnTo>
                    <a:pt x="5124450" y="33527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572237" y="1104899"/>
              <a:ext cx="5238750" cy="3352800"/>
            </a:xfrm>
            <a:custGeom>
              <a:avLst/>
              <a:gdLst/>
              <a:ahLst/>
              <a:cxnLst/>
              <a:rect l="l" t="t" r="r" b="b"/>
              <a:pathLst>
                <a:path w="5238750" h="3352800">
                  <a:moveTo>
                    <a:pt x="9525" y="3205848"/>
                  </a:moveTo>
                  <a:lnTo>
                    <a:pt x="0" y="3205848"/>
                  </a:lnTo>
                  <a:lnTo>
                    <a:pt x="0" y="3234423"/>
                  </a:lnTo>
                  <a:lnTo>
                    <a:pt x="9525" y="3234423"/>
                  </a:lnTo>
                  <a:lnTo>
                    <a:pt x="9525" y="3205848"/>
                  </a:lnTo>
                  <a:close/>
                </a:path>
                <a:path w="5238750" h="3352800">
                  <a:moveTo>
                    <a:pt x="9525" y="3158172"/>
                  </a:moveTo>
                  <a:lnTo>
                    <a:pt x="0" y="3158172"/>
                  </a:lnTo>
                  <a:lnTo>
                    <a:pt x="0" y="3186747"/>
                  </a:lnTo>
                  <a:lnTo>
                    <a:pt x="9525" y="3186747"/>
                  </a:lnTo>
                  <a:lnTo>
                    <a:pt x="9525" y="3158172"/>
                  </a:lnTo>
                  <a:close/>
                </a:path>
                <a:path w="5238750" h="3352800">
                  <a:moveTo>
                    <a:pt x="9525" y="3110496"/>
                  </a:moveTo>
                  <a:lnTo>
                    <a:pt x="0" y="3110496"/>
                  </a:lnTo>
                  <a:lnTo>
                    <a:pt x="0" y="3139071"/>
                  </a:lnTo>
                  <a:lnTo>
                    <a:pt x="9525" y="3139071"/>
                  </a:lnTo>
                  <a:lnTo>
                    <a:pt x="9525" y="3110496"/>
                  </a:lnTo>
                  <a:close/>
                </a:path>
                <a:path w="5238750" h="3352800">
                  <a:moveTo>
                    <a:pt x="9525" y="3062821"/>
                  </a:moveTo>
                  <a:lnTo>
                    <a:pt x="0" y="3062821"/>
                  </a:lnTo>
                  <a:lnTo>
                    <a:pt x="0" y="3091396"/>
                  </a:lnTo>
                  <a:lnTo>
                    <a:pt x="9525" y="3091396"/>
                  </a:lnTo>
                  <a:lnTo>
                    <a:pt x="9525" y="3062821"/>
                  </a:lnTo>
                  <a:close/>
                </a:path>
                <a:path w="5238750" h="3352800">
                  <a:moveTo>
                    <a:pt x="9525" y="3015145"/>
                  </a:moveTo>
                  <a:lnTo>
                    <a:pt x="0" y="3015145"/>
                  </a:lnTo>
                  <a:lnTo>
                    <a:pt x="0" y="3043720"/>
                  </a:lnTo>
                  <a:lnTo>
                    <a:pt x="9525" y="3043720"/>
                  </a:lnTo>
                  <a:lnTo>
                    <a:pt x="9525" y="3015145"/>
                  </a:lnTo>
                  <a:close/>
                </a:path>
                <a:path w="5238750" h="3352800">
                  <a:moveTo>
                    <a:pt x="9525" y="2967456"/>
                  </a:moveTo>
                  <a:lnTo>
                    <a:pt x="0" y="2967456"/>
                  </a:lnTo>
                  <a:lnTo>
                    <a:pt x="0" y="2996031"/>
                  </a:lnTo>
                  <a:lnTo>
                    <a:pt x="9525" y="2996031"/>
                  </a:lnTo>
                  <a:lnTo>
                    <a:pt x="9525" y="2967456"/>
                  </a:lnTo>
                  <a:close/>
                </a:path>
                <a:path w="5238750" h="3352800">
                  <a:moveTo>
                    <a:pt x="9525" y="2919780"/>
                  </a:moveTo>
                  <a:lnTo>
                    <a:pt x="0" y="2919780"/>
                  </a:lnTo>
                  <a:lnTo>
                    <a:pt x="0" y="2948355"/>
                  </a:lnTo>
                  <a:lnTo>
                    <a:pt x="9525" y="2948355"/>
                  </a:lnTo>
                  <a:lnTo>
                    <a:pt x="9525" y="2919780"/>
                  </a:lnTo>
                  <a:close/>
                </a:path>
                <a:path w="5238750" h="3352800">
                  <a:moveTo>
                    <a:pt x="9525" y="2872105"/>
                  </a:moveTo>
                  <a:lnTo>
                    <a:pt x="0" y="2872105"/>
                  </a:lnTo>
                  <a:lnTo>
                    <a:pt x="0" y="2900680"/>
                  </a:lnTo>
                  <a:lnTo>
                    <a:pt x="9525" y="2900680"/>
                  </a:lnTo>
                  <a:lnTo>
                    <a:pt x="9525" y="2872105"/>
                  </a:lnTo>
                  <a:close/>
                </a:path>
                <a:path w="5238750" h="3352800">
                  <a:moveTo>
                    <a:pt x="9525" y="2824429"/>
                  </a:moveTo>
                  <a:lnTo>
                    <a:pt x="0" y="2824429"/>
                  </a:lnTo>
                  <a:lnTo>
                    <a:pt x="0" y="2853004"/>
                  </a:lnTo>
                  <a:lnTo>
                    <a:pt x="9525" y="2853004"/>
                  </a:lnTo>
                  <a:lnTo>
                    <a:pt x="9525" y="2824429"/>
                  </a:lnTo>
                  <a:close/>
                </a:path>
                <a:path w="5238750" h="3352800">
                  <a:moveTo>
                    <a:pt x="9525" y="2776753"/>
                  </a:moveTo>
                  <a:lnTo>
                    <a:pt x="0" y="2776753"/>
                  </a:lnTo>
                  <a:lnTo>
                    <a:pt x="0" y="2805328"/>
                  </a:lnTo>
                  <a:lnTo>
                    <a:pt x="9525" y="2805328"/>
                  </a:lnTo>
                  <a:lnTo>
                    <a:pt x="9525" y="2776753"/>
                  </a:lnTo>
                  <a:close/>
                </a:path>
                <a:path w="5238750" h="3352800">
                  <a:moveTo>
                    <a:pt x="9525" y="2729065"/>
                  </a:moveTo>
                  <a:lnTo>
                    <a:pt x="0" y="2729065"/>
                  </a:lnTo>
                  <a:lnTo>
                    <a:pt x="0" y="2757640"/>
                  </a:lnTo>
                  <a:lnTo>
                    <a:pt x="9525" y="2757640"/>
                  </a:lnTo>
                  <a:lnTo>
                    <a:pt x="9525" y="2729065"/>
                  </a:lnTo>
                  <a:close/>
                </a:path>
                <a:path w="5238750" h="3352800">
                  <a:moveTo>
                    <a:pt x="9525" y="2681389"/>
                  </a:moveTo>
                  <a:lnTo>
                    <a:pt x="0" y="2681389"/>
                  </a:lnTo>
                  <a:lnTo>
                    <a:pt x="0" y="2709964"/>
                  </a:lnTo>
                  <a:lnTo>
                    <a:pt x="9525" y="2709964"/>
                  </a:lnTo>
                  <a:lnTo>
                    <a:pt x="9525" y="2681389"/>
                  </a:lnTo>
                  <a:close/>
                </a:path>
                <a:path w="5238750" h="3352800">
                  <a:moveTo>
                    <a:pt x="9525" y="2633713"/>
                  </a:moveTo>
                  <a:lnTo>
                    <a:pt x="0" y="2633713"/>
                  </a:lnTo>
                  <a:lnTo>
                    <a:pt x="0" y="2662288"/>
                  </a:lnTo>
                  <a:lnTo>
                    <a:pt x="9525" y="2662288"/>
                  </a:lnTo>
                  <a:lnTo>
                    <a:pt x="9525" y="2633713"/>
                  </a:lnTo>
                  <a:close/>
                </a:path>
                <a:path w="5238750" h="3352800">
                  <a:moveTo>
                    <a:pt x="9525" y="2586037"/>
                  </a:moveTo>
                  <a:lnTo>
                    <a:pt x="0" y="2586037"/>
                  </a:lnTo>
                  <a:lnTo>
                    <a:pt x="0" y="2614612"/>
                  </a:lnTo>
                  <a:lnTo>
                    <a:pt x="9525" y="2614612"/>
                  </a:lnTo>
                  <a:lnTo>
                    <a:pt x="9525" y="2586037"/>
                  </a:lnTo>
                  <a:close/>
                </a:path>
                <a:path w="5238750" h="3352800">
                  <a:moveTo>
                    <a:pt x="9525" y="2538349"/>
                  </a:moveTo>
                  <a:lnTo>
                    <a:pt x="0" y="2538349"/>
                  </a:lnTo>
                  <a:lnTo>
                    <a:pt x="0" y="2566924"/>
                  </a:lnTo>
                  <a:lnTo>
                    <a:pt x="9525" y="2566924"/>
                  </a:lnTo>
                  <a:lnTo>
                    <a:pt x="9525" y="2538349"/>
                  </a:lnTo>
                  <a:close/>
                </a:path>
                <a:path w="5238750" h="3352800">
                  <a:moveTo>
                    <a:pt x="9525" y="2490673"/>
                  </a:moveTo>
                  <a:lnTo>
                    <a:pt x="0" y="2490673"/>
                  </a:lnTo>
                  <a:lnTo>
                    <a:pt x="0" y="2519248"/>
                  </a:lnTo>
                  <a:lnTo>
                    <a:pt x="9525" y="2519248"/>
                  </a:lnTo>
                  <a:lnTo>
                    <a:pt x="9525" y="2490673"/>
                  </a:lnTo>
                  <a:close/>
                </a:path>
                <a:path w="5238750" h="3352800">
                  <a:moveTo>
                    <a:pt x="9525" y="2442997"/>
                  </a:moveTo>
                  <a:lnTo>
                    <a:pt x="0" y="2442997"/>
                  </a:lnTo>
                  <a:lnTo>
                    <a:pt x="0" y="2471572"/>
                  </a:lnTo>
                  <a:lnTo>
                    <a:pt x="9525" y="2471572"/>
                  </a:lnTo>
                  <a:lnTo>
                    <a:pt x="9525" y="2442997"/>
                  </a:lnTo>
                  <a:close/>
                </a:path>
                <a:path w="5238750" h="3352800">
                  <a:moveTo>
                    <a:pt x="9525" y="2395321"/>
                  </a:moveTo>
                  <a:lnTo>
                    <a:pt x="0" y="2395321"/>
                  </a:lnTo>
                  <a:lnTo>
                    <a:pt x="0" y="2423896"/>
                  </a:lnTo>
                  <a:lnTo>
                    <a:pt x="9525" y="2423896"/>
                  </a:lnTo>
                  <a:lnTo>
                    <a:pt x="9525" y="2395321"/>
                  </a:lnTo>
                  <a:close/>
                </a:path>
                <a:path w="5238750" h="3352800">
                  <a:moveTo>
                    <a:pt x="9525" y="2347645"/>
                  </a:moveTo>
                  <a:lnTo>
                    <a:pt x="0" y="2347645"/>
                  </a:lnTo>
                  <a:lnTo>
                    <a:pt x="0" y="2376220"/>
                  </a:lnTo>
                  <a:lnTo>
                    <a:pt x="9525" y="2376220"/>
                  </a:lnTo>
                  <a:lnTo>
                    <a:pt x="9525" y="2347645"/>
                  </a:lnTo>
                  <a:close/>
                </a:path>
                <a:path w="5238750" h="3352800">
                  <a:moveTo>
                    <a:pt x="9525" y="2299957"/>
                  </a:moveTo>
                  <a:lnTo>
                    <a:pt x="0" y="2299957"/>
                  </a:lnTo>
                  <a:lnTo>
                    <a:pt x="0" y="2328532"/>
                  </a:lnTo>
                  <a:lnTo>
                    <a:pt x="9525" y="2328532"/>
                  </a:lnTo>
                  <a:lnTo>
                    <a:pt x="9525" y="2299957"/>
                  </a:lnTo>
                  <a:close/>
                </a:path>
                <a:path w="5238750" h="3352800">
                  <a:moveTo>
                    <a:pt x="9525" y="2252281"/>
                  </a:moveTo>
                  <a:lnTo>
                    <a:pt x="0" y="2252281"/>
                  </a:lnTo>
                  <a:lnTo>
                    <a:pt x="0" y="2280856"/>
                  </a:lnTo>
                  <a:lnTo>
                    <a:pt x="9525" y="2280856"/>
                  </a:lnTo>
                  <a:lnTo>
                    <a:pt x="9525" y="2252281"/>
                  </a:lnTo>
                  <a:close/>
                </a:path>
                <a:path w="5238750" h="3352800">
                  <a:moveTo>
                    <a:pt x="9525" y="2204605"/>
                  </a:moveTo>
                  <a:lnTo>
                    <a:pt x="0" y="2204605"/>
                  </a:lnTo>
                  <a:lnTo>
                    <a:pt x="0" y="2233180"/>
                  </a:lnTo>
                  <a:lnTo>
                    <a:pt x="9525" y="2233180"/>
                  </a:lnTo>
                  <a:lnTo>
                    <a:pt x="9525" y="2204605"/>
                  </a:lnTo>
                  <a:close/>
                </a:path>
                <a:path w="5238750" h="3352800">
                  <a:moveTo>
                    <a:pt x="9525" y="2156930"/>
                  </a:moveTo>
                  <a:lnTo>
                    <a:pt x="0" y="2156930"/>
                  </a:lnTo>
                  <a:lnTo>
                    <a:pt x="0" y="2185505"/>
                  </a:lnTo>
                  <a:lnTo>
                    <a:pt x="9525" y="2185505"/>
                  </a:lnTo>
                  <a:lnTo>
                    <a:pt x="9525" y="2156930"/>
                  </a:lnTo>
                  <a:close/>
                </a:path>
                <a:path w="5238750" h="3352800">
                  <a:moveTo>
                    <a:pt x="9525" y="2109254"/>
                  </a:moveTo>
                  <a:lnTo>
                    <a:pt x="0" y="2109254"/>
                  </a:lnTo>
                  <a:lnTo>
                    <a:pt x="0" y="2137829"/>
                  </a:lnTo>
                  <a:lnTo>
                    <a:pt x="9525" y="2137829"/>
                  </a:lnTo>
                  <a:lnTo>
                    <a:pt x="9525" y="2109254"/>
                  </a:lnTo>
                  <a:close/>
                </a:path>
                <a:path w="5238750" h="3352800">
                  <a:moveTo>
                    <a:pt x="9525" y="2061565"/>
                  </a:moveTo>
                  <a:lnTo>
                    <a:pt x="0" y="2061565"/>
                  </a:lnTo>
                  <a:lnTo>
                    <a:pt x="0" y="2090140"/>
                  </a:lnTo>
                  <a:lnTo>
                    <a:pt x="9525" y="2090140"/>
                  </a:lnTo>
                  <a:lnTo>
                    <a:pt x="9525" y="2061565"/>
                  </a:lnTo>
                  <a:close/>
                </a:path>
                <a:path w="5238750" h="3352800">
                  <a:moveTo>
                    <a:pt x="9525" y="2013889"/>
                  </a:moveTo>
                  <a:lnTo>
                    <a:pt x="0" y="2013889"/>
                  </a:lnTo>
                  <a:lnTo>
                    <a:pt x="0" y="2042464"/>
                  </a:lnTo>
                  <a:lnTo>
                    <a:pt x="9525" y="2042464"/>
                  </a:lnTo>
                  <a:lnTo>
                    <a:pt x="9525" y="2013889"/>
                  </a:lnTo>
                  <a:close/>
                </a:path>
                <a:path w="5238750" h="3352800">
                  <a:moveTo>
                    <a:pt x="9525" y="1966214"/>
                  </a:moveTo>
                  <a:lnTo>
                    <a:pt x="0" y="1966214"/>
                  </a:lnTo>
                  <a:lnTo>
                    <a:pt x="0" y="1994789"/>
                  </a:lnTo>
                  <a:lnTo>
                    <a:pt x="9525" y="1994789"/>
                  </a:lnTo>
                  <a:lnTo>
                    <a:pt x="9525" y="1966214"/>
                  </a:lnTo>
                  <a:close/>
                </a:path>
                <a:path w="5238750" h="3352800">
                  <a:moveTo>
                    <a:pt x="9525" y="1918538"/>
                  </a:moveTo>
                  <a:lnTo>
                    <a:pt x="0" y="1918538"/>
                  </a:lnTo>
                  <a:lnTo>
                    <a:pt x="0" y="1947113"/>
                  </a:lnTo>
                  <a:lnTo>
                    <a:pt x="9525" y="1947113"/>
                  </a:lnTo>
                  <a:lnTo>
                    <a:pt x="9525" y="1918538"/>
                  </a:lnTo>
                  <a:close/>
                </a:path>
                <a:path w="5238750" h="3352800">
                  <a:moveTo>
                    <a:pt x="9525" y="1870849"/>
                  </a:moveTo>
                  <a:lnTo>
                    <a:pt x="0" y="1870849"/>
                  </a:lnTo>
                  <a:lnTo>
                    <a:pt x="0" y="1899424"/>
                  </a:lnTo>
                  <a:lnTo>
                    <a:pt x="9525" y="1899424"/>
                  </a:lnTo>
                  <a:lnTo>
                    <a:pt x="9525" y="1870849"/>
                  </a:lnTo>
                  <a:close/>
                </a:path>
                <a:path w="5238750" h="3352800">
                  <a:moveTo>
                    <a:pt x="9525" y="1823173"/>
                  </a:moveTo>
                  <a:lnTo>
                    <a:pt x="0" y="1823173"/>
                  </a:lnTo>
                  <a:lnTo>
                    <a:pt x="0" y="1851748"/>
                  </a:lnTo>
                  <a:lnTo>
                    <a:pt x="9525" y="1851748"/>
                  </a:lnTo>
                  <a:lnTo>
                    <a:pt x="9525" y="1823173"/>
                  </a:lnTo>
                  <a:close/>
                </a:path>
                <a:path w="5238750" h="3352800">
                  <a:moveTo>
                    <a:pt x="9525" y="1775498"/>
                  </a:moveTo>
                  <a:lnTo>
                    <a:pt x="0" y="1775498"/>
                  </a:lnTo>
                  <a:lnTo>
                    <a:pt x="0" y="1804073"/>
                  </a:lnTo>
                  <a:lnTo>
                    <a:pt x="9525" y="1804073"/>
                  </a:lnTo>
                  <a:lnTo>
                    <a:pt x="9525" y="1775498"/>
                  </a:lnTo>
                  <a:close/>
                </a:path>
                <a:path w="5238750" h="3352800">
                  <a:moveTo>
                    <a:pt x="9525" y="1727822"/>
                  </a:moveTo>
                  <a:lnTo>
                    <a:pt x="0" y="1727822"/>
                  </a:lnTo>
                  <a:lnTo>
                    <a:pt x="0" y="1756397"/>
                  </a:lnTo>
                  <a:lnTo>
                    <a:pt x="9525" y="1756397"/>
                  </a:lnTo>
                  <a:lnTo>
                    <a:pt x="9525" y="1727822"/>
                  </a:lnTo>
                  <a:close/>
                </a:path>
                <a:path w="5238750" h="3352800">
                  <a:moveTo>
                    <a:pt x="9525" y="1680146"/>
                  </a:moveTo>
                  <a:lnTo>
                    <a:pt x="0" y="1680146"/>
                  </a:lnTo>
                  <a:lnTo>
                    <a:pt x="0" y="1708721"/>
                  </a:lnTo>
                  <a:lnTo>
                    <a:pt x="9525" y="1708721"/>
                  </a:lnTo>
                  <a:lnTo>
                    <a:pt x="9525" y="1680146"/>
                  </a:lnTo>
                  <a:close/>
                </a:path>
                <a:path w="5238750" h="3352800">
                  <a:moveTo>
                    <a:pt x="9525" y="1632458"/>
                  </a:moveTo>
                  <a:lnTo>
                    <a:pt x="0" y="1632458"/>
                  </a:lnTo>
                  <a:lnTo>
                    <a:pt x="0" y="1661033"/>
                  </a:lnTo>
                  <a:lnTo>
                    <a:pt x="9525" y="1661033"/>
                  </a:lnTo>
                  <a:lnTo>
                    <a:pt x="9525" y="1632458"/>
                  </a:lnTo>
                  <a:close/>
                </a:path>
                <a:path w="5238750" h="3352800">
                  <a:moveTo>
                    <a:pt x="9525" y="1584782"/>
                  </a:moveTo>
                  <a:lnTo>
                    <a:pt x="0" y="1584782"/>
                  </a:lnTo>
                  <a:lnTo>
                    <a:pt x="0" y="1613357"/>
                  </a:lnTo>
                  <a:lnTo>
                    <a:pt x="9525" y="1613357"/>
                  </a:lnTo>
                  <a:lnTo>
                    <a:pt x="9525" y="1584782"/>
                  </a:lnTo>
                  <a:close/>
                </a:path>
                <a:path w="5238750" h="3352800">
                  <a:moveTo>
                    <a:pt x="9525" y="1537106"/>
                  </a:moveTo>
                  <a:lnTo>
                    <a:pt x="0" y="1537106"/>
                  </a:lnTo>
                  <a:lnTo>
                    <a:pt x="0" y="1565681"/>
                  </a:lnTo>
                  <a:lnTo>
                    <a:pt x="9525" y="1565681"/>
                  </a:lnTo>
                  <a:lnTo>
                    <a:pt x="9525" y="1537106"/>
                  </a:lnTo>
                  <a:close/>
                </a:path>
                <a:path w="5238750" h="3352800">
                  <a:moveTo>
                    <a:pt x="9525" y="1489430"/>
                  </a:moveTo>
                  <a:lnTo>
                    <a:pt x="0" y="1489430"/>
                  </a:lnTo>
                  <a:lnTo>
                    <a:pt x="0" y="1518005"/>
                  </a:lnTo>
                  <a:lnTo>
                    <a:pt x="9525" y="1518005"/>
                  </a:lnTo>
                  <a:lnTo>
                    <a:pt x="9525" y="1489430"/>
                  </a:lnTo>
                  <a:close/>
                </a:path>
                <a:path w="5238750" h="3352800">
                  <a:moveTo>
                    <a:pt x="9525" y="1441742"/>
                  </a:moveTo>
                  <a:lnTo>
                    <a:pt x="0" y="1441742"/>
                  </a:lnTo>
                  <a:lnTo>
                    <a:pt x="0" y="1470317"/>
                  </a:lnTo>
                  <a:lnTo>
                    <a:pt x="9525" y="1470317"/>
                  </a:lnTo>
                  <a:lnTo>
                    <a:pt x="9525" y="1441742"/>
                  </a:lnTo>
                  <a:close/>
                </a:path>
                <a:path w="5238750" h="3352800">
                  <a:moveTo>
                    <a:pt x="9525" y="1394066"/>
                  </a:moveTo>
                  <a:lnTo>
                    <a:pt x="0" y="1394066"/>
                  </a:lnTo>
                  <a:lnTo>
                    <a:pt x="0" y="1422641"/>
                  </a:lnTo>
                  <a:lnTo>
                    <a:pt x="9525" y="1422641"/>
                  </a:lnTo>
                  <a:lnTo>
                    <a:pt x="9525" y="1394066"/>
                  </a:lnTo>
                  <a:close/>
                </a:path>
                <a:path w="5238750" h="3352800">
                  <a:moveTo>
                    <a:pt x="9525" y="1346390"/>
                  </a:moveTo>
                  <a:lnTo>
                    <a:pt x="0" y="1346390"/>
                  </a:lnTo>
                  <a:lnTo>
                    <a:pt x="0" y="1374965"/>
                  </a:lnTo>
                  <a:lnTo>
                    <a:pt x="9525" y="1374965"/>
                  </a:lnTo>
                  <a:lnTo>
                    <a:pt x="9525" y="1346390"/>
                  </a:lnTo>
                  <a:close/>
                </a:path>
                <a:path w="5238750" h="3352800">
                  <a:moveTo>
                    <a:pt x="9525" y="1298714"/>
                  </a:moveTo>
                  <a:lnTo>
                    <a:pt x="0" y="1298714"/>
                  </a:lnTo>
                  <a:lnTo>
                    <a:pt x="0" y="1327289"/>
                  </a:lnTo>
                  <a:lnTo>
                    <a:pt x="9525" y="1327289"/>
                  </a:lnTo>
                  <a:lnTo>
                    <a:pt x="9525" y="1298714"/>
                  </a:lnTo>
                  <a:close/>
                </a:path>
                <a:path w="5238750" h="3352800">
                  <a:moveTo>
                    <a:pt x="9525" y="1251038"/>
                  </a:moveTo>
                  <a:lnTo>
                    <a:pt x="0" y="1251038"/>
                  </a:lnTo>
                  <a:lnTo>
                    <a:pt x="0" y="1279613"/>
                  </a:lnTo>
                  <a:lnTo>
                    <a:pt x="9525" y="1279613"/>
                  </a:lnTo>
                  <a:lnTo>
                    <a:pt x="9525" y="1251038"/>
                  </a:lnTo>
                  <a:close/>
                </a:path>
                <a:path w="5238750" h="3352800">
                  <a:moveTo>
                    <a:pt x="9525" y="1203350"/>
                  </a:moveTo>
                  <a:lnTo>
                    <a:pt x="0" y="1203350"/>
                  </a:lnTo>
                  <a:lnTo>
                    <a:pt x="0" y="1231925"/>
                  </a:lnTo>
                  <a:lnTo>
                    <a:pt x="9525" y="1231925"/>
                  </a:lnTo>
                  <a:lnTo>
                    <a:pt x="9525" y="1203350"/>
                  </a:lnTo>
                  <a:close/>
                </a:path>
                <a:path w="5238750" h="3352800">
                  <a:moveTo>
                    <a:pt x="9525" y="1155674"/>
                  </a:moveTo>
                  <a:lnTo>
                    <a:pt x="0" y="1155674"/>
                  </a:lnTo>
                  <a:lnTo>
                    <a:pt x="0" y="1184249"/>
                  </a:lnTo>
                  <a:lnTo>
                    <a:pt x="9525" y="1184249"/>
                  </a:lnTo>
                  <a:lnTo>
                    <a:pt x="9525" y="1155674"/>
                  </a:lnTo>
                  <a:close/>
                </a:path>
                <a:path w="5238750" h="3352800">
                  <a:moveTo>
                    <a:pt x="9525" y="1107998"/>
                  </a:moveTo>
                  <a:lnTo>
                    <a:pt x="0" y="1107998"/>
                  </a:lnTo>
                  <a:lnTo>
                    <a:pt x="0" y="1136573"/>
                  </a:lnTo>
                  <a:lnTo>
                    <a:pt x="9525" y="1136573"/>
                  </a:lnTo>
                  <a:lnTo>
                    <a:pt x="9525" y="1107998"/>
                  </a:lnTo>
                  <a:close/>
                </a:path>
                <a:path w="5238750" h="3352800">
                  <a:moveTo>
                    <a:pt x="9525" y="1060323"/>
                  </a:moveTo>
                  <a:lnTo>
                    <a:pt x="0" y="1060323"/>
                  </a:lnTo>
                  <a:lnTo>
                    <a:pt x="0" y="1088898"/>
                  </a:lnTo>
                  <a:lnTo>
                    <a:pt x="9525" y="1088898"/>
                  </a:lnTo>
                  <a:lnTo>
                    <a:pt x="9525" y="1060323"/>
                  </a:lnTo>
                  <a:close/>
                </a:path>
                <a:path w="5238750" h="3352800">
                  <a:moveTo>
                    <a:pt x="9525" y="1012647"/>
                  </a:moveTo>
                  <a:lnTo>
                    <a:pt x="0" y="1012647"/>
                  </a:lnTo>
                  <a:lnTo>
                    <a:pt x="0" y="1041222"/>
                  </a:lnTo>
                  <a:lnTo>
                    <a:pt x="9525" y="1041222"/>
                  </a:lnTo>
                  <a:lnTo>
                    <a:pt x="9525" y="1012647"/>
                  </a:lnTo>
                  <a:close/>
                </a:path>
                <a:path w="5238750" h="3352800">
                  <a:moveTo>
                    <a:pt x="9525" y="964958"/>
                  </a:moveTo>
                  <a:lnTo>
                    <a:pt x="0" y="964958"/>
                  </a:lnTo>
                  <a:lnTo>
                    <a:pt x="0" y="993533"/>
                  </a:lnTo>
                  <a:lnTo>
                    <a:pt x="9525" y="993533"/>
                  </a:lnTo>
                  <a:lnTo>
                    <a:pt x="9525" y="964958"/>
                  </a:lnTo>
                  <a:close/>
                </a:path>
                <a:path w="5238750" h="3352800">
                  <a:moveTo>
                    <a:pt x="9525" y="917282"/>
                  </a:moveTo>
                  <a:lnTo>
                    <a:pt x="0" y="917282"/>
                  </a:lnTo>
                  <a:lnTo>
                    <a:pt x="0" y="945857"/>
                  </a:lnTo>
                  <a:lnTo>
                    <a:pt x="9525" y="945857"/>
                  </a:lnTo>
                  <a:lnTo>
                    <a:pt x="9525" y="917282"/>
                  </a:lnTo>
                  <a:close/>
                </a:path>
                <a:path w="5238750" h="3352800">
                  <a:moveTo>
                    <a:pt x="9525" y="869607"/>
                  </a:moveTo>
                  <a:lnTo>
                    <a:pt x="0" y="869607"/>
                  </a:lnTo>
                  <a:lnTo>
                    <a:pt x="0" y="898182"/>
                  </a:lnTo>
                  <a:lnTo>
                    <a:pt x="9525" y="898182"/>
                  </a:lnTo>
                  <a:lnTo>
                    <a:pt x="9525" y="869607"/>
                  </a:lnTo>
                  <a:close/>
                </a:path>
                <a:path w="5238750" h="3352800">
                  <a:moveTo>
                    <a:pt x="9525" y="821931"/>
                  </a:moveTo>
                  <a:lnTo>
                    <a:pt x="0" y="821931"/>
                  </a:lnTo>
                  <a:lnTo>
                    <a:pt x="0" y="850506"/>
                  </a:lnTo>
                  <a:lnTo>
                    <a:pt x="9525" y="850506"/>
                  </a:lnTo>
                  <a:lnTo>
                    <a:pt x="9525" y="821931"/>
                  </a:lnTo>
                  <a:close/>
                </a:path>
                <a:path w="5238750" h="3352800">
                  <a:moveTo>
                    <a:pt x="9525" y="774255"/>
                  </a:moveTo>
                  <a:lnTo>
                    <a:pt x="0" y="774255"/>
                  </a:lnTo>
                  <a:lnTo>
                    <a:pt x="0" y="802830"/>
                  </a:lnTo>
                  <a:lnTo>
                    <a:pt x="9525" y="802830"/>
                  </a:lnTo>
                  <a:lnTo>
                    <a:pt x="9525" y="774255"/>
                  </a:lnTo>
                  <a:close/>
                </a:path>
                <a:path w="5238750" h="3352800">
                  <a:moveTo>
                    <a:pt x="9525" y="726567"/>
                  </a:moveTo>
                  <a:lnTo>
                    <a:pt x="0" y="726567"/>
                  </a:lnTo>
                  <a:lnTo>
                    <a:pt x="0" y="755142"/>
                  </a:lnTo>
                  <a:lnTo>
                    <a:pt x="9525" y="755142"/>
                  </a:lnTo>
                  <a:lnTo>
                    <a:pt x="9525" y="726567"/>
                  </a:lnTo>
                  <a:close/>
                </a:path>
                <a:path w="5238750" h="3352800">
                  <a:moveTo>
                    <a:pt x="9525" y="678891"/>
                  </a:moveTo>
                  <a:lnTo>
                    <a:pt x="0" y="678891"/>
                  </a:lnTo>
                  <a:lnTo>
                    <a:pt x="0" y="707466"/>
                  </a:lnTo>
                  <a:lnTo>
                    <a:pt x="9525" y="707466"/>
                  </a:lnTo>
                  <a:lnTo>
                    <a:pt x="9525" y="678891"/>
                  </a:lnTo>
                  <a:close/>
                </a:path>
                <a:path w="5238750" h="3352800">
                  <a:moveTo>
                    <a:pt x="9525" y="631215"/>
                  </a:moveTo>
                  <a:lnTo>
                    <a:pt x="0" y="631215"/>
                  </a:lnTo>
                  <a:lnTo>
                    <a:pt x="0" y="659790"/>
                  </a:lnTo>
                  <a:lnTo>
                    <a:pt x="9525" y="659790"/>
                  </a:lnTo>
                  <a:lnTo>
                    <a:pt x="9525" y="631215"/>
                  </a:lnTo>
                  <a:close/>
                </a:path>
                <a:path w="5238750" h="3352800">
                  <a:moveTo>
                    <a:pt x="9525" y="583539"/>
                  </a:moveTo>
                  <a:lnTo>
                    <a:pt x="0" y="583539"/>
                  </a:lnTo>
                  <a:lnTo>
                    <a:pt x="0" y="612114"/>
                  </a:lnTo>
                  <a:lnTo>
                    <a:pt x="9525" y="612114"/>
                  </a:lnTo>
                  <a:lnTo>
                    <a:pt x="9525" y="583539"/>
                  </a:lnTo>
                  <a:close/>
                </a:path>
                <a:path w="5238750" h="3352800">
                  <a:moveTo>
                    <a:pt x="9525" y="535851"/>
                  </a:moveTo>
                  <a:lnTo>
                    <a:pt x="0" y="535851"/>
                  </a:lnTo>
                  <a:lnTo>
                    <a:pt x="0" y="564426"/>
                  </a:lnTo>
                  <a:lnTo>
                    <a:pt x="9525" y="564426"/>
                  </a:lnTo>
                  <a:lnTo>
                    <a:pt x="9525" y="535851"/>
                  </a:lnTo>
                  <a:close/>
                </a:path>
                <a:path w="5238750" h="3352800">
                  <a:moveTo>
                    <a:pt x="9525" y="488175"/>
                  </a:moveTo>
                  <a:lnTo>
                    <a:pt x="0" y="488175"/>
                  </a:lnTo>
                  <a:lnTo>
                    <a:pt x="0" y="516750"/>
                  </a:lnTo>
                  <a:lnTo>
                    <a:pt x="9525" y="516750"/>
                  </a:lnTo>
                  <a:lnTo>
                    <a:pt x="9525" y="488175"/>
                  </a:lnTo>
                  <a:close/>
                </a:path>
                <a:path w="5238750" h="3352800">
                  <a:moveTo>
                    <a:pt x="9525" y="440499"/>
                  </a:moveTo>
                  <a:lnTo>
                    <a:pt x="0" y="440499"/>
                  </a:lnTo>
                  <a:lnTo>
                    <a:pt x="0" y="469074"/>
                  </a:lnTo>
                  <a:lnTo>
                    <a:pt x="9525" y="469074"/>
                  </a:lnTo>
                  <a:lnTo>
                    <a:pt x="9525" y="440499"/>
                  </a:lnTo>
                  <a:close/>
                </a:path>
                <a:path w="5238750" h="3352800">
                  <a:moveTo>
                    <a:pt x="9525" y="392823"/>
                  </a:moveTo>
                  <a:lnTo>
                    <a:pt x="0" y="392823"/>
                  </a:lnTo>
                  <a:lnTo>
                    <a:pt x="0" y="421398"/>
                  </a:lnTo>
                  <a:lnTo>
                    <a:pt x="9525" y="421398"/>
                  </a:lnTo>
                  <a:lnTo>
                    <a:pt x="9525" y="392823"/>
                  </a:lnTo>
                  <a:close/>
                </a:path>
                <a:path w="5238750" h="3352800">
                  <a:moveTo>
                    <a:pt x="9525" y="345147"/>
                  </a:moveTo>
                  <a:lnTo>
                    <a:pt x="0" y="345147"/>
                  </a:lnTo>
                  <a:lnTo>
                    <a:pt x="0" y="373722"/>
                  </a:lnTo>
                  <a:lnTo>
                    <a:pt x="9525" y="373722"/>
                  </a:lnTo>
                  <a:lnTo>
                    <a:pt x="9525" y="345147"/>
                  </a:lnTo>
                  <a:close/>
                </a:path>
                <a:path w="5238750" h="3352800">
                  <a:moveTo>
                    <a:pt x="9525" y="297459"/>
                  </a:moveTo>
                  <a:lnTo>
                    <a:pt x="0" y="297459"/>
                  </a:lnTo>
                  <a:lnTo>
                    <a:pt x="0" y="326034"/>
                  </a:lnTo>
                  <a:lnTo>
                    <a:pt x="9525" y="326034"/>
                  </a:lnTo>
                  <a:lnTo>
                    <a:pt x="9525" y="297459"/>
                  </a:lnTo>
                  <a:close/>
                </a:path>
                <a:path w="5238750" h="3352800">
                  <a:moveTo>
                    <a:pt x="9525" y="249783"/>
                  </a:moveTo>
                  <a:lnTo>
                    <a:pt x="0" y="249783"/>
                  </a:lnTo>
                  <a:lnTo>
                    <a:pt x="0" y="278358"/>
                  </a:lnTo>
                  <a:lnTo>
                    <a:pt x="9525" y="278358"/>
                  </a:lnTo>
                  <a:lnTo>
                    <a:pt x="9525" y="249783"/>
                  </a:lnTo>
                  <a:close/>
                </a:path>
                <a:path w="5238750" h="3352800">
                  <a:moveTo>
                    <a:pt x="9525" y="202107"/>
                  </a:moveTo>
                  <a:lnTo>
                    <a:pt x="0" y="202107"/>
                  </a:lnTo>
                  <a:lnTo>
                    <a:pt x="0" y="230682"/>
                  </a:lnTo>
                  <a:lnTo>
                    <a:pt x="9525" y="230682"/>
                  </a:lnTo>
                  <a:lnTo>
                    <a:pt x="9525" y="202107"/>
                  </a:lnTo>
                  <a:close/>
                </a:path>
                <a:path w="5238750" h="3352800">
                  <a:moveTo>
                    <a:pt x="9525" y="154432"/>
                  </a:moveTo>
                  <a:lnTo>
                    <a:pt x="0" y="154432"/>
                  </a:lnTo>
                  <a:lnTo>
                    <a:pt x="0" y="183007"/>
                  </a:lnTo>
                  <a:lnTo>
                    <a:pt x="9525" y="183007"/>
                  </a:lnTo>
                  <a:lnTo>
                    <a:pt x="9525" y="154432"/>
                  </a:lnTo>
                  <a:close/>
                </a:path>
                <a:path w="5238750" h="3352800">
                  <a:moveTo>
                    <a:pt x="9855" y="107696"/>
                  </a:moveTo>
                  <a:lnTo>
                    <a:pt x="355" y="107099"/>
                  </a:lnTo>
                  <a:lnTo>
                    <a:pt x="0" y="114300"/>
                  </a:lnTo>
                  <a:lnTo>
                    <a:pt x="0" y="135331"/>
                  </a:lnTo>
                  <a:lnTo>
                    <a:pt x="9525" y="135331"/>
                  </a:lnTo>
                  <a:lnTo>
                    <a:pt x="9525" y="114300"/>
                  </a:lnTo>
                  <a:lnTo>
                    <a:pt x="9855" y="107696"/>
                  </a:lnTo>
                  <a:close/>
                </a:path>
                <a:path w="5238750" h="3352800">
                  <a:moveTo>
                    <a:pt x="17183" y="3277705"/>
                  </a:moveTo>
                  <a:lnTo>
                    <a:pt x="14020" y="3268878"/>
                  </a:lnTo>
                  <a:lnTo>
                    <a:pt x="11518" y="3258947"/>
                  </a:lnTo>
                  <a:lnTo>
                    <a:pt x="10464" y="3251784"/>
                  </a:lnTo>
                  <a:lnTo>
                    <a:pt x="1028" y="3252990"/>
                  </a:lnTo>
                  <a:lnTo>
                    <a:pt x="2184" y="3260814"/>
                  </a:lnTo>
                  <a:lnTo>
                    <a:pt x="4902" y="3271634"/>
                  </a:lnTo>
                  <a:lnTo>
                    <a:pt x="8356" y="3281261"/>
                  </a:lnTo>
                  <a:lnTo>
                    <a:pt x="17183" y="3277705"/>
                  </a:lnTo>
                  <a:close/>
                </a:path>
                <a:path w="5238750" h="3352800">
                  <a:moveTo>
                    <a:pt x="21602" y="65532"/>
                  </a:moveTo>
                  <a:lnTo>
                    <a:pt x="13169" y="61099"/>
                  </a:lnTo>
                  <a:lnTo>
                    <a:pt x="8699" y="70561"/>
                  </a:lnTo>
                  <a:lnTo>
                    <a:pt x="4902" y="81178"/>
                  </a:lnTo>
                  <a:lnTo>
                    <a:pt x="3098" y="88328"/>
                  </a:lnTo>
                  <a:lnTo>
                    <a:pt x="12369" y="90487"/>
                  </a:lnTo>
                  <a:lnTo>
                    <a:pt x="14020" y="83934"/>
                  </a:lnTo>
                  <a:lnTo>
                    <a:pt x="17500" y="74206"/>
                  </a:lnTo>
                  <a:lnTo>
                    <a:pt x="21602" y="65532"/>
                  </a:lnTo>
                  <a:close/>
                </a:path>
                <a:path w="5238750" h="3352800">
                  <a:moveTo>
                    <a:pt x="41668" y="3313912"/>
                  </a:moveTo>
                  <a:lnTo>
                    <a:pt x="40220" y="3312591"/>
                  </a:lnTo>
                  <a:lnTo>
                    <a:pt x="33274" y="3304946"/>
                  </a:lnTo>
                  <a:lnTo>
                    <a:pt x="27178" y="3296729"/>
                  </a:lnTo>
                  <a:lnTo>
                    <a:pt x="25057" y="3293199"/>
                  </a:lnTo>
                  <a:lnTo>
                    <a:pt x="16954" y="3298177"/>
                  </a:lnTo>
                  <a:lnTo>
                    <a:pt x="19253" y="3302025"/>
                  </a:lnTo>
                  <a:lnTo>
                    <a:pt x="25908" y="3310979"/>
                  </a:lnTo>
                  <a:lnTo>
                    <a:pt x="33477" y="3319322"/>
                  </a:lnTo>
                  <a:lnTo>
                    <a:pt x="35064" y="3320758"/>
                  </a:lnTo>
                  <a:lnTo>
                    <a:pt x="41668" y="3313912"/>
                  </a:lnTo>
                  <a:close/>
                </a:path>
                <a:path w="5238750" h="3352800">
                  <a:moveTo>
                    <a:pt x="49872" y="31788"/>
                  </a:moveTo>
                  <a:lnTo>
                    <a:pt x="44005" y="24282"/>
                  </a:lnTo>
                  <a:lnTo>
                    <a:pt x="41833" y="25908"/>
                  </a:lnTo>
                  <a:lnTo>
                    <a:pt x="33489" y="33489"/>
                  </a:lnTo>
                  <a:lnTo>
                    <a:pt x="25908" y="41833"/>
                  </a:lnTo>
                  <a:lnTo>
                    <a:pt x="23596" y="44945"/>
                  </a:lnTo>
                  <a:lnTo>
                    <a:pt x="31153" y="50723"/>
                  </a:lnTo>
                  <a:lnTo>
                    <a:pt x="33274" y="47866"/>
                  </a:lnTo>
                  <a:lnTo>
                    <a:pt x="40220" y="40220"/>
                  </a:lnTo>
                  <a:lnTo>
                    <a:pt x="47866" y="33274"/>
                  </a:lnTo>
                  <a:lnTo>
                    <a:pt x="49872" y="31788"/>
                  </a:lnTo>
                  <a:close/>
                </a:path>
                <a:path w="5238750" h="3352800">
                  <a:moveTo>
                    <a:pt x="78867" y="3336975"/>
                  </a:moveTo>
                  <a:lnTo>
                    <a:pt x="74206" y="3335299"/>
                  </a:lnTo>
                  <a:lnTo>
                    <a:pt x="64871" y="3330892"/>
                  </a:lnTo>
                  <a:lnTo>
                    <a:pt x="56083" y="3325634"/>
                  </a:lnTo>
                  <a:lnTo>
                    <a:pt x="55448" y="3325164"/>
                  </a:lnTo>
                  <a:lnTo>
                    <a:pt x="50101" y="3333038"/>
                  </a:lnTo>
                  <a:lnTo>
                    <a:pt x="50787" y="3333559"/>
                  </a:lnTo>
                  <a:lnTo>
                    <a:pt x="60375" y="3339300"/>
                  </a:lnTo>
                  <a:lnTo>
                    <a:pt x="70561" y="3344100"/>
                  </a:lnTo>
                  <a:lnTo>
                    <a:pt x="75641" y="3345929"/>
                  </a:lnTo>
                  <a:lnTo>
                    <a:pt x="78867" y="3336975"/>
                  </a:lnTo>
                  <a:close/>
                </a:path>
                <a:path w="5238750" h="3352800">
                  <a:moveTo>
                    <a:pt x="89458" y="12636"/>
                  </a:moveTo>
                  <a:lnTo>
                    <a:pt x="87198" y="3390"/>
                  </a:lnTo>
                  <a:lnTo>
                    <a:pt x="81178" y="4902"/>
                  </a:lnTo>
                  <a:lnTo>
                    <a:pt x="70561" y="8712"/>
                  </a:lnTo>
                  <a:lnTo>
                    <a:pt x="60375" y="13512"/>
                  </a:lnTo>
                  <a:lnTo>
                    <a:pt x="60083" y="13690"/>
                  </a:lnTo>
                  <a:lnTo>
                    <a:pt x="64604" y="22072"/>
                  </a:lnTo>
                  <a:lnTo>
                    <a:pt x="64871" y="21920"/>
                  </a:lnTo>
                  <a:lnTo>
                    <a:pt x="74206" y="17500"/>
                  </a:lnTo>
                  <a:lnTo>
                    <a:pt x="83934" y="14020"/>
                  </a:lnTo>
                  <a:lnTo>
                    <a:pt x="89458" y="12636"/>
                  </a:lnTo>
                  <a:close/>
                </a:path>
                <a:path w="5238750" h="3352800">
                  <a:moveTo>
                    <a:pt x="122555" y="3343275"/>
                  </a:moveTo>
                  <a:lnTo>
                    <a:pt x="114300" y="3343275"/>
                  </a:lnTo>
                  <a:lnTo>
                    <a:pt x="103987" y="3342779"/>
                  </a:lnTo>
                  <a:lnTo>
                    <a:pt x="96240" y="3341636"/>
                  </a:lnTo>
                  <a:lnTo>
                    <a:pt x="94602" y="3351009"/>
                  </a:lnTo>
                  <a:lnTo>
                    <a:pt x="103047" y="3352266"/>
                  </a:lnTo>
                  <a:lnTo>
                    <a:pt x="114300" y="3352800"/>
                  </a:lnTo>
                  <a:lnTo>
                    <a:pt x="122555" y="3352800"/>
                  </a:lnTo>
                  <a:lnTo>
                    <a:pt x="122555" y="3343275"/>
                  </a:lnTo>
                  <a:close/>
                </a:path>
                <a:path w="5238750" h="3352800">
                  <a:moveTo>
                    <a:pt x="142875" y="0"/>
                  </a:moveTo>
                  <a:lnTo>
                    <a:pt x="114300" y="0"/>
                  </a:lnTo>
                  <a:lnTo>
                    <a:pt x="105994" y="406"/>
                  </a:lnTo>
                  <a:lnTo>
                    <a:pt x="106692" y="9893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5238750" h="3352800">
                  <a:moveTo>
                    <a:pt x="170230" y="3343275"/>
                  </a:moveTo>
                  <a:lnTo>
                    <a:pt x="141655" y="3343275"/>
                  </a:lnTo>
                  <a:lnTo>
                    <a:pt x="141655" y="3352800"/>
                  </a:lnTo>
                  <a:lnTo>
                    <a:pt x="170230" y="3352800"/>
                  </a:lnTo>
                  <a:lnTo>
                    <a:pt x="170230" y="3343275"/>
                  </a:lnTo>
                  <a:close/>
                </a:path>
                <a:path w="5238750" h="3352800">
                  <a:moveTo>
                    <a:pt x="190563" y="0"/>
                  </a:moveTo>
                  <a:lnTo>
                    <a:pt x="161988" y="0"/>
                  </a:lnTo>
                  <a:lnTo>
                    <a:pt x="161988" y="9525"/>
                  </a:lnTo>
                  <a:lnTo>
                    <a:pt x="190563" y="9525"/>
                  </a:lnTo>
                  <a:lnTo>
                    <a:pt x="190563" y="0"/>
                  </a:lnTo>
                  <a:close/>
                </a:path>
                <a:path w="5238750" h="3352800">
                  <a:moveTo>
                    <a:pt x="217919" y="3343275"/>
                  </a:moveTo>
                  <a:lnTo>
                    <a:pt x="189344" y="3343275"/>
                  </a:lnTo>
                  <a:lnTo>
                    <a:pt x="189344" y="3352800"/>
                  </a:lnTo>
                  <a:lnTo>
                    <a:pt x="217919" y="3352800"/>
                  </a:lnTo>
                  <a:lnTo>
                    <a:pt x="217919" y="3343275"/>
                  </a:lnTo>
                  <a:close/>
                </a:path>
                <a:path w="5238750" h="3352800">
                  <a:moveTo>
                    <a:pt x="238239" y="0"/>
                  </a:moveTo>
                  <a:lnTo>
                    <a:pt x="209664" y="0"/>
                  </a:lnTo>
                  <a:lnTo>
                    <a:pt x="209664" y="9525"/>
                  </a:lnTo>
                  <a:lnTo>
                    <a:pt x="238239" y="9525"/>
                  </a:lnTo>
                  <a:lnTo>
                    <a:pt x="238239" y="0"/>
                  </a:lnTo>
                  <a:close/>
                </a:path>
                <a:path w="5238750" h="3352800">
                  <a:moveTo>
                    <a:pt x="265595" y="3343275"/>
                  </a:moveTo>
                  <a:lnTo>
                    <a:pt x="237020" y="3343275"/>
                  </a:lnTo>
                  <a:lnTo>
                    <a:pt x="237020" y="3352800"/>
                  </a:lnTo>
                  <a:lnTo>
                    <a:pt x="265595" y="3352800"/>
                  </a:lnTo>
                  <a:lnTo>
                    <a:pt x="265595" y="3343275"/>
                  </a:lnTo>
                  <a:close/>
                </a:path>
                <a:path w="5238750" h="3352800">
                  <a:moveTo>
                    <a:pt x="285915" y="0"/>
                  </a:moveTo>
                  <a:lnTo>
                    <a:pt x="257340" y="0"/>
                  </a:lnTo>
                  <a:lnTo>
                    <a:pt x="257340" y="9525"/>
                  </a:lnTo>
                  <a:lnTo>
                    <a:pt x="285915" y="9525"/>
                  </a:lnTo>
                  <a:lnTo>
                    <a:pt x="285915" y="0"/>
                  </a:lnTo>
                  <a:close/>
                </a:path>
                <a:path w="5238750" h="3352800">
                  <a:moveTo>
                    <a:pt x="313270" y="3343275"/>
                  </a:moveTo>
                  <a:lnTo>
                    <a:pt x="284695" y="3343275"/>
                  </a:lnTo>
                  <a:lnTo>
                    <a:pt x="284695" y="3352800"/>
                  </a:lnTo>
                  <a:lnTo>
                    <a:pt x="313270" y="3352800"/>
                  </a:lnTo>
                  <a:lnTo>
                    <a:pt x="313270" y="3343275"/>
                  </a:lnTo>
                  <a:close/>
                </a:path>
                <a:path w="5238750" h="3352800">
                  <a:moveTo>
                    <a:pt x="333590" y="0"/>
                  </a:moveTo>
                  <a:lnTo>
                    <a:pt x="305015" y="0"/>
                  </a:lnTo>
                  <a:lnTo>
                    <a:pt x="305015" y="9525"/>
                  </a:lnTo>
                  <a:lnTo>
                    <a:pt x="333590" y="9525"/>
                  </a:lnTo>
                  <a:lnTo>
                    <a:pt x="333590" y="0"/>
                  </a:lnTo>
                  <a:close/>
                </a:path>
                <a:path w="5238750" h="3352800">
                  <a:moveTo>
                    <a:pt x="360946" y="3343275"/>
                  </a:moveTo>
                  <a:lnTo>
                    <a:pt x="332371" y="3343275"/>
                  </a:lnTo>
                  <a:lnTo>
                    <a:pt x="332371" y="3352800"/>
                  </a:lnTo>
                  <a:lnTo>
                    <a:pt x="360946" y="3352800"/>
                  </a:lnTo>
                  <a:lnTo>
                    <a:pt x="360946" y="3343275"/>
                  </a:lnTo>
                  <a:close/>
                </a:path>
                <a:path w="5238750" h="3352800">
                  <a:moveTo>
                    <a:pt x="381279" y="0"/>
                  </a:moveTo>
                  <a:lnTo>
                    <a:pt x="352704" y="0"/>
                  </a:lnTo>
                  <a:lnTo>
                    <a:pt x="352704" y="9525"/>
                  </a:lnTo>
                  <a:lnTo>
                    <a:pt x="381279" y="9525"/>
                  </a:lnTo>
                  <a:lnTo>
                    <a:pt x="381279" y="0"/>
                  </a:lnTo>
                  <a:close/>
                </a:path>
                <a:path w="5238750" h="3352800">
                  <a:moveTo>
                    <a:pt x="408635" y="3343275"/>
                  </a:moveTo>
                  <a:lnTo>
                    <a:pt x="380060" y="3343275"/>
                  </a:lnTo>
                  <a:lnTo>
                    <a:pt x="380060" y="3352800"/>
                  </a:lnTo>
                  <a:lnTo>
                    <a:pt x="408635" y="3352800"/>
                  </a:lnTo>
                  <a:lnTo>
                    <a:pt x="408635" y="3343275"/>
                  </a:lnTo>
                  <a:close/>
                </a:path>
                <a:path w="5238750" h="3352800">
                  <a:moveTo>
                    <a:pt x="428955" y="0"/>
                  </a:moveTo>
                  <a:lnTo>
                    <a:pt x="400380" y="0"/>
                  </a:lnTo>
                  <a:lnTo>
                    <a:pt x="400380" y="9525"/>
                  </a:lnTo>
                  <a:lnTo>
                    <a:pt x="428955" y="9525"/>
                  </a:lnTo>
                  <a:lnTo>
                    <a:pt x="428955" y="0"/>
                  </a:lnTo>
                  <a:close/>
                </a:path>
                <a:path w="5238750" h="3352800">
                  <a:moveTo>
                    <a:pt x="456311" y="3343275"/>
                  </a:moveTo>
                  <a:lnTo>
                    <a:pt x="427736" y="3343275"/>
                  </a:lnTo>
                  <a:lnTo>
                    <a:pt x="427736" y="3352800"/>
                  </a:lnTo>
                  <a:lnTo>
                    <a:pt x="456311" y="3352800"/>
                  </a:lnTo>
                  <a:lnTo>
                    <a:pt x="456311" y="3343275"/>
                  </a:lnTo>
                  <a:close/>
                </a:path>
                <a:path w="5238750" h="3352800">
                  <a:moveTo>
                    <a:pt x="476631" y="0"/>
                  </a:moveTo>
                  <a:lnTo>
                    <a:pt x="448056" y="0"/>
                  </a:lnTo>
                  <a:lnTo>
                    <a:pt x="448056" y="9525"/>
                  </a:lnTo>
                  <a:lnTo>
                    <a:pt x="476631" y="9525"/>
                  </a:lnTo>
                  <a:lnTo>
                    <a:pt x="476631" y="0"/>
                  </a:lnTo>
                  <a:close/>
                </a:path>
                <a:path w="5238750" h="3352800">
                  <a:moveTo>
                    <a:pt x="503986" y="3343275"/>
                  </a:moveTo>
                  <a:lnTo>
                    <a:pt x="475411" y="3343275"/>
                  </a:lnTo>
                  <a:lnTo>
                    <a:pt x="475411" y="3352800"/>
                  </a:lnTo>
                  <a:lnTo>
                    <a:pt x="503986" y="3352800"/>
                  </a:lnTo>
                  <a:lnTo>
                    <a:pt x="503986" y="3343275"/>
                  </a:lnTo>
                  <a:close/>
                </a:path>
                <a:path w="5238750" h="3352800">
                  <a:moveTo>
                    <a:pt x="524306" y="0"/>
                  </a:moveTo>
                  <a:lnTo>
                    <a:pt x="495731" y="0"/>
                  </a:lnTo>
                  <a:lnTo>
                    <a:pt x="495731" y="9525"/>
                  </a:lnTo>
                  <a:lnTo>
                    <a:pt x="524306" y="9525"/>
                  </a:lnTo>
                  <a:lnTo>
                    <a:pt x="524306" y="0"/>
                  </a:lnTo>
                  <a:close/>
                </a:path>
                <a:path w="5238750" h="3352800">
                  <a:moveTo>
                    <a:pt x="551662" y="3343275"/>
                  </a:moveTo>
                  <a:lnTo>
                    <a:pt x="523087" y="3343275"/>
                  </a:lnTo>
                  <a:lnTo>
                    <a:pt x="523087" y="3352800"/>
                  </a:lnTo>
                  <a:lnTo>
                    <a:pt x="551662" y="3352800"/>
                  </a:lnTo>
                  <a:lnTo>
                    <a:pt x="551662" y="3343275"/>
                  </a:lnTo>
                  <a:close/>
                </a:path>
                <a:path w="5238750" h="3352800">
                  <a:moveTo>
                    <a:pt x="571982" y="0"/>
                  </a:moveTo>
                  <a:lnTo>
                    <a:pt x="543407" y="0"/>
                  </a:lnTo>
                  <a:lnTo>
                    <a:pt x="543407" y="9525"/>
                  </a:lnTo>
                  <a:lnTo>
                    <a:pt x="571982" y="9525"/>
                  </a:lnTo>
                  <a:lnTo>
                    <a:pt x="571982" y="0"/>
                  </a:lnTo>
                  <a:close/>
                </a:path>
                <a:path w="5238750" h="3352800">
                  <a:moveTo>
                    <a:pt x="599338" y="3343275"/>
                  </a:moveTo>
                  <a:lnTo>
                    <a:pt x="570763" y="3343275"/>
                  </a:lnTo>
                  <a:lnTo>
                    <a:pt x="570763" y="3352800"/>
                  </a:lnTo>
                  <a:lnTo>
                    <a:pt x="599338" y="3352800"/>
                  </a:lnTo>
                  <a:lnTo>
                    <a:pt x="599338" y="3343275"/>
                  </a:lnTo>
                  <a:close/>
                </a:path>
                <a:path w="5238750" h="3352800">
                  <a:moveTo>
                    <a:pt x="619671" y="0"/>
                  </a:moveTo>
                  <a:lnTo>
                    <a:pt x="591096" y="0"/>
                  </a:lnTo>
                  <a:lnTo>
                    <a:pt x="591096" y="9525"/>
                  </a:lnTo>
                  <a:lnTo>
                    <a:pt x="619671" y="9525"/>
                  </a:lnTo>
                  <a:lnTo>
                    <a:pt x="619671" y="0"/>
                  </a:lnTo>
                  <a:close/>
                </a:path>
                <a:path w="5238750" h="3352800">
                  <a:moveTo>
                    <a:pt x="647026" y="3343275"/>
                  </a:moveTo>
                  <a:lnTo>
                    <a:pt x="618451" y="3343275"/>
                  </a:lnTo>
                  <a:lnTo>
                    <a:pt x="618451" y="3352800"/>
                  </a:lnTo>
                  <a:lnTo>
                    <a:pt x="647026" y="3352800"/>
                  </a:lnTo>
                  <a:lnTo>
                    <a:pt x="647026" y="3343275"/>
                  </a:lnTo>
                  <a:close/>
                </a:path>
                <a:path w="5238750" h="3352800">
                  <a:moveTo>
                    <a:pt x="667346" y="0"/>
                  </a:moveTo>
                  <a:lnTo>
                    <a:pt x="638771" y="0"/>
                  </a:lnTo>
                  <a:lnTo>
                    <a:pt x="638771" y="9525"/>
                  </a:lnTo>
                  <a:lnTo>
                    <a:pt x="667346" y="9525"/>
                  </a:lnTo>
                  <a:lnTo>
                    <a:pt x="667346" y="0"/>
                  </a:lnTo>
                  <a:close/>
                </a:path>
                <a:path w="5238750" h="3352800">
                  <a:moveTo>
                    <a:pt x="694702" y="3343275"/>
                  </a:moveTo>
                  <a:lnTo>
                    <a:pt x="666127" y="3343275"/>
                  </a:lnTo>
                  <a:lnTo>
                    <a:pt x="666127" y="3352800"/>
                  </a:lnTo>
                  <a:lnTo>
                    <a:pt x="694702" y="3352800"/>
                  </a:lnTo>
                  <a:lnTo>
                    <a:pt x="694702" y="3343275"/>
                  </a:lnTo>
                  <a:close/>
                </a:path>
                <a:path w="5238750" h="3352800">
                  <a:moveTo>
                    <a:pt x="715022" y="0"/>
                  </a:moveTo>
                  <a:lnTo>
                    <a:pt x="686447" y="0"/>
                  </a:lnTo>
                  <a:lnTo>
                    <a:pt x="686447" y="9525"/>
                  </a:lnTo>
                  <a:lnTo>
                    <a:pt x="715022" y="9525"/>
                  </a:lnTo>
                  <a:lnTo>
                    <a:pt x="715022" y="0"/>
                  </a:lnTo>
                  <a:close/>
                </a:path>
                <a:path w="5238750" h="3352800">
                  <a:moveTo>
                    <a:pt x="742378" y="3343275"/>
                  </a:moveTo>
                  <a:lnTo>
                    <a:pt x="713803" y="3343275"/>
                  </a:lnTo>
                  <a:lnTo>
                    <a:pt x="713803" y="3352800"/>
                  </a:lnTo>
                  <a:lnTo>
                    <a:pt x="742378" y="3352800"/>
                  </a:lnTo>
                  <a:lnTo>
                    <a:pt x="742378" y="3343275"/>
                  </a:lnTo>
                  <a:close/>
                </a:path>
                <a:path w="5238750" h="3352800">
                  <a:moveTo>
                    <a:pt x="762698" y="0"/>
                  </a:moveTo>
                  <a:lnTo>
                    <a:pt x="734123" y="0"/>
                  </a:lnTo>
                  <a:lnTo>
                    <a:pt x="734123" y="9525"/>
                  </a:lnTo>
                  <a:lnTo>
                    <a:pt x="762698" y="9525"/>
                  </a:lnTo>
                  <a:lnTo>
                    <a:pt x="762698" y="0"/>
                  </a:lnTo>
                  <a:close/>
                </a:path>
                <a:path w="5238750" h="3352800">
                  <a:moveTo>
                    <a:pt x="790054" y="3343275"/>
                  </a:moveTo>
                  <a:lnTo>
                    <a:pt x="761479" y="3343275"/>
                  </a:lnTo>
                  <a:lnTo>
                    <a:pt x="761479" y="3352800"/>
                  </a:lnTo>
                  <a:lnTo>
                    <a:pt x="790054" y="3352800"/>
                  </a:lnTo>
                  <a:lnTo>
                    <a:pt x="790054" y="3343275"/>
                  </a:lnTo>
                  <a:close/>
                </a:path>
                <a:path w="5238750" h="3352800">
                  <a:moveTo>
                    <a:pt x="810374" y="0"/>
                  </a:moveTo>
                  <a:lnTo>
                    <a:pt x="781799" y="0"/>
                  </a:lnTo>
                  <a:lnTo>
                    <a:pt x="781799" y="9525"/>
                  </a:lnTo>
                  <a:lnTo>
                    <a:pt x="810374" y="9525"/>
                  </a:lnTo>
                  <a:lnTo>
                    <a:pt x="810374" y="0"/>
                  </a:lnTo>
                  <a:close/>
                </a:path>
                <a:path w="5238750" h="3352800">
                  <a:moveTo>
                    <a:pt x="837730" y="3343275"/>
                  </a:moveTo>
                  <a:lnTo>
                    <a:pt x="809155" y="3343275"/>
                  </a:lnTo>
                  <a:lnTo>
                    <a:pt x="809155" y="3352800"/>
                  </a:lnTo>
                  <a:lnTo>
                    <a:pt x="837730" y="3352800"/>
                  </a:lnTo>
                  <a:lnTo>
                    <a:pt x="837730" y="3343275"/>
                  </a:lnTo>
                  <a:close/>
                </a:path>
                <a:path w="5238750" h="3352800">
                  <a:moveTo>
                    <a:pt x="858062" y="0"/>
                  </a:moveTo>
                  <a:lnTo>
                    <a:pt x="829487" y="0"/>
                  </a:lnTo>
                  <a:lnTo>
                    <a:pt x="829487" y="9525"/>
                  </a:lnTo>
                  <a:lnTo>
                    <a:pt x="858062" y="9525"/>
                  </a:lnTo>
                  <a:lnTo>
                    <a:pt x="858062" y="0"/>
                  </a:lnTo>
                  <a:close/>
                </a:path>
                <a:path w="5238750" h="3352800">
                  <a:moveTo>
                    <a:pt x="885418" y="3343275"/>
                  </a:moveTo>
                  <a:lnTo>
                    <a:pt x="856843" y="3343275"/>
                  </a:lnTo>
                  <a:lnTo>
                    <a:pt x="856843" y="3352800"/>
                  </a:lnTo>
                  <a:lnTo>
                    <a:pt x="885418" y="3352800"/>
                  </a:lnTo>
                  <a:lnTo>
                    <a:pt x="885418" y="3343275"/>
                  </a:lnTo>
                  <a:close/>
                </a:path>
                <a:path w="5238750" h="3352800">
                  <a:moveTo>
                    <a:pt x="905738" y="0"/>
                  </a:moveTo>
                  <a:lnTo>
                    <a:pt x="877163" y="0"/>
                  </a:lnTo>
                  <a:lnTo>
                    <a:pt x="877163" y="9525"/>
                  </a:lnTo>
                  <a:lnTo>
                    <a:pt x="905738" y="9525"/>
                  </a:lnTo>
                  <a:lnTo>
                    <a:pt x="905738" y="0"/>
                  </a:lnTo>
                  <a:close/>
                </a:path>
                <a:path w="5238750" h="3352800">
                  <a:moveTo>
                    <a:pt x="933094" y="3343275"/>
                  </a:moveTo>
                  <a:lnTo>
                    <a:pt x="904519" y="3343275"/>
                  </a:lnTo>
                  <a:lnTo>
                    <a:pt x="904519" y="3352800"/>
                  </a:lnTo>
                  <a:lnTo>
                    <a:pt x="933094" y="3352800"/>
                  </a:lnTo>
                  <a:lnTo>
                    <a:pt x="933094" y="3343275"/>
                  </a:lnTo>
                  <a:close/>
                </a:path>
                <a:path w="5238750" h="3352800">
                  <a:moveTo>
                    <a:pt x="953414" y="0"/>
                  </a:moveTo>
                  <a:lnTo>
                    <a:pt x="924839" y="0"/>
                  </a:lnTo>
                  <a:lnTo>
                    <a:pt x="924839" y="9525"/>
                  </a:lnTo>
                  <a:lnTo>
                    <a:pt x="953414" y="9525"/>
                  </a:lnTo>
                  <a:lnTo>
                    <a:pt x="953414" y="0"/>
                  </a:lnTo>
                  <a:close/>
                </a:path>
                <a:path w="5238750" h="3352800">
                  <a:moveTo>
                    <a:pt x="980770" y="3343275"/>
                  </a:moveTo>
                  <a:lnTo>
                    <a:pt x="952195" y="3343275"/>
                  </a:lnTo>
                  <a:lnTo>
                    <a:pt x="952195" y="3352800"/>
                  </a:lnTo>
                  <a:lnTo>
                    <a:pt x="980770" y="3352800"/>
                  </a:lnTo>
                  <a:lnTo>
                    <a:pt x="980770" y="3343275"/>
                  </a:lnTo>
                  <a:close/>
                </a:path>
                <a:path w="5238750" h="3352800">
                  <a:moveTo>
                    <a:pt x="1001090" y="0"/>
                  </a:moveTo>
                  <a:lnTo>
                    <a:pt x="972515" y="0"/>
                  </a:lnTo>
                  <a:lnTo>
                    <a:pt x="972515" y="9525"/>
                  </a:lnTo>
                  <a:lnTo>
                    <a:pt x="1001090" y="9525"/>
                  </a:lnTo>
                  <a:lnTo>
                    <a:pt x="1001090" y="0"/>
                  </a:lnTo>
                  <a:close/>
                </a:path>
                <a:path w="5238750" h="3352800">
                  <a:moveTo>
                    <a:pt x="1028446" y="3343275"/>
                  </a:moveTo>
                  <a:lnTo>
                    <a:pt x="999871" y="3343275"/>
                  </a:lnTo>
                  <a:lnTo>
                    <a:pt x="999871" y="3352800"/>
                  </a:lnTo>
                  <a:lnTo>
                    <a:pt x="1028446" y="3352800"/>
                  </a:lnTo>
                  <a:lnTo>
                    <a:pt x="1028446" y="3343275"/>
                  </a:lnTo>
                  <a:close/>
                </a:path>
                <a:path w="5238750" h="3352800">
                  <a:moveTo>
                    <a:pt x="1048778" y="0"/>
                  </a:moveTo>
                  <a:lnTo>
                    <a:pt x="1020203" y="0"/>
                  </a:lnTo>
                  <a:lnTo>
                    <a:pt x="1020203" y="9525"/>
                  </a:lnTo>
                  <a:lnTo>
                    <a:pt x="1048778" y="9525"/>
                  </a:lnTo>
                  <a:lnTo>
                    <a:pt x="1048778" y="0"/>
                  </a:lnTo>
                  <a:close/>
                </a:path>
                <a:path w="5238750" h="3352800">
                  <a:moveTo>
                    <a:pt x="1076134" y="3343275"/>
                  </a:moveTo>
                  <a:lnTo>
                    <a:pt x="1047559" y="3343275"/>
                  </a:lnTo>
                  <a:lnTo>
                    <a:pt x="1047559" y="3352800"/>
                  </a:lnTo>
                  <a:lnTo>
                    <a:pt x="1076134" y="3352800"/>
                  </a:lnTo>
                  <a:lnTo>
                    <a:pt x="1076134" y="3343275"/>
                  </a:lnTo>
                  <a:close/>
                </a:path>
                <a:path w="5238750" h="3352800">
                  <a:moveTo>
                    <a:pt x="1096454" y="0"/>
                  </a:moveTo>
                  <a:lnTo>
                    <a:pt x="1067879" y="0"/>
                  </a:lnTo>
                  <a:lnTo>
                    <a:pt x="1067879" y="9525"/>
                  </a:lnTo>
                  <a:lnTo>
                    <a:pt x="1096454" y="9525"/>
                  </a:lnTo>
                  <a:lnTo>
                    <a:pt x="1096454" y="0"/>
                  </a:lnTo>
                  <a:close/>
                </a:path>
                <a:path w="5238750" h="3352800">
                  <a:moveTo>
                    <a:pt x="1123810" y="3343275"/>
                  </a:moveTo>
                  <a:lnTo>
                    <a:pt x="1095235" y="3343275"/>
                  </a:lnTo>
                  <a:lnTo>
                    <a:pt x="1095235" y="3352800"/>
                  </a:lnTo>
                  <a:lnTo>
                    <a:pt x="1123810" y="3352800"/>
                  </a:lnTo>
                  <a:lnTo>
                    <a:pt x="1123810" y="3343275"/>
                  </a:lnTo>
                  <a:close/>
                </a:path>
                <a:path w="5238750" h="3352800">
                  <a:moveTo>
                    <a:pt x="1144130" y="0"/>
                  </a:moveTo>
                  <a:lnTo>
                    <a:pt x="1115555" y="0"/>
                  </a:lnTo>
                  <a:lnTo>
                    <a:pt x="1115555" y="9525"/>
                  </a:lnTo>
                  <a:lnTo>
                    <a:pt x="1144130" y="9525"/>
                  </a:lnTo>
                  <a:lnTo>
                    <a:pt x="1144130" y="0"/>
                  </a:lnTo>
                  <a:close/>
                </a:path>
                <a:path w="5238750" h="3352800">
                  <a:moveTo>
                    <a:pt x="1171486" y="3343275"/>
                  </a:moveTo>
                  <a:lnTo>
                    <a:pt x="1142911" y="3343275"/>
                  </a:lnTo>
                  <a:lnTo>
                    <a:pt x="1142911" y="3352800"/>
                  </a:lnTo>
                  <a:lnTo>
                    <a:pt x="1171486" y="3352800"/>
                  </a:lnTo>
                  <a:lnTo>
                    <a:pt x="1171486" y="3343275"/>
                  </a:lnTo>
                  <a:close/>
                </a:path>
                <a:path w="5238750" h="3352800">
                  <a:moveTo>
                    <a:pt x="1191806" y="0"/>
                  </a:moveTo>
                  <a:lnTo>
                    <a:pt x="1163231" y="0"/>
                  </a:lnTo>
                  <a:lnTo>
                    <a:pt x="1163231" y="9525"/>
                  </a:lnTo>
                  <a:lnTo>
                    <a:pt x="1191806" y="9525"/>
                  </a:lnTo>
                  <a:lnTo>
                    <a:pt x="1191806" y="0"/>
                  </a:lnTo>
                  <a:close/>
                </a:path>
                <a:path w="5238750" h="3352800">
                  <a:moveTo>
                    <a:pt x="1219161" y="3343275"/>
                  </a:moveTo>
                  <a:lnTo>
                    <a:pt x="1190586" y="3343275"/>
                  </a:lnTo>
                  <a:lnTo>
                    <a:pt x="1190586" y="3352800"/>
                  </a:lnTo>
                  <a:lnTo>
                    <a:pt x="1219161" y="3352800"/>
                  </a:lnTo>
                  <a:lnTo>
                    <a:pt x="1219161" y="3343275"/>
                  </a:lnTo>
                  <a:close/>
                </a:path>
                <a:path w="5238750" h="3352800">
                  <a:moveTo>
                    <a:pt x="1239481" y="0"/>
                  </a:moveTo>
                  <a:lnTo>
                    <a:pt x="1210906" y="0"/>
                  </a:lnTo>
                  <a:lnTo>
                    <a:pt x="1210906" y="9525"/>
                  </a:lnTo>
                  <a:lnTo>
                    <a:pt x="1239481" y="9525"/>
                  </a:lnTo>
                  <a:lnTo>
                    <a:pt x="1239481" y="0"/>
                  </a:lnTo>
                  <a:close/>
                </a:path>
                <a:path w="5238750" h="3352800">
                  <a:moveTo>
                    <a:pt x="1266837" y="3343275"/>
                  </a:moveTo>
                  <a:lnTo>
                    <a:pt x="1238262" y="3343275"/>
                  </a:lnTo>
                  <a:lnTo>
                    <a:pt x="1238262" y="3352800"/>
                  </a:lnTo>
                  <a:lnTo>
                    <a:pt x="1266837" y="3352800"/>
                  </a:lnTo>
                  <a:lnTo>
                    <a:pt x="1266837" y="3343275"/>
                  </a:lnTo>
                  <a:close/>
                </a:path>
                <a:path w="5238750" h="3352800">
                  <a:moveTo>
                    <a:pt x="1287170" y="0"/>
                  </a:moveTo>
                  <a:lnTo>
                    <a:pt x="1258595" y="0"/>
                  </a:lnTo>
                  <a:lnTo>
                    <a:pt x="1258595" y="9525"/>
                  </a:lnTo>
                  <a:lnTo>
                    <a:pt x="1287170" y="9525"/>
                  </a:lnTo>
                  <a:lnTo>
                    <a:pt x="1287170" y="0"/>
                  </a:lnTo>
                  <a:close/>
                </a:path>
                <a:path w="5238750" h="3352800">
                  <a:moveTo>
                    <a:pt x="1314526" y="3343275"/>
                  </a:moveTo>
                  <a:lnTo>
                    <a:pt x="1285951" y="3343275"/>
                  </a:lnTo>
                  <a:lnTo>
                    <a:pt x="1285951" y="3352800"/>
                  </a:lnTo>
                  <a:lnTo>
                    <a:pt x="1314526" y="3352800"/>
                  </a:lnTo>
                  <a:lnTo>
                    <a:pt x="1314526" y="3343275"/>
                  </a:lnTo>
                  <a:close/>
                </a:path>
                <a:path w="5238750" h="3352800">
                  <a:moveTo>
                    <a:pt x="1334846" y="0"/>
                  </a:moveTo>
                  <a:lnTo>
                    <a:pt x="1306271" y="0"/>
                  </a:lnTo>
                  <a:lnTo>
                    <a:pt x="1306271" y="9525"/>
                  </a:lnTo>
                  <a:lnTo>
                    <a:pt x="1334846" y="9525"/>
                  </a:lnTo>
                  <a:lnTo>
                    <a:pt x="1334846" y="0"/>
                  </a:lnTo>
                  <a:close/>
                </a:path>
                <a:path w="5238750" h="3352800">
                  <a:moveTo>
                    <a:pt x="1362202" y="3343275"/>
                  </a:moveTo>
                  <a:lnTo>
                    <a:pt x="1333627" y="3343275"/>
                  </a:lnTo>
                  <a:lnTo>
                    <a:pt x="1333627" y="3352800"/>
                  </a:lnTo>
                  <a:lnTo>
                    <a:pt x="1362202" y="3352800"/>
                  </a:lnTo>
                  <a:lnTo>
                    <a:pt x="1362202" y="3343275"/>
                  </a:lnTo>
                  <a:close/>
                </a:path>
                <a:path w="5238750" h="3352800">
                  <a:moveTo>
                    <a:pt x="1382522" y="0"/>
                  </a:moveTo>
                  <a:lnTo>
                    <a:pt x="1353947" y="0"/>
                  </a:lnTo>
                  <a:lnTo>
                    <a:pt x="1353947" y="9525"/>
                  </a:lnTo>
                  <a:lnTo>
                    <a:pt x="1382522" y="9525"/>
                  </a:lnTo>
                  <a:lnTo>
                    <a:pt x="1382522" y="0"/>
                  </a:lnTo>
                  <a:close/>
                </a:path>
                <a:path w="5238750" h="3352800">
                  <a:moveTo>
                    <a:pt x="1409877" y="3343275"/>
                  </a:moveTo>
                  <a:lnTo>
                    <a:pt x="1381302" y="3343275"/>
                  </a:lnTo>
                  <a:lnTo>
                    <a:pt x="1381302" y="3352800"/>
                  </a:lnTo>
                  <a:lnTo>
                    <a:pt x="1409877" y="3352800"/>
                  </a:lnTo>
                  <a:lnTo>
                    <a:pt x="1409877" y="3343275"/>
                  </a:lnTo>
                  <a:close/>
                </a:path>
                <a:path w="5238750" h="3352800">
                  <a:moveTo>
                    <a:pt x="1430197" y="0"/>
                  </a:moveTo>
                  <a:lnTo>
                    <a:pt x="1401622" y="0"/>
                  </a:lnTo>
                  <a:lnTo>
                    <a:pt x="1401622" y="9525"/>
                  </a:lnTo>
                  <a:lnTo>
                    <a:pt x="1430197" y="9525"/>
                  </a:lnTo>
                  <a:lnTo>
                    <a:pt x="1430197" y="0"/>
                  </a:lnTo>
                  <a:close/>
                </a:path>
                <a:path w="5238750" h="3352800">
                  <a:moveTo>
                    <a:pt x="1457553" y="3343275"/>
                  </a:moveTo>
                  <a:lnTo>
                    <a:pt x="1428978" y="3343275"/>
                  </a:lnTo>
                  <a:lnTo>
                    <a:pt x="1428978" y="3352800"/>
                  </a:lnTo>
                  <a:lnTo>
                    <a:pt x="1457553" y="3352800"/>
                  </a:lnTo>
                  <a:lnTo>
                    <a:pt x="1457553" y="3343275"/>
                  </a:lnTo>
                  <a:close/>
                </a:path>
                <a:path w="5238750" h="3352800">
                  <a:moveTo>
                    <a:pt x="1477873" y="0"/>
                  </a:moveTo>
                  <a:lnTo>
                    <a:pt x="1449298" y="0"/>
                  </a:lnTo>
                  <a:lnTo>
                    <a:pt x="1449298" y="9525"/>
                  </a:lnTo>
                  <a:lnTo>
                    <a:pt x="1477873" y="9525"/>
                  </a:lnTo>
                  <a:lnTo>
                    <a:pt x="1477873" y="0"/>
                  </a:lnTo>
                  <a:close/>
                </a:path>
                <a:path w="5238750" h="3352800">
                  <a:moveTo>
                    <a:pt x="1505229" y="3343275"/>
                  </a:moveTo>
                  <a:lnTo>
                    <a:pt x="1476654" y="3343275"/>
                  </a:lnTo>
                  <a:lnTo>
                    <a:pt x="1476654" y="3352800"/>
                  </a:lnTo>
                  <a:lnTo>
                    <a:pt x="1505229" y="3352800"/>
                  </a:lnTo>
                  <a:lnTo>
                    <a:pt x="1505229" y="3343275"/>
                  </a:lnTo>
                  <a:close/>
                </a:path>
                <a:path w="5238750" h="3352800">
                  <a:moveTo>
                    <a:pt x="1525562" y="0"/>
                  </a:moveTo>
                  <a:lnTo>
                    <a:pt x="1496987" y="0"/>
                  </a:lnTo>
                  <a:lnTo>
                    <a:pt x="1496987" y="9525"/>
                  </a:lnTo>
                  <a:lnTo>
                    <a:pt x="1525562" y="9525"/>
                  </a:lnTo>
                  <a:lnTo>
                    <a:pt x="1525562" y="0"/>
                  </a:lnTo>
                  <a:close/>
                </a:path>
                <a:path w="5238750" h="3352800">
                  <a:moveTo>
                    <a:pt x="1552917" y="3343275"/>
                  </a:moveTo>
                  <a:lnTo>
                    <a:pt x="1524342" y="3343275"/>
                  </a:lnTo>
                  <a:lnTo>
                    <a:pt x="1524342" y="3352800"/>
                  </a:lnTo>
                  <a:lnTo>
                    <a:pt x="1552917" y="3352800"/>
                  </a:lnTo>
                  <a:lnTo>
                    <a:pt x="1552917" y="3343275"/>
                  </a:lnTo>
                  <a:close/>
                </a:path>
                <a:path w="5238750" h="3352800">
                  <a:moveTo>
                    <a:pt x="1573237" y="0"/>
                  </a:moveTo>
                  <a:lnTo>
                    <a:pt x="1544662" y="0"/>
                  </a:lnTo>
                  <a:lnTo>
                    <a:pt x="1544662" y="9525"/>
                  </a:lnTo>
                  <a:lnTo>
                    <a:pt x="1573237" y="9525"/>
                  </a:lnTo>
                  <a:lnTo>
                    <a:pt x="1573237" y="0"/>
                  </a:lnTo>
                  <a:close/>
                </a:path>
                <a:path w="5238750" h="3352800">
                  <a:moveTo>
                    <a:pt x="1600593" y="3343275"/>
                  </a:moveTo>
                  <a:lnTo>
                    <a:pt x="1572018" y="3343275"/>
                  </a:lnTo>
                  <a:lnTo>
                    <a:pt x="1572018" y="3352800"/>
                  </a:lnTo>
                  <a:lnTo>
                    <a:pt x="1600593" y="3352800"/>
                  </a:lnTo>
                  <a:lnTo>
                    <a:pt x="1600593" y="3343275"/>
                  </a:lnTo>
                  <a:close/>
                </a:path>
                <a:path w="5238750" h="3352800">
                  <a:moveTo>
                    <a:pt x="1620913" y="0"/>
                  </a:moveTo>
                  <a:lnTo>
                    <a:pt x="1592338" y="0"/>
                  </a:lnTo>
                  <a:lnTo>
                    <a:pt x="1592338" y="9525"/>
                  </a:lnTo>
                  <a:lnTo>
                    <a:pt x="1620913" y="9525"/>
                  </a:lnTo>
                  <a:lnTo>
                    <a:pt x="1620913" y="0"/>
                  </a:lnTo>
                  <a:close/>
                </a:path>
                <a:path w="5238750" h="3352800">
                  <a:moveTo>
                    <a:pt x="1648269" y="3343275"/>
                  </a:moveTo>
                  <a:lnTo>
                    <a:pt x="1619694" y="3343275"/>
                  </a:lnTo>
                  <a:lnTo>
                    <a:pt x="1619694" y="3352800"/>
                  </a:lnTo>
                  <a:lnTo>
                    <a:pt x="1648269" y="3352800"/>
                  </a:lnTo>
                  <a:lnTo>
                    <a:pt x="1648269" y="3343275"/>
                  </a:lnTo>
                  <a:close/>
                </a:path>
                <a:path w="5238750" h="3352800">
                  <a:moveTo>
                    <a:pt x="1668589" y="0"/>
                  </a:moveTo>
                  <a:lnTo>
                    <a:pt x="1640014" y="0"/>
                  </a:lnTo>
                  <a:lnTo>
                    <a:pt x="1640014" y="9525"/>
                  </a:lnTo>
                  <a:lnTo>
                    <a:pt x="1668589" y="9525"/>
                  </a:lnTo>
                  <a:lnTo>
                    <a:pt x="1668589" y="0"/>
                  </a:lnTo>
                  <a:close/>
                </a:path>
                <a:path w="5238750" h="3352800">
                  <a:moveTo>
                    <a:pt x="1695945" y="3343275"/>
                  </a:moveTo>
                  <a:lnTo>
                    <a:pt x="1667370" y="3343275"/>
                  </a:lnTo>
                  <a:lnTo>
                    <a:pt x="1667370" y="3352800"/>
                  </a:lnTo>
                  <a:lnTo>
                    <a:pt x="1695945" y="3352800"/>
                  </a:lnTo>
                  <a:lnTo>
                    <a:pt x="1695945" y="3343275"/>
                  </a:lnTo>
                  <a:close/>
                </a:path>
                <a:path w="5238750" h="3352800">
                  <a:moveTo>
                    <a:pt x="1716278" y="0"/>
                  </a:moveTo>
                  <a:lnTo>
                    <a:pt x="1687703" y="0"/>
                  </a:lnTo>
                  <a:lnTo>
                    <a:pt x="1687703" y="9525"/>
                  </a:lnTo>
                  <a:lnTo>
                    <a:pt x="1716278" y="9525"/>
                  </a:lnTo>
                  <a:lnTo>
                    <a:pt x="1716278" y="0"/>
                  </a:lnTo>
                  <a:close/>
                </a:path>
                <a:path w="5238750" h="3352800">
                  <a:moveTo>
                    <a:pt x="1743633" y="3343275"/>
                  </a:moveTo>
                  <a:lnTo>
                    <a:pt x="1715058" y="3343275"/>
                  </a:lnTo>
                  <a:lnTo>
                    <a:pt x="1715058" y="3352800"/>
                  </a:lnTo>
                  <a:lnTo>
                    <a:pt x="1743633" y="3352800"/>
                  </a:lnTo>
                  <a:lnTo>
                    <a:pt x="1743633" y="3343275"/>
                  </a:lnTo>
                  <a:close/>
                </a:path>
                <a:path w="5238750" h="3352800">
                  <a:moveTo>
                    <a:pt x="1763953" y="0"/>
                  </a:moveTo>
                  <a:lnTo>
                    <a:pt x="1735378" y="0"/>
                  </a:lnTo>
                  <a:lnTo>
                    <a:pt x="1735378" y="9525"/>
                  </a:lnTo>
                  <a:lnTo>
                    <a:pt x="1763953" y="9525"/>
                  </a:lnTo>
                  <a:lnTo>
                    <a:pt x="1763953" y="0"/>
                  </a:lnTo>
                  <a:close/>
                </a:path>
                <a:path w="5238750" h="3352800">
                  <a:moveTo>
                    <a:pt x="1791309" y="3343275"/>
                  </a:moveTo>
                  <a:lnTo>
                    <a:pt x="1762734" y="3343275"/>
                  </a:lnTo>
                  <a:lnTo>
                    <a:pt x="1762734" y="3352800"/>
                  </a:lnTo>
                  <a:lnTo>
                    <a:pt x="1791309" y="3352800"/>
                  </a:lnTo>
                  <a:lnTo>
                    <a:pt x="1791309" y="3343275"/>
                  </a:lnTo>
                  <a:close/>
                </a:path>
                <a:path w="5238750" h="3352800">
                  <a:moveTo>
                    <a:pt x="1811629" y="0"/>
                  </a:moveTo>
                  <a:lnTo>
                    <a:pt x="1783054" y="0"/>
                  </a:lnTo>
                  <a:lnTo>
                    <a:pt x="1783054" y="9525"/>
                  </a:lnTo>
                  <a:lnTo>
                    <a:pt x="1811629" y="9525"/>
                  </a:lnTo>
                  <a:lnTo>
                    <a:pt x="1811629" y="0"/>
                  </a:lnTo>
                  <a:close/>
                </a:path>
                <a:path w="5238750" h="3352800">
                  <a:moveTo>
                    <a:pt x="1838985" y="3343275"/>
                  </a:moveTo>
                  <a:lnTo>
                    <a:pt x="1810410" y="3343275"/>
                  </a:lnTo>
                  <a:lnTo>
                    <a:pt x="1810410" y="3352800"/>
                  </a:lnTo>
                  <a:lnTo>
                    <a:pt x="1838985" y="3352800"/>
                  </a:lnTo>
                  <a:lnTo>
                    <a:pt x="1838985" y="3343275"/>
                  </a:lnTo>
                  <a:close/>
                </a:path>
                <a:path w="5238750" h="3352800">
                  <a:moveTo>
                    <a:pt x="1859305" y="0"/>
                  </a:moveTo>
                  <a:lnTo>
                    <a:pt x="1830730" y="0"/>
                  </a:lnTo>
                  <a:lnTo>
                    <a:pt x="1830730" y="9525"/>
                  </a:lnTo>
                  <a:lnTo>
                    <a:pt x="1859305" y="9525"/>
                  </a:lnTo>
                  <a:lnTo>
                    <a:pt x="1859305" y="0"/>
                  </a:lnTo>
                  <a:close/>
                </a:path>
                <a:path w="5238750" h="3352800">
                  <a:moveTo>
                    <a:pt x="1886661" y="3343275"/>
                  </a:moveTo>
                  <a:lnTo>
                    <a:pt x="1858086" y="3343275"/>
                  </a:lnTo>
                  <a:lnTo>
                    <a:pt x="1858086" y="3352800"/>
                  </a:lnTo>
                  <a:lnTo>
                    <a:pt x="1886661" y="3352800"/>
                  </a:lnTo>
                  <a:lnTo>
                    <a:pt x="1886661" y="3343275"/>
                  </a:lnTo>
                  <a:close/>
                </a:path>
                <a:path w="5238750" h="3352800">
                  <a:moveTo>
                    <a:pt x="1906981" y="0"/>
                  </a:moveTo>
                  <a:lnTo>
                    <a:pt x="1878406" y="0"/>
                  </a:lnTo>
                  <a:lnTo>
                    <a:pt x="1878406" y="9525"/>
                  </a:lnTo>
                  <a:lnTo>
                    <a:pt x="1906981" y="9525"/>
                  </a:lnTo>
                  <a:lnTo>
                    <a:pt x="1906981" y="0"/>
                  </a:lnTo>
                  <a:close/>
                </a:path>
                <a:path w="5238750" h="3352800">
                  <a:moveTo>
                    <a:pt x="1934337" y="3343275"/>
                  </a:moveTo>
                  <a:lnTo>
                    <a:pt x="1905762" y="3343275"/>
                  </a:lnTo>
                  <a:lnTo>
                    <a:pt x="1905762" y="3352800"/>
                  </a:lnTo>
                  <a:lnTo>
                    <a:pt x="1934337" y="3352800"/>
                  </a:lnTo>
                  <a:lnTo>
                    <a:pt x="1934337" y="3343275"/>
                  </a:lnTo>
                  <a:close/>
                </a:path>
                <a:path w="5238750" h="3352800">
                  <a:moveTo>
                    <a:pt x="1954669" y="0"/>
                  </a:moveTo>
                  <a:lnTo>
                    <a:pt x="1926094" y="0"/>
                  </a:lnTo>
                  <a:lnTo>
                    <a:pt x="1926094" y="9525"/>
                  </a:lnTo>
                  <a:lnTo>
                    <a:pt x="1954669" y="9525"/>
                  </a:lnTo>
                  <a:lnTo>
                    <a:pt x="1954669" y="0"/>
                  </a:lnTo>
                  <a:close/>
                </a:path>
                <a:path w="5238750" h="3352800">
                  <a:moveTo>
                    <a:pt x="1982025" y="3343275"/>
                  </a:moveTo>
                  <a:lnTo>
                    <a:pt x="1953450" y="3343275"/>
                  </a:lnTo>
                  <a:lnTo>
                    <a:pt x="1953450" y="3352800"/>
                  </a:lnTo>
                  <a:lnTo>
                    <a:pt x="1982025" y="3352800"/>
                  </a:lnTo>
                  <a:lnTo>
                    <a:pt x="1982025" y="3343275"/>
                  </a:lnTo>
                  <a:close/>
                </a:path>
                <a:path w="5238750" h="3352800">
                  <a:moveTo>
                    <a:pt x="2002345" y="0"/>
                  </a:moveTo>
                  <a:lnTo>
                    <a:pt x="1973770" y="0"/>
                  </a:lnTo>
                  <a:lnTo>
                    <a:pt x="1973770" y="9525"/>
                  </a:lnTo>
                  <a:lnTo>
                    <a:pt x="2002345" y="9525"/>
                  </a:lnTo>
                  <a:lnTo>
                    <a:pt x="2002345" y="0"/>
                  </a:lnTo>
                  <a:close/>
                </a:path>
                <a:path w="5238750" h="3352800">
                  <a:moveTo>
                    <a:pt x="2029701" y="3343275"/>
                  </a:moveTo>
                  <a:lnTo>
                    <a:pt x="2001126" y="3343275"/>
                  </a:lnTo>
                  <a:lnTo>
                    <a:pt x="2001126" y="3352800"/>
                  </a:lnTo>
                  <a:lnTo>
                    <a:pt x="2029701" y="3352800"/>
                  </a:lnTo>
                  <a:lnTo>
                    <a:pt x="2029701" y="3343275"/>
                  </a:lnTo>
                  <a:close/>
                </a:path>
                <a:path w="5238750" h="3352800">
                  <a:moveTo>
                    <a:pt x="2050021" y="0"/>
                  </a:moveTo>
                  <a:lnTo>
                    <a:pt x="2021446" y="0"/>
                  </a:lnTo>
                  <a:lnTo>
                    <a:pt x="2021446" y="9525"/>
                  </a:lnTo>
                  <a:lnTo>
                    <a:pt x="2050021" y="9525"/>
                  </a:lnTo>
                  <a:lnTo>
                    <a:pt x="2050021" y="0"/>
                  </a:lnTo>
                  <a:close/>
                </a:path>
                <a:path w="5238750" h="3352800">
                  <a:moveTo>
                    <a:pt x="2077377" y="3343275"/>
                  </a:moveTo>
                  <a:lnTo>
                    <a:pt x="2048802" y="3343275"/>
                  </a:lnTo>
                  <a:lnTo>
                    <a:pt x="2048802" y="3352800"/>
                  </a:lnTo>
                  <a:lnTo>
                    <a:pt x="2077377" y="3352800"/>
                  </a:lnTo>
                  <a:lnTo>
                    <a:pt x="2077377" y="3343275"/>
                  </a:lnTo>
                  <a:close/>
                </a:path>
                <a:path w="5238750" h="3352800">
                  <a:moveTo>
                    <a:pt x="2097697" y="0"/>
                  </a:moveTo>
                  <a:lnTo>
                    <a:pt x="2069122" y="0"/>
                  </a:lnTo>
                  <a:lnTo>
                    <a:pt x="2069122" y="9525"/>
                  </a:lnTo>
                  <a:lnTo>
                    <a:pt x="2097697" y="9525"/>
                  </a:lnTo>
                  <a:lnTo>
                    <a:pt x="2097697" y="0"/>
                  </a:lnTo>
                  <a:close/>
                </a:path>
                <a:path w="5238750" h="3352800">
                  <a:moveTo>
                    <a:pt x="2125053" y="3343275"/>
                  </a:moveTo>
                  <a:lnTo>
                    <a:pt x="2096477" y="3343275"/>
                  </a:lnTo>
                  <a:lnTo>
                    <a:pt x="2096477" y="3352800"/>
                  </a:lnTo>
                  <a:lnTo>
                    <a:pt x="2125053" y="3352800"/>
                  </a:lnTo>
                  <a:lnTo>
                    <a:pt x="2125053" y="3343275"/>
                  </a:lnTo>
                  <a:close/>
                </a:path>
                <a:path w="5238750" h="3352800">
                  <a:moveTo>
                    <a:pt x="2145373" y="0"/>
                  </a:moveTo>
                  <a:lnTo>
                    <a:pt x="2116798" y="0"/>
                  </a:lnTo>
                  <a:lnTo>
                    <a:pt x="2116798" y="9525"/>
                  </a:lnTo>
                  <a:lnTo>
                    <a:pt x="2145373" y="9525"/>
                  </a:lnTo>
                  <a:lnTo>
                    <a:pt x="2145373" y="0"/>
                  </a:lnTo>
                  <a:close/>
                </a:path>
                <a:path w="5238750" h="3352800">
                  <a:moveTo>
                    <a:pt x="2172728" y="3343275"/>
                  </a:moveTo>
                  <a:lnTo>
                    <a:pt x="2144153" y="3343275"/>
                  </a:lnTo>
                  <a:lnTo>
                    <a:pt x="2144153" y="3352800"/>
                  </a:lnTo>
                  <a:lnTo>
                    <a:pt x="2172728" y="3352800"/>
                  </a:lnTo>
                  <a:lnTo>
                    <a:pt x="2172728" y="3343275"/>
                  </a:lnTo>
                  <a:close/>
                </a:path>
                <a:path w="5238750" h="3352800">
                  <a:moveTo>
                    <a:pt x="2193061" y="0"/>
                  </a:moveTo>
                  <a:lnTo>
                    <a:pt x="2164486" y="0"/>
                  </a:lnTo>
                  <a:lnTo>
                    <a:pt x="2164486" y="9525"/>
                  </a:lnTo>
                  <a:lnTo>
                    <a:pt x="2193061" y="9525"/>
                  </a:lnTo>
                  <a:lnTo>
                    <a:pt x="2193061" y="0"/>
                  </a:lnTo>
                  <a:close/>
                </a:path>
                <a:path w="5238750" h="3352800">
                  <a:moveTo>
                    <a:pt x="2220417" y="3343275"/>
                  </a:moveTo>
                  <a:lnTo>
                    <a:pt x="2191842" y="3343275"/>
                  </a:lnTo>
                  <a:lnTo>
                    <a:pt x="2191842" y="3352800"/>
                  </a:lnTo>
                  <a:lnTo>
                    <a:pt x="2220417" y="3352800"/>
                  </a:lnTo>
                  <a:lnTo>
                    <a:pt x="2220417" y="3343275"/>
                  </a:lnTo>
                  <a:close/>
                </a:path>
                <a:path w="5238750" h="3352800">
                  <a:moveTo>
                    <a:pt x="2240737" y="0"/>
                  </a:moveTo>
                  <a:lnTo>
                    <a:pt x="2212162" y="0"/>
                  </a:lnTo>
                  <a:lnTo>
                    <a:pt x="2212162" y="9525"/>
                  </a:lnTo>
                  <a:lnTo>
                    <a:pt x="2240737" y="9525"/>
                  </a:lnTo>
                  <a:lnTo>
                    <a:pt x="2240737" y="0"/>
                  </a:lnTo>
                  <a:close/>
                </a:path>
                <a:path w="5238750" h="3352800">
                  <a:moveTo>
                    <a:pt x="2268093" y="3343275"/>
                  </a:moveTo>
                  <a:lnTo>
                    <a:pt x="2239518" y="3343275"/>
                  </a:lnTo>
                  <a:lnTo>
                    <a:pt x="2239518" y="3352800"/>
                  </a:lnTo>
                  <a:lnTo>
                    <a:pt x="2268093" y="3352800"/>
                  </a:lnTo>
                  <a:lnTo>
                    <a:pt x="2268093" y="3343275"/>
                  </a:lnTo>
                  <a:close/>
                </a:path>
                <a:path w="5238750" h="3352800">
                  <a:moveTo>
                    <a:pt x="2288413" y="0"/>
                  </a:moveTo>
                  <a:lnTo>
                    <a:pt x="2259838" y="0"/>
                  </a:lnTo>
                  <a:lnTo>
                    <a:pt x="2259838" y="9525"/>
                  </a:lnTo>
                  <a:lnTo>
                    <a:pt x="2288413" y="9525"/>
                  </a:lnTo>
                  <a:lnTo>
                    <a:pt x="2288413" y="0"/>
                  </a:lnTo>
                  <a:close/>
                </a:path>
                <a:path w="5238750" h="3352800">
                  <a:moveTo>
                    <a:pt x="2315768" y="3343275"/>
                  </a:moveTo>
                  <a:lnTo>
                    <a:pt x="2287193" y="3343275"/>
                  </a:lnTo>
                  <a:lnTo>
                    <a:pt x="2287193" y="3352800"/>
                  </a:lnTo>
                  <a:lnTo>
                    <a:pt x="2315768" y="3352800"/>
                  </a:lnTo>
                  <a:lnTo>
                    <a:pt x="2315768" y="3343275"/>
                  </a:lnTo>
                  <a:close/>
                </a:path>
                <a:path w="5238750" h="3352800">
                  <a:moveTo>
                    <a:pt x="2336088" y="0"/>
                  </a:moveTo>
                  <a:lnTo>
                    <a:pt x="2307513" y="0"/>
                  </a:lnTo>
                  <a:lnTo>
                    <a:pt x="2307513" y="9525"/>
                  </a:lnTo>
                  <a:lnTo>
                    <a:pt x="2336088" y="9525"/>
                  </a:lnTo>
                  <a:lnTo>
                    <a:pt x="2336088" y="0"/>
                  </a:lnTo>
                  <a:close/>
                </a:path>
                <a:path w="5238750" h="3352800">
                  <a:moveTo>
                    <a:pt x="2363444" y="3343275"/>
                  </a:moveTo>
                  <a:lnTo>
                    <a:pt x="2334869" y="3343275"/>
                  </a:lnTo>
                  <a:lnTo>
                    <a:pt x="2334869" y="3352800"/>
                  </a:lnTo>
                  <a:lnTo>
                    <a:pt x="2363444" y="3352800"/>
                  </a:lnTo>
                  <a:lnTo>
                    <a:pt x="2363444" y="3343275"/>
                  </a:lnTo>
                  <a:close/>
                </a:path>
                <a:path w="5238750" h="3352800">
                  <a:moveTo>
                    <a:pt x="2383777" y="0"/>
                  </a:moveTo>
                  <a:lnTo>
                    <a:pt x="2355202" y="0"/>
                  </a:lnTo>
                  <a:lnTo>
                    <a:pt x="2355202" y="9525"/>
                  </a:lnTo>
                  <a:lnTo>
                    <a:pt x="2383777" y="9525"/>
                  </a:lnTo>
                  <a:lnTo>
                    <a:pt x="2383777" y="0"/>
                  </a:lnTo>
                  <a:close/>
                </a:path>
                <a:path w="5238750" h="3352800">
                  <a:moveTo>
                    <a:pt x="2411120" y="3343275"/>
                  </a:moveTo>
                  <a:lnTo>
                    <a:pt x="2382545" y="3343275"/>
                  </a:lnTo>
                  <a:lnTo>
                    <a:pt x="2382545" y="3352800"/>
                  </a:lnTo>
                  <a:lnTo>
                    <a:pt x="2411120" y="3352800"/>
                  </a:lnTo>
                  <a:lnTo>
                    <a:pt x="2411120" y="3343275"/>
                  </a:lnTo>
                  <a:close/>
                </a:path>
                <a:path w="5238750" h="3352800">
                  <a:moveTo>
                    <a:pt x="2431453" y="0"/>
                  </a:moveTo>
                  <a:lnTo>
                    <a:pt x="2402878" y="0"/>
                  </a:lnTo>
                  <a:lnTo>
                    <a:pt x="2402878" y="9525"/>
                  </a:lnTo>
                  <a:lnTo>
                    <a:pt x="2431453" y="9525"/>
                  </a:lnTo>
                  <a:lnTo>
                    <a:pt x="2431453" y="0"/>
                  </a:lnTo>
                  <a:close/>
                </a:path>
                <a:path w="5238750" h="3352800">
                  <a:moveTo>
                    <a:pt x="2458809" y="3343275"/>
                  </a:moveTo>
                  <a:lnTo>
                    <a:pt x="2430234" y="3343275"/>
                  </a:lnTo>
                  <a:lnTo>
                    <a:pt x="2430234" y="3352800"/>
                  </a:lnTo>
                  <a:lnTo>
                    <a:pt x="2458809" y="3352800"/>
                  </a:lnTo>
                  <a:lnTo>
                    <a:pt x="2458809" y="3343275"/>
                  </a:lnTo>
                  <a:close/>
                </a:path>
                <a:path w="5238750" h="3352800">
                  <a:moveTo>
                    <a:pt x="2479129" y="0"/>
                  </a:moveTo>
                  <a:lnTo>
                    <a:pt x="2450554" y="0"/>
                  </a:lnTo>
                  <a:lnTo>
                    <a:pt x="2450554" y="9525"/>
                  </a:lnTo>
                  <a:lnTo>
                    <a:pt x="2479129" y="9525"/>
                  </a:lnTo>
                  <a:lnTo>
                    <a:pt x="2479129" y="0"/>
                  </a:lnTo>
                  <a:close/>
                </a:path>
                <a:path w="5238750" h="3352800">
                  <a:moveTo>
                    <a:pt x="2506484" y="3343275"/>
                  </a:moveTo>
                  <a:lnTo>
                    <a:pt x="2477909" y="3343275"/>
                  </a:lnTo>
                  <a:lnTo>
                    <a:pt x="2477909" y="3352800"/>
                  </a:lnTo>
                  <a:lnTo>
                    <a:pt x="2506484" y="3352800"/>
                  </a:lnTo>
                  <a:lnTo>
                    <a:pt x="2506484" y="3343275"/>
                  </a:lnTo>
                  <a:close/>
                </a:path>
                <a:path w="5238750" h="3352800">
                  <a:moveTo>
                    <a:pt x="2526804" y="0"/>
                  </a:moveTo>
                  <a:lnTo>
                    <a:pt x="2498229" y="0"/>
                  </a:lnTo>
                  <a:lnTo>
                    <a:pt x="2498229" y="9525"/>
                  </a:lnTo>
                  <a:lnTo>
                    <a:pt x="2526804" y="9525"/>
                  </a:lnTo>
                  <a:lnTo>
                    <a:pt x="2526804" y="0"/>
                  </a:lnTo>
                  <a:close/>
                </a:path>
                <a:path w="5238750" h="3352800">
                  <a:moveTo>
                    <a:pt x="2554160" y="3343275"/>
                  </a:moveTo>
                  <a:lnTo>
                    <a:pt x="2525585" y="3343275"/>
                  </a:lnTo>
                  <a:lnTo>
                    <a:pt x="2525585" y="3352800"/>
                  </a:lnTo>
                  <a:lnTo>
                    <a:pt x="2554160" y="3352800"/>
                  </a:lnTo>
                  <a:lnTo>
                    <a:pt x="2554160" y="3343275"/>
                  </a:lnTo>
                  <a:close/>
                </a:path>
                <a:path w="5238750" h="3352800">
                  <a:moveTo>
                    <a:pt x="2574480" y="0"/>
                  </a:moveTo>
                  <a:lnTo>
                    <a:pt x="2545905" y="0"/>
                  </a:lnTo>
                  <a:lnTo>
                    <a:pt x="2545905" y="9525"/>
                  </a:lnTo>
                  <a:lnTo>
                    <a:pt x="2574480" y="9525"/>
                  </a:lnTo>
                  <a:lnTo>
                    <a:pt x="2574480" y="0"/>
                  </a:lnTo>
                  <a:close/>
                </a:path>
                <a:path w="5238750" h="3352800">
                  <a:moveTo>
                    <a:pt x="2601836" y="3343275"/>
                  </a:moveTo>
                  <a:lnTo>
                    <a:pt x="2573261" y="3343275"/>
                  </a:lnTo>
                  <a:lnTo>
                    <a:pt x="2573261" y="3352800"/>
                  </a:lnTo>
                  <a:lnTo>
                    <a:pt x="2601836" y="3352800"/>
                  </a:lnTo>
                  <a:lnTo>
                    <a:pt x="2601836" y="3343275"/>
                  </a:lnTo>
                  <a:close/>
                </a:path>
                <a:path w="5238750" h="3352800">
                  <a:moveTo>
                    <a:pt x="2622169" y="0"/>
                  </a:moveTo>
                  <a:lnTo>
                    <a:pt x="2593594" y="0"/>
                  </a:lnTo>
                  <a:lnTo>
                    <a:pt x="2593594" y="9525"/>
                  </a:lnTo>
                  <a:lnTo>
                    <a:pt x="2622169" y="9525"/>
                  </a:lnTo>
                  <a:lnTo>
                    <a:pt x="2622169" y="0"/>
                  </a:lnTo>
                  <a:close/>
                </a:path>
                <a:path w="5238750" h="3352800">
                  <a:moveTo>
                    <a:pt x="2649524" y="3343275"/>
                  </a:moveTo>
                  <a:lnTo>
                    <a:pt x="2620949" y="3343275"/>
                  </a:lnTo>
                  <a:lnTo>
                    <a:pt x="2620949" y="3352800"/>
                  </a:lnTo>
                  <a:lnTo>
                    <a:pt x="2649524" y="3352800"/>
                  </a:lnTo>
                  <a:lnTo>
                    <a:pt x="2649524" y="3343275"/>
                  </a:lnTo>
                  <a:close/>
                </a:path>
                <a:path w="5238750" h="3352800">
                  <a:moveTo>
                    <a:pt x="2669844" y="0"/>
                  </a:moveTo>
                  <a:lnTo>
                    <a:pt x="2641269" y="0"/>
                  </a:lnTo>
                  <a:lnTo>
                    <a:pt x="2641269" y="9525"/>
                  </a:lnTo>
                  <a:lnTo>
                    <a:pt x="2669844" y="9525"/>
                  </a:lnTo>
                  <a:lnTo>
                    <a:pt x="2669844" y="0"/>
                  </a:lnTo>
                  <a:close/>
                </a:path>
                <a:path w="5238750" h="3352800">
                  <a:moveTo>
                    <a:pt x="2697200" y="3343275"/>
                  </a:moveTo>
                  <a:lnTo>
                    <a:pt x="2668625" y="3343275"/>
                  </a:lnTo>
                  <a:lnTo>
                    <a:pt x="2668625" y="3352800"/>
                  </a:lnTo>
                  <a:lnTo>
                    <a:pt x="2697200" y="3352800"/>
                  </a:lnTo>
                  <a:lnTo>
                    <a:pt x="2697200" y="3343275"/>
                  </a:lnTo>
                  <a:close/>
                </a:path>
                <a:path w="5238750" h="3352800">
                  <a:moveTo>
                    <a:pt x="2717520" y="0"/>
                  </a:moveTo>
                  <a:lnTo>
                    <a:pt x="2688945" y="0"/>
                  </a:lnTo>
                  <a:lnTo>
                    <a:pt x="2688945" y="9525"/>
                  </a:lnTo>
                  <a:lnTo>
                    <a:pt x="2717520" y="9525"/>
                  </a:lnTo>
                  <a:lnTo>
                    <a:pt x="2717520" y="0"/>
                  </a:lnTo>
                  <a:close/>
                </a:path>
                <a:path w="5238750" h="3352800">
                  <a:moveTo>
                    <a:pt x="2744876" y="3343275"/>
                  </a:moveTo>
                  <a:lnTo>
                    <a:pt x="2716301" y="3343275"/>
                  </a:lnTo>
                  <a:lnTo>
                    <a:pt x="2716301" y="3352800"/>
                  </a:lnTo>
                  <a:lnTo>
                    <a:pt x="2744876" y="3352800"/>
                  </a:lnTo>
                  <a:lnTo>
                    <a:pt x="2744876" y="3343275"/>
                  </a:lnTo>
                  <a:close/>
                </a:path>
                <a:path w="5238750" h="3352800">
                  <a:moveTo>
                    <a:pt x="2765196" y="0"/>
                  </a:moveTo>
                  <a:lnTo>
                    <a:pt x="2736621" y="0"/>
                  </a:lnTo>
                  <a:lnTo>
                    <a:pt x="2736621" y="9525"/>
                  </a:lnTo>
                  <a:lnTo>
                    <a:pt x="2765196" y="9525"/>
                  </a:lnTo>
                  <a:lnTo>
                    <a:pt x="2765196" y="0"/>
                  </a:lnTo>
                  <a:close/>
                </a:path>
                <a:path w="5238750" h="3352800">
                  <a:moveTo>
                    <a:pt x="2792552" y="3343275"/>
                  </a:moveTo>
                  <a:lnTo>
                    <a:pt x="2763977" y="3343275"/>
                  </a:lnTo>
                  <a:lnTo>
                    <a:pt x="2763977" y="3352800"/>
                  </a:lnTo>
                  <a:lnTo>
                    <a:pt x="2792552" y="3352800"/>
                  </a:lnTo>
                  <a:lnTo>
                    <a:pt x="2792552" y="3343275"/>
                  </a:lnTo>
                  <a:close/>
                </a:path>
                <a:path w="5238750" h="3352800">
                  <a:moveTo>
                    <a:pt x="2812872" y="0"/>
                  </a:moveTo>
                  <a:lnTo>
                    <a:pt x="2784297" y="0"/>
                  </a:lnTo>
                  <a:lnTo>
                    <a:pt x="2784297" y="9525"/>
                  </a:lnTo>
                  <a:lnTo>
                    <a:pt x="2812872" y="9525"/>
                  </a:lnTo>
                  <a:lnTo>
                    <a:pt x="2812872" y="0"/>
                  </a:lnTo>
                  <a:close/>
                </a:path>
                <a:path w="5238750" h="3352800">
                  <a:moveTo>
                    <a:pt x="2840228" y="3343275"/>
                  </a:moveTo>
                  <a:lnTo>
                    <a:pt x="2811653" y="3343275"/>
                  </a:lnTo>
                  <a:lnTo>
                    <a:pt x="2811653" y="3352800"/>
                  </a:lnTo>
                  <a:lnTo>
                    <a:pt x="2840228" y="3352800"/>
                  </a:lnTo>
                  <a:lnTo>
                    <a:pt x="2840228" y="3343275"/>
                  </a:lnTo>
                  <a:close/>
                </a:path>
                <a:path w="5238750" h="3352800">
                  <a:moveTo>
                    <a:pt x="2860560" y="0"/>
                  </a:moveTo>
                  <a:lnTo>
                    <a:pt x="2831985" y="0"/>
                  </a:lnTo>
                  <a:lnTo>
                    <a:pt x="2831985" y="9525"/>
                  </a:lnTo>
                  <a:lnTo>
                    <a:pt x="2860560" y="9525"/>
                  </a:lnTo>
                  <a:lnTo>
                    <a:pt x="2860560" y="0"/>
                  </a:lnTo>
                  <a:close/>
                </a:path>
                <a:path w="5238750" h="3352800">
                  <a:moveTo>
                    <a:pt x="2887916" y="3343275"/>
                  </a:moveTo>
                  <a:lnTo>
                    <a:pt x="2859341" y="3343275"/>
                  </a:lnTo>
                  <a:lnTo>
                    <a:pt x="2859341" y="3352800"/>
                  </a:lnTo>
                  <a:lnTo>
                    <a:pt x="2887916" y="3352800"/>
                  </a:lnTo>
                  <a:lnTo>
                    <a:pt x="2887916" y="3343275"/>
                  </a:lnTo>
                  <a:close/>
                </a:path>
                <a:path w="5238750" h="3352800">
                  <a:moveTo>
                    <a:pt x="2908236" y="0"/>
                  </a:moveTo>
                  <a:lnTo>
                    <a:pt x="2879661" y="0"/>
                  </a:lnTo>
                  <a:lnTo>
                    <a:pt x="2879661" y="9525"/>
                  </a:lnTo>
                  <a:lnTo>
                    <a:pt x="2908236" y="9525"/>
                  </a:lnTo>
                  <a:lnTo>
                    <a:pt x="2908236" y="0"/>
                  </a:lnTo>
                  <a:close/>
                </a:path>
                <a:path w="5238750" h="3352800">
                  <a:moveTo>
                    <a:pt x="2935592" y="3343275"/>
                  </a:moveTo>
                  <a:lnTo>
                    <a:pt x="2907017" y="3343275"/>
                  </a:lnTo>
                  <a:lnTo>
                    <a:pt x="2907017" y="3352800"/>
                  </a:lnTo>
                  <a:lnTo>
                    <a:pt x="2935592" y="3352800"/>
                  </a:lnTo>
                  <a:lnTo>
                    <a:pt x="2935592" y="3343275"/>
                  </a:lnTo>
                  <a:close/>
                </a:path>
                <a:path w="5238750" h="3352800">
                  <a:moveTo>
                    <a:pt x="2955912" y="0"/>
                  </a:moveTo>
                  <a:lnTo>
                    <a:pt x="2927337" y="0"/>
                  </a:lnTo>
                  <a:lnTo>
                    <a:pt x="2927337" y="9525"/>
                  </a:lnTo>
                  <a:lnTo>
                    <a:pt x="2955912" y="9525"/>
                  </a:lnTo>
                  <a:lnTo>
                    <a:pt x="2955912" y="0"/>
                  </a:lnTo>
                  <a:close/>
                </a:path>
                <a:path w="5238750" h="3352800">
                  <a:moveTo>
                    <a:pt x="2983268" y="3343275"/>
                  </a:moveTo>
                  <a:lnTo>
                    <a:pt x="2954693" y="3343275"/>
                  </a:lnTo>
                  <a:lnTo>
                    <a:pt x="2954693" y="3352800"/>
                  </a:lnTo>
                  <a:lnTo>
                    <a:pt x="2983268" y="3352800"/>
                  </a:lnTo>
                  <a:lnTo>
                    <a:pt x="2983268" y="3343275"/>
                  </a:lnTo>
                  <a:close/>
                </a:path>
                <a:path w="5238750" h="3352800">
                  <a:moveTo>
                    <a:pt x="3003588" y="0"/>
                  </a:moveTo>
                  <a:lnTo>
                    <a:pt x="2975013" y="0"/>
                  </a:lnTo>
                  <a:lnTo>
                    <a:pt x="2975013" y="9525"/>
                  </a:lnTo>
                  <a:lnTo>
                    <a:pt x="3003588" y="9525"/>
                  </a:lnTo>
                  <a:lnTo>
                    <a:pt x="3003588" y="0"/>
                  </a:lnTo>
                  <a:close/>
                </a:path>
                <a:path w="5238750" h="3352800">
                  <a:moveTo>
                    <a:pt x="3030944" y="3343275"/>
                  </a:moveTo>
                  <a:lnTo>
                    <a:pt x="3002369" y="3343275"/>
                  </a:lnTo>
                  <a:lnTo>
                    <a:pt x="3002369" y="3352800"/>
                  </a:lnTo>
                  <a:lnTo>
                    <a:pt x="3030944" y="3352800"/>
                  </a:lnTo>
                  <a:lnTo>
                    <a:pt x="3030944" y="3343275"/>
                  </a:lnTo>
                  <a:close/>
                </a:path>
                <a:path w="5238750" h="3352800">
                  <a:moveTo>
                    <a:pt x="3051276" y="0"/>
                  </a:moveTo>
                  <a:lnTo>
                    <a:pt x="3022701" y="0"/>
                  </a:lnTo>
                  <a:lnTo>
                    <a:pt x="3022701" y="9525"/>
                  </a:lnTo>
                  <a:lnTo>
                    <a:pt x="3051276" y="9525"/>
                  </a:lnTo>
                  <a:lnTo>
                    <a:pt x="3051276" y="0"/>
                  </a:lnTo>
                  <a:close/>
                </a:path>
                <a:path w="5238750" h="3352800">
                  <a:moveTo>
                    <a:pt x="3078632" y="3343275"/>
                  </a:moveTo>
                  <a:lnTo>
                    <a:pt x="3050044" y="3343275"/>
                  </a:lnTo>
                  <a:lnTo>
                    <a:pt x="3050044" y="3352800"/>
                  </a:lnTo>
                  <a:lnTo>
                    <a:pt x="3078632" y="3352800"/>
                  </a:lnTo>
                  <a:lnTo>
                    <a:pt x="3078632" y="3343275"/>
                  </a:lnTo>
                  <a:close/>
                </a:path>
                <a:path w="5238750" h="3352800">
                  <a:moveTo>
                    <a:pt x="3098952" y="0"/>
                  </a:moveTo>
                  <a:lnTo>
                    <a:pt x="3070377" y="0"/>
                  </a:lnTo>
                  <a:lnTo>
                    <a:pt x="3070377" y="9525"/>
                  </a:lnTo>
                  <a:lnTo>
                    <a:pt x="3098952" y="9525"/>
                  </a:lnTo>
                  <a:lnTo>
                    <a:pt x="3098952" y="0"/>
                  </a:lnTo>
                  <a:close/>
                </a:path>
                <a:path w="5238750" h="3352800">
                  <a:moveTo>
                    <a:pt x="3126308" y="3343275"/>
                  </a:moveTo>
                  <a:lnTo>
                    <a:pt x="3097733" y="3343275"/>
                  </a:lnTo>
                  <a:lnTo>
                    <a:pt x="3097733" y="3352800"/>
                  </a:lnTo>
                  <a:lnTo>
                    <a:pt x="3126308" y="3352800"/>
                  </a:lnTo>
                  <a:lnTo>
                    <a:pt x="3126308" y="3343275"/>
                  </a:lnTo>
                  <a:close/>
                </a:path>
                <a:path w="5238750" h="3352800">
                  <a:moveTo>
                    <a:pt x="3146628" y="0"/>
                  </a:moveTo>
                  <a:lnTo>
                    <a:pt x="3118053" y="0"/>
                  </a:lnTo>
                  <a:lnTo>
                    <a:pt x="3118053" y="9525"/>
                  </a:lnTo>
                  <a:lnTo>
                    <a:pt x="3146628" y="9525"/>
                  </a:lnTo>
                  <a:lnTo>
                    <a:pt x="3146628" y="0"/>
                  </a:lnTo>
                  <a:close/>
                </a:path>
                <a:path w="5238750" h="3352800">
                  <a:moveTo>
                    <a:pt x="3173984" y="3343275"/>
                  </a:moveTo>
                  <a:lnTo>
                    <a:pt x="3145409" y="3343275"/>
                  </a:lnTo>
                  <a:lnTo>
                    <a:pt x="3145409" y="3352800"/>
                  </a:lnTo>
                  <a:lnTo>
                    <a:pt x="3173984" y="3352800"/>
                  </a:lnTo>
                  <a:lnTo>
                    <a:pt x="3173984" y="3343275"/>
                  </a:lnTo>
                  <a:close/>
                </a:path>
                <a:path w="5238750" h="3352800">
                  <a:moveTo>
                    <a:pt x="3194304" y="0"/>
                  </a:moveTo>
                  <a:lnTo>
                    <a:pt x="3165729" y="0"/>
                  </a:lnTo>
                  <a:lnTo>
                    <a:pt x="3165729" y="9525"/>
                  </a:lnTo>
                  <a:lnTo>
                    <a:pt x="3194304" y="9525"/>
                  </a:lnTo>
                  <a:lnTo>
                    <a:pt x="3194304" y="0"/>
                  </a:lnTo>
                  <a:close/>
                </a:path>
                <a:path w="5238750" h="3352800">
                  <a:moveTo>
                    <a:pt x="3221659" y="3343275"/>
                  </a:moveTo>
                  <a:lnTo>
                    <a:pt x="3193084" y="3343275"/>
                  </a:lnTo>
                  <a:lnTo>
                    <a:pt x="3193084" y="3352800"/>
                  </a:lnTo>
                  <a:lnTo>
                    <a:pt x="3221659" y="3352800"/>
                  </a:lnTo>
                  <a:lnTo>
                    <a:pt x="3221659" y="3343275"/>
                  </a:lnTo>
                  <a:close/>
                </a:path>
                <a:path w="5238750" h="3352800">
                  <a:moveTo>
                    <a:pt x="3241979" y="0"/>
                  </a:moveTo>
                  <a:lnTo>
                    <a:pt x="3213404" y="0"/>
                  </a:lnTo>
                  <a:lnTo>
                    <a:pt x="3213404" y="9525"/>
                  </a:lnTo>
                  <a:lnTo>
                    <a:pt x="3241979" y="9525"/>
                  </a:lnTo>
                  <a:lnTo>
                    <a:pt x="3241979" y="0"/>
                  </a:lnTo>
                  <a:close/>
                </a:path>
                <a:path w="5238750" h="3352800">
                  <a:moveTo>
                    <a:pt x="3269335" y="3343275"/>
                  </a:moveTo>
                  <a:lnTo>
                    <a:pt x="3240760" y="3343275"/>
                  </a:lnTo>
                  <a:lnTo>
                    <a:pt x="3240760" y="3352800"/>
                  </a:lnTo>
                  <a:lnTo>
                    <a:pt x="3269335" y="3352800"/>
                  </a:lnTo>
                  <a:lnTo>
                    <a:pt x="3269335" y="3343275"/>
                  </a:lnTo>
                  <a:close/>
                </a:path>
                <a:path w="5238750" h="3352800">
                  <a:moveTo>
                    <a:pt x="3289668" y="0"/>
                  </a:moveTo>
                  <a:lnTo>
                    <a:pt x="3261093" y="0"/>
                  </a:lnTo>
                  <a:lnTo>
                    <a:pt x="3261093" y="9525"/>
                  </a:lnTo>
                  <a:lnTo>
                    <a:pt x="3289668" y="9525"/>
                  </a:lnTo>
                  <a:lnTo>
                    <a:pt x="3289668" y="0"/>
                  </a:lnTo>
                  <a:close/>
                </a:path>
                <a:path w="5238750" h="3352800">
                  <a:moveTo>
                    <a:pt x="3317024" y="3343275"/>
                  </a:moveTo>
                  <a:lnTo>
                    <a:pt x="3288449" y="3343275"/>
                  </a:lnTo>
                  <a:lnTo>
                    <a:pt x="3288449" y="3352800"/>
                  </a:lnTo>
                  <a:lnTo>
                    <a:pt x="3317024" y="3352800"/>
                  </a:lnTo>
                  <a:lnTo>
                    <a:pt x="3317024" y="3343275"/>
                  </a:lnTo>
                  <a:close/>
                </a:path>
                <a:path w="5238750" h="3352800">
                  <a:moveTo>
                    <a:pt x="3337344" y="0"/>
                  </a:moveTo>
                  <a:lnTo>
                    <a:pt x="3308769" y="0"/>
                  </a:lnTo>
                  <a:lnTo>
                    <a:pt x="3308769" y="9525"/>
                  </a:lnTo>
                  <a:lnTo>
                    <a:pt x="3337344" y="9525"/>
                  </a:lnTo>
                  <a:lnTo>
                    <a:pt x="3337344" y="0"/>
                  </a:lnTo>
                  <a:close/>
                </a:path>
                <a:path w="5238750" h="3352800">
                  <a:moveTo>
                    <a:pt x="3364700" y="3343275"/>
                  </a:moveTo>
                  <a:lnTo>
                    <a:pt x="3336125" y="3343275"/>
                  </a:lnTo>
                  <a:lnTo>
                    <a:pt x="3336125" y="3352800"/>
                  </a:lnTo>
                  <a:lnTo>
                    <a:pt x="3364700" y="3352800"/>
                  </a:lnTo>
                  <a:lnTo>
                    <a:pt x="3364700" y="3343275"/>
                  </a:lnTo>
                  <a:close/>
                </a:path>
                <a:path w="5238750" h="3352800">
                  <a:moveTo>
                    <a:pt x="3385020" y="0"/>
                  </a:moveTo>
                  <a:lnTo>
                    <a:pt x="3356445" y="0"/>
                  </a:lnTo>
                  <a:lnTo>
                    <a:pt x="3356445" y="9525"/>
                  </a:lnTo>
                  <a:lnTo>
                    <a:pt x="3385020" y="9525"/>
                  </a:lnTo>
                  <a:lnTo>
                    <a:pt x="3385020" y="0"/>
                  </a:lnTo>
                  <a:close/>
                </a:path>
                <a:path w="5238750" h="3352800">
                  <a:moveTo>
                    <a:pt x="3412375" y="3343275"/>
                  </a:moveTo>
                  <a:lnTo>
                    <a:pt x="3383800" y="3343275"/>
                  </a:lnTo>
                  <a:lnTo>
                    <a:pt x="3383800" y="3352800"/>
                  </a:lnTo>
                  <a:lnTo>
                    <a:pt x="3412375" y="3352800"/>
                  </a:lnTo>
                  <a:lnTo>
                    <a:pt x="3412375" y="3343275"/>
                  </a:lnTo>
                  <a:close/>
                </a:path>
                <a:path w="5238750" h="3352800">
                  <a:moveTo>
                    <a:pt x="3432695" y="0"/>
                  </a:moveTo>
                  <a:lnTo>
                    <a:pt x="3404120" y="0"/>
                  </a:lnTo>
                  <a:lnTo>
                    <a:pt x="3404120" y="9525"/>
                  </a:lnTo>
                  <a:lnTo>
                    <a:pt x="3432695" y="9525"/>
                  </a:lnTo>
                  <a:lnTo>
                    <a:pt x="3432695" y="0"/>
                  </a:lnTo>
                  <a:close/>
                </a:path>
                <a:path w="5238750" h="3352800">
                  <a:moveTo>
                    <a:pt x="3460051" y="3343275"/>
                  </a:moveTo>
                  <a:lnTo>
                    <a:pt x="3431476" y="3343275"/>
                  </a:lnTo>
                  <a:lnTo>
                    <a:pt x="3431476" y="3352800"/>
                  </a:lnTo>
                  <a:lnTo>
                    <a:pt x="3460051" y="3352800"/>
                  </a:lnTo>
                  <a:lnTo>
                    <a:pt x="3460051" y="3343275"/>
                  </a:lnTo>
                  <a:close/>
                </a:path>
                <a:path w="5238750" h="3352800">
                  <a:moveTo>
                    <a:pt x="3480371" y="0"/>
                  </a:moveTo>
                  <a:lnTo>
                    <a:pt x="3451796" y="0"/>
                  </a:lnTo>
                  <a:lnTo>
                    <a:pt x="3451796" y="9525"/>
                  </a:lnTo>
                  <a:lnTo>
                    <a:pt x="3480371" y="9525"/>
                  </a:lnTo>
                  <a:lnTo>
                    <a:pt x="3480371" y="0"/>
                  </a:lnTo>
                  <a:close/>
                </a:path>
                <a:path w="5238750" h="3352800">
                  <a:moveTo>
                    <a:pt x="3507727" y="3343275"/>
                  </a:moveTo>
                  <a:lnTo>
                    <a:pt x="3479152" y="3343275"/>
                  </a:lnTo>
                  <a:lnTo>
                    <a:pt x="3479152" y="3352800"/>
                  </a:lnTo>
                  <a:lnTo>
                    <a:pt x="3507727" y="3352800"/>
                  </a:lnTo>
                  <a:lnTo>
                    <a:pt x="3507727" y="3343275"/>
                  </a:lnTo>
                  <a:close/>
                </a:path>
                <a:path w="5238750" h="3352800">
                  <a:moveTo>
                    <a:pt x="3528060" y="0"/>
                  </a:moveTo>
                  <a:lnTo>
                    <a:pt x="3499485" y="0"/>
                  </a:lnTo>
                  <a:lnTo>
                    <a:pt x="3499485" y="9525"/>
                  </a:lnTo>
                  <a:lnTo>
                    <a:pt x="3528060" y="9525"/>
                  </a:lnTo>
                  <a:lnTo>
                    <a:pt x="3528060" y="0"/>
                  </a:lnTo>
                  <a:close/>
                </a:path>
                <a:path w="5238750" h="3352800">
                  <a:moveTo>
                    <a:pt x="3555415" y="3343275"/>
                  </a:moveTo>
                  <a:lnTo>
                    <a:pt x="3526840" y="3343275"/>
                  </a:lnTo>
                  <a:lnTo>
                    <a:pt x="3526840" y="3352800"/>
                  </a:lnTo>
                  <a:lnTo>
                    <a:pt x="3555415" y="3352800"/>
                  </a:lnTo>
                  <a:lnTo>
                    <a:pt x="3555415" y="3343275"/>
                  </a:lnTo>
                  <a:close/>
                </a:path>
                <a:path w="5238750" h="3352800">
                  <a:moveTo>
                    <a:pt x="3575735" y="0"/>
                  </a:moveTo>
                  <a:lnTo>
                    <a:pt x="3547160" y="0"/>
                  </a:lnTo>
                  <a:lnTo>
                    <a:pt x="3547160" y="9525"/>
                  </a:lnTo>
                  <a:lnTo>
                    <a:pt x="3575735" y="9525"/>
                  </a:lnTo>
                  <a:lnTo>
                    <a:pt x="3575735" y="0"/>
                  </a:lnTo>
                  <a:close/>
                </a:path>
                <a:path w="5238750" h="3352800">
                  <a:moveTo>
                    <a:pt x="3603091" y="3343275"/>
                  </a:moveTo>
                  <a:lnTo>
                    <a:pt x="3574516" y="3343275"/>
                  </a:lnTo>
                  <a:lnTo>
                    <a:pt x="3574516" y="3352800"/>
                  </a:lnTo>
                  <a:lnTo>
                    <a:pt x="3603091" y="3352800"/>
                  </a:lnTo>
                  <a:lnTo>
                    <a:pt x="3603091" y="3343275"/>
                  </a:lnTo>
                  <a:close/>
                </a:path>
                <a:path w="5238750" h="3352800">
                  <a:moveTo>
                    <a:pt x="3623411" y="0"/>
                  </a:moveTo>
                  <a:lnTo>
                    <a:pt x="3594836" y="0"/>
                  </a:lnTo>
                  <a:lnTo>
                    <a:pt x="3594836" y="9525"/>
                  </a:lnTo>
                  <a:lnTo>
                    <a:pt x="3623411" y="9525"/>
                  </a:lnTo>
                  <a:lnTo>
                    <a:pt x="3623411" y="0"/>
                  </a:lnTo>
                  <a:close/>
                </a:path>
                <a:path w="5238750" h="3352800">
                  <a:moveTo>
                    <a:pt x="3650767" y="3343275"/>
                  </a:moveTo>
                  <a:lnTo>
                    <a:pt x="3622192" y="3343275"/>
                  </a:lnTo>
                  <a:lnTo>
                    <a:pt x="3622192" y="3352800"/>
                  </a:lnTo>
                  <a:lnTo>
                    <a:pt x="3650767" y="3352800"/>
                  </a:lnTo>
                  <a:lnTo>
                    <a:pt x="3650767" y="3343275"/>
                  </a:lnTo>
                  <a:close/>
                </a:path>
                <a:path w="5238750" h="3352800">
                  <a:moveTo>
                    <a:pt x="3671087" y="0"/>
                  </a:moveTo>
                  <a:lnTo>
                    <a:pt x="3642512" y="0"/>
                  </a:lnTo>
                  <a:lnTo>
                    <a:pt x="3642512" y="9525"/>
                  </a:lnTo>
                  <a:lnTo>
                    <a:pt x="3671087" y="9525"/>
                  </a:lnTo>
                  <a:lnTo>
                    <a:pt x="3671087" y="0"/>
                  </a:lnTo>
                  <a:close/>
                </a:path>
                <a:path w="5238750" h="3352800">
                  <a:moveTo>
                    <a:pt x="3698443" y="3343275"/>
                  </a:moveTo>
                  <a:lnTo>
                    <a:pt x="3669868" y="3343275"/>
                  </a:lnTo>
                  <a:lnTo>
                    <a:pt x="3669868" y="3352800"/>
                  </a:lnTo>
                  <a:lnTo>
                    <a:pt x="3698443" y="3352800"/>
                  </a:lnTo>
                  <a:lnTo>
                    <a:pt x="3698443" y="3343275"/>
                  </a:lnTo>
                  <a:close/>
                </a:path>
                <a:path w="5238750" h="3352800">
                  <a:moveTo>
                    <a:pt x="3718776" y="0"/>
                  </a:moveTo>
                  <a:lnTo>
                    <a:pt x="3690201" y="0"/>
                  </a:lnTo>
                  <a:lnTo>
                    <a:pt x="3690201" y="9525"/>
                  </a:lnTo>
                  <a:lnTo>
                    <a:pt x="3718776" y="9525"/>
                  </a:lnTo>
                  <a:lnTo>
                    <a:pt x="3718776" y="0"/>
                  </a:lnTo>
                  <a:close/>
                </a:path>
                <a:path w="5238750" h="3352800">
                  <a:moveTo>
                    <a:pt x="3746119" y="3343275"/>
                  </a:moveTo>
                  <a:lnTo>
                    <a:pt x="3717544" y="3343275"/>
                  </a:lnTo>
                  <a:lnTo>
                    <a:pt x="3717544" y="3352800"/>
                  </a:lnTo>
                  <a:lnTo>
                    <a:pt x="3746119" y="3352800"/>
                  </a:lnTo>
                  <a:lnTo>
                    <a:pt x="3746119" y="3343275"/>
                  </a:lnTo>
                  <a:close/>
                </a:path>
                <a:path w="5238750" h="3352800">
                  <a:moveTo>
                    <a:pt x="3766451" y="0"/>
                  </a:moveTo>
                  <a:lnTo>
                    <a:pt x="3737876" y="0"/>
                  </a:lnTo>
                  <a:lnTo>
                    <a:pt x="3737876" y="9525"/>
                  </a:lnTo>
                  <a:lnTo>
                    <a:pt x="3766451" y="9525"/>
                  </a:lnTo>
                  <a:lnTo>
                    <a:pt x="3766451" y="0"/>
                  </a:lnTo>
                  <a:close/>
                </a:path>
                <a:path w="5238750" h="3352800">
                  <a:moveTo>
                    <a:pt x="3793807" y="3343275"/>
                  </a:moveTo>
                  <a:lnTo>
                    <a:pt x="3765232" y="3343275"/>
                  </a:lnTo>
                  <a:lnTo>
                    <a:pt x="3765232" y="3352800"/>
                  </a:lnTo>
                  <a:lnTo>
                    <a:pt x="3793807" y="3352800"/>
                  </a:lnTo>
                  <a:lnTo>
                    <a:pt x="3793807" y="3343275"/>
                  </a:lnTo>
                  <a:close/>
                </a:path>
                <a:path w="5238750" h="3352800">
                  <a:moveTo>
                    <a:pt x="3814127" y="0"/>
                  </a:moveTo>
                  <a:lnTo>
                    <a:pt x="3785552" y="0"/>
                  </a:lnTo>
                  <a:lnTo>
                    <a:pt x="3785552" y="9525"/>
                  </a:lnTo>
                  <a:lnTo>
                    <a:pt x="3814127" y="9525"/>
                  </a:lnTo>
                  <a:lnTo>
                    <a:pt x="3814127" y="0"/>
                  </a:lnTo>
                  <a:close/>
                </a:path>
                <a:path w="5238750" h="3352800">
                  <a:moveTo>
                    <a:pt x="3841483" y="3343275"/>
                  </a:moveTo>
                  <a:lnTo>
                    <a:pt x="3812908" y="3343275"/>
                  </a:lnTo>
                  <a:lnTo>
                    <a:pt x="3812908" y="3352800"/>
                  </a:lnTo>
                  <a:lnTo>
                    <a:pt x="3841483" y="3352800"/>
                  </a:lnTo>
                  <a:lnTo>
                    <a:pt x="3841483" y="3343275"/>
                  </a:lnTo>
                  <a:close/>
                </a:path>
                <a:path w="5238750" h="3352800">
                  <a:moveTo>
                    <a:pt x="3861803" y="0"/>
                  </a:moveTo>
                  <a:lnTo>
                    <a:pt x="3833228" y="0"/>
                  </a:lnTo>
                  <a:lnTo>
                    <a:pt x="3833228" y="9525"/>
                  </a:lnTo>
                  <a:lnTo>
                    <a:pt x="3861803" y="9525"/>
                  </a:lnTo>
                  <a:lnTo>
                    <a:pt x="3861803" y="0"/>
                  </a:lnTo>
                  <a:close/>
                </a:path>
                <a:path w="5238750" h="3352800">
                  <a:moveTo>
                    <a:pt x="3889159" y="3343275"/>
                  </a:moveTo>
                  <a:lnTo>
                    <a:pt x="3860584" y="3343275"/>
                  </a:lnTo>
                  <a:lnTo>
                    <a:pt x="3860584" y="3352800"/>
                  </a:lnTo>
                  <a:lnTo>
                    <a:pt x="3889159" y="3352800"/>
                  </a:lnTo>
                  <a:lnTo>
                    <a:pt x="3889159" y="3343275"/>
                  </a:lnTo>
                  <a:close/>
                </a:path>
                <a:path w="5238750" h="3352800">
                  <a:moveTo>
                    <a:pt x="3909479" y="0"/>
                  </a:moveTo>
                  <a:lnTo>
                    <a:pt x="3880904" y="0"/>
                  </a:lnTo>
                  <a:lnTo>
                    <a:pt x="3880904" y="9525"/>
                  </a:lnTo>
                  <a:lnTo>
                    <a:pt x="3909479" y="9525"/>
                  </a:lnTo>
                  <a:lnTo>
                    <a:pt x="3909479" y="0"/>
                  </a:lnTo>
                  <a:close/>
                </a:path>
                <a:path w="5238750" h="3352800">
                  <a:moveTo>
                    <a:pt x="3936835" y="3343275"/>
                  </a:moveTo>
                  <a:lnTo>
                    <a:pt x="3908260" y="3343275"/>
                  </a:lnTo>
                  <a:lnTo>
                    <a:pt x="3908260" y="3352800"/>
                  </a:lnTo>
                  <a:lnTo>
                    <a:pt x="3936835" y="3352800"/>
                  </a:lnTo>
                  <a:lnTo>
                    <a:pt x="3936835" y="3343275"/>
                  </a:lnTo>
                  <a:close/>
                </a:path>
                <a:path w="5238750" h="3352800">
                  <a:moveTo>
                    <a:pt x="3957167" y="0"/>
                  </a:moveTo>
                  <a:lnTo>
                    <a:pt x="3928592" y="0"/>
                  </a:lnTo>
                  <a:lnTo>
                    <a:pt x="3928592" y="9525"/>
                  </a:lnTo>
                  <a:lnTo>
                    <a:pt x="3957167" y="9525"/>
                  </a:lnTo>
                  <a:lnTo>
                    <a:pt x="3957167" y="0"/>
                  </a:lnTo>
                  <a:close/>
                </a:path>
                <a:path w="5238750" h="3352800">
                  <a:moveTo>
                    <a:pt x="3984523" y="3343275"/>
                  </a:moveTo>
                  <a:lnTo>
                    <a:pt x="3955948" y="3343275"/>
                  </a:lnTo>
                  <a:lnTo>
                    <a:pt x="3955948" y="3352800"/>
                  </a:lnTo>
                  <a:lnTo>
                    <a:pt x="3984523" y="3352800"/>
                  </a:lnTo>
                  <a:lnTo>
                    <a:pt x="3984523" y="3343275"/>
                  </a:lnTo>
                  <a:close/>
                </a:path>
                <a:path w="5238750" h="3352800">
                  <a:moveTo>
                    <a:pt x="4004843" y="0"/>
                  </a:moveTo>
                  <a:lnTo>
                    <a:pt x="3976268" y="0"/>
                  </a:lnTo>
                  <a:lnTo>
                    <a:pt x="3976268" y="9525"/>
                  </a:lnTo>
                  <a:lnTo>
                    <a:pt x="4004843" y="9525"/>
                  </a:lnTo>
                  <a:lnTo>
                    <a:pt x="4004843" y="0"/>
                  </a:lnTo>
                  <a:close/>
                </a:path>
                <a:path w="5238750" h="3352800">
                  <a:moveTo>
                    <a:pt x="4032199" y="3343275"/>
                  </a:moveTo>
                  <a:lnTo>
                    <a:pt x="4003624" y="3343275"/>
                  </a:lnTo>
                  <a:lnTo>
                    <a:pt x="4003624" y="3352800"/>
                  </a:lnTo>
                  <a:lnTo>
                    <a:pt x="4032199" y="3352800"/>
                  </a:lnTo>
                  <a:lnTo>
                    <a:pt x="4032199" y="3343275"/>
                  </a:lnTo>
                  <a:close/>
                </a:path>
                <a:path w="5238750" h="3352800">
                  <a:moveTo>
                    <a:pt x="4052519" y="0"/>
                  </a:moveTo>
                  <a:lnTo>
                    <a:pt x="4023944" y="0"/>
                  </a:lnTo>
                  <a:lnTo>
                    <a:pt x="4023944" y="9525"/>
                  </a:lnTo>
                  <a:lnTo>
                    <a:pt x="4052519" y="9525"/>
                  </a:lnTo>
                  <a:lnTo>
                    <a:pt x="4052519" y="0"/>
                  </a:lnTo>
                  <a:close/>
                </a:path>
                <a:path w="5238750" h="3352800">
                  <a:moveTo>
                    <a:pt x="4079875" y="3343275"/>
                  </a:moveTo>
                  <a:lnTo>
                    <a:pt x="4051300" y="3343275"/>
                  </a:lnTo>
                  <a:lnTo>
                    <a:pt x="4051300" y="3352800"/>
                  </a:lnTo>
                  <a:lnTo>
                    <a:pt x="4079875" y="3352800"/>
                  </a:lnTo>
                  <a:lnTo>
                    <a:pt x="4079875" y="3343275"/>
                  </a:lnTo>
                  <a:close/>
                </a:path>
                <a:path w="5238750" h="3352800">
                  <a:moveTo>
                    <a:pt x="4100195" y="0"/>
                  </a:moveTo>
                  <a:lnTo>
                    <a:pt x="4071620" y="0"/>
                  </a:lnTo>
                  <a:lnTo>
                    <a:pt x="4071620" y="9525"/>
                  </a:lnTo>
                  <a:lnTo>
                    <a:pt x="4100195" y="9525"/>
                  </a:lnTo>
                  <a:lnTo>
                    <a:pt x="4100195" y="0"/>
                  </a:lnTo>
                  <a:close/>
                </a:path>
                <a:path w="5238750" h="3352800">
                  <a:moveTo>
                    <a:pt x="4127550" y="3343275"/>
                  </a:moveTo>
                  <a:lnTo>
                    <a:pt x="4098975" y="3343275"/>
                  </a:lnTo>
                  <a:lnTo>
                    <a:pt x="4098975" y="3352800"/>
                  </a:lnTo>
                  <a:lnTo>
                    <a:pt x="4127550" y="3352800"/>
                  </a:lnTo>
                  <a:lnTo>
                    <a:pt x="4127550" y="3343275"/>
                  </a:lnTo>
                  <a:close/>
                </a:path>
                <a:path w="5238750" h="3352800">
                  <a:moveTo>
                    <a:pt x="4147870" y="0"/>
                  </a:moveTo>
                  <a:lnTo>
                    <a:pt x="4119295" y="0"/>
                  </a:lnTo>
                  <a:lnTo>
                    <a:pt x="4119295" y="9525"/>
                  </a:lnTo>
                  <a:lnTo>
                    <a:pt x="4147870" y="9525"/>
                  </a:lnTo>
                  <a:lnTo>
                    <a:pt x="4147870" y="0"/>
                  </a:lnTo>
                  <a:close/>
                </a:path>
                <a:path w="5238750" h="3352800">
                  <a:moveTo>
                    <a:pt x="4175226" y="3343275"/>
                  </a:moveTo>
                  <a:lnTo>
                    <a:pt x="4146651" y="3343275"/>
                  </a:lnTo>
                  <a:lnTo>
                    <a:pt x="4146651" y="3352800"/>
                  </a:lnTo>
                  <a:lnTo>
                    <a:pt x="4175226" y="3352800"/>
                  </a:lnTo>
                  <a:lnTo>
                    <a:pt x="4175226" y="3343275"/>
                  </a:lnTo>
                  <a:close/>
                </a:path>
                <a:path w="5238750" h="3352800">
                  <a:moveTo>
                    <a:pt x="4195559" y="0"/>
                  </a:moveTo>
                  <a:lnTo>
                    <a:pt x="4166984" y="0"/>
                  </a:lnTo>
                  <a:lnTo>
                    <a:pt x="4166984" y="9525"/>
                  </a:lnTo>
                  <a:lnTo>
                    <a:pt x="4195559" y="9525"/>
                  </a:lnTo>
                  <a:lnTo>
                    <a:pt x="4195559" y="0"/>
                  </a:lnTo>
                  <a:close/>
                </a:path>
                <a:path w="5238750" h="3352800">
                  <a:moveTo>
                    <a:pt x="4222915" y="3343275"/>
                  </a:moveTo>
                  <a:lnTo>
                    <a:pt x="4194340" y="3343275"/>
                  </a:lnTo>
                  <a:lnTo>
                    <a:pt x="4194340" y="3352800"/>
                  </a:lnTo>
                  <a:lnTo>
                    <a:pt x="4222915" y="3352800"/>
                  </a:lnTo>
                  <a:lnTo>
                    <a:pt x="4222915" y="3343275"/>
                  </a:lnTo>
                  <a:close/>
                </a:path>
                <a:path w="5238750" h="3352800">
                  <a:moveTo>
                    <a:pt x="4243235" y="0"/>
                  </a:moveTo>
                  <a:lnTo>
                    <a:pt x="4214660" y="0"/>
                  </a:lnTo>
                  <a:lnTo>
                    <a:pt x="4214660" y="9525"/>
                  </a:lnTo>
                  <a:lnTo>
                    <a:pt x="4243235" y="9525"/>
                  </a:lnTo>
                  <a:lnTo>
                    <a:pt x="4243235" y="0"/>
                  </a:lnTo>
                  <a:close/>
                </a:path>
                <a:path w="5238750" h="3352800">
                  <a:moveTo>
                    <a:pt x="4270591" y="3343275"/>
                  </a:moveTo>
                  <a:lnTo>
                    <a:pt x="4242016" y="3343275"/>
                  </a:lnTo>
                  <a:lnTo>
                    <a:pt x="4242016" y="3352800"/>
                  </a:lnTo>
                  <a:lnTo>
                    <a:pt x="4270591" y="3352800"/>
                  </a:lnTo>
                  <a:lnTo>
                    <a:pt x="4270591" y="3343275"/>
                  </a:lnTo>
                  <a:close/>
                </a:path>
                <a:path w="5238750" h="3352800">
                  <a:moveTo>
                    <a:pt x="4290911" y="0"/>
                  </a:moveTo>
                  <a:lnTo>
                    <a:pt x="4262336" y="0"/>
                  </a:lnTo>
                  <a:lnTo>
                    <a:pt x="4262336" y="9525"/>
                  </a:lnTo>
                  <a:lnTo>
                    <a:pt x="4290911" y="9525"/>
                  </a:lnTo>
                  <a:lnTo>
                    <a:pt x="4290911" y="0"/>
                  </a:lnTo>
                  <a:close/>
                </a:path>
                <a:path w="5238750" h="3352800">
                  <a:moveTo>
                    <a:pt x="4318266" y="3343275"/>
                  </a:moveTo>
                  <a:lnTo>
                    <a:pt x="4289691" y="3343275"/>
                  </a:lnTo>
                  <a:lnTo>
                    <a:pt x="4289691" y="3352800"/>
                  </a:lnTo>
                  <a:lnTo>
                    <a:pt x="4318266" y="3352800"/>
                  </a:lnTo>
                  <a:lnTo>
                    <a:pt x="4318266" y="3343275"/>
                  </a:lnTo>
                  <a:close/>
                </a:path>
                <a:path w="5238750" h="3352800">
                  <a:moveTo>
                    <a:pt x="4338586" y="0"/>
                  </a:moveTo>
                  <a:lnTo>
                    <a:pt x="4310011" y="0"/>
                  </a:lnTo>
                  <a:lnTo>
                    <a:pt x="4310011" y="9525"/>
                  </a:lnTo>
                  <a:lnTo>
                    <a:pt x="4338586" y="9525"/>
                  </a:lnTo>
                  <a:lnTo>
                    <a:pt x="4338586" y="0"/>
                  </a:lnTo>
                  <a:close/>
                </a:path>
                <a:path w="5238750" h="3352800">
                  <a:moveTo>
                    <a:pt x="4365942" y="3343275"/>
                  </a:moveTo>
                  <a:lnTo>
                    <a:pt x="4337367" y="3343275"/>
                  </a:lnTo>
                  <a:lnTo>
                    <a:pt x="4337367" y="3352800"/>
                  </a:lnTo>
                  <a:lnTo>
                    <a:pt x="4365942" y="3352800"/>
                  </a:lnTo>
                  <a:lnTo>
                    <a:pt x="4365942" y="3343275"/>
                  </a:lnTo>
                  <a:close/>
                </a:path>
                <a:path w="5238750" h="3352800">
                  <a:moveTo>
                    <a:pt x="4386262" y="0"/>
                  </a:moveTo>
                  <a:lnTo>
                    <a:pt x="4357687" y="0"/>
                  </a:lnTo>
                  <a:lnTo>
                    <a:pt x="4357687" y="9525"/>
                  </a:lnTo>
                  <a:lnTo>
                    <a:pt x="4386262" y="9525"/>
                  </a:lnTo>
                  <a:lnTo>
                    <a:pt x="4386262" y="0"/>
                  </a:lnTo>
                  <a:close/>
                </a:path>
                <a:path w="5238750" h="3352800">
                  <a:moveTo>
                    <a:pt x="4413618" y="3343275"/>
                  </a:moveTo>
                  <a:lnTo>
                    <a:pt x="4385043" y="3343275"/>
                  </a:lnTo>
                  <a:lnTo>
                    <a:pt x="4385043" y="3352800"/>
                  </a:lnTo>
                  <a:lnTo>
                    <a:pt x="4413618" y="3352800"/>
                  </a:lnTo>
                  <a:lnTo>
                    <a:pt x="4413618" y="3343275"/>
                  </a:lnTo>
                  <a:close/>
                </a:path>
                <a:path w="5238750" h="3352800">
                  <a:moveTo>
                    <a:pt x="4433951" y="0"/>
                  </a:moveTo>
                  <a:lnTo>
                    <a:pt x="4405376" y="0"/>
                  </a:lnTo>
                  <a:lnTo>
                    <a:pt x="4405376" y="9525"/>
                  </a:lnTo>
                  <a:lnTo>
                    <a:pt x="4433951" y="9525"/>
                  </a:lnTo>
                  <a:lnTo>
                    <a:pt x="4433951" y="0"/>
                  </a:lnTo>
                  <a:close/>
                </a:path>
                <a:path w="5238750" h="3352800">
                  <a:moveTo>
                    <a:pt x="4461307" y="3343275"/>
                  </a:moveTo>
                  <a:lnTo>
                    <a:pt x="4432732" y="3343275"/>
                  </a:lnTo>
                  <a:lnTo>
                    <a:pt x="4432732" y="3352800"/>
                  </a:lnTo>
                  <a:lnTo>
                    <a:pt x="4461307" y="3352800"/>
                  </a:lnTo>
                  <a:lnTo>
                    <a:pt x="4461307" y="3343275"/>
                  </a:lnTo>
                  <a:close/>
                </a:path>
                <a:path w="5238750" h="3352800">
                  <a:moveTo>
                    <a:pt x="4481627" y="0"/>
                  </a:moveTo>
                  <a:lnTo>
                    <a:pt x="4453052" y="0"/>
                  </a:lnTo>
                  <a:lnTo>
                    <a:pt x="4453052" y="9525"/>
                  </a:lnTo>
                  <a:lnTo>
                    <a:pt x="4481627" y="9525"/>
                  </a:lnTo>
                  <a:lnTo>
                    <a:pt x="4481627" y="0"/>
                  </a:lnTo>
                  <a:close/>
                </a:path>
                <a:path w="5238750" h="3352800">
                  <a:moveTo>
                    <a:pt x="4508982" y="3343275"/>
                  </a:moveTo>
                  <a:lnTo>
                    <a:pt x="4480407" y="3343275"/>
                  </a:lnTo>
                  <a:lnTo>
                    <a:pt x="4480407" y="3352800"/>
                  </a:lnTo>
                  <a:lnTo>
                    <a:pt x="4508982" y="3352800"/>
                  </a:lnTo>
                  <a:lnTo>
                    <a:pt x="4508982" y="3343275"/>
                  </a:lnTo>
                  <a:close/>
                </a:path>
                <a:path w="5238750" h="3352800">
                  <a:moveTo>
                    <a:pt x="4529302" y="0"/>
                  </a:moveTo>
                  <a:lnTo>
                    <a:pt x="4500727" y="0"/>
                  </a:lnTo>
                  <a:lnTo>
                    <a:pt x="4500727" y="9525"/>
                  </a:lnTo>
                  <a:lnTo>
                    <a:pt x="4529302" y="9525"/>
                  </a:lnTo>
                  <a:lnTo>
                    <a:pt x="4529302" y="0"/>
                  </a:lnTo>
                  <a:close/>
                </a:path>
                <a:path w="5238750" h="3352800">
                  <a:moveTo>
                    <a:pt x="4556658" y="3343275"/>
                  </a:moveTo>
                  <a:lnTo>
                    <a:pt x="4528083" y="3343275"/>
                  </a:lnTo>
                  <a:lnTo>
                    <a:pt x="4528083" y="3352800"/>
                  </a:lnTo>
                  <a:lnTo>
                    <a:pt x="4556658" y="3352800"/>
                  </a:lnTo>
                  <a:lnTo>
                    <a:pt x="4556658" y="3343275"/>
                  </a:lnTo>
                  <a:close/>
                </a:path>
                <a:path w="5238750" h="3352800">
                  <a:moveTo>
                    <a:pt x="4576978" y="0"/>
                  </a:moveTo>
                  <a:lnTo>
                    <a:pt x="4548403" y="0"/>
                  </a:lnTo>
                  <a:lnTo>
                    <a:pt x="4548403" y="9525"/>
                  </a:lnTo>
                  <a:lnTo>
                    <a:pt x="4576978" y="9525"/>
                  </a:lnTo>
                  <a:lnTo>
                    <a:pt x="4576978" y="0"/>
                  </a:lnTo>
                  <a:close/>
                </a:path>
                <a:path w="5238750" h="3352800">
                  <a:moveTo>
                    <a:pt x="4604334" y="3343275"/>
                  </a:moveTo>
                  <a:lnTo>
                    <a:pt x="4575759" y="3343275"/>
                  </a:lnTo>
                  <a:lnTo>
                    <a:pt x="4575759" y="3352800"/>
                  </a:lnTo>
                  <a:lnTo>
                    <a:pt x="4604334" y="3352800"/>
                  </a:lnTo>
                  <a:lnTo>
                    <a:pt x="4604334" y="3343275"/>
                  </a:lnTo>
                  <a:close/>
                </a:path>
                <a:path w="5238750" h="3352800">
                  <a:moveTo>
                    <a:pt x="4624667" y="0"/>
                  </a:moveTo>
                  <a:lnTo>
                    <a:pt x="4596092" y="0"/>
                  </a:lnTo>
                  <a:lnTo>
                    <a:pt x="4596092" y="9525"/>
                  </a:lnTo>
                  <a:lnTo>
                    <a:pt x="4624667" y="9525"/>
                  </a:lnTo>
                  <a:lnTo>
                    <a:pt x="4624667" y="0"/>
                  </a:lnTo>
                  <a:close/>
                </a:path>
                <a:path w="5238750" h="3352800">
                  <a:moveTo>
                    <a:pt x="4652010" y="3343275"/>
                  </a:moveTo>
                  <a:lnTo>
                    <a:pt x="4623435" y="3343275"/>
                  </a:lnTo>
                  <a:lnTo>
                    <a:pt x="4623435" y="3352800"/>
                  </a:lnTo>
                  <a:lnTo>
                    <a:pt x="4652010" y="3352800"/>
                  </a:lnTo>
                  <a:lnTo>
                    <a:pt x="4652010" y="3343275"/>
                  </a:lnTo>
                  <a:close/>
                </a:path>
                <a:path w="5238750" h="3352800">
                  <a:moveTo>
                    <a:pt x="4672342" y="0"/>
                  </a:moveTo>
                  <a:lnTo>
                    <a:pt x="4643767" y="0"/>
                  </a:lnTo>
                  <a:lnTo>
                    <a:pt x="4643767" y="9525"/>
                  </a:lnTo>
                  <a:lnTo>
                    <a:pt x="4672342" y="9525"/>
                  </a:lnTo>
                  <a:lnTo>
                    <a:pt x="4672342" y="0"/>
                  </a:lnTo>
                  <a:close/>
                </a:path>
                <a:path w="5238750" h="3352800">
                  <a:moveTo>
                    <a:pt x="4699698" y="3343275"/>
                  </a:moveTo>
                  <a:lnTo>
                    <a:pt x="4671123" y="3343275"/>
                  </a:lnTo>
                  <a:lnTo>
                    <a:pt x="4671123" y="3352800"/>
                  </a:lnTo>
                  <a:lnTo>
                    <a:pt x="4699698" y="3352800"/>
                  </a:lnTo>
                  <a:lnTo>
                    <a:pt x="4699698" y="3343275"/>
                  </a:lnTo>
                  <a:close/>
                </a:path>
                <a:path w="5238750" h="3352800">
                  <a:moveTo>
                    <a:pt x="4720018" y="0"/>
                  </a:moveTo>
                  <a:lnTo>
                    <a:pt x="4691443" y="0"/>
                  </a:lnTo>
                  <a:lnTo>
                    <a:pt x="4691443" y="9525"/>
                  </a:lnTo>
                  <a:lnTo>
                    <a:pt x="4720018" y="9525"/>
                  </a:lnTo>
                  <a:lnTo>
                    <a:pt x="4720018" y="0"/>
                  </a:lnTo>
                  <a:close/>
                </a:path>
                <a:path w="5238750" h="3352800">
                  <a:moveTo>
                    <a:pt x="4747374" y="3343275"/>
                  </a:moveTo>
                  <a:lnTo>
                    <a:pt x="4718799" y="3343275"/>
                  </a:lnTo>
                  <a:lnTo>
                    <a:pt x="4718799" y="3352800"/>
                  </a:lnTo>
                  <a:lnTo>
                    <a:pt x="4747374" y="3352800"/>
                  </a:lnTo>
                  <a:lnTo>
                    <a:pt x="4747374" y="3343275"/>
                  </a:lnTo>
                  <a:close/>
                </a:path>
                <a:path w="5238750" h="3352800">
                  <a:moveTo>
                    <a:pt x="4767694" y="0"/>
                  </a:moveTo>
                  <a:lnTo>
                    <a:pt x="4739119" y="0"/>
                  </a:lnTo>
                  <a:lnTo>
                    <a:pt x="4739119" y="9525"/>
                  </a:lnTo>
                  <a:lnTo>
                    <a:pt x="4767694" y="9525"/>
                  </a:lnTo>
                  <a:lnTo>
                    <a:pt x="4767694" y="0"/>
                  </a:lnTo>
                  <a:close/>
                </a:path>
                <a:path w="5238750" h="3352800">
                  <a:moveTo>
                    <a:pt x="4795050" y="3343275"/>
                  </a:moveTo>
                  <a:lnTo>
                    <a:pt x="4766475" y="3343275"/>
                  </a:lnTo>
                  <a:lnTo>
                    <a:pt x="4766475" y="3352800"/>
                  </a:lnTo>
                  <a:lnTo>
                    <a:pt x="4795050" y="3352800"/>
                  </a:lnTo>
                  <a:lnTo>
                    <a:pt x="4795050" y="3343275"/>
                  </a:lnTo>
                  <a:close/>
                </a:path>
                <a:path w="5238750" h="3352800">
                  <a:moveTo>
                    <a:pt x="4815370" y="0"/>
                  </a:moveTo>
                  <a:lnTo>
                    <a:pt x="4786795" y="0"/>
                  </a:lnTo>
                  <a:lnTo>
                    <a:pt x="4786795" y="9525"/>
                  </a:lnTo>
                  <a:lnTo>
                    <a:pt x="4815370" y="9525"/>
                  </a:lnTo>
                  <a:lnTo>
                    <a:pt x="4815370" y="0"/>
                  </a:lnTo>
                  <a:close/>
                </a:path>
                <a:path w="5238750" h="3352800">
                  <a:moveTo>
                    <a:pt x="4842726" y="3343275"/>
                  </a:moveTo>
                  <a:lnTo>
                    <a:pt x="4814151" y="3343275"/>
                  </a:lnTo>
                  <a:lnTo>
                    <a:pt x="4814151" y="3352800"/>
                  </a:lnTo>
                  <a:lnTo>
                    <a:pt x="4842726" y="3352800"/>
                  </a:lnTo>
                  <a:lnTo>
                    <a:pt x="4842726" y="3343275"/>
                  </a:lnTo>
                  <a:close/>
                </a:path>
                <a:path w="5238750" h="3352800">
                  <a:moveTo>
                    <a:pt x="4863058" y="0"/>
                  </a:moveTo>
                  <a:lnTo>
                    <a:pt x="4834483" y="0"/>
                  </a:lnTo>
                  <a:lnTo>
                    <a:pt x="4834483" y="9525"/>
                  </a:lnTo>
                  <a:lnTo>
                    <a:pt x="4863058" y="9525"/>
                  </a:lnTo>
                  <a:lnTo>
                    <a:pt x="4863058" y="0"/>
                  </a:lnTo>
                  <a:close/>
                </a:path>
                <a:path w="5238750" h="3352800">
                  <a:moveTo>
                    <a:pt x="4890414" y="3343275"/>
                  </a:moveTo>
                  <a:lnTo>
                    <a:pt x="4861839" y="3343275"/>
                  </a:lnTo>
                  <a:lnTo>
                    <a:pt x="4861839" y="3352800"/>
                  </a:lnTo>
                  <a:lnTo>
                    <a:pt x="4890414" y="3352800"/>
                  </a:lnTo>
                  <a:lnTo>
                    <a:pt x="4890414" y="3343275"/>
                  </a:lnTo>
                  <a:close/>
                </a:path>
                <a:path w="5238750" h="3352800">
                  <a:moveTo>
                    <a:pt x="4910734" y="0"/>
                  </a:moveTo>
                  <a:lnTo>
                    <a:pt x="4882159" y="0"/>
                  </a:lnTo>
                  <a:lnTo>
                    <a:pt x="4882159" y="9525"/>
                  </a:lnTo>
                  <a:lnTo>
                    <a:pt x="4910734" y="9525"/>
                  </a:lnTo>
                  <a:lnTo>
                    <a:pt x="4910734" y="0"/>
                  </a:lnTo>
                  <a:close/>
                </a:path>
                <a:path w="5238750" h="3352800">
                  <a:moveTo>
                    <a:pt x="4938090" y="3343275"/>
                  </a:moveTo>
                  <a:lnTo>
                    <a:pt x="4909515" y="3343275"/>
                  </a:lnTo>
                  <a:lnTo>
                    <a:pt x="4909515" y="3352800"/>
                  </a:lnTo>
                  <a:lnTo>
                    <a:pt x="4938090" y="3352800"/>
                  </a:lnTo>
                  <a:lnTo>
                    <a:pt x="4938090" y="3343275"/>
                  </a:lnTo>
                  <a:close/>
                </a:path>
                <a:path w="5238750" h="3352800">
                  <a:moveTo>
                    <a:pt x="4958410" y="0"/>
                  </a:moveTo>
                  <a:lnTo>
                    <a:pt x="4929835" y="0"/>
                  </a:lnTo>
                  <a:lnTo>
                    <a:pt x="4929835" y="9525"/>
                  </a:lnTo>
                  <a:lnTo>
                    <a:pt x="4958410" y="9525"/>
                  </a:lnTo>
                  <a:lnTo>
                    <a:pt x="4958410" y="0"/>
                  </a:lnTo>
                  <a:close/>
                </a:path>
                <a:path w="5238750" h="3352800">
                  <a:moveTo>
                    <a:pt x="4985766" y="3343275"/>
                  </a:moveTo>
                  <a:lnTo>
                    <a:pt x="4957191" y="3343275"/>
                  </a:lnTo>
                  <a:lnTo>
                    <a:pt x="4957191" y="3352800"/>
                  </a:lnTo>
                  <a:lnTo>
                    <a:pt x="4985766" y="3352800"/>
                  </a:lnTo>
                  <a:lnTo>
                    <a:pt x="4985766" y="3343275"/>
                  </a:lnTo>
                  <a:close/>
                </a:path>
                <a:path w="5238750" h="3352800">
                  <a:moveTo>
                    <a:pt x="5006086" y="0"/>
                  </a:moveTo>
                  <a:lnTo>
                    <a:pt x="4977511" y="0"/>
                  </a:lnTo>
                  <a:lnTo>
                    <a:pt x="4977511" y="9525"/>
                  </a:lnTo>
                  <a:lnTo>
                    <a:pt x="5006086" y="9525"/>
                  </a:lnTo>
                  <a:lnTo>
                    <a:pt x="5006086" y="0"/>
                  </a:lnTo>
                  <a:close/>
                </a:path>
                <a:path w="5238750" h="3352800">
                  <a:moveTo>
                    <a:pt x="5033442" y="3343275"/>
                  </a:moveTo>
                  <a:lnTo>
                    <a:pt x="5004867" y="3343275"/>
                  </a:lnTo>
                  <a:lnTo>
                    <a:pt x="5004867" y="3352800"/>
                  </a:lnTo>
                  <a:lnTo>
                    <a:pt x="5033442" y="3352800"/>
                  </a:lnTo>
                  <a:lnTo>
                    <a:pt x="5033442" y="3343275"/>
                  </a:lnTo>
                  <a:close/>
                </a:path>
                <a:path w="5238750" h="3352800">
                  <a:moveTo>
                    <a:pt x="5053762" y="0"/>
                  </a:moveTo>
                  <a:lnTo>
                    <a:pt x="5025187" y="0"/>
                  </a:lnTo>
                  <a:lnTo>
                    <a:pt x="5025187" y="9525"/>
                  </a:lnTo>
                  <a:lnTo>
                    <a:pt x="5053762" y="9525"/>
                  </a:lnTo>
                  <a:lnTo>
                    <a:pt x="5053762" y="0"/>
                  </a:lnTo>
                  <a:close/>
                </a:path>
                <a:path w="5238750" h="3352800">
                  <a:moveTo>
                    <a:pt x="5081117" y="3343275"/>
                  </a:moveTo>
                  <a:lnTo>
                    <a:pt x="5052542" y="3343275"/>
                  </a:lnTo>
                  <a:lnTo>
                    <a:pt x="5052542" y="3352800"/>
                  </a:lnTo>
                  <a:lnTo>
                    <a:pt x="5081117" y="3352800"/>
                  </a:lnTo>
                  <a:lnTo>
                    <a:pt x="5081117" y="3343275"/>
                  </a:lnTo>
                  <a:close/>
                </a:path>
                <a:path w="5238750" h="3352800">
                  <a:moveTo>
                    <a:pt x="5101450" y="0"/>
                  </a:moveTo>
                  <a:lnTo>
                    <a:pt x="5072875" y="0"/>
                  </a:lnTo>
                  <a:lnTo>
                    <a:pt x="5072875" y="9525"/>
                  </a:lnTo>
                  <a:lnTo>
                    <a:pt x="5101450" y="9525"/>
                  </a:lnTo>
                  <a:lnTo>
                    <a:pt x="5101450" y="0"/>
                  </a:lnTo>
                  <a:close/>
                </a:path>
                <a:path w="5238750" h="3352800">
                  <a:moveTo>
                    <a:pt x="5128577" y="3352609"/>
                  </a:moveTo>
                  <a:lnTo>
                    <a:pt x="5128234" y="3343097"/>
                  </a:lnTo>
                  <a:lnTo>
                    <a:pt x="5124450" y="3343275"/>
                  </a:lnTo>
                  <a:lnTo>
                    <a:pt x="5100231" y="3343275"/>
                  </a:lnTo>
                  <a:lnTo>
                    <a:pt x="5100231" y="3352800"/>
                  </a:lnTo>
                  <a:lnTo>
                    <a:pt x="5124462" y="3352800"/>
                  </a:lnTo>
                  <a:lnTo>
                    <a:pt x="5128577" y="3352609"/>
                  </a:lnTo>
                  <a:close/>
                </a:path>
                <a:path w="5238750" h="3352800">
                  <a:moveTo>
                    <a:pt x="5148478" y="2616"/>
                  </a:moveTo>
                  <a:lnTo>
                    <a:pt x="5146764" y="2184"/>
                  </a:lnTo>
                  <a:lnTo>
                    <a:pt x="5135715" y="546"/>
                  </a:lnTo>
                  <a:lnTo>
                    <a:pt x="5124450" y="0"/>
                  </a:lnTo>
                  <a:lnTo>
                    <a:pt x="5120551" y="0"/>
                  </a:lnTo>
                  <a:lnTo>
                    <a:pt x="5120551" y="9525"/>
                  </a:lnTo>
                  <a:lnTo>
                    <a:pt x="5124450" y="9525"/>
                  </a:lnTo>
                  <a:lnTo>
                    <a:pt x="5134775" y="10033"/>
                  </a:lnTo>
                  <a:lnTo>
                    <a:pt x="5144897" y="11518"/>
                  </a:lnTo>
                  <a:lnTo>
                    <a:pt x="5146472" y="11925"/>
                  </a:lnTo>
                  <a:lnTo>
                    <a:pt x="5148478" y="2616"/>
                  </a:lnTo>
                  <a:close/>
                </a:path>
                <a:path w="5238750" h="3352800">
                  <a:moveTo>
                    <a:pt x="5174767" y="3341001"/>
                  </a:moveTo>
                  <a:lnTo>
                    <a:pt x="5170576" y="3332467"/>
                  </a:lnTo>
                  <a:lnTo>
                    <a:pt x="5164556" y="3335299"/>
                  </a:lnTo>
                  <a:lnTo>
                    <a:pt x="5154828" y="3338792"/>
                  </a:lnTo>
                  <a:lnTo>
                    <a:pt x="5145367" y="3341166"/>
                  </a:lnTo>
                  <a:lnTo>
                    <a:pt x="5147272" y="3350501"/>
                  </a:lnTo>
                  <a:lnTo>
                    <a:pt x="5157584" y="3347910"/>
                  </a:lnTo>
                  <a:lnTo>
                    <a:pt x="5168201" y="3344100"/>
                  </a:lnTo>
                  <a:lnTo>
                    <a:pt x="5174767" y="3341001"/>
                  </a:lnTo>
                  <a:close/>
                </a:path>
                <a:path w="5238750" h="3352800">
                  <a:moveTo>
                    <a:pt x="5192204" y="22390"/>
                  </a:moveTo>
                  <a:lnTo>
                    <a:pt x="5187962" y="19253"/>
                  </a:lnTo>
                  <a:lnTo>
                    <a:pt x="5178387" y="13512"/>
                  </a:lnTo>
                  <a:lnTo>
                    <a:pt x="5168201" y="8712"/>
                  </a:lnTo>
                  <a:lnTo>
                    <a:pt x="5167363" y="8407"/>
                  </a:lnTo>
                  <a:lnTo>
                    <a:pt x="5163794" y="17233"/>
                  </a:lnTo>
                  <a:lnTo>
                    <a:pt x="5164556" y="17500"/>
                  </a:lnTo>
                  <a:lnTo>
                    <a:pt x="5173891" y="21920"/>
                  </a:lnTo>
                  <a:lnTo>
                    <a:pt x="5182679" y="27178"/>
                  </a:lnTo>
                  <a:lnTo>
                    <a:pt x="5186553" y="30048"/>
                  </a:lnTo>
                  <a:lnTo>
                    <a:pt x="5192204" y="22390"/>
                  </a:lnTo>
                  <a:close/>
                </a:path>
                <a:path w="5238750" h="3352800">
                  <a:moveTo>
                    <a:pt x="5212486" y="3311385"/>
                  </a:moveTo>
                  <a:lnTo>
                    <a:pt x="5205146" y="3305314"/>
                  </a:lnTo>
                  <a:lnTo>
                    <a:pt x="5198542" y="3312591"/>
                  </a:lnTo>
                  <a:lnTo>
                    <a:pt x="5190896" y="3319538"/>
                  </a:lnTo>
                  <a:lnTo>
                    <a:pt x="5185638" y="3323437"/>
                  </a:lnTo>
                  <a:lnTo>
                    <a:pt x="5191214" y="3331159"/>
                  </a:lnTo>
                  <a:lnTo>
                    <a:pt x="5196929" y="3326904"/>
                  </a:lnTo>
                  <a:lnTo>
                    <a:pt x="5205273" y="3319322"/>
                  </a:lnTo>
                  <a:lnTo>
                    <a:pt x="5212486" y="3311385"/>
                  </a:lnTo>
                  <a:close/>
                </a:path>
                <a:path w="5238750" h="3352800">
                  <a:moveTo>
                    <a:pt x="5224056" y="58381"/>
                  </a:moveTo>
                  <a:lnTo>
                    <a:pt x="5219509" y="50787"/>
                  </a:lnTo>
                  <a:lnTo>
                    <a:pt x="5212854" y="41833"/>
                  </a:lnTo>
                  <a:lnTo>
                    <a:pt x="5206822" y="35191"/>
                  </a:lnTo>
                  <a:lnTo>
                    <a:pt x="5199964" y="41783"/>
                  </a:lnTo>
                  <a:lnTo>
                    <a:pt x="5205488" y="47866"/>
                  </a:lnTo>
                  <a:lnTo>
                    <a:pt x="5211584" y="56083"/>
                  </a:lnTo>
                  <a:lnTo>
                    <a:pt x="5215750" y="63042"/>
                  </a:lnTo>
                  <a:lnTo>
                    <a:pt x="5224056" y="58381"/>
                  </a:lnTo>
                  <a:close/>
                </a:path>
                <a:path w="5238750" h="3352800">
                  <a:moveTo>
                    <a:pt x="5234571" y="3268815"/>
                  </a:moveTo>
                  <a:lnTo>
                    <a:pt x="5225389" y="3266287"/>
                  </a:lnTo>
                  <a:lnTo>
                    <a:pt x="5224754" y="3268815"/>
                  </a:lnTo>
                  <a:lnTo>
                    <a:pt x="5221249" y="3278606"/>
                  </a:lnTo>
                  <a:lnTo>
                    <a:pt x="5216842" y="3287941"/>
                  </a:lnTo>
                  <a:lnTo>
                    <a:pt x="5215179" y="3290735"/>
                  </a:lnTo>
                  <a:lnTo>
                    <a:pt x="5223421" y="3295485"/>
                  </a:lnTo>
                  <a:lnTo>
                    <a:pt x="5225237" y="3292437"/>
                  </a:lnTo>
                  <a:lnTo>
                    <a:pt x="5230050" y="3282251"/>
                  </a:lnTo>
                  <a:lnTo>
                    <a:pt x="5233860" y="3271634"/>
                  </a:lnTo>
                  <a:lnTo>
                    <a:pt x="5234571" y="3268815"/>
                  </a:lnTo>
                  <a:close/>
                </a:path>
                <a:path w="5238750" h="3352800">
                  <a:moveTo>
                    <a:pt x="5238254" y="104063"/>
                  </a:moveTo>
                  <a:lnTo>
                    <a:pt x="5238216" y="103047"/>
                  </a:lnTo>
                  <a:lnTo>
                    <a:pt x="5236578" y="91998"/>
                  </a:lnTo>
                  <a:lnTo>
                    <a:pt x="5233860" y="81178"/>
                  </a:lnTo>
                  <a:lnTo>
                    <a:pt x="5231943" y="75806"/>
                  </a:lnTo>
                  <a:lnTo>
                    <a:pt x="5222976" y="79019"/>
                  </a:lnTo>
                  <a:lnTo>
                    <a:pt x="5224742" y="83934"/>
                  </a:lnTo>
                  <a:lnTo>
                    <a:pt x="5227231" y="93865"/>
                  </a:lnTo>
                  <a:lnTo>
                    <a:pt x="5228729" y="103987"/>
                  </a:lnTo>
                  <a:lnTo>
                    <a:pt x="5228780" y="104914"/>
                  </a:lnTo>
                  <a:lnTo>
                    <a:pt x="5238254" y="104063"/>
                  </a:lnTo>
                  <a:close/>
                </a:path>
                <a:path w="5238750" h="3352800">
                  <a:moveTo>
                    <a:pt x="5238750" y="3221837"/>
                  </a:moveTo>
                  <a:lnTo>
                    <a:pt x="5229225" y="3221837"/>
                  </a:lnTo>
                  <a:lnTo>
                    <a:pt x="5229225" y="3238512"/>
                  </a:lnTo>
                  <a:lnTo>
                    <a:pt x="5228729" y="3248825"/>
                  </a:lnTo>
                  <a:lnTo>
                    <a:pt x="5228704" y="3248990"/>
                  </a:lnTo>
                  <a:lnTo>
                    <a:pt x="5238191" y="3249942"/>
                  </a:lnTo>
                  <a:lnTo>
                    <a:pt x="5238254" y="3248825"/>
                  </a:lnTo>
                  <a:lnTo>
                    <a:pt x="5238750" y="3238512"/>
                  </a:lnTo>
                  <a:lnTo>
                    <a:pt x="5238750" y="3221837"/>
                  </a:lnTo>
                  <a:close/>
                </a:path>
                <a:path w="5238750" h="3352800">
                  <a:moveTo>
                    <a:pt x="5238750" y="3174149"/>
                  </a:moveTo>
                  <a:lnTo>
                    <a:pt x="5229225" y="3174149"/>
                  </a:lnTo>
                  <a:lnTo>
                    <a:pt x="5229225" y="3202724"/>
                  </a:lnTo>
                  <a:lnTo>
                    <a:pt x="5238750" y="3202724"/>
                  </a:lnTo>
                  <a:lnTo>
                    <a:pt x="5238750" y="3174149"/>
                  </a:lnTo>
                  <a:close/>
                </a:path>
                <a:path w="5238750" h="3352800">
                  <a:moveTo>
                    <a:pt x="5238750" y="3126473"/>
                  </a:moveTo>
                  <a:lnTo>
                    <a:pt x="5229225" y="3126473"/>
                  </a:lnTo>
                  <a:lnTo>
                    <a:pt x="5229225" y="3155048"/>
                  </a:lnTo>
                  <a:lnTo>
                    <a:pt x="5238750" y="3155048"/>
                  </a:lnTo>
                  <a:lnTo>
                    <a:pt x="5238750" y="3126473"/>
                  </a:lnTo>
                  <a:close/>
                </a:path>
                <a:path w="5238750" h="3352800">
                  <a:moveTo>
                    <a:pt x="5238750" y="3078797"/>
                  </a:moveTo>
                  <a:lnTo>
                    <a:pt x="5229225" y="3078797"/>
                  </a:lnTo>
                  <a:lnTo>
                    <a:pt x="5229225" y="3107372"/>
                  </a:lnTo>
                  <a:lnTo>
                    <a:pt x="5238750" y="3107372"/>
                  </a:lnTo>
                  <a:lnTo>
                    <a:pt x="5238750" y="3078797"/>
                  </a:lnTo>
                  <a:close/>
                </a:path>
                <a:path w="5238750" h="3352800">
                  <a:moveTo>
                    <a:pt x="5238750" y="3031121"/>
                  </a:moveTo>
                  <a:lnTo>
                    <a:pt x="5229225" y="3031121"/>
                  </a:lnTo>
                  <a:lnTo>
                    <a:pt x="5229225" y="3059696"/>
                  </a:lnTo>
                  <a:lnTo>
                    <a:pt x="5238750" y="3059696"/>
                  </a:lnTo>
                  <a:lnTo>
                    <a:pt x="5238750" y="3031121"/>
                  </a:lnTo>
                  <a:close/>
                </a:path>
                <a:path w="5238750" h="3352800">
                  <a:moveTo>
                    <a:pt x="5238750" y="2983433"/>
                  </a:moveTo>
                  <a:lnTo>
                    <a:pt x="5229225" y="2983433"/>
                  </a:lnTo>
                  <a:lnTo>
                    <a:pt x="5229225" y="3012008"/>
                  </a:lnTo>
                  <a:lnTo>
                    <a:pt x="5238750" y="3012008"/>
                  </a:lnTo>
                  <a:lnTo>
                    <a:pt x="5238750" y="2983433"/>
                  </a:lnTo>
                  <a:close/>
                </a:path>
                <a:path w="5238750" h="3352800">
                  <a:moveTo>
                    <a:pt x="5238750" y="2935757"/>
                  </a:moveTo>
                  <a:lnTo>
                    <a:pt x="5229225" y="2935757"/>
                  </a:lnTo>
                  <a:lnTo>
                    <a:pt x="5229225" y="2964332"/>
                  </a:lnTo>
                  <a:lnTo>
                    <a:pt x="5238750" y="2964332"/>
                  </a:lnTo>
                  <a:lnTo>
                    <a:pt x="5238750" y="2935757"/>
                  </a:lnTo>
                  <a:close/>
                </a:path>
                <a:path w="5238750" h="3352800">
                  <a:moveTo>
                    <a:pt x="5238750" y="2888081"/>
                  </a:moveTo>
                  <a:lnTo>
                    <a:pt x="5229225" y="2888081"/>
                  </a:lnTo>
                  <a:lnTo>
                    <a:pt x="5229225" y="2916656"/>
                  </a:lnTo>
                  <a:lnTo>
                    <a:pt x="5238750" y="2916656"/>
                  </a:lnTo>
                  <a:lnTo>
                    <a:pt x="5238750" y="2888081"/>
                  </a:lnTo>
                  <a:close/>
                </a:path>
                <a:path w="5238750" h="3352800">
                  <a:moveTo>
                    <a:pt x="5238750" y="2840405"/>
                  </a:moveTo>
                  <a:lnTo>
                    <a:pt x="5229225" y="2840405"/>
                  </a:lnTo>
                  <a:lnTo>
                    <a:pt x="5229225" y="2868980"/>
                  </a:lnTo>
                  <a:lnTo>
                    <a:pt x="5238750" y="2868980"/>
                  </a:lnTo>
                  <a:lnTo>
                    <a:pt x="5238750" y="2840405"/>
                  </a:lnTo>
                  <a:close/>
                </a:path>
                <a:path w="5238750" h="3352800">
                  <a:moveTo>
                    <a:pt x="5238750" y="2792730"/>
                  </a:moveTo>
                  <a:lnTo>
                    <a:pt x="5229225" y="2792730"/>
                  </a:lnTo>
                  <a:lnTo>
                    <a:pt x="5229225" y="2821305"/>
                  </a:lnTo>
                  <a:lnTo>
                    <a:pt x="5238750" y="2821305"/>
                  </a:lnTo>
                  <a:lnTo>
                    <a:pt x="5238750" y="2792730"/>
                  </a:lnTo>
                  <a:close/>
                </a:path>
                <a:path w="5238750" h="3352800">
                  <a:moveTo>
                    <a:pt x="5238750" y="2745041"/>
                  </a:moveTo>
                  <a:lnTo>
                    <a:pt x="5229225" y="2745041"/>
                  </a:lnTo>
                  <a:lnTo>
                    <a:pt x="5229225" y="2773616"/>
                  </a:lnTo>
                  <a:lnTo>
                    <a:pt x="5238750" y="2773616"/>
                  </a:lnTo>
                  <a:lnTo>
                    <a:pt x="5238750" y="2745041"/>
                  </a:lnTo>
                  <a:close/>
                </a:path>
                <a:path w="5238750" h="3352800">
                  <a:moveTo>
                    <a:pt x="5238750" y="2697365"/>
                  </a:moveTo>
                  <a:lnTo>
                    <a:pt x="5229225" y="2697365"/>
                  </a:lnTo>
                  <a:lnTo>
                    <a:pt x="5229225" y="2725940"/>
                  </a:lnTo>
                  <a:lnTo>
                    <a:pt x="5238750" y="2725940"/>
                  </a:lnTo>
                  <a:lnTo>
                    <a:pt x="5238750" y="2697365"/>
                  </a:lnTo>
                  <a:close/>
                </a:path>
                <a:path w="5238750" h="3352800">
                  <a:moveTo>
                    <a:pt x="5238750" y="2649690"/>
                  </a:moveTo>
                  <a:lnTo>
                    <a:pt x="5229225" y="2649690"/>
                  </a:lnTo>
                  <a:lnTo>
                    <a:pt x="5229225" y="2678265"/>
                  </a:lnTo>
                  <a:lnTo>
                    <a:pt x="5238750" y="2678265"/>
                  </a:lnTo>
                  <a:lnTo>
                    <a:pt x="5238750" y="2649690"/>
                  </a:lnTo>
                  <a:close/>
                </a:path>
                <a:path w="5238750" h="3352800">
                  <a:moveTo>
                    <a:pt x="5238750" y="2602014"/>
                  </a:moveTo>
                  <a:lnTo>
                    <a:pt x="5229225" y="2602014"/>
                  </a:lnTo>
                  <a:lnTo>
                    <a:pt x="5229225" y="2630589"/>
                  </a:lnTo>
                  <a:lnTo>
                    <a:pt x="5238750" y="2630589"/>
                  </a:lnTo>
                  <a:lnTo>
                    <a:pt x="5238750" y="2602014"/>
                  </a:lnTo>
                  <a:close/>
                </a:path>
                <a:path w="5238750" h="3352800">
                  <a:moveTo>
                    <a:pt x="5238750" y="2554338"/>
                  </a:moveTo>
                  <a:lnTo>
                    <a:pt x="5229225" y="2554338"/>
                  </a:lnTo>
                  <a:lnTo>
                    <a:pt x="5229225" y="2582913"/>
                  </a:lnTo>
                  <a:lnTo>
                    <a:pt x="5238750" y="2582913"/>
                  </a:lnTo>
                  <a:lnTo>
                    <a:pt x="5238750" y="2554338"/>
                  </a:lnTo>
                  <a:close/>
                </a:path>
                <a:path w="5238750" h="3352800">
                  <a:moveTo>
                    <a:pt x="5238750" y="2506649"/>
                  </a:moveTo>
                  <a:lnTo>
                    <a:pt x="5229225" y="2506649"/>
                  </a:lnTo>
                  <a:lnTo>
                    <a:pt x="5229225" y="2535224"/>
                  </a:lnTo>
                  <a:lnTo>
                    <a:pt x="5238750" y="2535224"/>
                  </a:lnTo>
                  <a:lnTo>
                    <a:pt x="5238750" y="2506649"/>
                  </a:lnTo>
                  <a:close/>
                </a:path>
                <a:path w="5238750" h="3352800">
                  <a:moveTo>
                    <a:pt x="5238750" y="2458974"/>
                  </a:moveTo>
                  <a:lnTo>
                    <a:pt x="5229225" y="2458974"/>
                  </a:lnTo>
                  <a:lnTo>
                    <a:pt x="5229225" y="2487549"/>
                  </a:lnTo>
                  <a:lnTo>
                    <a:pt x="5238750" y="2487549"/>
                  </a:lnTo>
                  <a:lnTo>
                    <a:pt x="5238750" y="2458974"/>
                  </a:lnTo>
                  <a:close/>
                </a:path>
                <a:path w="5238750" h="3352800">
                  <a:moveTo>
                    <a:pt x="5238750" y="2411298"/>
                  </a:moveTo>
                  <a:lnTo>
                    <a:pt x="5229225" y="2411298"/>
                  </a:lnTo>
                  <a:lnTo>
                    <a:pt x="5229225" y="2439873"/>
                  </a:lnTo>
                  <a:lnTo>
                    <a:pt x="5238750" y="2439873"/>
                  </a:lnTo>
                  <a:lnTo>
                    <a:pt x="5238750" y="2411298"/>
                  </a:lnTo>
                  <a:close/>
                </a:path>
                <a:path w="5238750" h="3352800">
                  <a:moveTo>
                    <a:pt x="5238750" y="2363622"/>
                  </a:moveTo>
                  <a:lnTo>
                    <a:pt x="5229225" y="2363622"/>
                  </a:lnTo>
                  <a:lnTo>
                    <a:pt x="5229225" y="2392197"/>
                  </a:lnTo>
                  <a:lnTo>
                    <a:pt x="5238750" y="2392197"/>
                  </a:lnTo>
                  <a:lnTo>
                    <a:pt x="5238750" y="2363622"/>
                  </a:lnTo>
                  <a:close/>
                </a:path>
                <a:path w="5238750" h="3352800">
                  <a:moveTo>
                    <a:pt x="5238750" y="2315934"/>
                  </a:moveTo>
                  <a:lnTo>
                    <a:pt x="5229225" y="2315934"/>
                  </a:lnTo>
                  <a:lnTo>
                    <a:pt x="5229225" y="2344509"/>
                  </a:lnTo>
                  <a:lnTo>
                    <a:pt x="5238750" y="2344509"/>
                  </a:lnTo>
                  <a:lnTo>
                    <a:pt x="5238750" y="2315934"/>
                  </a:lnTo>
                  <a:close/>
                </a:path>
                <a:path w="5238750" h="3352800">
                  <a:moveTo>
                    <a:pt x="5238750" y="2268258"/>
                  </a:moveTo>
                  <a:lnTo>
                    <a:pt x="5229225" y="2268258"/>
                  </a:lnTo>
                  <a:lnTo>
                    <a:pt x="5229225" y="2296833"/>
                  </a:lnTo>
                  <a:lnTo>
                    <a:pt x="5238750" y="2296833"/>
                  </a:lnTo>
                  <a:lnTo>
                    <a:pt x="5238750" y="2268258"/>
                  </a:lnTo>
                  <a:close/>
                </a:path>
                <a:path w="5238750" h="3352800">
                  <a:moveTo>
                    <a:pt x="5238750" y="2220582"/>
                  </a:moveTo>
                  <a:lnTo>
                    <a:pt x="5229225" y="2220582"/>
                  </a:lnTo>
                  <a:lnTo>
                    <a:pt x="5229225" y="2249157"/>
                  </a:lnTo>
                  <a:lnTo>
                    <a:pt x="5238750" y="2249157"/>
                  </a:lnTo>
                  <a:lnTo>
                    <a:pt x="5238750" y="2220582"/>
                  </a:lnTo>
                  <a:close/>
                </a:path>
                <a:path w="5238750" h="3352800">
                  <a:moveTo>
                    <a:pt x="5238750" y="2172906"/>
                  </a:moveTo>
                  <a:lnTo>
                    <a:pt x="5229225" y="2172906"/>
                  </a:lnTo>
                  <a:lnTo>
                    <a:pt x="5229225" y="2201481"/>
                  </a:lnTo>
                  <a:lnTo>
                    <a:pt x="5238750" y="2201481"/>
                  </a:lnTo>
                  <a:lnTo>
                    <a:pt x="5238750" y="2172906"/>
                  </a:lnTo>
                  <a:close/>
                </a:path>
                <a:path w="5238750" h="3352800">
                  <a:moveTo>
                    <a:pt x="5238750" y="2125230"/>
                  </a:moveTo>
                  <a:lnTo>
                    <a:pt x="5229225" y="2125230"/>
                  </a:lnTo>
                  <a:lnTo>
                    <a:pt x="5229225" y="2153805"/>
                  </a:lnTo>
                  <a:lnTo>
                    <a:pt x="5238750" y="2153805"/>
                  </a:lnTo>
                  <a:lnTo>
                    <a:pt x="5238750" y="2125230"/>
                  </a:lnTo>
                  <a:close/>
                </a:path>
                <a:path w="5238750" h="3352800">
                  <a:moveTo>
                    <a:pt x="5238750" y="2077542"/>
                  </a:moveTo>
                  <a:lnTo>
                    <a:pt x="5229225" y="2077542"/>
                  </a:lnTo>
                  <a:lnTo>
                    <a:pt x="5229225" y="2106117"/>
                  </a:lnTo>
                  <a:lnTo>
                    <a:pt x="5238750" y="2106117"/>
                  </a:lnTo>
                  <a:lnTo>
                    <a:pt x="5238750" y="2077542"/>
                  </a:lnTo>
                  <a:close/>
                </a:path>
                <a:path w="5238750" h="3352800">
                  <a:moveTo>
                    <a:pt x="5238750" y="2029866"/>
                  </a:moveTo>
                  <a:lnTo>
                    <a:pt x="5229225" y="2029866"/>
                  </a:lnTo>
                  <a:lnTo>
                    <a:pt x="5229225" y="2058441"/>
                  </a:lnTo>
                  <a:lnTo>
                    <a:pt x="5238750" y="2058441"/>
                  </a:lnTo>
                  <a:lnTo>
                    <a:pt x="5238750" y="2029866"/>
                  </a:lnTo>
                  <a:close/>
                </a:path>
                <a:path w="5238750" h="3352800">
                  <a:moveTo>
                    <a:pt x="5238750" y="1982190"/>
                  </a:moveTo>
                  <a:lnTo>
                    <a:pt x="5229225" y="1982190"/>
                  </a:lnTo>
                  <a:lnTo>
                    <a:pt x="5229225" y="2010765"/>
                  </a:lnTo>
                  <a:lnTo>
                    <a:pt x="5238750" y="2010765"/>
                  </a:lnTo>
                  <a:lnTo>
                    <a:pt x="5238750" y="1982190"/>
                  </a:lnTo>
                  <a:close/>
                </a:path>
                <a:path w="5238750" h="3352800">
                  <a:moveTo>
                    <a:pt x="5238750" y="1934514"/>
                  </a:moveTo>
                  <a:lnTo>
                    <a:pt x="5229225" y="1934514"/>
                  </a:lnTo>
                  <a:lnTo>
                    <a:pt x="5229225" y="1963089"/>
                  </a:lnTo>
                  <a:lnTo>
                    <a:pt x="5238750" y="1963089"/>
                  </a:lnTo>
                  <a:lnTo>
                    <a:pt x="5238750" y="1934514"/>
                  </a:lnTo>
                  <a:close/>
                </a:path>
                <a:path w="5238750" h="3352800">
                  <a:moveTo>
                    <a:pt x="5238750" y="1886839"/>
                  </a:moveTo>
                  <a:lnTo>
                    <a:pt x="5229225" y="1886839"/>
                  </a:lnTo>
                  <a:lnTo>
                    <a:pt x="5229225" y="1915414"/>
                  </a:lnTo>
                  <a:lnTo>
                    <a:pt x="5238750" y="1915414"/>
                  </a:lnTo>
                  <a:lnTo>
                    <a:pt x="5238750" y="1886839"/>
                  </a:lnTo>
                  <a:close/>
                </a:path>
                <a:path w="5238750" h="3352800">
                  <a:moveTo>
                    <a:pt x="5238750" y="1839150"/>
                  </a:moveTo>
                  <a:lnTo>
                    <a:pt x="5229225" y="1839150"/>
                  </a:lnTo>
                  <a:lnTo>
                    <a:pt x="5229225" y="1867725"/>
                  </a:lnTo>
                  <a:lnTo>
                    <a:pt x="5238750" y="1867725"/>
                  </a:lnTo>
                  <a:lnTo>
                    <a:pt x="5238750" y="1839150"/>
                  </a:lnTo>
                  <a:close/>
                </a:path>
                <a:path w="5238750" h="3352800">
                  <a:moveTo>
                    <a:pt x="5238750" y="1791474"/>
                  </a:moveTo>
                  <a:lnTo>
                    <a:pt x="5229225" y="1791474"/>
                  </a:lnTo>
                  <a:lnTo>
                    <a:pt x="5229225" y="1820049"/>
                  </a:lnTo>
                  <a:lnTo>
                    <a:pt x="5238750" y="1820049"/>
                  </a:lnTo>
                  <a:lnTo>
                    <a:pt x="5238750" y="1791474"/>
                  </a:lnTo>
                  <a:close/>
                </a:path>
                <a:path w="5238750" h="3352800">
                  <a:moveTo>
                    <a:pt x="5238750" y="1743798"/>
                  </a:moveTo>
                  <a:lnTo>
                    <a:pt x="5229225" y="1743798"/>
                  </a:lnTo>
                  <a:lnTo>
                    <a:pt x="5229225" y="1772373"/>
                  </a:lnTo>
                  <a:lnTo>
                    <a:pt x="5238750" y="1772373"/>
                  </a:lnTo>
                  <a:lnTo>
                    <a:pt x="5238750" y="1743798"/>
                  </a:lnTo>
                  <a:close/>
                </a:path>
                <a:path w="5238750" h="3352800">
                  <a:moveTo>
                    <a:pt x="5238750" y="1696123"/>
                  </a:moveTo>
                  <a:lnTo>
                    <a:pt x="5229225" y="1696123"/>
                  </a:lnTo>
                  <a:lnTo>
                    <a:pt x="5229225" y="1724698"/>
                  </a:lnTo>
                  <a:lnTo>
                    <a:pt x="5238750" y="1724698"/>
                  </a:lnTo>
                  <a:lnTo>
                    <a:pt x="5238750" y="1696123"/>
                  </a:lnTo>
                  <a:close/>
                </a:path>
                <a:path w="5238750" h="3352800">
                  <a:moveTo>
                    <a:pt x="5238750" y="1648447"/>
                  </a:moveTo>
                  <a:lnTo>
                    <a:pt x="5229225" y="1648447"/>
                  </a:lnTo>
                  <a:lnTo>
                    <a:pt x="5229225" y="1677022"/>
                  </a:lnTo>
                  <a:lnTo>
                    <a:pt x="5238750" y="1677022"/>
                  </a:lnTo>
                  <a:lnTo>
                    <a:pt x="5238750" y="1648447"/>
                  </a:lnTo>
                  <a:close/>
                </a:path>
                <a:path w="5238750" h="3352800">
                  <a:moveTo>
                    <a:pt x="5238750" y="1600758"/>
                  </a:moveTo>
                  <a:lnTo>
                    <a:pt x="5229225" y="1600758"/>
                  </a:lnTo>
                  <a:lnTo>
                    <a:pt x="5229225" y="1629333"/>
                  </a:lnTo>
                  <a:lnTo>
                    <a:pt x="5238750" y="1629333"/>
                  </a:lnTo>
                  <a:lnTo>
                    <a:pt x="5238750" y="1600758"/>
                  </a:lnTo>
                  <a:close/>
                </a:path>
                <a:path w="5238750" h="3352800">
                  <a:moveTo>
                    <a:pt x="5238750" y="1553083"/>
                  </a:moveTo>
                  <a:lnTo>
                    <a:pt x="5229225" y="1553083"/>
                  </a:lnTo>
                  <a:lnTo>
                    <a:pt x="5229225" y="1581658"/>
                  </a:lnTo>
                  <a:lnTo>
                    <a:pt x="5238750" y="1581658"/>
                  </a:lnTo>
                  <a:lnTo>
                    <a:pt x="5238750" y="1553083"/>
                  </a:lnTo>
                  <a:close/>
                </a:path>
                <a:path w="5238750" h="3352800">
                  <a:moveTo>
                    <a:pt x="5238750" y="1505407"/>
                  </a:moveTo>
                  <a:lnTo>
                    <a:pt x="5229225" y="1505407"/>
                  </a:lnTo>
                  <a:lnTo>
                    <a:pt x="5229225" y="1533982"/>
                  </a:lnTo>
                  <a:lnTo>
                    <a:pt x="5238750" y="1533982"/>
                  </a:lnTo>
                  <a:lnTo>
                    <a:pt x="5238750" y="1505407"/>
                  </a:lnTo>
                  <a:close/>
                </a:path>
                <a:path w="5238750" h="3352800">
                  <a:moveTo>
                    <a:pt x="5238750" y="1457731"/>
                  </a:moveTo>
                  <a:lnTo>
                    <a:pt x="5229225" y="1457731"/>
                  </a:lnTo>
                  <a:lnTo>
                    <a:pt x="5229225" y="1486306"/>
                  </a:lnTo>
                  <a:lnTo>
                    <a:pt x="5238750" y="1486306"/>
                  </a:lnTo>
                  <a:lnTo>
                    <a:pt x="5238750" y="1457731"/>
                  </a:lnTo>
                  <a:close/>
                </a:path>
                <a:path w="5238750" h="3352800">
                  <a:moveTo>
                    <a:pt x="5238750" y="1410042"/>
                  </a:moveTo>
                  <a:lnTo>
                    <a:pt x="5229225" y="1410042"/>
                  </a:lnTo>
                  <a:lnTo>
                    <a:pt x="5229225" y="1438617"/>
                  </a:lnTo>
                  <a:lnTo>
                    <a:pt x="5238750" y="1438617"/>
                  </a:lnTo>
                  <a:lnTo>
                    <a:pt x="5238750" y="1410042"/>
                  </a:lnTo>
                  <a:close/>
                </a:path>
                <a:path w="5238750" h="3352800">
                  <a:moveTo>
                    <a:pt x="5238750" y="1362367"/>
                  </a:moveTo>
                  <a:lnTo>
                    <a:pt x="5229225" y="1362367"/>
                  </a:lnTo>
                  <a:lnTo>
                    <a:pt x="5229225" y="1390942"/>
                  </a:lnTo>
                  <a:lnTo>
                    <a:pt x="5238750" y="1390942"/>
                  </a:lnTo>
                  <a:lnTo>
                    <a:pt x="5238750" y="1362367"/>
                  </a:lnTo>
                  <a:close/>
                </a:path>
                <a:path w="5238750" h="3352800">
                  <a:moveTo>
                    <a:pt x="5238750" y="1314691"/>
                  </a:moveTo>
                  <a:lnTo>
                    <a:pt x="5229225" y="1314691"/>
                  </a:lnTo>
                  <a:lnTo>
                    <a:pt x="5229225" y="1343266"/>
                  </a:lnTo>
                  <a:lnTo>
                    <a:pt x="5238750" y="1343266"/>
                  </a:lnTo>
                  <a:lnTo>
                    <a:pt x="5238750" y="1314691"/>
                  </a:lnTo>
                  <a:close/>
                </a:path>
                <a:path w="5238750" h="3352800">
                  <a:moveTo>
                    <a:pt x="5238750" y="1267015"/>
                  </a:moveTo>
                  <a:lnTo>
                    <a:pt x="5229225" y="1267015"/>
                  </a:lnTo>
                  <a:lnTo>
                    <a:pt x="5229225" y="1295590"/>
                  </a:lnTo>
                  <a:lnTo>
                    <a:pt x="5238750" y="1295590"/>
                  </a:lnTo>
                  <a:lnTo>
                    <a:pt x="5238750" y="1267015"/>
                  </a:lnTo>
                  <a:close/>
                </a:path>
                <a:path w="5238750" h="3352800">
                  <a:moveTo>
                    <a:pt x="5238750" y="1219339"/>
                  </a:moveTo>
                  <a:lnTo>
                    <a:pt x="5229225" y="1219339"/>
                  </a:lnTo>
                  <a:lnTo>
                    <a:pt x="5229225" y="1247914"/>
                  </a:lnTo>
                  <a:lnTo>
                    <a:pt x="5238750" y="1247914"/>
                  </a:lnTo>
                  <a:lnTo>
                    <a:pt x="5238750" y="1219339"/>
                  </a:lnTo>
                  <a:close/>
                </a:path>
                <a:path w="5238750" h="3352800">
                  <a:moveTo>
                    <a:pt x="5238750" y="1171651"/>
                  </a:moveTo>
                  <a:lnTo>
                    <a:pt x="5229225" y="1171651"/>
                  </a:lnTo>
                  <a:lnTo>
                    <a:pt x="5229225" y="1200226"/>
                  </a:lnTo>
                  <a:lnTo>
                    <a:pt x="5238750" y="1200226"/>
                  </a:lnTo>
                  <a:lnTo>
                    <a:pt x="5238750" y="1171651"/>
                  </a:lnTo>
                  <a:close/>
                </a:path>
                <a:path w="5238750" h="3352800">
                  <a:moveTo>
                    <a:pt x="5238750" y="1123975"/>
                  </a:moveTo>
                  <a:lnTo>
                    <a:pt x="5229225" y="1123975"/>
                  </a:lnTo>
                  <a:lnTo>
                    <a:pt x="5229225" y="1152550"/>
                  </a:lnTo>
                  <a:lnTo>
                    <a:pt x="5238750" y="1152550"/>
                  </a:lnTo>
                  <a:lnTo>
                    <a:pt x="5238750" y="1123975"/>
                  </a:lnTo>
                  <a:close/>
                </a:path>
                <a:path w="5238750" h="3352800">
                  <a:moveTo>
                    <a:pt x="5238750" y="1076299"/>
                  </a:moveTo>
                  <a:lnTo>
                    <a:pt x="5229225" y="1076299"/>
                  </a:lnTo>
                  <a:lnTo>
                    <a:pt x="5229225" y="1104874"/>
                  </a:lnTo>
                  <a:lnTo>
                    <a:pt x="5238750" y="1104874"/>
                  </a:lnTo>
                  <a:lnTo>
                    <a:pt x="5238750" y="1076299"/>
                  </a:lnTo>
                  <a:close/>
                </a:path>
                <a:path w="5238750" h="3352800">
                  <a:moveTo>
                    <a:pt x="5238750" y="1028623"/>
                  </a:moveTo>
                  <a:lnTo>
                    <a:pt x="5229225" y="1028623"/>
                  </a:lnTo>
                  <a:lnTo>
                    <a:pt x="5229225" y="1057198"/>
                  </a:lnTo>
                  <a:lnTo>
                    <a:pt x="5238750" y="1057198"/>
                  </a:lnTo>
                  <a:lnTo>
                    <a:pt x="5238750" y="1028623"/>
                  </a:lnTo>
                  <a:close/>
                </a:path>
                <a:path w="5238750" h="3352800">
                  <a:moveTo>
                    <a:pt x="5238750" y="980948"/>
                  </a:moveTo>
                  <a:lnTo>
                    <a:pt x="5229225" y="980948"/>
                  </a:lnTo>
                  <a:lnTo>
                    <a:pt x="5229225" y="1009523"/>
                  </a:lnTo>
                  <a:lnTo>
                    <a:pt x="5238750" y="1009523"/>
                  </a:lnTo>
                  <a:lnTo>
                    <a:pt x="5238750" y="980948"/>
                  </a:lnTo>
                  <a:close/>
                </a:path>
                <a:path w="5238750" h="3352800">
                  <a:moveTo>
                    <a:pt x="5238750" y="933259"/>
                  </a:moveTo>
                  <a:lnTo>
                    <a:pt x="5229225" y="933259"/>
                  </a:lnTo>
                  <a:lnTo>
                    <a:pt x="5229225" y="961834"/>
                  </a:lnTo>
                  <a:lnTo>
                    <a:pt x="5238750" y="961834"/>
                  </a:lnTo>
                  <a:lnTo>
                    <a:pt x="5238750" y="933259"/>
                  </a:lnTo>
                  <a:close/>
                </a:path>
                <a:path w="5238750" h="3352800">
                  <a:moveTo>
                    <a:pt x="5238750" y="885583"/>
                  </a:moveTo>
                  <a:lnTo>
                    <a:pt x="5229225" y="885583"/>
                  </a:lnTo>
                  <a:lnTo>
                    <a:pt x="5229225" y="914158"/>
                  </a:lnTo>
                  <a:lnTo>
                    <a:pt x="5238750" y="914158"/>
                  </a:lnTo>
                  <a:lnTo>
                    <a:pt x="5238750" y="885583"/>
                  </a:lnTo>
                  <a:close/>
                </a:path>
                <a:path w="5238750" h="3352800">
                  <a:moveTo>
                    <a:pt x="5238750" y="837907"/>
                  </a:moveTo>
                  <a:lnTo>
                    <a:pt x="5229225" y="837907"/>
                  </a:lnTo>
                  <a:lnTo>
                    <a:pt x="5229225" y="866482"/>
                  </a:lnTo>
                  <a:lnTo>
                    <a:pt x="5238750" y="866482"/>
                  </a:lnTo>
                  <a:lnTo>
                    <a:pt x="5238750" y="837907"/>
                  </a:lnTo>
                  <a:close/>
                </a:path>
                <a:path w="5238750" h="3352800">
                  <a:moveTo>
                    <a:pt x="5238750" y="790232"/>
                  </a:moveTo>
                  <a:lnTo>
                    <a:pt x="5229225" y="790232"/>
                  </a:lnTo>
                  <a:lnTo>
                    <a:pt x="5229225" y="818807"/>
                  </a:lnTo>
                  <a:lnTo>
                    <a:pt x="5238750" y="818807"/>
                  </a:lnTo>
                  <a:lnTo>
                    <a:pt x="5238750" y="790232"/>
                  </a:lnTo>
                  <a:close/>
                </a:path>
                <a:path w="5238750" h="3352800">
                  <a:moveTo>
                    <a:pt x="5238750" y="742543"/>
                  </a:moveTo>
                  <a:lnTo>
                    <a:pt x="5229225" y="742543"/>
                  </a:lnTo>
                  <a:lnTo>
                    <a:pt x="5229225" y="771118"/>
                  </a:lnTo>
                  <a:lnTo>
                    <a:pt x="5238750" y="771118"/>
                  </a:lnTo>
                  <a:lnTo>
                    <a:pt x="5238750" y="742543"/>
                  </a:lnTo>
                  <a:close/>
                </a:path>
                <a:path w="5238750" h="3352800">
                  <a:moveTo>
                    <a:pt x="5238750" y="694867"/>
                  </a:moveTo>
                  <a:lnTo>
                    <a:pt x="5229225" y="694867"/>
                  </a:lnTo>
                  <a:lnTo>
                    <a:pt x="5229225" y="723442"/>
                  </a:lnTo>
                  <a:lnTo>
                    <a:pt x="5238750" y="723442"/>
                  </a:lnTo>
                  <a:lnTo>
                    <a:pt x="5238750" y="694867"/>
                  </a:lnTo>
                  <a:close/>
                </a:path>
                <a:path w="5238750" h="3352800">
                  <a:moveTo>
                    <a:pt x="5238750" y="647192"/>
                  </a:moveTo>
                  <a:lnTo>
                    <a:pt x="5229225" y="647192"/>
                  </a:lnTo>
                  <a:lnTo>
                    <a:pt x="5229225" y="675767"/>
                  </a:lnTo>
                  <a:lnTo>
                    <a:pt x="5238750" y="675767"/>
                  </a:lnTo>
                  <a:lnTo>
                    <a:pt x="5238750" y="647192"/>
                  </a:lnTo>
                  <a:close/>
                </a:path>
                <a:path w="5238750" h="3352800">
                  <a:moveTo>
                    <a:pt x="5238750" y="599516"/>
                  </a:moveTo>
                  <a:lnTo>
                    <a:pt x="5229225" y="599516"/>
                  </a:lnTo>
                  <a:lnTo>
                    <a:pt x="5229225" y="628091"/>
                  </a:lnTo>
                  <a:lnTo>
                    <a:pt x="5238750" y="628091"/>
                  </a:lnTo>
                  <a:lnTo>
                    <a:pt x="5238750" y="599516"/>
                  </a:lnTo>
                  <a:close/>
                </a:path>
                <a:path w="5238750" h="3352800">
                  <a:moveTo>
                    <a:pt x="5238750" y="551840"/>
                  </a:moveTo>
                  <a:lnTo>
                    <a:pt x="5229225" y="551840"/>
                  </a:lnTo>
                  <a:lnTo>
                    <a:pt x="5229225" y="580415"/>
                  </a:lnTo>
                  <a:lnTo>
                    <a:pt x="5238750" y="580415"/>
                  </a:lnTo>
                  <a:lnTo>
                    <a:pt x="5238750" y="551840"/>
                  </a:lnTo>
                  <a:close/>
                </a:path>
                <a:path w="5238750" h="3352800">
                  <a:moveTo>
                    <a:pt x="5238750" y="504151"/>
                  </a:moveTo>
                  <a:lnTo>
                    <a:pt x="5229225" y="504151"/>
                  </a:lnTo>
                  <a:lnTo>
                    <a:pt x="5229225" y="532726"/>
                  </a:lnTo>
                  <a:lnTo>
                    <a:pt x="5238750" y="532726"/>
                  </a:lnTo>
                  <a:lnTo>
                    <a:pt x="5238750" y="504151"/>
                  </a:lnTo>
                  <a:close/>
                </a:path>
                <a:path w="5238750" h="3352800">
                  <a:moveTo>
                    <a:pt x="5238750" y="456476"/>
                  </a:moveTo>
                  <a:lnTo>
                    <a:pt x="5229225" y="456476"/>
                  </a:lnTo>
                  <a:lnTo>
                    <a:pt x="5229225" y="485051"/>
                  </a:lnTo>
                  <a:lnTo>
                    <a:pt x="5238750" y="485051"/>
                  </a:lnTo>
                  <a:lnTo>
                    <a:pt x="5238750" y="456476"/>
                  </a:lnTo>
                  <a:close/>
                </a:path>
                <a:path w="5238750" h="3352800">
                  <a:moveTo>
                    <a:pt x="5238750" y="408800"/>
                  </a:moveTo>
                  <a:lnTo>
                    <a:pt x="5229225" y="408800"/>
                  </a:lnTo>
                  <a:lnTo>
                    <a:pt x="5229225" y="437375"/>
                  </a:lnTo>
                  <a:lnTo>
                    <a:pt x="5238750" y="437375"/>
                  </a:lnTo>
                  <a:lnTo>
                    <a:pt x="5238750" y="408800"/>
                  </a:lnTo>
                  <a:close/>
                </a:path>
                <a:path w="5238750" h="3352800">
                  <a:moveTo>
                    <a:pt x="5238750" y="361124"/>
                  </a:moveTo>
                  <a:lnTo>
                    <a:pt x="5229225" y="361124"/>
                  </a:lnTo>
                  <a:lnTo>
                    <a:pt x="5229225" y="389699"/>
                  </a:lnTo>
                  <a:lnTo>
                    <a:pt x="5238750" y="389699"/>
                  </a:lnTo>
                  <a:lnTo>
                    <a:pt x="5238750" y="361124"/>
                  </a:lnTo>
                  <a:close/>
                </a:path>
                <a:path w="5238750" h="3352800">
                  <a:moveTo>
                    <a:pt x="5238750" y="313448"/>
                  </a:moveTo>
                  <a:lnTo>
                    <a:pt x="5229225" y="313448"/>
                  </a:lnTo>
                  <a:lnTo>
                    <a:pt x="5229225" y="342023"/>
                  </a:lnTo>
                  <a:lnTo>
                    <a:pt x="5238750" y="342023"/>
                  </a:lnTo>
                  <a:lnTo>
                    <a:pt x="5238750" y="313448"/>
                  </a:lnTo>
                  <a:close/>
                </a:path>
                <a:path w="5238750" h="3352800">
                  <a:moveTo>
                    <a:pt x="5238750" y="265760"/>
                  </a:moveTo>
                  <a:lnTo>
                    <a:pt x="5229225" y="265760"/>
                  </a:lnTo>
                  <a:lnTo>
                    <a:pt x="5229225" y="294335"/>
                  </a:lnTo>
                  <a:lnTo>
                    <a:pt x="5238750" y="294335"/>
                  </a:lnTo>
                  <a:lnTo>
                    <a:pt x="5238750" y="265760"/>
                  </a:lnTo>
                  <a:close/>
                </a:path>
                <a:path w="5238750" h="3352800">
                  <a:moveTo>
                    <a:pt x="5238750" y="218084"/>
                  </a:moveTo>
                  <a:lnTo>
                    <a:pt x="5229225" y="218084"/>
                  </a:lnTo>
                  <a:lnTo>
                    <a:pt x="5229225" y="246659"/>
                  </a:lnTo>
                  <a:lnTo>
                    <a:pt x="5238750" y="246659"/>
                  </a:lnTo>
                  <a:lnTo>
                    <a:pt x="5238750" y="218084"/>
                  </a:lnTo>
                  <a:close/>
                </a:path>
                <a:path w="5238750" h="3352800">
                  <a:moveTo>
                    <a:pt x="5238750" y="170408"/>
                  </a:moveTo>
                  <a:lnTo>
                    <a:pt x="5229225" y="170408"/>
                  </a:lnTo>
                  <a:lnTo>
                    <a:pt x="5229225" y="198983"/>
                  </a:lnTo>
                  <a:lnTo>
                    <a:pt x="5238750" y="198983"/>
                  </a:lnTo>
                  <a:lnTo>
                    <a:pt x="5238750" y="170408"/>
                  </a:lnTo>
                  <a:close/>
                </a:path>
                <a:path w="5238750" h="3352800">
                  <a:moveTo>
                    <a:pt x="5238750" y="122732"/>
                  </a:moveTo>
                  <a:lnTo>
                    <a:pt x="5229225" y="122732"/>
                  </a:lnTo>
                  <a:lnTo>
                    <a:pt x="5229225" y="151307"/>
                  </a:lnTo>
                  <a:lnTo>
                    <a:pt x="5238750" y="151307"/>
                  </a:lnTo>
                  <a:lnTo>
                    <a:pt x="5238750" y="122732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793992" y="1365504"/>
              <a:ext cx="4794885" cy="2908300"/>
            </a:xfrm>
            <a:custGeom>
              <a:avLst/>
              <a:gdLst/>
              <a:ahLst/>
              <a:cxnLst/>
              <a:rect l="l" t="t" r="r" b="b"/>
              <a:pathLst>
                <a:path w="4794884" h="2908300">
                  <a:moveTo>
                    <a:pt x="4794504" y="2907792"/>
                  </a:moveTo>
                  <a:lnTo>
                    <a:pt x="0" y="2907792"/>
                  </a:lnTo>
                  <a:lnTo>
                    <a:pt x="0" y="0"/>
                  </a:lnTo>
                  <a:lnTo>
                    <a:pt x="4794504" y="0"/>
                  </a:lnTo>
                  <a:lnTo>
                    <a:pt x="4794504" y="44195"/>
                  </a:lnTo>
                  <a:lnTo>
                    <a:pt x="149732" y="44195"/>
                  </a:lnTo>
                  <a:lnTo>
                    <a:pt x="143164" y="44513"/>
                  </a:lnTo>
                  <a:lnTo>
                    <a:pt x="107454" y="59304"/>
                  </a:lnTo>
                  <a:lnTo>
                    <a:pt x="85911" y="91544"/>
                  </a:lnTo>
                  <a:lnTo>
                    <a:pt x="83057" y="110870"/>
                  </a:lnTo>
                  <a:lnTo>
                    <a:pt x="83057" y="2720720"/>
                  </a:lnTo>
                  <a:lnTo>
                    <a:pt x="94283" y="2757769"/>
                  </a:lnTo>
                  <a:lnTo>
                    <a:pt x="124216" y="2782319"/>
                  </a:lnTo>
                  <a:lnTo>
                    <a:pt x="149732" y="2787395"/>
                  </a:lnTo>
                  <a:lnTo>
                    <a:pt x="4794504" y="2787395"/>
                  </a:lnTo>
                  <a:lnTo>
                    <a:pt x="4794504" y="2907792"/>
                  </a:lnTo>
                  <a:close/>
                </a:path>
                <a:path w="4794884" h="2908300">
                  <a:moveTo>
                    <a:pt x="4794504" y="2787395"/>
                  </a:moveTo>
                  <a:lnTo>
                    <a:pt x="4645532" y="2787395"/>
                  </a:lnTo>
                  <a:lnTo>
                    <a:pt x="4652100" y="2787078"/>
                  </a:lnTo>
                  <a:lnTo>
                    <a:pt x="4658541" y="2786126"/>
                  </a:lnTo>
                  <a:lnTo>
                    <a:pt x="4692678" y="2767866"/>
                  </a:lnTo>
                  <a:lnTo>
                    <a:pt x="4710937" y="2733730"/>
                  </a:lnTo>
                  <a:lnTo>
                    <a:pt x="4712207" y="2720720"/>
                  </a:lnTo>
                  <a:lnTo>
                    <a:pt x="4712207" y="110870"/>
                  </a:lnTo>
                  <a:lnTo>
                    <a:pt x="4700980" y="73820"/>
                  </a:lnTo>
                  <a:lnTo>
                    <a:pt x="4671046" y="49271"/>
                  </a:lnTo>
                  <a:lnTo>
                    <a:pt x="4645532" y="44195"/>
                  </a:lnTo>
                  <a:lnTo>
                    <a:pt x="4794504" y="44195"/>
                  </a:lnTo>
                  <a:lnTo>
                    <a:pt x="4794504" y="278739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67524" y="1400174"/>
              <a:ext cx="4648200" cy="2762250"/>
            </a:xfrm>
            <a:custGeom>
              <a:avLst/>
              <a:gdLst/>
              <a:ahLst/>
              <a:cxnLst/>
              <a:rect l="l" t="t" r="r" b="b"/>
              <a:pathLst>
                <a:path w="4648200" h="2762250">
                  <a:moveTo>
                    <a:pt x="4577002" y="2762249"/>
                  </a:moveTo>
                  <a:lnTo>
                    <a:pt x="71196" y="2762249"/>
                  </a:lnTo>
                  <a:lnTo>
                    <a:pt x="66240" y="2761761"/>
                  </a:lnTo>
                  <a:lnTo>
                    <a:pt x="29704" y="2746627"/>
                  </a:lnTo>
                  <a:lnTo>
                    <a:pt x="3885" y="2710587"/>
                  </a:lnTo>
                  <a:lnTo>
                    <a:pt x="0" y="2691052"/>
                  </a:lnTo>
                  <a:lnTo>
                    <a:pt x="0" y="268604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4577002" y="0"/>
                  </a:lnTo>
                  <a:lnTo>
                    <a:pt x="4618492" y="15621"/>
                  </a:lnTo>
                  <a:lnTo>
                    <a:pt x="4644312" y="51661"/>
                  </a:lnTo>
                  <a:lnTo>
                    <a:pt x="4648198" y="71196"/>
                  </a:lnTo>
                  <a:lnTo>
                    <a:pt x="4648198" y="2691052"/>
                  </a:lnTo>
                  <a:lnTo>
                    <a:pt x="4632576" y="2732543"/>
                  </a:lnTo>
                  <a:lnTo>
                    <a:pt x="4596535" y="2758363"/>
                  </a:lnTo>
                  <a:lnTo>
                    <a:pt x="4581957" y="2761761"/>
                  </a:lnTo>
                  <a:lnTo>
                    <a:pt x="4577002" y="2762249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045325" y="1533824"/>
            <a:ext cx="2626360" cy="4305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95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0" dirty="0">
                <a:solidFill>
                  <a:srgbClr val="94A2B8"/>
                </a:solidFill>
                <a:latin typeface="Times New Roman"/>
                <a:cs typeface="Times New Roman"/>
              </a:rPr>
              <a:t>Taille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fixe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(5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cases)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50" spc="155" dirty="0">
                <a:solidFill>
                  <a:srgbClr val="60A5FA"/>
                </a:solidFill>
                <a:latin typeface="Times New Roman"/>
                <a:cs typeface="Times New Roman"/>
              </a:rPr>
              <a:t>Etudiant</a:t>
            </a:r>
            <a:r>
              <a:rPr sz="1050" spc="155" dirty="0">
                <a:solidFill>
                  <a:srgbClr val="F7FAFB"/>
                </a:solidFill>
                <a:latin typeface="Times New Roman"/>
                <a:cs typeface="Times New Roman"/>
              </a:rPr>
              <a:t>[]</a:t>
            </a:r>
            <a:r>
              <a:rPr sz="1050" spc="365" dirty="0">
                <a:solidFill>
                  <a:srgbClr val="F7FAF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7FAFB"/>
                </a:solidFill>
                <a:latin typeface="Times New Roman"/>
                <a:cs typeface="Times New Roman"/>
              </a:rPr>
              <a:t>promo</a:t>
            </a:r>
            <a:r>
              <a:rPr sz="1050" spc="365" dirty="0">
                <a:solidFill>
                  <a:srgbClr val="F7FAF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7FAFB"/>
                </a:solidFill>
                <a:latin typeface="Times New Roman"/>
                <a:cs typeface="Times New Roman"/>
              </a:rPr>
              <a:t>=</a:t>
            </a:r>
            <a:r>
              <a:rPr sz="1050" spc="365" dirty="0">
                <a:solidFill>
                  <a:srgbClr val="F7FAF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BF83FB"/>
                </a:solidFill>
                <a:latin typeface="Times New Roman"/>
                <a:cs typeface="Times New Roman"/>
              </a:rPr>
              <a:t>new</a:t>
            </a:r>
            <a:r>
              <a:rPr sz="1050" spc="365" dirty="0">
                <a:solidFill>
                  <a:srgbClr val="BF83FB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60A5FA"/>
                </a:solidFill>
                <a:latin typeface="Times New Roman"/>
                <a:cs typeface="Times New Roman"/>
              </a:rPr>
              <a:t>Etudiant</a:t>
            </a:r>
            <a:r>
              <a:rPr sz="1050" spc="150" dirty="0">
                <a:solidFill>
                  <a:srgbClr val="F7FAFB"/>
                </a:solidFill>
                <a:latin typeface="Times New Roman"/>
                <a:cs typeface="Times New Roman"/>
              </a:rPr>
              <a:t>[5];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45325" y="2124374"/>
            <a:ext cx="2180590" cy="6305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95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Accès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0" dirty="0">
                <a:solidFill>
                  <a:srgbClr val="94A2B8"/>
                </a:solidFill>
                <a:latin typeface="Times New Roman"/>
                <a:cs typeface="Times New Roman"/>
              </a:rPr>
              <a:t>O(1)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580"/>
              </a:lnSpc>
              <a:spcBef>
                <a:spcPts val="85"/>
              </a:spcBef>
              <a:tabLst>
                <a:tab pos="1944370" algn="l"/>
              </a:tabLst>
            </a:pPr>
            <a:r>
              <a:rPr sz="1050" spc="85" dirty="0">
                <a:solidFill>
                  <a:srgbClr val="F7FAFB"/>
                </a:solidFill>
                <a:latin typeface="Times New Roman"/>
                <a:cs typeface="Times New Roman"/>
              </a:rPr>
              <a:t>promo[0]</a:t>
            </a:r>
            <a:r>
              <a:rPr sz="1050" spc="310" dirty="0">
                <a:solidFill>
                  <a:srgbClr val="F7FAF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7FAFB"/>
                </a:solidFill>
                <a:latin typeface="Times New Roman"/>
                <a:cs typeface="Times New Roman"/>
              </a:rPr>
              <a:t>=</a:t>
            </a:r>
            <a:r>
              <a:rPr sz="1050" spc="320" dirty="0">
                <a:solidFill>
                  <a:srgbClr val="F7FAF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BF83FB"/>
                </a:solidFill>
                <a:latin typeface="Times New Roman"/>
                <a:cs typeface="Times New Roman"/>
              </a:rPr>
              <a:t>new</a:t>
            </a:r>
            <a:r>
              <a:rPr sz="1050" spc="325" dirty="0">
                <a:solidFill>
                  <a:srgbClr val="BF83FB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60A5FA"/>
                </a:solidFill>
                <a:latin typeface="Times New Roman"/>
                <a:cs typeface="Times New Roman"/>
              </a:rPr>
              <a:t>Etudiant</a:t>
            </a:r>
            <a:r>
              <a:rPr sz="1050" spc="135" dirty="0">
                <a:solidFill>
                  <a:srgbClr val="F7FAFB"/>
                </a:solidFill>
                <a:latin typeface="Times New Roman"/>
                <a:cs typeface="Times New Roman"/>
              </a:rPr>
              <a:t>(</a:t>
            </a:r>
            <a:r>
              <a:rPr sz="1050" dirty="0">
                <a:solidFill>
                  <a:srgbClr val="F7FAFB"/>
                </a:solidFill>
                <a:latin typeface="Times New Roman"/>
                <a:cs typeface="Times New Roman"/>
              </a:rPr>
              <a:t>	</a:t>
            </a:r>
            <a:r>
              <a:rPr sz="1050" spc="254" dirty="0">
                <a:solidFill>
                  <a:srgbClr val="F7FAFB"/>
                </a:solidFill>
                <a:latin typeface="Times New Roman"/>
                <a:cs typeface="Times New Roman"/>
              </a:rPr>
              <a:t>.); </a:t>
            </a:r>
            <a:r>
              <a:rPr sz="1050" spc="135" dirty="0">
                <a:solidFill>
                  <a:srgbClr val="60A5FA"/>
                </a:solidFill>
                <a:latin typeface="Times New Roman"/>
                <a:cs typeface="Times New Roman"/>
              </a:rPr>
              <a:t>Etudiant</a:t>
            </a:r>
            <a:r>
              <a:rPr sz="1050" spc="325" dirty="0">
                <a:solidFill>
                  <a:srgbClr val="60A5FA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F7FAFB"/>
                </a:solidFill>
                <a:latin typeface="Times New Roman"/>
                <a:cs typeface="Times New Roman"/>
              </a:rPr>
              <a:t>e</a:t>
            </a:r>
            <a:r>
              <a:rPr sz="1050" spc="325" dirty="0">
                <a:solidFill>
                  <a:srgbClr val="F7FAF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F7FAFB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F7FAFB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F7FAFB"/>
                </a:solidFill>
                <a:latin typeface="Times New Roman"/>
                <a:cs typeface="Times New Roman"/>
              </a:rPr>
              <a:t>promo[0];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45325" y="2939299"/>
            <a:ext cx="3145790" cy="10058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28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3.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Attention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aux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nulls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!</a:t>
            </a:r>
            <a:endParaRPr sz="11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18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5" dirty="0">
                <a:solidFill>
                  <a:srgbClr val="94A2B8"/>
                </a:solidFill>
                <a:latin typeface="Times New Roman"/>
                <a:cs typeface="Times New Roman"/>
              </a:rPr>
              <a:t>promo[2]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est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null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défaut</a:t>
            </a:r>
            <a:endParaRPr sz="1100">
              <a:latin typeface="Times New Roman"/>
              <a:cs typeface="Times New Roman"/>
            </a:endParaRPr>
          </a:p>
          <a:p>
            <a:pPr marL="309880" marR="5080" indent="-297180">
              <a:lnSpc>
                <a:spcPts val="1570"/>
              </a:lnSpc>
              <a:spcBef>
                <a:spcPts val="100"/>
              </a:spcBef>
              <a:tabLst>
                <a:tab pos="1052830" algn="l"/>
              </a:tabLst>
            </a:pPr>
            <a:r>
              <a:rPr sz="1050" spc="260" dirty="0">
                <a:solidFill>
                  <a:srgbClr val="BF83FB"/>
                </a:solidFill>
                <a:latin typeface="Times New Roman"/>
                <a:cs typeface="Times New Roman"/>
              </a:rPr>
              <a:t>if</a:t>
            </a:r>
            <a:r>
              <a:rPr sz="1050" spc="325" dirty="0">
                <a:solidFill>
                  <a:srgbClr val="BF83FB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F7FAFB"/>
                </a:solidFill>
                <a:latin typeface="Times New Roman"/>
                <a:cs typeface="Times New Roman"/>
              </a:rPr>
              <a:t>(promo[2]</a:t>
            </a:r>
            <a:r>
              <a:rPr sz="1050" dirty="0">
                <a:solidFill>
                  <a:srgbClr val="F7FAFB"/>
                </a:solidFill>
                <a:latin typeface="Times New Roman"/>
                <a:cs typeface="Times New Roman"/>
              </a:rPr>
              <a:t>	=</a:t>
            </a:r>
            <a:r>
              <a:rPr sz="1050" spc="315" dirty="0">
                <a:solidFill>
                  <a:srgbClr val="F7FAFB"/>
                </a:solidFill>
                <a:latin typeface="Times New Roman"/>
                <a:cs typeface="Times New Roman"/>
              </a:rPr>
              <a:t> </a:t>
            </a:r>
            <a:r>
              <a:rPr sz="1050" spc="185" dirty="0">
                <a:solidFill>
                  <a:srgbClr val="BF83FB"/>
                </a:solidFill>
                <a:latin typeface="Times New Roman"/>
                <a:cs typeface="Times New Roman"/>
              </a:rPr>
              <a:t>null</a:t>
            </a:r>
            <a:r>
              <a:rPr sz="1050" spc="185" dirty="0">
                <a:solidFill>
                  <a:srgbClr val="F7FAFB"/>
                </a:solidFill>
                <a:latin typeface="Times New Roman"/>
                <a:cs typeface="Times New Roman"/>
              </a:rPr>
              <a:t>)</a:t>
            </a:r>
            <a:r>
              <a:rPr sz="1050" spc="320" dirty="0">
                <a:solidFill>
                  <a:srgbClr val="F7FAFB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F7FAFB"/>
                </a:solidFill>
                <a:latin typeface="Times New Roman"/>
                <a:cs typeface="Times New Roman"/>
              </a:rPr>
              <a:t>{ </a:t>
            </a:r>
            <a:r>
              <a:rPr sz="1050" spc="120" dirty="0">
                <a:solidFill>
                  <a:srgbClr val="F7FAFB"/>
                </a:solidFill>
                <a:latin typeface="Times New Roman"/>
                <a:cs typeface="Times New Roman"/>
              </a:rPr>
              <a:t>System.out.println(promo[2].getNom());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50" spc="80" dirty="0">
                <a:solidFill>
                  <a:srgbClr val="F7FAFB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43" name="object 43"/>
            <p:cNvSpPr/>
            <p:nvPr/>
          </p:nvSpPr>
          <p:spPr>
            <a:xfrm>
              <a:off x="2343149" y="6800849"/>
              <a:ext cx="9848850" cy="57150"/>
            </a:xfrm>
            <a:custGeom>
              <a:avLst/>
              <a:gdLst/>
              <a:ahLst/>
              <a:cxnLst/>
              <a:rect l="l" t="t" r="r" b="b"/>
              <a:pathLst>
                <a:path w="9848850" h="57150">
                  <a:moveTo>
                    <a:pt x="0" y="57149"/>
                  </a:moveTo>
                  <a:lnTo>
                    <a:pt x="9848849" y="57149"/>
                  </a:lnTo>
                  <a:lnTo>
                    <a:pt x="98488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0" y="6800849"/>
              <a:ext cx="2343150" cy="57150"/>
            </a:xfrm>
            <a:custGeom>
              <a:avLst/>
              <a:gdLst/>
              <a:ahLst/>
              <a:cxnLst/>
              <a:rect l="l" t="t" r="r" b="b"/>
              <a:pathLst>
                <a:path w="2343150" h="57150">
                  <a:moveTo>
                    <a:pt x="23431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343149" y="0"/>
                  </a:lnTo>
                  <a:lnTo>
                    <a:pt x="23431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1600258" y="6551215"/>
            <a:ext cx="366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11/57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Tableau</a:t>
            </a:r>
            <a:r>
              <a:rPr spc="-165" dirty="0"/>
              <a:t> </a:t>
            </a:r>
            <a:r>
              <a:rPr spc="-130" dirty="0"/>
              <a:t>:</a:t>
            </a:r>
            <a:r>
              <a:rPr spc="-160" dirty="0"/>
              <a:t> </a:t>
            </a:r>
            <a:r>
              <a:rPr spc="-130" dirty="0"/>
              <a:t>créer</a:t>
            </a:r>
            <a:r>
              <a:rPr spc="-165" dirty="0"/>
              <a:t> </a:t>
            </a:r>
            <a:r>
              <a:rPr spc="-85" dirty="0"/>
              <a:t>et</a:t>
            </a:r>
            <a:r>
              <a:rPr spc="-165" dirty="0"/>
              <a:t> </a:t>
            </a:r>
            <a:r>
              <a:rPr spc="-110" dirty="0"/>
              <a:t>accéder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4743450"/>
            <a:ext cx="8572500" cy="771525"/>
            <a:chOff x="1809749" y="4743450"/>
            <a:chExt cx="8572500" cy="771525"/>
          </a:xfrm>
        </p:grpSpPr>
        <p:sp>
          <p:nvSpPr>
            <p:cNvPr id="4" name="object 4"/>
            <p:cNvSpPr/>
            <p:nvPr/>
          </p:nvSpPr>
          <p:spPr>
            <a:xfrm>
              <a:off x="1828799" y="4748212"/>
              <a:ext cx="8549005" cy="762000"/>
            </a:xfrm>
            <a:custGeom>
              <a:avLst/>
              <a:gdLst/>
              <a:ahLst/>
              <a:cxnLst/>
              <a:rect l="l" t="t" r="r" b="b"/>
              <a:pathLst>
                <a:path w="8549005" h="762000">
                  <a:moveTo>
                    <a:pt x="8481939" y="761999"/>
                  </a:moveTo>
                  <a:lnTo>
                    <a:pt x="53397" y="761999"/>
                  </a:lnTo>
                  <a:lnTo>
                    <a:pt x="49681" y="761542"/>
                  </a:lnTo>
                  <a:lnTo>
                    <a:pt x="14085" y="737759"/>
                  </a:lnTo>
                  <a:lnTo>
                    <a:pt x="366" y="699897"/>
                  </a:lnTo>
                  <a:lnTo>
                    <a:pt x="0" y="695252"/>
                  </a:lnTo>
                  <a:lnTo>
                    <a:pt x="0" y="690562"/>
                  </a:lnTo>
                  <a:lnTo>
                    <a:pt x="0" y="66746"/>
                  </a:lnTo>
                  <a:lnTo>
                    <a:pt x="11716" y="27848"/>
                  </a:lnTo>
                  <a:lnTo>
                    <a:pt x="42320" y="2287"/>
                  </a:lnTo>
                  <a:lnTo>
                    <a:pt x="53397" y="0"/>
                  </a:lnTo>
                  <a:lnTo>
                    <a:pt x="8481939" y="0"/>
                  </a:lnTo>
                  <a:lnTo>
                    <a:pt x="8520837" y="14645"/>
                  </a:lnTo>
                  <a:lnTo>
                    <a:pt x="8545043" y="48432"/>
                  </a:lnTo>
                  <a:lnTo>
                    <a:pt x="8548685" y="66746"/>
                  </a:lnTo>
                  <a:lnTo>
                    <a:pt x="8548685" y="695252"/>
                  </a:lnTo>
                  <a:lnTo>
                    <a:pt x="8534040" y="734150"/>
                  </a:lnTo>
                  <a:lnTo>
                    <a:pt x="8500252" y="758356"/>
                  </a:lnTo>
                  <a:lnTo>
                    <a:pt x="8486584" y="761542"/>
                  </a:lnTo>
                  <a:lnTo>
                    <a:pt x="8481939" y="76199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48459" y="4743450"/>
              <a:ext cx="8534400" cy="771525"/>
            </a:xfrm>
            <a:custGeom>
              <a:avLst/>
              <a:gdLst/>
              <a:ahLst/>
              <a:cxnLst/>
              <a:rect l="l" t="t" r="r" b="b"/>
              <a:pathLst>
                <a:path w="8534400" h="771525">
                  <a:moveTo>
                    <a:pt x="8533778" y="76200"/>
                  </a:moveTo>
                  <a:lnTo>
                    <a:pt x="8520989" y="33921"/>
                  </a:lnTo>
                  <a:lnTo>
                    <a:pt x="8511908" y="22834"/>
                  </a:lnTo>
                  <a:lnTo>
                    <a:pt x="8472449" y="1460"/>
                  </a:lnTo>
                  <a:lnTo>
                    <a:pt x="8457578" y="0"/>
                  </a:lnTo>
                  <a:lnTo>
                    <a:pt x="37477" y="0"/>
                  </a:lnTo>
                  <a:lnTo>
                    <a:pt x="0" y="9918"/>
                  </a:lnTo>
                  <a:lnTo>
                    <a:pt x="21831" y="15379"/>
                  </a:lnTo>
                  <a:lnTo>
                    <a:pt x="27571" y="11226"/>
                  </a:lnTo>
                  <a:lnTo>
                    <a:pt x="32435" y="9525"/>
                  </a:lnTo>
                  <a:lnTo>
                    <a:pt x="8457578" y="9525"/>
                  </a:lnTo>
                  <a:lnTo>
                    <a:pt x="8464156" y="9842"/>
                  </a:lnTo>
                  <a:lnTo>
                    <a:pt x="8499856" y="24638"/>
                  </a:lnTo>
                  <a:lnTo>
                    <a:pt x="8505177" y="29552"/>
                  </a:lnTo>
                  <a:lnTo>
                    <a:pt x="8509089" y="33858"/>
                  </a:lnTo>
                  <a:lnTo>
                    <a:pt x="8523935" y="69634"/>
                  </a:lnTo>
                  <a:lnTo>
                    <a:pt x="8524253" y="76200"/>
                  </a:lnTo>
                  <a:lnTo>
                    <a:pt x="8524253" y="695337"/>
                  </a:lnTo>
                  <a:lnTo>
                    <a:pt x="8513026" y="732383"/>
                  </a:lnTo>
                  <a:lnTo>
                    <a:pt x="8505177" y="741972"/>
                  </a:lnTo>
                  <a:lnTo>
                    <a:pt x="8504733" y="742480"/>
                  </a:lnTo>
                  <a:lnTo>
                    <a:pt x="8470595" y="760742"/>
                  </a:lnTo>
                  <a:lnTo>
                    <a:pt x="8457578" y="762000"/>
                  </a:lnTo>
                  <a:lnTo>
                    <a:pt x="32435" y="762000"/>
                  </a:lnTo>
                  <a:lnTo>
                    <a:pt x="27571" y="760310"/>
                  </a:lnTo>
                  <a:lnTo>
                    <a:pt x="21831" y="756158"/>
                  </a:lnTo>
                  <a:lnTo>
                    <a:pt x="0" y="761606"/>
                  </a:lnTo>
                  <a:lnTo>
                    <a:pt x="37477" y="771525"/>
                  </a:lnTo>
                  <a:lnTo>
                    <a:pt x="8457590" y="771525"/>
                  </a:lnTo>
                  <a:lnTo>
                    <a:pt x="8494408" y="762000"/>
                  </a:lnTo>
                  <a:lnTo>
                    <a:pt x="8499919" y="758698"/>
                  </a:lnTo>
                  <a:lnTo>
                    <a:pt x="8527986" y="724496"/>
                  </a:lnTo>
                  <a:lnTo>
                    <a:pt x="8533778" y="695337"/>
                  </a:lnTo>
                  <a:lnTo>
                    <a:pt x="8533778" y="76200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09749" y="4753200"/>
              <a:ext cx="60960" cy="752475"/>
            </a:xfrm>
            <a:custGeom>
              <a:avLst/>
              <a:gdLst/>
              <a:ahLst/>
              <a:cxnLst/>
              <a:rect l="l" t="t" r="r" b="b"/>
              <a:pathLst>
                <a:path w="60960" h="752475">
                  <a:moveTo>
                    <a:pt x="39002" y="752023"/>
                  </a:moveTo>
                  <a:lnTo>
                    <a:pt x="9007" y="721530"/>
                  </a:lnTo>
                  <a:lnTo>
                    <a:pt x="0" y="685574"/>
                  </a:lnTo>
                  <a:lnTo>
                    <a:pt x="0" y="66449"/>
                  </a:lnTo>
                  <a:lnTo>
                    <a:pt x="12829" y="24106"/>
                  </a:lnTo>
                  <a:lnTo>
                    <a:pt x="39001" y="0"/>
                  </a:lnTo>
                  <a:lnTo>
                    <a:pt x="60793" y="5448"/>
                  </a:lnTo>
                  <a:lnTo>
                    <a:pt x="56951" y="8232"/>
                  </a:lnTo>
                  <a:lnTo>
                    <a:pt x="52831" y="13050"/>
                  </a:lnTo>
                  <a:lnTo>
                    <a:pt x="38824" y="53438"/>
                  </a:lnTo>
                  <a:lnTo>
                    <a:pt x="38099" y="66449"/>
                  </a:lnTo>
                  <a:lnTo>
                    <a:pt x="38099" y="685574"/>
                  </a:lnTo>
                  <a:lnTo>
                    <a:pt x="45686" y="726467"/>
                  </a:lnTo>
                  <a:lnTo>
                    <a:pt x="60795" y="746575"/>
                  </a:lnTo>
                  <a:lnTo>
                    <a:pt x="39002" y="752023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5174" y="5045074"/>
              <a:ext cx="196850" cy="1682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359024" y="4830464"/>
            <a:ext cx="7759065" cy="5016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300" spc="-65" dirty="0">
                <a:solidFill>
                  <a:srgbClr val="991B1B"/>
                </a:solidFill>
                <a:latin typeface="Arial"/>
                <a:cs typeface="Arial"/>
              </a:rPr>
              <a:t>Piège</a:t>
            </a:r>
            <a:r>
              <a:rPr sz="1300" spc="-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1B1B"/>
                </a:solidFill>
                <a:latin typeface="Arial"/>
                <a:cs typeface="Arial"/>
              </a:rPr>
              <a:t>classique</a:t>
            </a:r>
            <a:r>
              <a:rPr sz="1300" spc="-1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1B1B"/>
                </a:solidFill>
                <a:latin typeface="Arial"/>
                <a:cs typeface="Arial"/>
              </a:rPr>
              <a:t>:</a:t>
            </a:r>
            <a:r>
              <a:rPr sz="1300" spc="-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promo[5]</a:t>
            </a:r>
            <a:r>
              <a:rPr sz="1100" spc="-305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300" spc="-45" dirty="0">
                <a:solidFill>
                  <a:srgbClr val="991B1B"/>
                </a:solidFill>
                <a:latin typeface="Arial"/>
                <a:cs typeface="Arial"/>
              </a:rPr>
              <a:t>déclenche</a:t>
            </a:r>
            <a:r>
              <a:rPr sz="1300" spc="-1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1B1B"/>
                </a:solidFill>
                <a:latin typeface="Arial"/>
                <a:cs typeface="Arial"/>
              </a:rPr>
              <a:t>une</a:t>
            </a:r>
            <a:r>
              <a:rPr sz="1300" spc="-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ArrayIndexOutOfBoundsException</a:t>
            </a:r>
            <a:r>
              <a:rPr sz="1100" spc="-305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300" dirty="0">
                <a:solidFill>
                  <a:srgbClr val="991B1B"/>
                </a:solidFill>
                <a:latin typeface="Arial"/>
                <a:cs typeface="Arial"/>
              </a:rPr>
              <a:t>!</a:t>
            </a:r>
            <a:r>
              <a:rPr sz="1300" spc="-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991B1B"/>
                </a:solidFill>
                <a:latin typeface="Arial"/>
                <a:cs typeface="Arial"/>
              </a:rPr>
              <a:t>Les</a:t>
            </a:r>
            <a:r>
              <a:rPr sz="1300" spc="-1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indices</a:t>
            </a:r>
            <a:r>
              <a:rPr sz="1300" spc="-1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1B1B"/>
                </a:solidFill>
                <a:latin typeface="Arial"/>
                <a:cs typeface="Arial"/>
              </a:rPr>
              <a:t>valides</a:t>
            </a:r>
            <a:r>
              <a:rPr sz="1300" spc="-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1B1B"/>
                </a:solidFill>
                <a:latin typeface="Arial"/>
                <a:cs typeface="Arial"/>
              </a:rPr>
              <a:t>vont</a:t>
            </a:r>
            <a:r>
              <a:rPr sz="1300" spc="-1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1B1B"/>
                </a:solidFill>
                <a:latin typeface="Arial"/>
                <a:cs typeface="Arial"/>
              </a:rPr>
              <a:t>de</a:t>
            </a:r>
            <a:r>
              <a:rPr sz="1300" spc="-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0</a:t>
            </a:r>
            <a:r>
              <a:rPr sz="1100" spc="-305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300" spc="-50" dirty="0">
                <a:solidFill>
                  <a:srgbClr val="991B1B"/>
                </a:solidFill>
                <a:latin typeface="Arial"/>
                <a:cs typeface="Arial"/>
              </a:rPr>
              <a:t>à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length</a:t>
            </a:r>
            <a:r>
              <a:rPr sz="1100" spc="45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-</a:t>
            </a:r>
            <a:r>
              <a:rPr sz="1100" spc="45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1</a:t>
            </a:r>
            <a:r>
              <a:rPr sz="1100" spc="-355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300" spc="-10" dirty="0">
                <a:solidFill>
                  <a:srgbClr val="991B1B"/>
                </a:solidFill>
                <a:latin typeface="Arial"/>
                <a:cs typeface="Arial"/>
              </a:rPr>
              <a:t>(ici</a:t>
            </a:r>
            <a:r>
              <a:rPr sz="1300" spc="-5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1B1B"/>
                </a:solidFill>
                <a:latin typeface="Arial"/>
                <a:cs typeface="Arial"/>
              </a:rPr>
              <a:t>0</a:t>
            </a:r>
            <a:r>
              <a:rPr sz="1300" spc="-5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95" dirty="0">
                <a:solidFill>
                  <a:srgbClr val="991B1B"/>
                </a:solidFill>
                <a:latin typeface="Arial"/>
                <a:cs typeface="Arial"/>
              </a:rPr>
              <a:t>à</a:t>
            </a:r>
            <a:r>
              <a:rPr sz="1300" spc="-5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1B1B"/>
                </a:solidFill>
                <a:latin typeface="Arial"/>
                <a:cs typeface="Arial"/>
              </a:rPr>
              <a:t>4).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37360" y="2051304"/>
            <a:ext cx="8717280" cy="2563495"/>
            <a:chOff x="1737360" y="2051304"/>
            <a:chExt cx="8717280" cy="2563495"/>
          </a:xfrm>
        </p:grpSpPr>
        <p:sp>
          <p:nvSpPr>
            <p:cNvPr id="10" name="object 10"/>
            <p:cNvSpPr/>
            <p:nvPr/>
          </p:nvSpPr>
          <p:spPr>
            <a:xfrm>
              <a:off x="1737360" y="2051304"/>
              <a:ext cx="8717280" cy="2563495"/>
            </a:xfrm>
            <a:custGeom>
              <a:avLst/>
              <a:gdLst/>
              <a:ahLst/>
              <a:cxnLst/>
              <a:rect l="l" t="t" r="r" b="b"/>
              <a:pathLst>
                <a:path w="8717280" h="2563495">
                  <a:moveTo>
                    <a:pt x="8717280" y="2563368"/>
                  </a:moveTo>
                  <a:lnTo>
                    <a:pt x="0" y="2563368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4195"/>
                  </a:lnTo>
                  <a:lnTo>
                    <a:pt x="129539" y="44195"/>
                  </a:lnTo>
                  <a:lnTo>
                    <a:pt x="120037" y="45067"/>
                  </a:lnTo>
                  <a:lnTo>
                    <a:pt x="85402" y="73538"/>
                  </a:lnTo>
                  <a:lnTo>
                    <a:pt x="81914" y="91820"/>
                  </a:lnTo>
                  <a:lnTo>
                    <a:pt x="81914" y="2396870"/>
                  </a:lnTo>
                  <a:lnTo>
                    <a:pt x="103199" y="2436649"/>
                  </a:lnTo>
                  <a:lnTo>
                    <a:pt x="129539" y="2444495"/>
                  </a:lnTo>
                  <a:lnTo>
                    <a:pt x="8717280" y="2444495"/>
                  </a:lnTo>
                  <a:lnTo>
                    <a:pt x="8717280" y="2563368"/>
                  </a:lnTo>
                  <a:close/>
                </a:path>
                <a:path w="8717280" h="2563495">
                  <a:moveTo>
                    <a:pt x="8717280" y="2444495"/>
                  </a:moveTo>
                  <a:lnTo>
                    <a:pt x="8587739" y="2444495"/>
                  </a:lnTo>
                  <a:lnTo>
                    <a:pt x="8597241" y="2443623"/>
                  </a:lnTo>
                  <a:lnTo>
                    <a:pt x="8606022" y="2441008"/>
                  </a:lnTo>
                  <a:lnTo>
                    <a:pt x="8634492" y="2406372"/>
                  </a:lnTo>
                  <a:lnTo>
                    <a:pt x="8635364" y="2396870"/>
                  </a:lnTo>
                  <a:lnTo>
                    <a:pt x="8635364" y="91820"/>
                  </a:lnTo>
                  <a:lnTo>
                    <a:pt x="8614080" y="52042"/>
                  </a:lnTo>
                  <a:lnTo>
                    <a:pt x="8587739" y="44195"/>
                  </a:lnTo>
                  <a:lnTo>
                    <a:pt x="8717280" y="44195"/>
                  </a:lnTo>
                  <a:lnTo>
                    <a:pt x="8717280" y="2444495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8799" y="2085974"/>
              <a:ext cx="8553450" cy="2419350"/>
            </a:xfrm>
            <a:custGeom>
              <a:avLst/>
              <a:gdLst/>
              <a:ahLst/>
              <a:cxnLst/>
              <a:rect l="l" t="t" r="r" b="b"/>
              <a:pathLst>
                <a:path w="8553450" h="2419350">
                  <a:moveTo>
                    <a:pt x="8500051" y="2419349"/>
                  </a:moveTo>
                  <a:lnTo>
                    <a:pt x="33047" y="2419349"/>
                  </a:lnTo>
                  <a:lnTo>
                    <a:pt x="28187" y="2417899"/>
                  </a:lnTo>
                  <a:lnTo>
                    <a:pt x="966" y="2377068"/>
                  </a:lnTo>
                  <a:lnTo>
                    <a:pt x="0" y="2369778"/>
                  </a:lnTo>
                  <a:lnTo>
                    <a:pt x="0" y="236219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2365952"/>
                  </a:lnTo>
                  <a:lnTo>
                    <a:pt x="8534055" y="2405264"/>
                  </a:lnTo>
                  <a:lnTo>
                    <a:pt x="8503768" y="2418983"/>
                  </a:lnTo>
                  <a:lnTo>
                    <a:pt x="8500051" y="24193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09749" y="2085974"/>
              <a:ext cx="52069" cy="2419350"/>
            </a:xfrm>
            <a:custGeom>
              <a:avLst/>
              <a:gdLst/>
              <a:ahLst/>
              <a:cxnLst/>
              <a:rect l="l" t="t" r="r" b="b"/>
              <a:pathLst>
                <a:path w="52069" h="2419350">
                  <a:moveTo>
                    <a:pt x="51889" y="2419349"/>
                  </a:moveTo>
                  <a:lnTo>
                    <a:pt x="49571" y="2419349"/>
                  </a:lnTo>
                  <a:lnTo>
                    <a:pt x="42281" y="2417899"/>
                  </a:lnTo>
                  <a:lnTo>
                    <a:pt x="7250" y="2391071"/>
                  </a:lnTo>
                  <a:lnTo>
                    <a:pt x="0" y="2369779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2362199"/>
                  </a:lnTo>
                  <a:lnTo>
                    <a:pt x="43679" y="2402610"/>
                  </a:lnTo>
                  <a:lnTo>
                    <a:pt x="47399" y="2413769"/>
                  </a:lnTo>
                  <a:lnTo>
                    <a:pt x="51889" y="24193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096045" y="2302610"/>
          <a:ext cx="4888230" cy="198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pPr marR="63500" algn="r">
                        <a:lnSpc>
                          <a:spcPts val="1055"/>
                        </a:lnSpc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065"/>
                        </a:lnSpc>
                      </a:pPr>
                      <a:r>
                        <a:rPr sz="1100" i="1" spc="2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6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Créer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21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204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taille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6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fixée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à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1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(ne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6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changera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0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jamais)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R="63500" algn="r">
                        <a:lnSpc>
                          <a:spcPts val="1240"/>
                        </a:lnSpc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050" spc="155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Etudiant</a:t>
                      </a:r>
                      <a:r>
                        <a:rPr sz="1050" spc="1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[]</a:t>
                      </a:r>
                      <a:r>
                        <a:rPr sz="1050" spc="39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promo</a:t>
                      </a:r>
                      <a:r>
                        <a:rPr sz="1050" spc="39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50" spc="39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950" b="1" spc="415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50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Etudiant</a:t>
                      </a:r>
                      <a:r>
                        <a:rPr sz="1050" spc="1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050" spc="150" dirty="0">
                          <a:solidFill>
                            <a:srgbClr val="0890B1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050" spc="1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];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R="63500" algn="r">
                        <a:lnSpc>
                          <a:spcPts val="1255"/>
                        </a:lnSpc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265"/>
                        </a:lnSpc>
                      </a:pPr>
                      <a:r>
                        <a:rPr sz="1100" i="1" spc="2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Remplir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21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9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accès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5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7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par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9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index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spc="8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promo[</a:t>
                      </a:r>
                      <a:r>
                        <a:rPr sz="1050" spc="85" dirty="0">
                          <a:solidFill>
                            <a:srgbClr val="0890B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050" spc="8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1050" spc="3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50" spc="3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950" b="1" spc="380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20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Etudiant</a:t>
                      </a:r>
                      <a:r>
                        <a:rPr sz="1050" spc="12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120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"A001"</a:t>
                      </a:r>
                      <a:r>
                        <a:rPr sz="1050" spc="12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050" spc="3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20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"Ndiaye"</a:t>
                      </a:r>
                      <a:r>
                        <a:rPr sz="1050" spc="12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050" spc="3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55" dirty="0">
                          <a:solidFill>
                            <a:srgbClr val="0890B1"/>
                          </a:solidFill>
                          <a:latin typeface="Times New Roman"/>
                          <a:cs typeface="Times New Roman"/>
                        </a:rPr>
                        <a:t>14.5</a:t>
                      </a:r>
                      <a:r>
                        <a:rPr sz="1050" spc="1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);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63500" algn="r">
                        <a:lnSpc>
                          <a:spcPts val="1245"/>
                        </a:lnSpc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45"/>
                        </a:lnSpc>
                      </a:pPr>
                      <a:r>
                        <a:rPr sz="1050" spc="8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promo[</a:t>
                      </a:r>
                      <a:r>
                        <a:rPr sz="1050" spc="85" dirty="0">
                          <a:solidFill>
                            <a:srgbClr val="0890B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050" spc="8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1050" spc="3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50" spc="36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950" b="1" spc="385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20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Etudiant</a:t>
                      </a:r>
                      <a:r>
                        <a:rPr sz="1050" spc="12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120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"A002"</a:t>
                      </a:r>
                      <a:r>
                        <a:rPr sz="1050" spc="12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050" spc="36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85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"Fall"</a:t>
                      </a:r>
                      <a:r>
                        <a:rPr sz="1050" spc="18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050" spc="36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55" dirty="0">
                          <a:solidFill>
                            <a:srgbClr val="0890B1"/>
                          </a:solidFill>
                          <a:latin typeface="Times New Roman"/>
                          <a:cs typeface="Times New Roman"/>
                        </a:rPr>
                        <a:t>12.0</a:t>
                      </a:r>
                      <a:r>
                        <a:rPr sz="1050" spc="1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);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305"/>
                        </a:lnSpc>
                      </a:pPr>
                      <a:r>
                        <a:rPr sz="1100" i="1" spc="2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promo[2],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promo[3],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4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promo[4]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3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valent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5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null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6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automatiquement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305"/>
                        </a:lnSpc>
                      </a:pP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!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63500" algn="r">
                        <a:lnSpc>
                          <a:spcPts val="1240"/>
                        </a:lnSpc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055"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305"/>
                        </a:lnSpc>
                      </a:pPr>
                      <a:r>
                        <a:rPr sz="1100" i="1" spc="2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i="1" spc="31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Lire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21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100" i="1" spc="31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5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afficher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9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élément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8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100" i="1" spc="31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14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capacité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5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totale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R="63500" algn="r">
                        <a:lnSpc>
                          <a:spcPts val="1255"/>
                        </a:lnSpc>
                      </a:pPr>
                      <a:r>
                        <a:rPr sz="1050" spc="3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65"/>
                        </a:lnSpc>
                        <a:tabLst>
                          <a:tab pos="2374265" algn="l"/>
                        </a:tabLst>
                      </a:pPr>
                      <a:r>
                        <a:rPr sz="1050" spc="130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050" spc="13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.out.println(promo[</a:t>
                      </a:r>
                      <a:r>
                        <a:rPr sz="1050" spc="130" dirty="0">
                          <a:solidFill>
                            <a:srgbClr val="0890B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050" spc="13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]);</a:t>
                      </a:r>
                      <a:r>
                        <a:rPr sz="10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100" i="1" spc="2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A001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6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Ndiaye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(14.5)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R="63500" algn="r">
                        <a:lnSpc>
                          <a:spcPts val="1130"/>
                        </a:lnSpc>
                        <a:spcBef>
                          <a:spcPts val="30"/>
                        </a:spcBef>
                      </a:pPr>
                      <a:r>
                        <a:rPr sz="1050" spc="3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165"/>
                        </a:lnSpc>
                        <a:tabLst>
                          <a:tab pos="2671445" algn="l"/>
                        </a:tabLst>
                      </a:pPr>
                      <a:r>
                        <a:rPr sz="1050" spc="135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050" spc="13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.out.println(promo.</a:t>
                      </a:r>
                      <a:r>
                        <a:rPr sz="1050" spc="135" dirty="0">
                          <a:solidFill>
                            <a:srgbClr val="DA2677"/>
                          </a:solidFill>
                          <a:latin typeface="Times New Roman"/>
                          <a:cs typeface="Times New Roman"/>
                        </a:rPr>
                        <a:t>length</a:t>
                      </a:r>
                      <a:r>
                        <a:rPr sz="1050" spc="13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);</a:t>
                      </a:r>
                      <a:r>
                        <a:rPr sz="10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100" i="1" spc="2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i="1" spc="33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100" i="1" spc="33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(capacité</a:t>
                      </a:r>
                      <a:r>
                        <a:rPr sz="1100" i="1" spc="33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6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totale)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9629774" y="2085974"/>
            <a:ext cx="752475" cy="228600"/>
          </a:xfrm>
          <a:custGeom>
            <a:avLst/>
            <a:gdLst/>
            <a:ahLst/>
            <a:cxnLst/>
            <a:rect l="l" t="t" r="r" b="b"/>
            <a:pathLst>
              <a:path w="752475" h="228600">
                <a:moveTo>
                  <a:pt x="752474" y="228599"/>
                </a:moveTo>
                <a:lnTo>
                  <a:pt x="53397" y="228599"/>
                </a:lnTo>
                <a:lnTo>
                  <a:pt x="14084" y="209207"/>
                </a:lnTo>
                <a:lnTo>
                  <a:pt x="0" y="175202"/>
                </a:lnTo>
                <a:lnTo>
                  <a:pt x="0" y="171449"/>
                </a:lnTo>
                <a:lnTo>
                  <a:pt x="0" y="0"/>
                </a:lnTo>
                <a:lnTo>
                  <a:pt x="699077" y="0"/>
                </a:lnTo>
                <a:lnTo>
                  <a:pt x="702794" y="365"/>
                </a:lnTo>
                <a:lnTo>
                  <a:pt x="738387" y="19392"/>
                </a:lnTo>
                <a:lnTo>
                  <a:pt x="752474" y="53397"/>
                </a:lnTo>
                <a:lnTo>
                  <a:pt x="752474" y="22859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708454" y="2117023"/>
            <a:ext cx="59118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70" dirty="0">
                <a:solidFill>
                  <a:srgbClr val="64738B"/>
                </a:solidFill>
                <a:latin typeface="Times New Roman"/>
                <a:cs typeface="Times New Roman"/>
              </a:rPr>
              <a:t>Main.java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7" name="object 17"/>
            <p:cNvSpPr/>
            <p:nvPr/>
          </p:nvSpPr>
          <p:spPr>
            <a:xfrm>
              <a:off x="2562224" y="6800849"/>
              <a:ext cx="9629775" cy="57150"/>
            </a:xfrm>
            <a:custGeom>
              <a:avLst/>
              <a:gdLst/>
              <a:ahLst/>
              <a:cxnLst/>
              <a:rect l="l" t="t" r="r" b="b"/>
              <a:pathLst>
                <a:path w="9629775" h="57150">
                  <a:moveTo>
                    <a:pt x="0" y="57149"/>
                  </a:moveTo>
                  <a:lnTo>
                    <a:pt x="9629774" y="57149"/>
                  </a:lnTo>
                  <a:lnTo>
                    <a:pt x="96297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800849"/>
              <a:ext cx="2562225" cy="57150"/>
            </a:xfrm>
            <a:custGeom>
              <a:avLst/>
              <a:gdLst/>
              <a:ahLst/>
              <a:cxnLst/>
              <a:rect l="l" t="t" r="r" b="b"/>
              <a:pathLst>
                <a:path w="2562225" h="57150">
                  <a:moveTo>
                    <a:pt x="25622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562224" y="0"/>
                  </a:lnTo>
                  <a:lnTo>
                    <a:pt x="25622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600258" y="6551215"/>
            <a:ext cx="366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12/57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Tableau</a:t>
            </a:r>
            <a:r>
              <a:rPr spc="-150" dirty="0"/>
              <a:t> </a:t>
            </a:r>
            <a:r>
              <a:rPr spc="-130" dirty="0"/>
              <a:t>:</a:t>
            </a:r>
            <a:r>
              <a:rPr spc="-150" dirty="0"/>
              <a:t> </a:t>
            </a:r>
            <a:r>
              <a:rPr spc="-170" dirty="0"/>
              <a:t>parcours</a:t>
            </a:r>
            <a:r>
              <a:rPr spc="-145" dirty="0"/>
              <a:t> </a:t>
            </a:r>
            <a:r>
              <a:rPr spc="-125" dirty="0"/>
              <a:t>for</a:t>
            </a:r>
            <a:r>
              <a:rPr spc="-150" dirty="0"/>
              <a:t> </a:t>
            </a:r>
            <a:r>
              <a:rPr spc="-130" dirty="0"/>
              <a:t>indexé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5114924"/>
            <a:ext cx="8572500" cy="771525"/>
            <a:chOff x="1809749" y="5114924"/>
            <a:chExt cx="8572500" cy="771525"/>
          </a:xfrm>
        </p:grpSpPr>
        <p:sp>
          <p:nvSpPr>
            <p:cNvPr id="4" name="object 4"/>
            <p:cNvSpPr/>
            <p:nvPr/>
          </p:nvSpPr>
          <p:spPr>
            <a:xfrm>
              <a:off x="1814512" y="5119687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8496227" y="761999"/>
                  </a:moveTo>
                  <a:lnTo>
                    <a:pt x="66746" y="761999"/>
                  </a:lnTo>
                  <a:lnTo>
                    <a:pt x="62101" y="761542"/>
                  </a:lnTo>
                  <a:lnTo>
                    <a:pt x="24240" y="744392"/>
                  </a:lnTo>
                  <a:lnTo>
                    <a:pt x="2287" y="709099"/>
                  </a:lnTo>
                  <a:lnTo>
                    <a:pt x="0" y="695252"/>
                  </a:lnTo>
                  <a:lnTo>
                    <a:pt x="0" y="6905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695252"/>
                  </a:lnTo>
                  <a:lnTo>
                    <a:pt x="8548327" y="734150"/>
                  </a:lnTo>
                  <a:lnTo>
                    <a:pt x="8514540" y="758356"/>
                  </a:lnTo>
                  <a:lnTo>
                    <a:pt x="8500872" y="761542"/>
                  </a:lnTo>
                  <a:lnTo>
                    <a:pt x="8496227" y="7619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5119687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0" y="6905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05473" y="1372"/>
                  </a:lnTo>
                  <a:lnTo>
                    <a:pt x="8510074" y="2287"/>
                  </a:lnTo>
                  <a:lnTo>
                    <a:pt x="8514540" y="3642"/>
                  </a:lnTo>
                  <a:lnTo>
                    <a:pt x="8518873" y="5437"/>
                  </a:lnTo>
                  <a:lnTo>
                    <a:pt x="8523206" y="7232"/>
                  </a:lnTo>
                  <a:lnTo>
                    <a:pt x="8527324" y="9433"/>
                  </a:lnTo>
                  <a:lnTo>
                    <a:pt x="8531223" y="12039"/>
                  </a:lnTo>
                  <a:lnTo>
                    <a:pt x="8535124" y="14645"/>
                  </a:lnTo>
                  <a:lnTo>
                    <a:pt x="8538732" y="17606"/>
                  </a:lnTo>
                  <a:lnTo>
                    <a:pt x="8542049" y="20923"/>
                  </a:lnTo>
                  <a:lnTo>
                    <a:pt x="8545366" y="24239"/>
                  </a:lnTo>
                  <a:lnTo>
                    <a:pt x="8548327" y="27847"/>
                  </a:lnTo>
                  <a:lnTo>
                    <a:pt x="8550933" y="31748"/>
                  </a:lnTo>
                  <a:lnTo>
                    <a:pt x="8553538" y="35648"/>
                  </a:lnTo>
                  <a:lnTo>
                    <a:pt x="8555739" y="39764"/>
                  </a:lnTo>
                  <a:lnTo>
                    <a:pt x="8557535" y="44099"/>
                  </a:lnTo>
                  <a:lnTo>
                    <a:pt x="8559330" y="48432"/>
                  </a:lnTo>
                  <a:lnTo>
                    <a:pt x="8562974" y="71437"/>
                  </a:lnTo>
                  <a:lnTo>
                    <a:pt x="8562974" y="690562"/>
                  </a:lnTo>
                  <a:lnTo>
                    <a:pt x="8562973" y="695252"/>
                  </a:lnTo>
                  <a:lnTo>
                    <a:pt x="8562515" y="699898"/>
                  </a:lnTo>
                  <a:lnTo>
                    <a:pt x="8561599" y="704498"/>
                  </a:lnTo>
                  <a:lnTo>
                    <a:pt x="8560684" y="709099"/>
                  </a:lnTo>
                  <a:lnTo>
                    <a:pt x="8538732" y="744392"/>
                  </a:lnTo>
                  <a:lnTo>
                    <a:pt x="8531223" y="749959"/>
                  </a:lnTo>
                  <a:lnTo>
                    <a:pt x="8527324" y="752565"/>
                  </a:lnTo>
                  <a:lnTo>
                    <a:pt x="8505473" y="760626"/>
                  </a:lnTo>
                  <a:lnTo>
                    <a:pt x="8500872" y="761542"/>
                  </a:lnTo>
                  <a:lnTo>
                    <a:pt x="8496227" y="761999"/>
                  </a:lnTo>
                  <a:lnTo>
                    <a:pt x="8491536" y="761999"/>
                  </a:lnTo>
                  <a:lnTo>
                    <a:pt x="71437" y="761999"/>
                  </a:lnTo>
                  <a:lnTo>
                    <a:pt x="66746" y="761999"/>
                  </a:lnTo>
                  <a:lnTo>
                    <a:pt x="62101" y="761542"/>
                  </a:lnTo>
                  <a:lnTo>
                    <a:pt x="57500" y="760626"/>
                  </a:lnTo>
                  <a:lnTo>
                    <a:pt x="52900" y="759711"/>
                  </a:lnTo>
                  <a:lnTo>
                    <a:pt x="20923" y="741076"/>
                  </a:lnTo>
                  <a:lnTo>
                    <a:pt x="17606" y="737759"/>
                  </a:lnTo>
                  <a:lnTo>
                    <a:pt x="14645" y="734151"/>
                  </a:lnTo>
                  <a:lnTo>
                    <a:pt x="12039" y="730250"/>
                  </a:lnTo>
                  <a:lnTo>
                    <a:pt x="9433" y="726350"/>
                  </a:lnTo>
                  <a:lnTo>
                    <a:pt x="7232" y="722233"/>
                  </a:lnTo>
                  <a:lnTo>
                    <a:pt x="5437" y="717899"/>
                  </a:lnTo>
                  <a:lnTo>
                    <a:pt x="3642" y="713566"/>
                  </a:lnTo>
                  <a:lnTo>
                    <a:pt x="2287" y="709099"/>
                  </a:lnTo>
                  <a:lnTo>
                    <a:pt x="1372" y="704498"/>
                  </a:lnTo>
                  <a:lnTo>
                    <a:pt x="457" y="699898"/>
                  </a:lnTo>
                  <a:lnTo>
                    <a:pt x="0" y="695252"/>
                  </a:lnTo>
                  <a:lnTo>
                    <a:pt x="0" y="690562"/>
                  </a:lnTo>
                  <a:close/>
                </a:path>
              </a:pathLst>
            </a:custGeom>
            <a:ln w="9524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9774" y="5403849"/>
              <a:ext cx="190500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30449" y="5201939"/>
            <a:ext cx="7359015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1300" spc="-85" dirty="0">
                <a:solidFill>
                  <a:srgbClr val="1D40AF"/>
                </a:solidFill>
                <a:latin typeface="Arial"/>
                <a:cs typeface="Arial"/>
              </a:rPr>
              <a:t>Cas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d'usage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du </a:t>
            </a:r>
            <a:r>
              <a:rPr sz="1100" dirty="0">
                <a:solidFill>
                  <a:srgbClr val="1D40AF"/>
                </a:solidFill>
                <a:latin typeface="Courier New"/>
                <a:cs typeface="Courier New"/>
              </a:rPr>
              <a:t>for</a:t>
            </a:r>
            <a:r>
              <a:rPr sz="1100" spc="-340" dirty="0">
                <a:solidFill>
                  <a:srgbClr val="1D40AF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indexé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D40AF"/>
                </a:solidFill>
                <a:latin typeface="Arial"/>
                <a:cs typeface="Arial"/>
              </a:rPr>
              <a:t>: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1D40AF"/>
                </a:solidFill>
                <a:latin typeface="Arial"/>
                <a:cs typeface="Arial"/>
              </a:rPr>
              <a:t>afficher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le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1D40AF"/>
                </a:solidFill>
                <a:latin typeface="Arial"/>
                <a:cs typeface="Arial"/>
              </a:rPr>
              <a:t>numéro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("étudiant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1D40AF"/>
                </a:solidFill>
                <a:latin typeface="Arial"/>
                <a:cs typeface="Arial"/>
              </a:rPr>
              <a:t>n°X"),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modifier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le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contenu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1D40AF"/>
                </a:solidFill>
                <a:latin typeface="Arial"/>
                <a:cs typeface="Arial"/>
              </a:rPr>
              <a:t>d'une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case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1D40AF"/>
                </a:solidFill>
                <a:latin typeface="Arial"/>
                <a:cs typeface="Arial"/>
              </a:rPr>
              <a:t>spécifique, 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comparer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avec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le 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voisin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D40AF"/>
                </a:solidFill>
                <a:latin typeface="Arial"/>
                <a:cs typeface="Arial"/>
              </a:rPr>
              <a:t>(</a:t>
            </a:r>
            <a:r>
              <a:rPr sz="1100" dirty="0">
                <a:solidFill>
                  <a:srgbClr val="1D40AF"/>
                </a:solidFill>
                <a:latin typeface="Courier New"/>
                <a:cs typeface="Courier New"/>
              </a:rPr>
              <a:t>promo[i]</a:t>
            </a:r>
            <a:r>
              <a:rPr sz="1100" spc="-335" dirty="0">
                <a:solidFill>
                  <a:srgbClr val="1D40AF"/>
                </a:solidFill>
                <a:latin typeface="Courier New"/>
                <a:cs typeface="Courier New"/>
              </a:rPr>
              <a:t> 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vs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40AF"/>
                </a:solidFill>
                <a:latin typeface="Courier New"/>
                <a:cs typeface="Courier New"/>
              </a:rPr>
              <a:t>promo[i+1]</a:t>
            </a:r>
            <a:r>
              <a:rPr sz="1300" spc="-10" dirty="0">
                <a:solidFill>
                  <a:srgbClr val="1D40AF"/>
                </a:solidFill>
                <a:latin typeface="Arial"/>
                <a:cs typeface="Arial"/>
              </a:rPr>
              <a:t>).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679448"/>
            <a:ext cx="8717280" cy="3307079"/>
            <a:chOff x="1737360" y="1679448"/>
            <a:chExt cx="8717280" cy="3307079"/>
          </a:xfrm>
        </p:grpSpPr>
        <p:sp>
          <p:nvSpPr>
            <p:cNvPr id="9" name="object 9"/>
            <p:cNvSpPr/>
            <p:nvPr/>
          </p:nvSpPr>
          <p:spPr>
            <a:xfrm>
              <a:off x="1737360" y="1679448"/>
              <a:ext cx="8717280" cy="3307079"/>
            </a:xfrm>
            <a:custGeom>
              <a:avLst/>
              <a:gdLst/>
              <a:ahLst/>
              <a:cxnLst/>
              <a:rect l="l" t="t" r="r" b="b"/>
              <a:pathLst>
                <a:path w="8717280" h="3307079">
                  <a:moveTo>
                    <a:pt x="8717280" y="3307080"/>
                  </a:moveTo>
                  <a:lnTo>
                    <a:pt x="0" y="3307080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4576"/>
                  </a:lnTo>
                  <a:lnTo>
                    <a:pt x="129539" y="44576"/>
                  </a:lnTo>
                  <a:lnTo>
                    <a:pt x="120037" y="45448"/>
                  </a:lnTo>
                  <a:lnTo>
                    <a:pt x="85402" y="73919"/>
                  </a:lnTo>
                  <a:lnTo>
                    <a:pt x="81914" y="92201"/>
                  </a:lnTo>
                  <a:lnTo>
                    <a:pt x="81914" y="3140201"/>
                  </a:lnTo>
                  <a:lnTo>
                    <a:pt x="103199" y="3179980"/>
                  </a:lnTo>
                  <a:lnTo>
                    <a:pt x="129539" y="3187826"/>
                  </a:lnTo>
                  <a:lnTo>
                    <a:pt x="8717280" y="3187826"/>
                  </a:lnTo>
                  <a:lnTo>
                    <a:pt x="8717280" y="3307080"/>
                  </a:lnTo>
                  <a:close/>
                </a:path>
                <a:path w="8717280" h="3307079">
                  <a:moveTo>
                    <a:pt x="8717280" y="3187826"/>
                  </a:moveTo>
                  <a:lnTo>
                    <a:pt x="8587739" y="3187826"/>
                  </a:lnTo>
                  <a:lnTo>
                    <a:pt x="8597241" y="3186954"/>
                  </a:lnTo>
                  <a:lnTo>
                    <a:pt x="8606022" y="3184339"/>
                  </a:lnTo>
                  <a:lnTo>
                    <a:pt x="8634492" y="3149704"/>
                  </a:lnTo>
                  <a:lnTo>
                    <a:pt x="8635364" y="3140201"/>
                  </a:lnTo>
                  <a:lnTo>
                    <a:pt x="8635364" y="92201"/>
                  </a:lnTo>
                  <a:lnTo>
                    <a:pt x="8614080" y="52423"/>
                  </a:lnTo>
                  <a:lnTo>
                    <a:pt x="8587739" y="44576"/>
                  </a:lnTo>
                  <a:lnTo>
                    <a:pt x="8717280" y="44576"/>
                  </a:lnTo>
                  <a:lnTo>
                    <a:pt x="8717280" y="318782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714499"/>
              <a:ext cx="8553450" cy="3162300"/>
            </a:xfrm>
            <a:custGeom>
              <a:avLst/>
              <a:gdLst/>
              <a:ahLst/>
              <a:cxnLst/>
              <a:rect l="l" t="t" r="r" b="b"/>
              <a:pathLst>
                <a:path w="8553450" h="3162300">
                  <a:moveTo>
                    <a:pt x="8500051" y="3162299"/>
                  </a:moveTo>
                  <a:lnTo>
                    <a:pt x="33047" y="3162299"/>
                  </a:lnTo>
                  <a:lnTo>
                    <a:pt x="28187" y="3160848"/>
                  </a:lnTo>
                  <a:lnTo>
                    <a:pt x="966" y="3120017"/>
                  </a:lnTo>
                  <a:lnTo>
                    <a:pt x="0" y="3112728"/>
                  </a:lnTo>
                  <a:lnTo>
                    <a:pt x="0" y="3105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3108902"/>
                  </a:lnTo>
                  <a:lnTo>
                    <a:pt x="8534055" y="3148213"/>
                  </a:lnTo>
                  <a:lnTo>
                    <a:pt x="8503768" y="3161933"/>
                  </a:lnTo>
                  <a:lnTo>
                    <a:pt x="8500051" y="31622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714499"/>
              <a:ext cx="52069" cy="3162300"/>
            </a:xfrm>
            <a:custGeom>
              <a:avLst/>
              <a:gdLst/>
              <a:ahLst/>
              <a:cxnLst/>
              <a:rect l="l" t="t" r="r" b="b"/>
              <a:pathLst>
                <a:path w="52069" h="3162300">
                  <a:moveTo>
                    <a:pt x="51889" y="3162299"/>
                  </a:moveTo>
                  <a:lnTo>
                    <a:pt x="49571" y="3162299"/>
                  </a:lnTo>
                  <a:lnTo>
                    <a:pt x="42281" y="3160849"/>
                  </a:lnTo>
                  <a:lnTo>
                    <a:pt x="7250" y="3134020"/>
                  </a:lnTo>
                  <a:lnTo>
                    <a:pt x="0" y="31127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105149"/>
                  </a:lnTo>
                  <a:lnTo>
                    <a:pt x="43679" y="3145560"/>
                  </a:lnTo>
                  <a:lnTo>
                    <a:pt x="47399" y="3156719"/>
                  </a:lnTo>
                  <a:lnTo>
                    <a:pt x="51889" y="31622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5095" y="1867786"/>
            <a:ext cx="4330700" cy="28111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Utile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quand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on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a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besoin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position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(indice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20" dirty="0">
                <a:solidFill>
                  <a:srgbClr val="94A2B8"/>
                </a:solidFill>
                <a:latin typeface="Times New Roman"/>
                <a:cs typeface="Times New Roman"/>
              </a:rPr>
              <a:t>i)</a:t>
            </a:r>
            <a:endParaRPr sz="1100">
              <a:latin typeface="Times New Roman"/>
              <a:cs typeface="Times New Roman"/>
            </a:endParaRPr>
          </a:p>
          <a:p>
            <a:pPr marL="86360" marR="1045210" indent="217804">
              <a:lnSpc>
                <a:spcPts val="1500"/>
              </a:lnSpc>
              <a:spcBef>
                <a:spcPts val="5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04165" algn="l"/>
                <a:tab pos="304800" algn="l"/>
              </a:tabLst>
            </a:pPr>
            <a:r>
              <a:rPr sz="1000" b="1" spc="155" dirty="0">
                <a:solidFill>
                  <a:srgbClr val="2562EB"/>
                </a:solidFill>
                <a:latin typeface="Times New Roman"/>
                <a:cs typeface="Times New Roman"/>
              </a:rPr>
              <a:t>for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00" b="1" spc="200" dirty="0">
                <a:solidFill>
                  <a:srgbClr val="2562EB"/>
                </a:solidFill>
                <a:latin typeface="Times New Roman"/>
                <a:cs typeface="Times New Roman"/>
              </a:rPr>
              <a:t>int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i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70" dirty="0">
                <a:solidFill>
                  <a:srgbClr val="0890B1"/>
                </a:solidFill>
                <a:latin typeface="Times New Roman"/>
                <a:cs typeface="Times New Roman"/>
              </a:rPr>
              <a:t>0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i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9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promo.</a:t>
            </a:r>
            <a:r>
              <a:rPr sz="1050" spc="125" dirty="0">
                <a:solidFill>
                  <a:srgbClr val="DA2677"/>
                </a:solidFill>
                <a:latin typeface="Times New Roman"/>
                <a:cs typeface="Times New Roman"/>
              </a:rPr>
              <a:t>length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i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4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 </a:t>
            </a:r>
            <a:r>
              <a:rPr sz="1050" spc="5" dirty="0">
                <a:solidFill>
                  <a:srgbClr val="CBD5E1"/>
                </a:solidFill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75"/>
              </a:spcBef>
              <a:tabLst>
                <a:tab pos="378460" algn="l"/>
              </a:tabLst>
            </a:pPr>
            <a:r>
              <a:rPr sz="1050" spc="5" dirty="0">
                <a:solidFill>
                  <a:srgbClr val="CBD5E1"/>
                </a:solidFill>
                <a:latin typeface="Times New Roman"/>
                <a:cs typeface="Times New Roman"/>
              </a:rPr>
              <a:t>4</a:t>
            </a: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2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promo[i];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240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6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ATTENTION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certaines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cases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peuvent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0" dirty="0">
                <a:solidFill>
                  <a:srgbClr val="94A2B8"/>
                </a:solidFill>
                <a:latin typeface="Times New Roman"/>
                <a:cs typeface="Times New Roman"/>
              </a:rPr>
              <a:t>être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null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!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105000"/>
              <a:buFont typeface="Times New Roman"/>
              <a:buAutoNum type="arabicPlain" startAt="6"/>
              <a:tabLst>
                <a:tab pos="378460" algn="l"/>
                <a:tab pos="379095" algn="l"/>
                <a:tab pos="898525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=</a:t>
            </a:r>
            <a:r>
              <a:rPr sz="10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180" dirty="0">
                <a:solidFill>
                  <a:srgbClr val="2562EB"/>
                </a:solidFill>
                <a:latin typeface="Times New Roman"/>
                <a:cs typeface="Times New Roman"/>
              </a:rPr>
              <a:t>null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86360" marR="5080" indent="292100">
              <a:lnSpc>
                <a:spcPts val="1500"/>
              </a:lnSpc>
              <a:spcBef>
                <a:spcPts val="15"/>
              </a:spcBef>
              <a:buClr>
                <a:srgbClr val="CBD5E1"/>
              </a:buClr>
              <a:buAutoNum type="arabicPlain" startAt="6"/>
              <a:tabLst>
                <a:tab pos="378460" algn="l"/>
                <a:tab pos="379095" algn="l"/>
              </a:tabLst>
            </a:pPr>
            <a:r>
              <a:rPr sz="1050" spc="140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.out.</a:t>
            </a:r>
            <a:r>
              <a:rPr sz="1050" spc="140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40" dirty="0">
                <a:solidFill>
                  <a:srgbClr val="16A24A"/>
                </a:solidFill>
                <a:latin typeface="Times New Roman"/>
                <a:cs typeface="Times New Roman"/>
              </a:rPr>
              <a:t>"Case</a:t>
            </a:r>
            <a:r>
              <a:rPr sz="1050" spc="32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i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16A24A"/>
                </a:solidFill>
                <a:latin typeface="Times New Roman"/>
                <a:cs typeface="Times New Roman"/>
              </a:rPr>
              <a:t>: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e.</a:t>
            </a:r>
            <a:r>
              <a:rPr sz="1050" spc="114" dirty="0">
                <a:solidFill>
                  <a:srgbClr val="DA2677"/>
                </a:solidFill>
                <a:latin typeface="Times New Roman"/>
                <a:cs typeface="Times New Roman"/>
              </a:rPr>
              <a:t>getNom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()); </a:t>
            </a:r>
            <a:r>
              <a:rPr sz="1050" spc="5" dirty="0">
                <a:solidFill>
                  <a:srgbClr val="CBD5E1"/>
                </a:solidFill>
                <a:latin typeface="Times New Roman"/>
                <a:cs typeface="Times New Roman"/>
              </a:rPr>
              <a:t>9</a:t>
            </a:r>
            <a:endParaRPr sz="1050">
              <a:latin typeface="Times New Roman"/>
              <a:cs typeface="Times New Roman"/>
            </a:endParaRPr>
          </a:p>
          <a:p>
            <a:pPr marL="452755" indent="-440690">
              <a:lnSpc>
                <a:spcPct val="100000"/>
              </a:lnSpc>
              <a:spcBef>
                <a:spcPts val="25"/>
              </a:spcBef>
              <a:buClr>
                <a:srgbClr val="CBD5E1"/>
              </a:buClr>
              <a:buSzPct val="95454"/>
              <a:buFont typeface="Times New Roman"/>
              <a:buAutoNum type="arabicPlain" startAt="10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Exemple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on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peut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modifier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case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25" dirty="0">
                <a:solidFill>
                  <a:srgbClr val="94A2B8"/>
                </a:solidFill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105000"/>
              <a:buFont typeface="Times New Roman"/>
              <a:buAutoNum type="arabicPlain" startAt="10"/>
              <a:tabLst>
                <a:tab pos="378460" algn="l"/>
                <a:tab pos="379095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6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(e.</a:t>
            </a:r>
            <a:r>
              <a:rPr sz="1050" spc="110" dirty="0">
                <a:solidFill>
                  <a:srgbClr val="DA2677"/>
                </a:solidFill>
                <a:latin typeface="Times New Roman"/>
                <a:cs typeface="Times New Roman"/>
              </a:rPr>
              <a:t>getMoyenne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950" spc="37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0890B1"/>
                </a:solidFill>
                <a:latin typeface="Times New Roman"/>
                <a:cs typeface="Times New Roman"/>
              </a:rPr>
              <a:t>10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AutoNum type="arabicPlain" startAt="10"/>
              <a:tabLst>
                <a:tab pos="378460" algn="l"/>
                <a:tab pos="379095" algn="l"/>
                <a:tab pos="1715770" algn="l"/>
              </a:tabLst>
            </a:pP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promo[i]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180" dirty="0">
                <a:solidFill>
                  <a:srgbClr val="2562EB"/>
                </a:solidFill>
                <a:latin typeface="Times New Roman"/>
                <a:cs typeface="Times New Roman"/>
              </a:rPr>
              <a:t>null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suppression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manuelle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 startAt="10"/>
              <a:tabLst>
                <a:tab pos="378460" algn="l"/>
                <a:tab pos="379095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10"/>
              <a:tabLst>
                <a:tab pos="378460" algn="l"/>
                <a:tab pos="379095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304165" algn="l"/>
              </a:tabLst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15</a:t>
            </a: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934448" y="1714499"/>
            <a:ext cx="1447800" cy="228600"/>
          </a:xfrm>
          <a:custGeom>
            <a:avLst/>
            <a:gdLst/>
            <a:ahLst/>
            <a:cxnLst/>
            <a:rect l="l" t="t" r="r" b="b"/>
            <a:pathLst>
              <a:path w="1447800" h="228600">
                <a:moveTo>
                  <a:pt x="1447800" y="228599"/>
                </a:moveTo>
                <a:lnTo>
                  <a:pt x="53397" y="228599"/>
                </a:lnTo>
                <a:lnTo>
                  <a:pt x="49681" y="228233"/>
                </a:lnTo>
                <a:lnTo>
                  <a:pt x="14084" y="209207"/>
                </a:lnTo>
                <a:lnTo>
                  <a:pt x="0" y="175202"/>
                </a:lnTo>
                <a:lnTo>
                  <a:pt x="0" y="171449"/>
                </a:lnTo>
                <a:lnTo>
                  <a:pt x="0" y="0"/>
                </a:lnTo>
                <a:lnTo>
                  <a:pt x="1394402" y="0"/>
                </a:lnTo>
                <a:lnTo>
                  <a:pt x="1398119" y="365"/>
                </a:lnTo>
                <a:lnTo>
                  <a:pt x="1433712" y="19392"/>
                </a:lnTo>
                <a:lnTo>
                  <a:pt x="1447800" y="53397"/>
                </a:lnTo>
                <a:lnTo>
                  <a:pt x="1447800" y="22859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017000" y="1745548"/>
            <a:ext cx="1282700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80" dirty="0">
                <a:solidFill>
                  <a:srgbClr val="64738B"/>
                </a:solidFill>
                <a:latin typeface="Times New Roman"/>
                <a:cs typeface="Times New Roman"/>
              </a:rPr>
              <a:t>ParcoursTableau.java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2781299" y="6800849"/>
              <a:ext cx="9410700" cy="57150"/>
            </a:xfrm>
            <a:custGeom>
              <a:avLst/>
              <a:gdLst/>
              <a:ahLst/>
              <a:cxnLst/>
              <a:rect l="l" t="t" r="r" b="b"/>
              <a:pathLst>
                <a:path w="9410700" h="57150">
                  <a:moveTo>
                    <a:pt x="0" y="57149"/>
                  </a:moveTo>
                  <a:lnTo>
                    <a:pt x="9410699" y="57149"/>
                  </a:lnTo>
                  <a:lnTo>
                    <a:pt x="94106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2781300" cy="57150"/>
            </a:xfrm>
            <a:custGeom>
              <a:avLst/>
              <a:gdLst/>
              <a:ahLst/>
              <a:cxnLst/>
              <a:rect l="l" t="t" r="r" b="b"/>
              <a:pathLst>
                <a:path w="2781300" h="57150">
                  <a:moveTo>
                    <a:pt x="27812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781299" y="0"/>
                  </a:lnTo>
                  <a:lnTo>
                    <a:pt x="278129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600258" y="6551215"/>
            <a:ext cx="366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13/57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3897629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Tableau</a:t>
            </a:r>
            <a:r>
              <a:rPr spc="-135" dirty="0"/>
              <a:t> </a:t>
            </a:r>
            <a:r>
              <a:rPr spc="-130" dirty="0"/>
              <a:t>:</a:t>
            </a:r>
            <a:r>
              <a:rPr spc="-135" dirty="0"/>
              <a:t> </a:t>
            </a:r>
            <a:r>
              <a:rPr spc="-170" dirty="0"/>
              <a:t>parcours</a:t>
            </a:r>
            <a:r>
              <a:rPr spc="-135" dirty="0"/>
              <a:t> </a:t>
            </a:r>
            <a:r>
              <a:rPr spc="-70" dirty="0"/>
              <a:t>for-</a:t>
            </a:r>
            <a:r>
              <a:rPr spc="-95" dirty="0"/>
              <a:t>each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3829049"/>
            <a:ext cx="8572500" cy="733425"/>
            <a:chOff x="1809749" y="3829049"/>
            <a:chExt cx="8572500" cy="733425"/>
          </a:xfrm>
        </p:grpSpPr>
        <p:sp>
          <p:nvSpPr>
            <p:cNvPr id="4" name="object 4"/>
            <p:cNvSpPr/>
            <p:nvPr/>
          </p:nvSpPr>
          <p:spPr>
            <a:xfrm>
              <a:off x="1814512" y="3833812"/>
              <a:ext cx="8562975" cy="723900"/>
            </a:xfrm>
            <a:custGeom>
              <a:avLst/>
              <a:gdLst/>
              <a:ahLst/>
              <a:cxnLst/>
              <a:rect l="l" t="t" r="r" b="b"/>
              <a:pathLst>
                <a:path w="8562975" h="723900">
                  <a:moveTo>
                    <a:pt x="8496227" y="723899"/>
                  </a:moveTo>
                  <a:lnTo>
                    <a:pt x="66746" y="723899"/>
                  </a:lnTo>
                  <a:lnTo>
                    <a:pt x="62101" y="723442"/>
                  </a:lnTo>
                  <a:lnTo>
                    <a:pt x="24240" y="706292"/>
                  </a:lnTo>
                  <a:lnTo>
                    <a:pt x="2287" y="670999"/>
                  </a:lnTo>
                  <a:lnTo>
                    <a:pt x="0" y="657152"/>
                  </a:lnTo>
                  <a:lnTo>
                    <a:pt x="0" y="6524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657152"/>
                  </a:lnTo>
                  <a:lnTo>
                    <a:pt x="8548327" y="696050"/>
                  </a:lnTo>
                  <a:lnTo>
                    <a:pt x="8514540" y="720256"/>
                  </a:lnTo>
                  <a:lnTo>
                    <a:pt x="8500872" y="723442"/>
                  </a:lnTo>
                  <a:lnTo>
                    <a:pt x="8496227" y="7238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3833812"/>
              <a:ext cx="8562975" cy="723900"/>
            </a:xfrm>
            <a:custGeom>
              <a:avLst/>
              <a:gdLst/>
              <a:ahLst/>
              <a:cxnLst/>
              <a:rect l="l" t="t" r="r" b="b"/>
              <a:pathLst>
                <a:path w="8562975" h="723900">
                  <a:moveTo>
                    <a:pt x="0" y="6524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05473" y="1372"/>
                  </a:lnTo>
                  <a:lnTo>
                    <a:pt x="8510074" y="2287"/>
                  </a:lnTo>
                  <a:lnTo>
                    <a:pt x="8531223" y="12039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4" y="71437"/>
                  </a:lnTo>
                  <a:lnTo>
                    <a:pt x="8562974" y="652462"/>
                  </a:lnTo>
                  <a:lnTo>
                    <a:pt x="8562973" y="657152"/>
                  </a:lnTo>
                  <a:lnTo>
                    <a:pt x="8562515" y="661798"/>
                  </a:lnTo>
                  <a:lnTo>
                    <a:pt x="8561599" y="666398"/>
                  </a:lnTo>
                  <a:lnTo>
                    <a:pt x="8560684" y="670998"/>
                  </a:lnTo>
                  <a:lnTo>
                    <a:pt x="8538732" y="706292"/>
                  </a:lnTo>
                  <a:lnTo>
                    <a:pt x="8531223" y="711859"/>
                  </a:lnTo>
                  <a:lnTo>
                    <a:pt x="8527324" y="714465"/>
                  </a:lnTo>
                  <a:lnTo>
                    <a:pt x="8505473" y="722527"/>
                  </a:lnTo>
                  <a:lnTo>
                    <a:pt x="8500872" y="723442"/>
                  </a:lnTo>
                  <a:lnTo>
                    <a:pt x="8496227" y="723899"/>
                  </a:lnTo>
                  <a:lnTo>
                    <a:pt x="8491536" y="723899"/>
                  </a:lnTo>
                  <a:lnTo>
                    <a:pt x="71437" y="723899"/>
                  </a:lnTo>
                  <a:lnTo>
                    <a:pt x="66746" y="723899"/>
                  </a:lnTo>
                  <a:lnTo>
                    <a:pt x="62101" y="723442"/>
                  </a:lnTo>
                  <a:lnTo>
                    <a:pt x="31749" y="711859"/>
                  </a:lnTo>
                  <a:lnTo>
                    <a:pt x="27848" y="709254"/>
                  </a:lnTo>
                  <a:lnTo>
                    <a:pt x="24240" y="706292"/>
                  </a:lnTo>
                  <a:lnTo>
                    <a:pt x="20923" y="702975"/>
                  </a:lnTo>
                  <a:lnTo>
                    <a:pt x="17606" y="699659"/>
                  </a:lnTo>
                  <a:lnTo>
                    <a:pt x="14645" y="696050"/>
                  </a:lnTo>
                  <a:lnTo>
                    <a:pt x="12039" y="692150"/>
                  </a:lnTo>
                  <a:lnTo>
                    <a:pt x="9433" y="688250"/>
                  </a:lnTo>
                  <a:lnTo>
                    <a:pt x="1372" y="666398"/>
                  </a:lnTo>
                  <a:lnTo>
                    <a:pt x="457" y="661798"/>
                  </a:lnTo>
                  <a:lnTo>
                    <a:pt x="0" y="657152"/>
                  </a:lnTo>
                  <a:lnTo>
                    <a:pt x="0" y="652462"/>
                  </a:lnTo>
                  <a:close/>
                </a:path>
              </a:pathLst>
            </a:custGeom>
            <a:ln w="9524">
              <a:solidFill>
                <a:srgbClr val="DBF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9774" y="4098924"/>
              <a:ext cx="190500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30449" y="3935114"/>
            <a:ext cx="7770495" cy="46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100"/>
              </a:spcBef>
            </a:pPr>
            <a:r>
              <a:rPr sz="1300" spc="-75" dirty="0">
                <a:solidFill>
                  <a:srgbClr val="13532D"/>
                </a:solidFill>
                <a:latin typeface="Arial"/>
                <a:cs typeface="Arial"/>
              </a:rPr>
              <a:t>Quand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13532D"/>
                </a:solidFill>
                <a:latin typeface="Arial"/>
                <a:cs typeface="Arial"/>
              </a:rPr>
              <a:t>utiliser</a:t>
            </a:r>
            <a:r>
              <a:rPr sz="1300" spc="-4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 Idéal</a:t>
            </a:r>
            <a:r>
              <a:rPr sz="1300" spc="-4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quand </a:t>
            </a:r>
            <a:r>
              <a:rPr sz="1300" spc="-60" dirty="0">
                <a:solidFill>
                  <a:srgbClr val="13532D"/>
                </a:solidFill>
                <a:latin typeface="Arial"/>
                <a:cs typeface="Arial"/>
              </a:rPr>
              <a:t>on</a:t>
            </a:r>
            <a:r>
              <a:rPr sz="1300" spc="-4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3532D"/>
                </a:solidFill>
                <a:latin typeface="Arial"/>
                <a:cs typeface="Arial"/>
              </a:rPr>
              <a:t>veut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3532D"/>
                </a:solidFill>
                <a:latin typeface="Arial"/>
                <a:cs typeface="Arial"/>
              </a:rPr>
              <a:t>juste</a:t>
            </a:r>
            <a:r>
              <a:rPr sz="1300" spc="-4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b="1" spc="-160" dirty="0">
                <a:solidFill>
                  <a:srgbClr val="13532D"/>
                </a:solidFill>
                <a:latin typeface="Arial"/>
                <a:cs typeface="Arial"/>
              </a:rPr>
              <a:t>LIRE</a:t>
            </a:r>
            <a:r>
              <a:rPr sz="1300" b="1" spc="-5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sz="1300" spc="-4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éléments </a:t>
            </a:r>
            <a:r>
              <a:rPr sz="1300" spc="-60" dirty="0">
                <a:solidFill>
                  <a:srgbClr val="13532D"/>
                </a:solidFill>
                <a:latin typeface="Arial"/>
                <a:cs typeface="Arial"/>
              </a:rPr>
              <a:t>un</a:t>
            </a:r>
            <a:r>
              <a:rPr sz="1300" spc="-45" dirty="0">
                <a:solidFill>
                  <a:srgbClr val="13532D"/>
                </a:solidFill>
                <a:latin typeface="Arial"/>
                <a:cs typeface="Arial"/>
              </a:rPr>
              <a:t> par un,</a:t>
            </a:r>
            <a:r>
              <a:rPr sz="1300" spc="-60" dirty="0">
                <a:solidFill>
                  <a:srgbClr val="13532D"/>
                </a:solidFill>
                <a:latin typeface="Arial"/>
                <a:cs typeface="Arial"/>
              </a:rPr>
              <a:t> sans</a:t>
            </a:r>
            <a:r>
              <a:rPr sz="1300" spc="-4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3532D"/>
                </a:solidFill>
                <a:latin typeface="Arial"/>
                <a:cs typeface="Arial"/>
              </a:rPr>
              <a:t>avoir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13532D"/>
                </a:solidFill>
                <a:latin typeface="Arial"/>
                <a:cs typeface="Arial"/>
              </a:rPr>
              <a:t>besoin </a:t>
            </a:r>
            <a:r>
              <a:rPr sz="1300" spc="-55" dirty="0">
                <a:solidFill>
                  <a:srgbClr val="13532D"/>
                </a:solidFill>
                <a:latin typeface="Arial"/>
                <a:cs typeface="Arial"/>
              </a:rPr>
              <a:t>de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 connaître</a:t>
            </a:r>
            <a:r>
              <a:rPr sz="1300" spc="-45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3532D"/>
                </a:solidFill>
                <a:latin typeface="Arial"/>
                <a:cs typeface="Arial"/>
              </a:rPr>
              <a:t>leur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13532D"/>
                </a:solidFill>
                <a:latin typeface="Arial"/>
                <a:cs typeface="Arial"/>
              </a:rPr>
              <a:t>position </a:t>
            </a:r>
            <a:r>
              <a:rPr sz="1300" spc="-30" dirty="0">
                <a:solidFill>
                  <a:srgbClr val="13532D"/>
                </a:solidFill>
                <a:latin typeface="Arial"/>
                <a:cs typeface="Arial"/>
              </a:rPr>
              <a:t>(indice)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13532D"/>
                </a:solidFill>
                <a:latin typeface="Arial"/>
                <a:cs typeface="Arial"/>
              </a:rPr>
              <a:t>et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13532D"/>
                </a:solidFill>
                <a:latin typeface="Arial"/>
                <a:cs typeface="Arial"/>
              </a:rPr>
              <a:t>sans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13532D"/>
                </a:solidFill>
                <a:latin typeface="Arial"/>
                <a:cs typeface="Arial"/>
              </a:rPr>
              <a:t>modifier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3532D"/>
                </a:solidFill>
                <a:latin typeface="Arial"/>
                <a:cs typeface="Arial"/>
              </a:rPr>
              <a:t>le</a:t>
            </a:r>
            <a:r>
              <a:rPr sz="1300" spc="-50" dirty="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13532D"/>
                </a:solidFill>
                <a:latin typeface="Arial"/>
                <a:cs typeface="Arial"/>
              </a:rPr>
              <a:t>tableau.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09749" y="4800599"/>
            <a:ext cx="4191000" cy="885825"/>
            <a:chOff x="1809749" y="4800599"/>
            <a:chExt cx="4191000" cy="885825"/>
          </a:xfrm>
        </p:grpSpPr>
        <p:sp>
          <p:nvSpPr>
            <p:cNvPr id="9" name="object 9"/>
            <p:cNvSpPr/>
            <p:nvPr/>
          </p:nvSpPr>
          <p:spPr>
            <a:xfrm>
              <a:off x="1814512" y="4805362"/>
              <a:ext cx="4181475" cy="876300"/>
            </a:xfrm>
            <a:custGeom>
              <a:avLst/>
              <a:gdLst/>
              <a:ahLst/>
              <a:cxnLst/>
              <a:rect l="l" t="t" r="r" b="b"/>
              <a:pathLst>
                <a:path w="4181475" h="876300">
                  <a:moveTo>
                    <a:pt x="0" y="804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8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110037" y="0"/>
                  </a:lnTo>
                  <a:lnTo>
                    <a:pt x="4114726" y="0"/>
                  </a:lnTo>
                  <a:lnTo>
                    <a:pt x="4119372" y="457"/>
                  </a:lnTo>
                  <a:lnTo>
                    <a:pt x="4157234" y="17606"/>
                  </a:lnTo>
                  <a:lnTo>
                    <a:pt x="4160550" y="20923"/>
                  </a:lnTo>
                  <a:lnTo>
                    <a:pt x="4163867" y="24239"/>
                  </a:lnTo>
                  <a:lnTo>
                    <a:pt x="4181016" y="62100"/>
                  </a:lnTo>
                  <a:lnTo>
                    <a:pt x="4181474" y="71437"/>
                  </a:lnTo>
                  <a:lnTo>
                    <a:pt x="4181474" y="804862"/>
                  </a:lnTo>
                  <a:lnTo>
                    <a:pt x="4169435" y="844549"/>
                  </a:lnTo>
                  <a:lnTo>
                    <a:pt x="4149725" y="864259"/>
                  </a:lnTo>
                  <a:lnTo>
                    <a:pt x="4145825" y="866866"/>
                  </a:lnTo>
                  <a:lnTo>
                    <a:pt x="4141708" y="869066"/>
                  </a:lnTo>
                  <a:lnTo>
                    <a:pt x="4137375" y="870861"/>
                  </a:lnTo>
                  <a:lnTo>
                    <a:pt x="4133040" y="872656"/>
                  </a:lnTo>
                  <a:lnTo>
                    <a:pt x="4128573" y="874011"/>
                  </a:lnTo>
                  <a:lnTo>
                    <a:pt x="4123972" y="874926"/>
                  </a:lnTo>
                  <a:lnTo>
                    <a:pt x="4119372" y="875841"/>
                  </a:lnTo>
                  <a:lnTo>
                    <a:pt x="4114726" y="876299"/>
                  </a:lnTo>
                  <a:lnTo>
                    <a:pt x="4110037" y="876299"/>
                  </a:lnTo>
                  <a:lnTo>
                    <a:pt x="71437" y="876299"/>
                  </a:lnTo>
                  <a:lnTo>
                    <a:pt x="66746" y="876299"/>
                  </a:lnTo>
                  <a:lnTo>
                    <a:pt x="62101" y="875841"/>
                  </a:lnTo>
                  <a:lnTo>
                    <a:pt x="57500" y="874926"/>
                  </a:lnTo>
                  <a:lnTo>
                    <a:pt x="52900" y="874011"/>
                  </a:lnTo>
                  <a:lnTo>
                    <a:pt x="48433" y="872656"/>
                  </a:lnTo>
                  <a:lnTo>
                    <a:pt x="44099" y="870861"/>
                  </a:lnTo>
                  <a:lnTo>
                    <a:pt x="39765" y="869066"/>
                  </a:lnTo>
                  <a:lnTo>
                    <a:pt x="35649" y="866866"/>
                  </a:lnTo>
                  <a:lnTo>
                    <a:pt x="31749" y="864259"/>
                  </a:lnTo>
                  <a:lnTo>
                    <a:pt x="27848" y="861654"/>
                  </a:lnTo>
                  <a:lnTo>
                    <a:pt x="12039" y="844550"/>
                  </a:lnTo>
                  <a:lnTo>
                    <a:pt x="9433" y="840649"/>
                  </a:lnTo>
                  <a:lnTo>
                    <a:pt x="1372" y="818798"/>
                  </a:lnTo>
                  <a:lnTo>
                    <a:pt x="457" y="814198"/>
                  </a:lnTo>
                  <a:lnTo>
                    <a:pt x="0" y="80955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2149" y="4984749"/>
              <a:ext cx="171450" cy="1524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235200" y="4889982"/>
            <a:ext cx="3401695" cy="47625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200" b="1" spc="-105" dirty="0">
                <a:solidFill>
                  <a:srgbClr val="334054"/>
                </a:solidFill>
                <a:latin typeface="Arial"/>
                <a:cs typeface="Arial"/>
              </a:rPr>
              <a:t>For</a:t>
            </a:r>
            <a:r>
              <a:rPr sz="12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334054"/>
                </a:solidFill>
                <a:latin typeface="Arial"/>
                <a:cs typeface="Arial"/>
              </a:rPr>
              <a:t>indexé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100" spc="-45" dirty="0">
                <a:solidFill>
                  <a:srgbClr val="64738B"/>
                </a:solidFill>
                <a:latin typeface="Arial"/>
                <a:cs typeface="Arial"/>
              </a:rPr>
              <a:t>Besoin</a:t>
            </a:r>
            <a:r>
              <a:rPr sz="11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sz="11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4738B"/>
                </a:solidFill>
                <a:latin typeface="Courier New"/>
                <a:cs typeface="Courier New"/>
              </a:rPr>
              <a:t>i</a:t>
            </a:r>
            <a:r>
              <a:rPr sz="950" spc="-2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64738B"/>
                </a:solidFill>
                <a:latin typeface="Arial"/>
                <a:cs typeface="Arial"/>
              </a:rPr>
              <a:t>(position,</a:t>
            </a:r>
            <a:r>
              <a:rPr sz="11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64738B"/>
                </a:solidFill>
                <a:latin typeface="Arial"/>
                <a:cs typeface="Arial"/>
              </a:rPr>
              <a:t>modification,</a:t>
            </a:r>
            <a:r>
              <a:rPr sz="11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64738B"/>
                </a:solidFill>
                <a:latin typeface="Arial"/>
                <a:cs typeface="Arial"/>
              </a:rPr>
              <a:t>comparaison</a:t>
            </a:r>
            <a:r>
              <a:rPr sz="11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4738B"/>
                </a:solidFill>
                <a:latin typeface="Arial"/>
                <a:cs typeface="Arial"/>
              </a:rPr>
              <a:t>voisins).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91248" y="4800599"/>
            <a:ext cx="4191000" cy="885825"/>
            <a:chOff x="6191248" y="4800599"/>
            <a:chExt cx="4191000" cy="885825"/>
          </a:xfrm>
        </p:grpSpPr>
        <p:sp>
          <p:nvSpPr>
            <p:cNvPr id="13" name="object 13"/>
            <p:cNvSpPr/>
            <p:nvPr/>
          </p:nvSpPr>
          <p:spPr>
            <a:xfrm>
              <a:off x="6196011" y="4805362"/>
              <a:ext cx="4181475" cy="876300"/>
            </a:xfrm>
            <a:custGeom>
              <a:avLst/>
              <a:gdLst/>
              <a:ahLst/>
              <a:cxnLst/>
              <a:rect l="l" t="t" r="r" b="b"/>
              <a:pathLst>
                <a:path w="4181475" h="876300">
                  <a:moveTo>
                    <a:pt x="0" y="804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8"/>
                  </a:lnTo>
                  <a:lnTo>
                    <a:pt x="7232" y="39764"/>
                  </a:lnTo>
                  <a:lnTo>
                    <a:pt x="9432" y="35648"/>
                  </a:lnTo>
                  <a:lnTo>
                    <a:pt x="12038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4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110037" y="0"/>
                  </a:lnTo>
                  <a:lnTo>
                    <a:pt x="4114728" y="0"/>
                  </a:lnTo>
                  <a:lnTo>
                    <a:pt x="4119373" y="457"/>
                  </a:lnTo>
                  <a:lnTo>
                    <a:pt x="4149724" y="12038"/>
                  </a:lnTo>
                  <a:lnTo>
                    <a:pt x="4153625" y="14644"/>
                  </a:lnTo>
                  <a:lnTo>
                    <a:pt x="4169434" y="31748"/>
                  </a:lnTo>
                  <a:lnTo>
                    <a:pt x="4172039" y="35648"/>
                  </a:lnTo>
                  <a:lnTo>
                    <a:pt x="4181475" y="71437"/>
                  </a:lnTo>
                  <a:lnTo>
                    <a:pt x="4181475" y="804862"/>
                  </a:lnTo>
                  <a:lnTo>
                    <a:pt x="4181474" y="809552"/>
                  </a:lnTo>
                  <a:lnTo>
                    <a:pt x="4181015" y="814198"/>
                  </a:lnTo>
                  <a:lnTo>
                    <a:pt x="4180100" y="818798"/>
                  </a:lnTo>
                  <a:lnTo>
                    <a:pt x="4179185" y="823399"/>
                  </a:lnTo>
                  <a:lnTo>
                    <a:pt x="4169434" y="844549"/>
                  </a:lnTo>
                  <a:lnTo>
                    <a:pt x="4166828" y="848449"/>
                  </a:lnTo>
                  <a:lnTo>
                    <a:pt x="4149724" y="864259"/>
                  </a:lnTo>
                  <a:lnTo>
                    <a:pt x="4145825" y="866866"/>
                  </a:lnTo>
                  <a:lnTo>
                    <a:pt x="4141707" y="869066"/>
                  </a:lnTo>
                  <a:lnTo>
                    <a:pt x="4137374" y="870861"/>
                  </a:lnTo>
                  <a:lnTo>
                    <a:pt x="4133040" y="872656"/>
                  </a:lnTo>
                  <a:lnTo>
                    <a:pt x="4128575" y="874011"/>
                  </a:lnTo>
                  <a:lnTo>
                    <a:pt x="4123974" y="874926"/>
                  </a:lnTo>
                  <a:lnTo>
                    <a:pt x="4119373" y="875841"/>
                  </a:lnTo>
                  <a:lnTo>
                    <a:pt x="4114728" y="876299"/>
                  </a:lnTo>
                  <a:lnTo>
                    <a:pt x="4110037" y="876299"/>
                  </a:lnTo>
                  <a:lnTo>
                    <a:pt x="71438" y="876299"/>
                  </a:lnTo>
                  <a:lnTo>
                    <a:pt x="44099" y="870861"/>
                  </a:lnTo>
                  <a:lnTo>
                    <a:pt x="39764" y="869066"/>
                  </a:lnTo>
                  <a:lnTo>
                    <a:pt x="35648" y="866866"/>
                  </a:lnTo>
                  <a:lnTo>
                    <a:pt x="31748" y="864259"/>
                  </a:lnTo>
                  <a:lnTo>
                    <a:pt x="27848" y="861654"/>
                  </a:lnTo>
                  <a:lnTo>
                    <a:pt x="5437" y="832199"/>
                  </a:lnTo>
                  <a:lnTo>
                    <a:pt x="3642" y="827865"/>
                  </a:lnTo>
                  <a:lnTo>
                    <a:pt x="2287" y="823399"/>
                  </a:lnTo>
                  <a:lnTo>
                    <a:pt x="1372" y="818798"/>
                  </a:lnTo>
                  <a:lnTo>
                    <a:pt x="457" y="814198"/>
                  </a:lnTo>
                  <a:lnTo>
                    <a:pt x="0" y="80955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0474" y="4984749"/>
              <a:ext cx="200025" cy="1524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638131" y="4889982"/>
            <a:ext cx="3420110" cy="6477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200" b="1" spc="-70" dirty="0">
                <a:solidFill>
                  <a:srgbClr val="334054"/>
                </a:solidFill>
                <a:latin typeface="Arial"/>
                <a:cs typeface="Arial"/>
              </a:rPr>
              <a:t>For-</a:t>
            </a:r>
            <a:r>
              <a:rPr sz="1200" b="1" spc="-20" dirty="0">
                <a:solidFill>
                  <a:srgbClr val="334054"/>
                </a:solidFill>
                <a:latin typeface="Arial"/>
                <a:cs typeface="Arial"/>
              </a:rPr>
              <a:t>each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2299"/>
              </a:lnSpc>
              <a:spcBef>
                <a:spcPts val="355"/>
              </a:spcBef>
            </a:pPr>
            <a:r>
              <a:rPr sz="1100" spc="-25" dirty="0">
                <a:solidFill>
                  <a:srgbClr val="64738B"/>
                </a:solidFill>
                <a:latin typeface="Arial"/>
                <a:cs typeface="Arial"/>
              </a:rPr>
              <a:t>Juste</a:t>
            </a:r>
            <a:r>
              <a:rPr sz="11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64738B"/>
                </a:solidFill>
                <a:latin typeface="Arial"/>
                <a:cs typeface="Arial"/>
              </a:rPr>
              <a:t>lire,</a:t>
            </a:r>
            <a:r>
              <a:rPr sz="11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64738B"/>
                </a:solidFill>
                <a:latin typeface="Arial"/>
                <a:cs typeface="Arial"/>
              </a:rPr>
              <a:t>code</a:t>
            </a:r>
            <a:r>
              <a:rPr sz="11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64738B"/>
                </a:solidFill>
                <a:latin typeface="Arial"/>
                <a:cs typeface="Arial"/>
              </a:rPr>
              <a:t>plus</a:t>
            </a:r>
            <a:r>
              <a:rPr sz="11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64738B"/>
                </a:solidFill>
                <a:latin typeface="Arial"/>
                <a:cs typeface="Arial"/>
              </a:rPr>
              <a:t>compact,</a:t>
            </a:r>
            <a:r>
              <a:rPr sz="11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64738B"/>
                </a:solidFill>
                <a:latin typeface="Arial"/>
                <a:cs typeface="Arial"/>
              </a:rPr>
              <a:t>plus</a:t>
            </a:r>
            <a:r>
              <a:rPr sz="11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64738B"/>
                </a:solidFill>
                <a:latin typeface="Arial"/>
                <a:cs typeface="Arial"/>
              </a:rPr>
              <a:t>lisible,</a:t>
            </a:r>
            <a:r>
              <a:rPr sz="1100" spc="-35" dirty="0">
                <a:solidFill>
                  <a:srgbClr val="64738B"/>
                </a:solidFill>
                <a:latin typeface="Arial"/>
                <a:cs typeface="Arial"/>
              </a:rPr>
              <a:t> moins</a:t>
            </a:r>
            <a:r>
              <a:rPr sz="11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4738B"/>
                </a:solidFill>
                <a:latin typeface="Arial"/>
                <a:cs typeface="Arial"/>
              </a:rPr>
              <a:t>d'erreurs d'indices.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37360" y="1880616"/>
            <a:ext cx="8717280" cy="1819910"/>
            <a:chOff x="1737360" y="1880616"/>
            <a:chExt cx="8717280" cy="1819910"/>
          </a:xfrm>
        </p:grpSpPr>
        <p:sp>
          <p:nvSpPr>
            <p:cNvPr id="17" name="object 17"/>
            <p:cNvSpPr/>
            <p:nvPr/>
          </p:nvSpPr>
          <p:spPr>
            <a:xfrm>
              <a:off x="1737360" y="1880616"/>
              <a:ext cx="8717280" cy="1819910"/>
            </a:xfrm>
            <a:custGeom>
              <a:avLst/>
              <a:gdLst/>
              <a:ahLst/>
              <a:cxnLst/>
              <a:rect l="l" t="t" r="r" b="b"/>
              <a:pathLst>
                <a:path w="8717280" h="1819910">
                  <a:moveTo>
                    <a:pt x="8717280" y="1819656"/>
                  </a:moveTo>
                  <a:lnTo>
                    <a:pt x="0" y="1819656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3433"/>
                  </a:lnTo>
                  <a:lnTo>
                    <a:pt x="129539" y="43433"/>
                  </a:lnTo>
                  <a:lnTo>
                    <a:pt x="120037" y="44305"/>
                  </a:lnTo>
                  <a:lnTo>
                    <a:pt x="85402" y="72776"/>
                  </a:lnTo>
                  <a:lnTo>
                    <a:pt x="81914" y="91058"/>
                  </a:lnTo>
                  <a:lnTo>
                    <a:pt x="81914" y="1653158"/>
                  </a:lnTo>
                  <a:lnTo>
                    <a:pt x="103199" y="1692937"/>
                  </a:lnTo>
                  <a:lnTo>
                    <a:pt x="129539" y="1700783"/>
                  </a:lnTo>
                  <a:lnTo>
                    <a:pt x="8717280" y="1700783"/>
                  </a:lnTo>
                  <a:lnTo>
                    <a:pt x="8717280" y="1819656"/>
                  </a:lnTo>
                  <a:close/>
                </a:path>
                <a:path w="8717280" h="1819910">
                  <a:moveTo>
                    <a:pt x="8717280" y="1700783"/>
                  </a:moveTo>
                  <a:lnTo>
                    <a:pt x="8587739" y="1700783"/>
                  </a:lnTo>
                  <a:lnTo>
                    <a:pt x="8597241" y="1699911"/>
                  </a:lnTo>
                  <a:lnTo>
                    <a:pt x="8606022" y="1697296"/>
                  </a:lnTo>
                  <a:lnTo>
                    <a:pt x="8634492" y="1662661"/>
                  </a:lnTo>
                  <a:lnTo>
                    <a:pt x="8635364" y="1653158"/>
                  </a:lnTo>
                  <a:lnTo>
                    <a:pt x="8635364" y="91058"/>
                  </a:lnTo>
                  <a:lnTo>
                    <a:pt x="8614080" y="51279"/>
                  </a:lnTo>
                  <a:lnTo>
                    <a:pt x="8587739" y="43433"/>
                  </a:lnTo>
                  <a:lnTo>
                    <a:pt x="8717280" y="43433"/>
                  </a:lnTo>
                  <a:lnTo>
                    <a:pt x="8717280" y="170078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28799" y="1914524"/>
              <a:ext cx="8553450" cy="1676400"/>
            </a:xfrm>
            <a:custGeom>
              <a:avLst/>
              <a:gdLst/>
              <a:ahLst/>
              <a:cxnLst/>
              <a:rect l="l" t="t" r="r" b="b"/>
              <a:pathLst>
                <a:path w="8553450" h="1676400">
                  <a:moveTo>
                    <a:pt x="8500051" y="1676399"/>
                  </a:moveTo>
                  <a:lnTo>
                    <a:pt x="33047" y="1676399"/>
                  </a:lnTo>
                  <a:lnTo>
                    <a:pt x="4833" y="1648121"/>
                  </a:lnTo>
                  <a:lnTo>
                    <a:pt x="0" y="1626828"/>
                  </a:lnTo>
                  <a:lnTo>
                    <a:pt x="0" y="16192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1623002"/>
                  </a:lnTo>
                  <a:lnTo>
                    <a:pt x="8534055" y="1662313"/>
                  </a:lnTo>
                  <a:lnTo>
                    <a:pt x="8503768" y="1676033"/>
                  </a:lnTo>
                  <a:lnTo>
                    <a:pt x="8500051" y="16763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09749" y="1914524"/>
              <a:ext cx="52069" cy="1676400"/>
            </a:xfrm>
            <a:custGeom>
              <a:avLst/>
              <a:gdLst/>
              <a:ahLst/>
              <a:cxnLst/>
              <a:rect l="l" t="t" r="r" b="b"/>
              <a:pathLst>
                <a:path w="52069" h="1676400">
                  <a:moveTo>
                    <a:pt x="51889" y="1676399"/>
                  </a:moveTo>
                  <a:lnTo>
                    <a:pt x="49571" y="1676399"/>
                  </a:lnTo>
                  <a:lnTo>
                    <a:pt x="42281" y="1674949"/>
                  </a:lnTo>
                  <a:lnTo>
                    <a:pt x="7250" y="1648121"/>
                  </a:lnTo>
                  <a:lnTo>
                    <a:pt x="0" y="1626829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0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1619249"/>
                  </a:lnTo>
                  <a:lnTo>
                    <a:pt x="43679" y="1659660"/>
                  </a:lnTo>
                  <a:lnTo>
                    <a:pt x="47399" y="1670819"/>
                  </a:lnTo>
                  <a:lnTo>
                    <a:pt x="51889" y="16763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89360" y="2067811"/>
            <a:ext cx="4998085" cy="13252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04165" indent="-292100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304165" algn="l"/>
                <a:tab pos="304800" algn="l"/>
                <a:tab pos="312737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"Pour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chaque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Etudiant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dans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20" dirty="0">
                <a:solidFill>
                  <a:srgbClr val="94A2B8"/>
                </a:solidFill>
                <a:latin typeface="Times New Roman"/>
                <a:cs typeface="Times New Roman"/>
              </a:rPr>
              <a:t>promo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	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."</a:t>
            </a:r>
            <a:endParaRPr sz="1100">
              <a:latin typeface="Times New Roman"/>
              <a:cs typeface="Times New Roman"/>
            </a:endParaRPr>
          </a:p>
          <a:p>
            <a:pPr marL="229870" indent="-217804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229870" algn="l"/>
                <a:tab pos="230504" algn="l"/>
              </a:tabLst>
            </a:pPr>
            <a:r>
              <a:rPr sz="1000" b="1" spc="155" dirty="0">
                <a:solidFill>
                  <a:srgbClr val="2562EB"/>
                </a:solidFill>
                <a:latin typeface="Times New Roman"/>
                <a:cs typeface="Times New Roman"/>
              </a:rPr>
              <a:t>for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3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promo)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prend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successivement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valeur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promo[0],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promo[1],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04165" algn="l"/>
                <a:tab pos="304800" algn="l"/>
                <a:tab pos="824230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=</a:t>
            </a:r>
            <a:r>
              <a:rPr sz="10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180" dirty="0">
                <a:solidFill>
                  <a:srgbClr val="2562EB"/>
                </a:solidFill>
                <a:latin typeface="Times New Roman"/>
                <a:cs typeface="Times New Roman"/>
              </a:rPr>
              <a:t>null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/>
              <a:tabLst>
                <a:tab pos="304165" algn="l"/>
                <a:tab pos="304800" algn="l"/>
              </a:tabLst>
            </a:pP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.out.println(e.getNom());</a:t>
            </a:r>
            <a:endParaRPr sz="105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/>
              <a:tabLst>
                <a:tab pos="304165" algn="l"/>
                <a:tab pos="304800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229870" algn="l"/>
              </a:tabLst>
            </a:pPr>
            <a:r>
              <a:rPr sz="1050" spc="5" dirty="0">
                <a:solidFill>
                  <a:srgbClr val="CBD5E1"/>
                </a:solidFill>
                <a:latin typeface="Times New Roman"/>
                <a:cs typeface="Times New Roman"/>
              </a:rPr>
              <a:t>7</a:t>
            </a: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050" spc="2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248773" y="1914524"/>
            <a:ext cx="1133475" cy="228600"/>
          </a:xfrm>
          <a:custGeom>
            <a:avLst/>
            <a:gdLst/>
            <a:ahLst/>
            <a:cxnLst/>
            <a:rect l="l" t="t" r="r" b="b"/>
            <a:pathLst>
              <a:path w="1133475" h="228600">
                <a:moveTo>
                  <a:pt x="1133475" y="228599"/>
                </a:moveTo>
                <a:lnTo>
                  <a:pt x="53397" y="228599"/>
                </a:lnTo>
                <a:lnTo>
                  <a:pt x="49680" y="228233"/>
                </a:lnTo>
                <a:lnTo>
                  <a:pt x="14085" y="209207"/>
                </a:lnTo>
                <a:lnTo>
                  <a:pt x="0" y="175202"/>
                </a:lnTo>
                <a:lnTo>
                  <a:pt x="0" y="171449"/>
                </a:lnTo>
                <a:lnTo>
                  <a:pt x="0" y="0"/>
                </a:lnTo>
                <a:lnTo>
                  <a:pt x="1080077" y="0"/>
                </a:lnTo>
                <a:lnTo>
                  <a:pt x="1083794" y="366"/>
                </a:lnTo>
                <a:lnTo>
                  <a:pt x="1119388" y="19392"/>
                </a:lnTo>
                <a:lnTo>
                  <a:pt x="1133475" y="53397"/>
                </a:lnTo>
                <a:lnTo>
                  <a:pt x="1133475" y="22859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331324" y="1945573"/>
            <a:ext cx="96837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80" dirty="0">
                <a:solidFill>
                  <a:srgbClr val="64738B"/>
                </a:solidFill>
                <a:latin typeface="Times New Roman"/>
                <a:cs typeface="Times New Roman"/>
              </a:rPr>
              <a:t>Parcours</a:t>
            </a:r>
            <a:r>
              <a:rPr sz="850" b="1" spc="280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850" b="1" spc="85" dirty="0">
                <a:solidFill>
                  <a:srgbClr val="64738B"/>
                </a:solidFill>
                <a:latin typeface="Times New Roman"/>
                <a:cs typeface="Times New Roman"/>
              </a:rPr>
              <a:t>simple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24" name="object 24"/>
            <p:cNvSpPr/>
            <p:nvPr/>
          </p:nvSpPr>
          <p:spPr>
            <a:xfrm>
              <a:off x="2990849" y="6800849"/>
              <a:ext cx="9201150" cy="57150"/>
            </a:xfrm>
            <a:custGeom>
              <a:avLst/>
              <a:gdLst/>
              <a:ahLst/>
              <a:cxnLst/>
              <a:rect l="l" t="t" r="r" b="b"/>
              <a:pathLst>
                <a:path w="9201150" h="57150">
                  <a:moveTo>
                    <a:pt x="0" y="57149"/>
                  </a:moveTo>
                  <a:lnTo>
                    <a:pt x="9201149" y="57149"/>
                  </a:lnTo>
                  <a:lnTo>
                    <a:pt x="92011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6800849"/>
              <a:ext cx="2990850" cy="57150"/>
            </a:xfrm>
            <a:custGeom>
              <a:avLst/>
              <a:gdLst/>
              <a:ahLst/>
              <a:cxnLst/>
              <a:rect l="l" t="t" r="r" b="b"/>
              <a:pathLst>
                <a:path w="2990850" h="57150">
                  <a:moveTo>
                    <a:pt x="29908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990849" y="0"/>
                  </a:lnTo>
                  <a:lnTo>
                    <a:pt x="29908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600258" y="6551215"/>
            <a:ext cx="366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14/57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330200"/>
            <a:ext cx="5857875" cy="4483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65" dirty="0"/>
              <a:t>Tableau </a:t>
            </a:r>
            <a:r>
              <a:rPr sz="2750" spc="-125" dirty="0"/>
              <a:t>:</a:t>
            </a:r>
            <a:r>
              <a:rPr sz="2750" spc="-160" dirty="0"/>
              <a:t> </a:t>
            </a:r>
            <a:r>
              <a:rPr sz="2750" spc="-150" dirty="0"/>
              <a:t>limites</a:t>
            </a:r>
            <a:r>
              <a:rPr sz="2750" spc="-160" dirty="0"/>
              <a:t> </a:t>
            </a:r>
            <a:r>
              <a:rPr sz="2750" spc="-85" dirty="0"/>
              <a:t>et</a:t>
            </a:r>
            <a:r>
              <a:rPr sz="2750" spc="-160" dirty="0"/>
              <a:t> </a:t>
            </a:r>
            <a:r>
              <a:rPr sz="2750" spc="-175" dirty="0"/>
              <a:t>problèmes</a:t>
            </a:r>
            <a:r>
              <a:rPr sz="2750" spc="-160" dirty="0"/>
              <a:t> </a:t>
            </a:r>
            <a:r>
              <a:rPr sz="2750" spc="-125" dirty="0"/>
              <a:t>courants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307848" y="1164336"/>
            <a:ext cx="11576685" cy="3594100"/>
            <a:chOff x="307848" y="1164336"/>
            <a:chExt cx="11576685" cy="3594100"/>
          </a:xfrm>
        </p:grpSpPr>
        <p:sp>
          <p:nvSpPr>
            <p:cNvPr id="4" name="object 4"/>
            <p:cNvSpPr/>
            <p:nvPr/>
          </p:nvSpPr>
          <p:spPr>
            <a:xfrm>
              <a:off x="335280" y="1173480"/>
              <a:ext cx="11521440" cy="3538854"/>
            </a:xfrm>
            <a:custGeom>
              <a:avLst/>
              <a:gdLst/>
              <a:ahLst/>
              <a:cxnLst/>
              <a:rect l="l" t="t" r="r" b="b"/>
              <a:pathLst>
                <a:path w="11521440" h="3538854">
                  <a:moveTo>
                    <a:pt x="11521440" y="3538728"/>
                  </a:moveTo>
                  <a:lnTo>
                    <a:pt x="0" y="3538728"/>
                  </a:lnTo>
                  <a:lnTo>
                    <a:pt x="0" y="0"/>
                  </a:lnTo>
                  <a:lnTo>
                    <a:pt x="11521440" y="0"/>
                  </a:lnTo>
                  <a:lnTo>
                    <a:pt x="11521440" y="26669"/>
                  </a:lnTo>
                  <a:lnTo>
                    <a:pt x="160019" y="26669"/>
                  </a:lnTo>
                  <a:lnTo>
                    <a:pt x="148760" y="27213"/>
                  </a:lnTo>
                  <a:lnTo>
                    <a:pt x="106084" y="40181"/>
                  </a:lnTo>
                  <a:lnTo>
                    <a:pt x="71620" y="68493"/>
                  </a:lnTo>
                  <a:lnTo>
                    <a:pt x="50613" y="107839"/>
                  </a:lnTo>
                  <a:lnTo>
                    <a:pt x="45719" y="140969"/>
                  </a:lnTo>
                  <a:lnTo>
                    <a:pt x="45719" y="3360419"/>
                  </a:lnTo>
                  <a:lnTo>
                    <a:pt x="54420" y="3404160"/>
                  </a:lnTo>
                  <a:lnTo>
                    <a:pt x="79197" y="3441241"/>
                  </a:lnTo>
                  <a:lnTo>
                    <a:pt x="116279" y="3466018"/>
                  </a:lnTo>
                  <a:lnTo>
                    <a:pt x="160019" y="3474719"/>
                  </a:lnTo>
                  <a:lnTo>
                    <a:pt x="11521440" y="3474719"/>
                  </a:lnTo>
                  <a:lnTo>
                    <a:pt x="11521440" y="3538728"/>
                  </a:lnTo>
                  <a:close/>
                </a:path>
                <a:path w="11521440" h="3538854">
                  <a:moveTo>
                    <a:pt x="11521440" y="3474719"/>
                  </a:moveTo>
                  <a:lnTo>
                    <a:pt x="11361419" y="3474719"/>
                  </a:lnTo>
                  <a:lnTo>
                    <a:pt x="11372678" y="3474175"/>
                  </a:lnTo>
                  <a:lnTo>
                    <a:pt x="11383721" y="3472544"/>
                  </a:lnTo>
                  <a:lnTo>
                    <a:pt x="11424932" y="3455474"/>
                  </a:lnTo>
                  <a:lnTo>
                    <a:pt x="11456473" y="3423933"/>
                  </a:lnTo>
                  <a:lnTo>
                    <a:pt x="11473543" y="3382722"/>
                  </a:lnTo>
                  <a:lnTo>
                    <a:pt x="11475719" y="3360419"/>
                  </a:lnTo>
                  <a:lnTo>
                    <a:pt x="11475719" y="140969"/>
                  </a:lnTo>
                  <a:lnTo>
                    <a:pt x="11467018" y="97228"/>
                  </a:lnTo>
                  <a:lnTo>
                    <a:pt x="11442241" y="60147"/>
                  </a:lnTo>
                  <a:lnTo>
                    <a:pt x="11405159" y="35370"/>
                  </a:lnTo>
                  <a:lnTo>
                    <a:pt x="11361419" y="26669"/>
                  </a:lnTo>
                  <a:lnTo>
                    <a:pt x="11521440" y="26669"/>
                  </a:lnTo>
                  <a:lnTo>
                    <a:pt x="11521440" y="3474719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7848" y="1164336"/>
              <a:ext cx="11576685" cy="3594100"/>
            </a:xfrm>
            <a:custGeom>
              <a:avLst/>
              <a:gdLst/>
              <a:ahLst/>
              <a:cxnLst/>
              <a:rect l="l" t="t" r="r" b="b"/>
              <a:pathLst>
                <a:path w="11576685" h="3594100">
                  <a:moveTo>
                    <a:pt x="11576304" y="3593592"/>
                  </a:moveTo>
                  <a:lnTo>
                    <a:pt x="0" y="3593592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35813"/>
                  </a:lnTo>
                  <a:lnTo>
                    <a:pt x="187451" y="35813"/>
                  </a:lnTo>
                  <a:lnTo>
                    <a:pt x="176192" y="36357"/>
                  </a:lnTo>
                  <a:lnTo>
                    <a:pt x="133516" y="49325"/>
                  </a:lnTo>
                  <a:lnTo>
                    <a:pt x="99052" y="77637"/>
                  </a:lnTo>
                  <a:lnTo>
                    <a:pt x="78045" y="116983"/>
                  </a:lnTo>
                  <a:lnTo>
                    <a:pt x="73151" y="150113"/>
                  </a:lnTo>
                  <a:lnTo>
                    <a:pt x="73151" y="3369563"/>
                  </a:lnTo>
                  <a:lnTo>
                    <a:pt x="81852" y="3413304"/>
                  </a:lnTo>
                  <a:lnTo>
                    <a:pt x="106629" y="3450385"/>
                  </a:lnTo>
                  <a:lnTo>
                    <a:pt x="143711" y="3475162"/>
                  </a:lnTo>
                  <a:lnTo>
                    <a:pt x="187451" y="3483863"/>
                  </a:lnTo>
                  <a:lnTo>
                    <a:pt x="11576304" y="3483863"/>
                  </a:lnTo>
                  <a:lnTo>
                    <a:pt x="11576304" y="3593592"/>
                  </a:lnTo>
                  <a:close/>
                </a:path>
                <a:path w="11576685" h="3594100">
                  <a:moveTo>
                    <a:pt x="11576304" y="3483863"/>
                  </a:moveTo>
                  <a:lnTo>
                    <a:pt x="11388851" y="3483863"/>
                  </a:lnTo>
                  <a:lnTo>
                    <a:pt x="11400110" y="3483319"/>
                  </a:lnTo>
                  <a:lnTo>
                    <a:pt x="11411153" y="3481688"/>
                  </a:lnTo>
                  <a:lnTo>
                    <a:pt x="11452364" y="3464618"/>
                  </a:lnTo>
                  <a:lnTo>
                    <a:pt x="11483905" y="3433077"/>
                  </a:lnTo>
                  <a:lnTo>
                    <a:pt x="11500975" y="3391866"/>
                  </a:lnTo>
                  <a:lnTo>
                    <a:pt x="11503151" y="3369563"/>
                  </a:lnTo>
                  <a:lnTo>
                    <a:pt x="11503151" y="150113"/>
                  </a:lnTo>
                  <a:lnTo>
                    <a:pt x="11494450" y="106372"/>
                  </a:lnTo>
                  <a:lnTo>
                    <a:pt x="11469673" y="69291"/>
                  </a:lnTo>
                  <a:lnTo>
                    <a:pt x="11432591" y="44514"/>
                  </a:lnTo>
                  <a:lnTo>
                    <a:pt x="11388851" y="35813"/>
                  </a:lnTo>
                  <a:lnTo>
                    <a:pt x="11576304" y="35813"/>
                  </a:lnTo>
                  <a:lnTo>
                    <a:pt x="11576304" y="348386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1204912"/>
              <a:ext cx="11420475" cy="3438525"/>
            </a:xfrm>
            <a:custGeom>
              <a:avLst/>
              <a:gdLst/>
              <a:ahLst/>
              <a:cxnLst/>
              <a:rect l="l" t="t" r="r" b="b"/>
              <a:pathLst>
                <a:path w="11420475" h="3438525">
                  <a:moveTo>
                    <a:pt x="0" y="33289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1310936" y="0"/>
                  </a:lnTo>
                  <a:lnTo>
                    <a:pt x="11318127" y="0"/>
                  </a:lnTo>
                  <a:lnTo>
                    <a:pt x="11325250" y="701"/>
                  </a:lnTo>
                  <a:lnTo>
                    <a:pt x="11332305" y="2104"/>
                  </a:lnTo>
                  <a:lnTo>
                    <a:pt x="11339359" y="3507"/>
                  </a:lnTo>
                  <a:lnTo>
                    <a:pt x="11377772" y="22456"/>
                  </a:lnTo>
                  <a:lnTo>
                    <a:pt x="11406008" y="54661"/>
                  </a:lnTo>
                  <a:lnTo>
                    <a:pt x="11412135" y="67619"/>
                  </a:lnTo>
                  <a:lnTo>
                    <a:pt x="11414887" y="74264"/>
                  </a:lnTo>
                  <a:lnTo>
                    <a:pt x="11420474" y="109537"/>
                  </a:lnTo>
                  <a:lnTo>
                    <a:pt x="11420474" y="3328987"/>
                  </a:lnTo>
                  <a:lnTo>
                    <a:pt x="11420472" y="3336179"/>
                  </a:lnTo>
                  <a:lnTo>
                    <a:pt x="11419771" y="3343302"/>
                  </a:lnTo>
                  <a:lnTo>
                    <a:pt x="11418368" y="3350356"/>
                  </a:lnTo>
                  <a:lnTo>
                    <a:pt x="11416964" y="3357410"/>
                  </a:lnTo>
                  <a:lnTo>
                    <a:pt x="11402012" y="3389842"/>
                  </a:lnTo>
                  <a:lnTo>
                    <a:pt x="11398016" y="3395822"/>
                  </a:lnTo>
                  <a:lnTo>
                    <a:pt x="11365811" y="3424059"/>
                  </a:lnTo>
                  <a:lnTo>
                    <a:pt x="11352853" y="3430185"/>
                  </a:lnTo>
                  <a:lnTo>
                    <a:pt x="11346208" y="3432938"/>
                  </a:lnTo>
                  <a:lnTo>
                    <a:pt x="11310936" y="3438524"/>
                  </a:lnTo>
                  <a:lnTo>
                    <a:pt x="109537" y="3438524"/>
                  </a:lnTo>
                  <a:lnTo>
                    <a:pt x="67619" y="3430185"/>
                  </a:lnTo>
                  <a:lnTo>
                    <a:pt x="60974" y="3427433"/>
                  </a:lnTo>
                  <a:lnTo>
                    <a:pt x="32082" y="3406441"/>
                  </a:lnTo>
                  <a:lnTo>
                    <a:pt x="26997" y="3401355"/>
                  </a:lnTo>
                  <a:lnTo>
                    <a:pt x="22456" y="3395822"/>
                  </a:lnTo>
                  <a:lnTo>
                    <a:pt x="18460" y="3389842"/>
                  </a:lnTo>
                  <a:lnTo>
                    <a:pt x="14464" y="3383862"/>
                  </a:lnTo>
                  <a:lnTo>
                    <a:pt x="701" y="3343302"/>
                  </a:lnTo>
                  <a:lnTo>
                    <a:pt x="0" y="3336179"/>
                  </a:lnTo>
                  <a:lnTo>
                    <a:pt x="0" y="33289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0512" y="1209674"/>
              <a:ext cx="11410950" cy="504825"/>
            </a:xfrm>
            <a:custGeom>
              <a:avLst/>
              <a:gdLst/>
              <a:ahLst/>
              <a:cxnLst/>
              <a:rect l="l" t="t" r="r" b="b"/>
              <a:pathLst>
                <a:path w="11410950" h="504825">
                  <a:moveTo>
                    <a:pt x="11410950" y="104775"/>
                  </a:moveTo>
                  <a:lnTo>
                    <a:pt x="11402974" y="64681"/>
                  </a:lnTo>
                  <a:lnTo>
                    <a:pt x="11380267" y="30695"/>
                  </a:lnTo>
                  <a:lnTo>
                    <a:pt x="11346269" y="7975"/>
                  </a:lnTo>
                  <a:lnTo>
                    <a:pt x="11306175" y="0"/>
                  </a:lnTo>
                  <a:lnTo>
                    <a:pt x="3419475" y="0"/>
                  </a:lnTo>
                  <a:lnTo>
                    <a:pt x="104775" y="0"/>
                  </a:lnTo>
                  <a:lnTo>
                    <a:pt x="64681" y="7975"/>
                  </a:lnTo>
                  <a:lnTo>
                    <a:pt x="30695" y="30695"/>
                  </a:lnTo>
                  <a:lnTo>
                    <a:pt x="7975" y="64681"/>
                  </a:lnTo>
                  <a:lnTo>
                    <a:pt x="0" y="104775"/>
                  </a:lnTo>
                  <a:lnTo>
                    <a:pt x="0" y="504825"/>
                  </a:lnTo>
                  <a:lnTo>
                    <a:pt x="3419475" y="504825"/>
                  </a:lnTo>
                  <a:lnTo>
                    <a:pt x="11410950" y="504825"/>
                  </a:lnTo>
                  <a:lnTo>
                    <a:pt x="11410950" y="104775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0512" y="2447924"/>
              <a:ext cx="11410950" cy="2190750"/>
            </a:xfrm>
            <a:custGeom>
              <a:avLst/>
              <a:gdLst/>
              <a:ahLst/>
              <a:cxnLst/>
              <a:rect l="l" t="t" r="r" b="b"/>
              <a:pathLst>
                <a:path w="11410950" h="2190750">
                  <a:moveTo>
                    <a:pt x="11410950" y="1466850"/>
                  </a:moveTo>
                  <a:lnTo>
                    <a:pt x="3419475" y="1466850"/>
                  </a:lnTo>
                  <a:lnTo>
                    <a:pt x="0" y="1466850"/>
                  </a:lnTo>
                  <a:lnTo>
                    <a:pt x="0" y="2085975"/>
                  </a:lnTo>
                  <a:lnTo>
                    <a:pt x="7975" y="2126081"/>
                  </a:lnTo>
                  <a:lnTo>
                    <a:pt x="30695" y="2160066"/>
                  </a:lnTo>
                  <a:lnTo>
                    <a:pt x="64681" y="2182774"/>
                  </a:lnTo>
                  <a:lnTo>
                    <a:pt x="104775" y="2190750"/>
                  </a:lnTo>
                  <a:lnTo>
                    <a:pt x="3419475" y="2190750"/>
                  </a:lnTo>
                  <a:lnTo>
                    <a:pt x="11306188" y="2190750"/>
                  </a:lnTo>
                  <a:lnTo>
                    <a:pt x="11346269" y="2182774"/>
                  </a:lnTo>
                  <a:lnTo>
                    <a:pt x="11380267" y="2160066"/>
                  </a:lnTo>
                  <a:lnTo>
                    <a:pt x="11402974" y="2126081"/>
                  </a:lnTo>
                  <a:lnTo>
                    <a:pt x="11410950" y="2085987"/>
                  </a:lnTo>
                  <a:lnTo>
                    <a:pt x="11410950" y="1466850"/>
                  </a:lnTo>
                  <a:close/>
                </a:path>
                <a:path w="11410950" h="2190750">
                  <a:moveTo>
                    <a:pt x="11410950" y="0"/>
                  </a:moveTo>
                  <a:lnTo>
                    <a:pt x="3419475" y="0"/>
                  </a:lnTo>
                  <a:lnTo>
                    <a:pt x="0" y="0"/>
                  </a:lnTo>
                  <a:lnTo>
                    <a:pt x="0" y="733425"/>
                  </a:lnTo>
                  <a:lnTo>
                    <a:pt x="3419475" y="733425"/>
                  </a:lnTo>
                  <a:lnTo>
                    <a:pt x="11410950" y="733425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0512" y="2438399"/>
              <a:ext cx="11410950" cy="1476375"/>
            </a:xfrm>
            <a:custGeom>
              <a:avLst/>
              <a:gdLst/>
              <a:ahLst/>
              <a:cxnLst/>
              <a:rect l="l" t="t" r="r" b="b"/>
              <a:pathLst>
                <a:path w="11410950" h="1476375">
                  <a:moveTo>
                    <a:pt x="11410950" y="1466850"/>
                  </a:moveTo>
                  <a:lnTo>
                    <a:pt x="3419475" y="1466850"/>
                  </a:lnTo>
                  <a:lnTo>
                    <a:pt x="0" y="1466850"/>
                  </a:lnTo>
                  <a:lnTo>
                    <a:pt x="0" y="1476375"/>
                  </a:lnTo>
                  <a:lnTo>
                    <a:pt x="3419475" y="1476375"/>
                  </a:lnTo>
                  <a:lnTo>
                    <a:pt x="11410950" y="1476375"/>
                  </a:lnTo>
                  <a:lnTo>
                    <a:pt x="11410950" y="1466850"/>
                  </a:lnTo>
                  <a:close/>
                </a:path>
                <a:path w="11410950" h="1476375">
                  <a:moveTo>
                    <a:pt x="11410950" y="733425"/>
                  </a:moveTo>
                  <a:lnTo>
                    <a:pt x="3419475" y="733425"/>
                  </a:lnTo>
                  <a:lnTo>
                    <a:pt x="0" y="733425"/>
                  </a:lnTo>
                  <a:lnTo>
                    <a:pt x="0" y="742950"/>
                  </a:lnTo>
                  <a:lnTo>
                    <a:pt x="3419475" y="742950"/>
                  </a:lnTo>
                  <a:lnTo>
                    <a:pt x="11410950" y="742950"/>
                  </a:lnTo>
                  <a:lnTo>
                    <a:pt x="11410950" y="733425"/>
                  </a:lnTo>
                  <a:close/>
                </a:path>
                <a:path w="11410950" h="1476375">
                  <a:moveTo>
                    <a:pt x="11410950" y="0"/>
                  </a:moveTo>
                  <a:lnTo>
                    <a:pt x="34194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419475" y="9525"/>
                  </a:lnTo>
                  <a:lnTo>
                    <a:pt x="11410950" y="9525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6424" y="1342184"/>
            <a:ext cx="178943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40" dirty="0">
                <a:solidFill>
                  <a:srgbClr val="FFFFFF"/>
                </a:solidFill>
                <a:latin typeface="Arial"/>
                <a:cs typeface="Arial"/>
              </a:rPr>
              <a:t>PROBLÈME</a:t>
            </a:r>
            <a:r>
              <a:rPr sz="12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1" spc="-100" dirty="0">
                <a:solidFill>
                  <a:srgbClr val="FFFFFF"/>
                </a:solidFill>
                <a:latin typeface="Arial"/>
                <a:cs typeface="Arial"/>
              </a:rPr>
              <a:t>STRUCTUREL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620" y="1342184"/>
            <a:ext cx="195453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20" dirty="0">
                <a:solidFill>
                  <a:srgbClr val="FFFFFF"/>
                </a:solidFill>
                <a:latin typeface="Arial"/>
                <a:cs typeface="Arial"/>
              </a:rPr>
              <a:t>CONSÉQUENCE</a:t>
            </a:r>
            <a:r>
              <a:rPr sz="1250" b="1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1" spc="-95" dirty="0">
                <a:solidFill>
                  <a:srgbClr val="FFFFFF"/>
                </a:solidFill>
                <a:latin typeface="Arial"/>
                <a:cs typeface="Arial"/>
              </a:rPr>
              <a:t>CONCRÈTE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5949" y="2038350"/>
            <a:ext cx="8756650" cy="1743075"/>
            <a:chOff x="615949" y="2038350"/>
            <a:chExt cx="8756650" cy="174307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24" y="2038350"/>
              <a:ext cx="190500" cy="76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949" y="2730499"/>
              <a:ext cx="155575" cy="1555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48274" y="2590799"/>
              <a:ext cx="571500" cy="228600"/>
            </a:xfrm>
            <a:custGeom>
              <a:avLst/>
              <a:gdLst/>
              <a:ahLst/>
              <a:cxnLst/>
              <a:rect l="l" t="t" r="r" b="b"/>
              <a:pathLst>
                <a:path w="571500" h="228600">
                  <a:moveTo>
                    <a:pt x="538452" y="228599"/>
                  </a:moveTo>
                  <a:lnTo>
                    <a:pt x="33047" y="228599"/>
                  </a:lnTo>
                  <a:lnTo>
                    <a:pt x="28187" y="227632"/>
                  </a:lnTo>
                  <a:lnTo>
                    <a:pt x="966" y="200412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38452" y="0"/>
                  </a:lnTo>
                  <a:lnTo>
                    <a:pt x="570533" y="28187"/>
                  </a:lnTo>
                  <a:lnTo>
                    <a:pt x="571499" y="33047"/>
                  </a:lnTo>
                  <a:lnTo>
                    <a:pt x="571499" y="195552"/>
                  </a:lnTo>
                  <a:lnTo>
                    <a:pt x="543312" y="227632"/>
                  </a:lnTo>
                  <a:lnTo>
                    <a:pt x="538452" y="228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53036" y="2595562"/>
              <a:ext cx="561975" cy="219075"/>
            </a:xfrm>
            <a:custGeom>
              <a:avLst/>
              <a:gdLst/>
              <a:ahLst/>
              <a:cxnLst/>
              <a:rect l="l" t="t" r="r" b="b"/>
              <a:pathLst>
                <a:path w="561975" h="219075">
                  <a:moveTo>
                    <a:pt x="0" y="1857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528638" y="0"/>
                  </a:lnTo>
                  <a:lnTo>
                    <a:pt x="533058" y="0"/>
                  </a:lnTo>
                  <a:lnTo>
                    <a:pt x="537311" y="845"/>
                  </a:lnTo>
                  <a:lnTo>
                    <a:pt x="541395" y="2537"/>
                  </a:lnTo>
                  <a:lnTo>
                    <a:pt x="545479" y="4229"/>
                  </a:lnTo>
                  <a:lnTo>
                    <a:pt x="549085" y="6637"/>
                  </a:lnTo>
                  <a:lnTo>
                    <a:pt x="552210" y="9764"/>
                  </a:lnTo>
                  <a:lnTo>
                    <a:pt x="555336" y="12889"/>
                  </a:lnTo>
                  <a:lnTo>
                    <a:pt x="557746" y="16495"/>
                  </a:lnTo>
                  <a:lnTo>
                    <a:pt x="559437" y="20579"/>
                  </a:lnTo>
                  <a:lnTo>
                    <a:pt x="561129" y="24663"/>
                  </a:lnTo>
                  <a:lnTo>
                    <a:pt x="561975" y="28916"/>
                  </a:lnTo>
                  <a:lnTo>
                    <a:pt x="561975" y="33337"/>
                  </a:lnTo>
                  <a:lnTo>
                    <a:pt x="561975" y="185737"/>
                  </a:lnTo>
                  <a:lnTo>
                    <a:pt x="561975" y="190157"/>
                  </a:lnTo>
                  <a:lnTo>
                    <a:pt x="561129" y="194410"/>
                  </a:lnTo>
                  <a:lnTo>
                    <a:pt x="559437" y="198494"/>
                  </a:lnTo>
                  <a:lnTo>
                    <a:pt x="557746" y="202579"/>
                  </a:lnTo>
                  <a:lnTo>
                    <a:pt x="528638" y="219074"/>
                  </a:lnTo>
                  <a:lnTo>
                    <a:pt x="33338" y="219074"/>
                  </a:lnTo>
                  <a:lnTo>
                    <a:pt x="845" y="194410"/>
                  </a:lnTo>
                  <a:lnTo>
                    <a:pt x="0" y="190157"/>
                  </a:lnTo>
                  <a:lnTo>
                    <a:pt x="0" y="185737"/>
                  </a:lnTo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86473" y="2590799"/>
              <a:ext cx="819150" cy="228600"/>
            </a:xfrm>
            <a:custGeom>
              <a:avLst/>
              <a:gdLst/>
              <a:ahLst/>
              <a:cxnLst/>
              <a:rect l="l" t="t" r="r" b="b"/>
              <a:pathLst>
                <a:path w="819150" h="228600">
                  <a:moveTo>
                    <a:pt x="786101" y="228599"/>
                  </a:moveTo>
                  <a:lnTo>
                    <a:pt x="33047" y="228599"/>
                  </a:lnTo>
                  <a:lnTo>
                    <a:pt x="28187" y="227632"/>
                  </a:lnTo>
                  <a:lnTo>
                    <a:pt x="966" y="200412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786101" y="0"/>
                  </a:lnTo>
                  <a:lnTo>
                    <a:pt x="818183" y="28187"/>
                  </a:lnTo>
                  <a:lnTo>
                    <a:pt x="819149" y="33047"/>
                  </a:lnTo>
                  <a:lnTo>
                    <a:pt x="819149" y="195552"/>
                  </a:lnTo>
                  <a:lnTo>
                    <a:pt x="790961" y="227632"/>
                  </a:lnTo>
                  <a:lnTo>
                    <a:pt x="786101" y="228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1237" y="2595562"/>
              <a:ext cx="809625" cy="219075"/>
            </a:xfrm>
            <a:custGeom>
              <a:avLst/>
              <a:gdLst/>
              <a:ahLst/>
              <a:cxnLst/>
              <a:rect l="l" t="t" r="r" b="b"/>
              <a:pathLst>
                <a:path w="809625" h="219075">
                  <a:moveTo>
                    <a:pt x="0" y="1857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5"/>
                  </a:lnTo>
                  <a:lnTo>
                    <a:pt x="6637" y="12889"/>
                  </a:lnTo>
                  <a:lnTo>
                    <a:pt x="9763" y="9764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8" y="2537"/>
                  </a:lnTo>
                  <a:lnTo>
                    <a:pt x="24662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776287" y="0"/>
                  </a:lnTo>
                  <a:lnTo>
                    <a:pt x="780707" y="0"/>
                  </a:lnTo>
                  <a:lnTo>
                    <a:pt x="784960" y="845"/>
                  </a:lnTo>
                  <a:lnTo>
                    <a:pt x="789044" y="2537"/>
                  </a:lnTo>
                  <a:lnTo>
                    <a:pt x="793128" y="4229"/>
                  </a:lnTo>
                  <a:lnTo>
                    <a:pt x="796733" y="6637"/>
                  </a:lnTo>
                  <a:lnTo>
                    <a:pt x="799859" y="9764"/>
                  </a:lnTo>
                  <a:lnTo>
                    <a:pt x="802985" y="12889"/>
                  </a:lnTo>
                  <a:lnTo>
                    <a:pt x="809624" y="33337"/>
                  </a:lnTo>
                  <a:lnTo>
                    <a:pt x="809624" y="185737"/>
                  </a:lnTo>
                  <a:lnTo>
                    <a:pt x="784960" y="218228"/>
                  </a:lnTo>
                  <a:lnTo>
                    <a:pt x="776287" y="219074"/>
                  </a:lnTo>
                  <a:lnTo>
                    <a:pt x="33337" y="219074"/>
                  </a:lnTo>
                  <a:lnTo>
                    <a:pt x="28916" y="219074"/>
                  </a:lnTo>
                  <a:lnTo>
                    <a:pt x="24662" y="218228"/>
                  </a:lnTo>
                  <a:lnTo>
                    <a:pt x="20578" y="216536"/>
                  </a:lnTo>
                  <a:lnTo>
                    <a:pt x="16494" y="214845"/>
                  </a:lnTo>
                  <a:lnTo>
                    <a:pt x="0" y="190157"/>
                  </a:lnTo>
                  <a:lnTo>
                    <a:pt x="0" y="185737"/>
                  </a:lnTo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949" y="3476624"/>
              <a:ext cx="158750" cy="13335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257923" y="3324224"/>
              <a:ext cx="495300" cy="228600"/>
            </a:xfrm>
            <a:custGeom>
              <a:avLst/>
              <a:gdLst/>
              <a:ahLst/>
              <a:cxnLst/>
              <a:rect l="l" t="t" r="r" b="b"/>
              <a:pathLst>
                <a:path w="495300" h="228600">
                  <a:moveTo>
                    <a:pt x="462251" y="228599"/>
                  </a:moveTo>
                  <a:lnTo>
                    <a:pt x="33047" y="228599"/>
                  </a:lnTo>
                  <a:lnTo>
                    <a:pt x="28187" y="227632"/>
                  </a:lnTo>
                  <a:lnTo>
                    <a:pt x="966" y="200411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62251" y="0"/>
                  </a:lnTo>
                  <a:lnTo>
                    <a:pt x="494332" y="28187"/>
                  </a:lnTo>
                  <a:lnTo>
                    <a:pt x="495299" y="33047"/>
                  </a:lnTo>
                  <a:lnTo>
                    <a:pt x="495299" y="195552"/>
                  </a:lnTo>
                  <a:lnTo>
                    <a:pt x="467112" y="227632"/>
                  </a:lnTo>
                  <a:lnTo>
                    <a:pt x="462251" y="228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62686" y="3328987"/>
              <a:ext cx="485775" cy="219075"/>
            </a:xfrm>
            <a:custGeom>
              <a:avLst/>
              <a:gdLst/>
              <a:ahLst/>
              <a:cxnLst/>
              <a:rect l="l" t="t" r="r" b="b"/>
              <a:pathLst>
                <a:path w="485775" h="219075">
                  <a:moveTo>
                    <a:pt x="0" y="1857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452438" y="0"/>
                  </a:lnTo>
                  <a:lnTo>
                    <a:pt x="456858" y="0"/>
                  </a:lnTo>
                  <a:lnTo>
                    <a:pt x="461110" y="845"/>
                  </a:lnTo>
                  <a:lnTo>
                    <a:pt x="483236" y="20579"/>
                  </a:lnTo>
                  <a:lnTo>
                    <a:pt x="484929" y="24663"/>
                  </a:lnTo>
                  <a:lnTo>
                    <a:pt x="485774" y="28916"/>
                  </a:lnTo>
                  <a:lnTo>
                    <a:pt x="485775" y="33337"/>
                  </a:lnTo>
                  <a:lnTo>
                    <a:pt x="485775" y="185737"/>
                  </a:lnTo>
                  <a:lnTo>
                    <a:pt x="485774" y="190158"/>
                  </a:lnTo>
                  <a:lnTo>
                    <a:pt x="484929" y="194410"/>
                  </a:lnTo>
                  <a:lnTo>
                    <a:pt x="483236" y="198495"/>
                  </a:lnTo>
                  <a:lnTo>
                    <a:pt x="481545" y="202579"/>
                  </a:lnTo>
                  <a:lnTo>
                    <a:pt x="465194" y="216537"/>
                  </a:lnTo>
                  <a:lnTo>
                    <a:pt x="461110" y="218228"/>
                  </a:lnTo>
                  <a:lnTo>
                    <a:pt x="456858" y="219074"/>
                  </a:lnTo>
                  <a:lnTo>
                    <a:pt x="452438" y="219074"/>
                  </a:lnTo>
                  <a:lnTo>
                    <a:pt x="33338" y="219074"/>
                  </a:lnTo>
                  <a:lnTo>
                    <a:pt x="9764" y="209310"/>
                  </a:lnTo>
                  <a:lnTo>
                    <a:pt x="6637" y="206184"/>
                  </a:lnTo>
                  <a:lnTo>
                    <a:pt x="4228" y="202579"/>
                  </a:lnTo>
                  <a:lnTo>
                    <a:pt x="2537" y="198495"/>
                  </a:lnTo>
                  <a:lnTo>
                    <a:pt x="845" y="194410"/>
                  </a:lnTo>
                  <a:lnTo>
                    <a:pt x="0" y="190158"/>
                  </a:lnTo>
                  <a:lnTo>
                    <a:pt x="0" y="185737"/>
                  </a:lnTo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77198" y="3324224"/>
              <a:ext cx="1295400" cy="228600"/>
            </a:xfrm>
            <a:custGeom>
              <a:avLst/>
              <a:gdLst/>
              <a:ahLst/>
              <a:cxnLst/>
              <a:rect l="l" t="t" r="r" b="b"/>
              <a:pathLst>
                <a:path w="1295400" h="228600">
                  <a:moveTo>
                    <a:pt x="1262351" y="228599"/>
                  </a:moveTo>
                  <a:lnTo>
                    <a:pt x="33047" y="228599"/>
                  </a:lnTo>
                  <a:lnTo>
                    <a:pt x="28186" y="227632"/>
                  </a:lnTo>
                  <a:lnTo>
                    <a:pt x="966" y="200411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1262351" y="0"/>
                  </a:lnTo>
                  <a:lnTo>
                    <a:pt x="1294432" y="28187"/>
                  </a:lnTo>
                  <a:lnTo>
                    <a:pt x="1295399" y="33047"/>
                  </a:lnTo>
                  <a:lnTo>
                    <a:pt x="1295399" y="195552"/>
                  </a:lnTo>
                  <a:lnTo>
                    <a:pt x="1267212" y="227632"/>
                  </a:lnTo>
                  <a:lnTo>
                    <a:pt x="1262351" y="228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81960" y="3328987"/>
              <a:ext cx="1285875" cy="219075"/>
            </a:xfrm>
            <a:custGeom>
              <a:avLst/>
              <a:gdLst/>
              <a:ahLst/>
              <a:cxnLst/>
              <a:rect l="l" t="t" r="r" b="b"/>
              <a:pathLst>
                <a:path w="1285875" h="219075">
                  <a:moveTo>
                    <a:pt x="0" y="1857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252537" y="0"/>
                  </a:lnTo>
                  <a:lnTo>
                    <a:pt x="1256958" y="0"/>
                  </a:lnTo>
                  <a:lnTo>
                    <a:pt x="1261210" y="845"/>
                  </a:lnTo>
                  <a:lnTo>
                    <a:pt x="1283336" y="20579"/>
                  </a:lnTo>
                  <a:lnTo>
                    <a:pt x="1285028" y="24663"/>
                  </a:lnTo>
                  <a:lnTo>
                    <a:pt x="1285874" y="28916"/>
                  </a:lnTo>
                  <a:lnTo>
                    <a:pt x="1285875" y="33337"/>
                  </a:lnTo>
                  <a:lnTo>
                    <a:pt x="1285875" y="185737"/>
                  </a:lnTo>
                  <a:lnTo>
                    <a:pt x="1265294" y="216537"/>
                  </a:lnTo>
                  <a:lnTo>
                    <a:pt x="1261210" y="218228"/>
                  </a:lnTo>
                  <a:lnTo>
                    <a:pt x="1256958" y="219074"/>
                  </a:lnTo>
                  <a:lnTo>
                    <a:pt x="1252537" y="219074"/>
                  </a:lnTo>
                  <a:lnTo>
                    <a:pt x="33338" y="219074"/>
                  </a:lnTo>
                  <a:lnTo>
                    <a:pt x="28916" y="219074"/>
                  </a:lnTo>
                  <a:lnTo>
                    <a:pt x="24663" y="218228"/>
                  </a:lnTo>
                  <a:lnTo>
                    <a:pt x="20579" y="216537"/>
                  </a:lnTo>
                  <a:lnTo>
                    <a:pt x="16495" y="214845"/>
                  </a:lnTo>
                  <a:lnTo>
                    <a:pt x="12890" y="212436"/>
                  </a:lnTo>
                  <a:lnTo>
                    <a:pt x="9764" y="209310"/>
                  </a:lnTo>
                  <a:lnTo>
                    <a:pt x="6637" y="206184"/>
                  </a:lnTo>
                  <a:lnTo>
                    <a:pt x="4228" y="202579"/>
                  </a:lnTo>
                  <a:lnTo>
                    <a:pt x="2537" y="198495"/>
                  </a:lnTo>
                  <a:lnTo>
                    <a:pt x="845" y="194410"/>
                  </a:lnTo>
                  <a:lnTo>
                    <a:pt x="0" y="190158"/>
                  </a:lnTo>
                  <a:lnTo>
                    <a:pt x="0" y="185737"/>
                  </a:lnTo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52924" y="3552824"/>
              <a:ext cx="1771650" cy="228600"/>
            </a:xfrm>
            <a:custGeom>
              <a:avLst/>
              <a:gdLst/>
              <a:ahLst/>
              <a:cxnLst/>
              <a:rect l="l" t="t" r="r" b="b"/>
              <a:pathLst>
                <a:path w="1771650" h="228600">
                  <a:moveTo>
                    <a:pt x="1738601" y="228599"/>
                  </a:moveTo>
                  <a:lnTo>
                    <a:pt x="33047" y="228599"/>
                  </a:lnTo>
                  <a:lnTo>
                    <a:pt x="28187" y="227632"/>
                  </a:lnTo>
                  <a:lnTo>
                    <a:pt x="966" y="200411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738601" y="0"/>
                  </a:lnTo>
                  <a:lnTo>
                    <a:pt x="1770682" y="28187"/>
                  </a:lnTo>
                  <a:lnTo>
                    <a:pt x="1771649" y="33047"/>
                  </a:lnTo>
                  <a:lnTo>
                    <a:pt x="1771649" y="195552"/>
                  </a:lnTo>
                  <a:lnTo>
                    <a:pt x="1743461" y="227632"/>
                  </a:lnTo>
                  <a:lnTo>
                    <a:pt x="1738601" y="228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57686" y="3557587"/>
              <a:ext cx="1762125" cy="219075"/>
            </a:xfrm>
            <a:custGeom>
              <a:avLst/>
              <a:gdLst/>
              <a:ahLst/>
              <a:cxnLst/>
              <a:rect l="l" t="t" r="r" b="b"/>
              <a:pathLst>
                <a:path w="1762125" h="219075">
                  <a:moveTo>
                    <a:pt x="0" y="1857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728787" y="0"/>
                  </a:lnTo>
                  <a:lnTo>
                    <a:pt x="1733208" y="0"/>
                  </a:lnTo>
                  <a:lnTo>
                    <a:pt x="1737460" y="845"/>
                  </a:lnTo>
                  <a:lnTo>
                    <a:pt x="1762125" y="33337"/>
                  </a:lnTo>
                  <a:lnTo>
                    <a:pt x="1762125" y="185737"/>
                  </a:lnTo>
                  <a:lnTo>
                    <a:pt x="1737460" y="218228"/>
                  </a:lnTo>
                  <a:lnTo>
                    <a:pt x="1728787" y="219074"/>
                  </a:lnTo>
                  <a:lnTo>
                    <a:pt x="33337" y="219074"/>
                  </a:lnTo>
                  <a:lnTo>
                    <a:pt x="9764" y="209310"/>
                  </a:lnTo>
                  <a:lnTo>
                    <a:pt x="6637" y="206183"/>
                  </a:lnTo>
                  <a:lnTo>
                    <a:pt x="4229" y="202578"/>
                  </a:lnTo>
                  <a:lnTo>
                    <a:pt x="2537" y="198494"/>
                  </a:lnTo>
                  <a:lnTo>
                    <a:pt x="845" y="194410"/>
                  </a:lnTo>
                  <a:lnTo>
                    <a:pt x="0" y="190157"/>
                  </a:lnTo>
                  <a:lnTo>
                    <a:pt x="0" y="185737"/>
                  </a:lnTo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92175" y="1944687"/>
            <a:ext cx="72453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75" dirty="0">
                <a:solidFill>
                  <a:srgbClr val="B91B1B"/>
                </a:solidFill>
                <a:latin typeface="Arial"/>
                <a:cs typeface="Arial"/>
              </a:rPr>
              <a:t>Taille</a:t>
            </a:r>
            <a:r>
              <a:rPr sz="1350" b="1" spc="-55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350" b="1" spc="-30" dirty="0">
                <a:solidFill>
                  <a:srgbClr val="B91B1B"/>
                </a:solidFill>
                <a:latin typeface="Arial"/>
                <a:cs typeface="Arial"/>
              </a:rPr>
              <a:t>fixe</a:t>
            </a:r>
            <a:endParaRPr sz="13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29620" y="1813242"/>
            <a:ext cx="7421245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0"/>
              </a:spcBef>
            </a:pPr>
            <a:r>
              <a:rPr sz="1350" spc="-75" dirty="0">
                <a:solidFill>
                  <a:srgbClr val="465469"/>
                </a:solidFill>
                <a:latin typeface="Arial"/>
                <a:cs typeface="Arial"/>
              </a:rPr>
              <a:t>Si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prévoyez 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30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places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et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que </a:t>
            </a:r>
            <a:r>
              <a:rPr sz="1350" spc="-145" dirty="0">
                <a:solidFill>
                  <a:srgbClr val="465469"/>
                </a:solidFill>
                <a:latin typeface="Arial"/>
                <a:cs typeface="Arial"/>
              </a:rPr>
              <a:t>31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étudiants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arrivent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→ 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impossible </a:t>
            </a:r>
            <a:r>
              <a:rPr sz="1350" spc="-20" dirty="0">
                <a:solidFill>
                  <a:srgbClr val="465469"/>
                </a:solidFill>
                <a:latin typeface="Arial"/>
                <a:cs typeface="Arial"/>
              </a:rPr>
              <a:t>d'ajouter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465469"/>
                </a:solidFill>
                <a:latin typeface="Arial"/>
                <a:cs typeface="Arial"/>
              </a:rPr>
              <a:t>sans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tout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recopier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465469"/>
                </a:solidFill>
                <a:latin typeface="Arial"/>
                <a:cs typeface="Arial"/>
              </a:rPr>
              <a:t>dans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465469"/>
                </a:solidFill>
                <a:latin typeface="Arial"/>
                <a:cs typeface="Arial"/>
              </a:rPr>
              <a:t>nouveau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tableau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plus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grand.</a:t>
            </a:r>
            <a:endParaRPr sz="13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4075" y="2678112"/>
            <a:ext cx="147447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80" dirty="0">
                <a:solidFill>
                  <a:srgbClr val="B91B1B"/>
                </a:solidFill>
                <a:latin typeface="Arial"/>
                <a:cs typeface="Arial"/>
              </a:rPr>
              <a:t>Ajout</a:t>
            </a:r>
            <a:r>
              <a:rPr sz="1350" b="1" spc="-70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350" b="1" spc="75" dirty="0">
                <a:solidFill>
                  <a:srgbClr val="B91B1B"/>
                </a:solidFill>
                <a:latin typeface="Arial"/>
                <a:cs typeface="Arial"/>
              </a:rPr>
              <a:t>/</a:t>
            </a:r>
            <a:r>
              <a:rPr sz="1350" b="1" spc="-65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350" b="1" spc="-85" dirty="0">
                <a:solidFill>
                  <a:srgbClr val="B91B1B"/>
                </a:solidFill>
                <a:latin typeface="Arial"/>
                <a:cs typeface="Arial"/>
              </a:rPr>
              <a:t>Suppression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4075" y="3411537"/>
            <a:ext cx="112522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90" dirty="0">
                <a:solidFill>
                  <a:srgbClr val="B91B1B"/>
                </a:solidFill>
                <a:latin typeface="Arial"/>
                <a:cs typeface="Arial"/>
              </a:rPr>
              <a:t>Gestion</a:t>
            </a:r>
            <a:r>
              <a:rPr sz="1350" b="1" spc="-45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350" b="1" spc="-95" dirty="0">
                <a:solidFill>
                  <a:srgbClr val="B91B1B"/>
                </a:solidFill>
                <a:latin typeface="Arial"/>
                <a:cs typeface="Arial"/>
              </a:rPr>
              <a:t>du</a:t>
            </a:r>
            <a:r>
              <a:rPr sz="1350" b="1" spc="-40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350" b="1" spc="-60" dirty="0">
                <a:solidFill>
                  <a:srgbClr val="B91B1B"/>
                </a:solidFill>
                <a:latin typeface="Arial"/>
                <a:cs typeface="Arial"/>
              </a:rPr>
              <a:t>null</a:t>
            </a:r>
            <a:endParaRPr sz="13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29620" y="2546667"/>
            <a:ext cx="7446645" cy="1216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99415">
              <a:lnSpc>
                <a:spcPct val="111100"/>
              </a:lnSpc>
              <a:spcBef>
                <a:spcPts val="90"/>
              </a:spcBef>
              <a:tabLst>
                <a:tab pos="1308100" algn="l"/>
                <a:tab pos="1836420" algn="l"/>
                <a:tab pos="2146935" algn="l"/>
              </a:tabLst>
            </a:pPr>
            <a:r>
              <a:rPr sz="1350" spc="-95" dirty="0">
                <a:solidFill>
                  <a:srgbClr val="465469"/>
                </a:solidFill>
                <a:latin typeface="Arial"/>
                <a:cs typeface="Arial"/>
              </a:rPr>
              <a:t>Pas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méthode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	</a:t>
            </a:r>
            <a:r>
              <a:rPr sz="1150" spc="130" dirty="0">
                <a:solidFill>
                  <a:srgbClr val="1D40AF"/>
                </a:solidFill>
                <a:latin typeface="Times New Roman"/>
                <a:cs typeface="Times New Roman"/>
              </a:rPr>
              <a:t>add()</a:t>
            </a:r>
            <a:r>
              <a:rPr sz="1150" dirty="0">
                <a:solidFill>
                  <a:srgbClr val="1D40AF"/>
                </a:solidFill>
                <a:latin typeface="Times New Roman"/>
                <a:cs typeface="Times New Roman"/>
              </a:rPr>
              <a:t>	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ou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	</a:t>
            </a:r>
            <a:r>
              <a:rPr sz="1150" spc="100" dirty="0">
                <a:solidFill>
                  <a:srgbClr val="1D40AF"/>
                </a:solidFill>
                <a:latin typeface="Times New Roman"/>
                <a:cs typeface="Times New Roman"/>
              </a:rPr>
              <a:t>remove()</a:t>
            </a:r>
            <a:r>
              <a:rPr sz="1150" spc="375" dirty="0">
                <a:solidFill>
                  <a:srgbClr val="1D40A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supprimer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l'élément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l'index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2,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devez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décaler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manuellement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tous les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éléments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suivants </a:t>
            </a:r>
            <a:r>
              <a:rPr sz="1350" spc="-20" dirty="0">
                <a:solidFill>
                  <a:srgbClr val="465469"/>
                </a:solidFill>
                <a:latin typeface="Arial"/>
                <a:cs typeface="Arial"/>
              </a:rPr>
              <a:t>(3,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4,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5...)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vers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gauche.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410209" algn="l"/>
                <a:tab pos="2312670" algn="l"/>
                <a:tab pos="4134485" algn="l"/>
                <a:tab pos="4694555" algn="l"/>
                <a:tab pos="5382895" algn="l"/>
              </a:tabLst>
            </a:pPr>
            <a:r>
              <a:rPr sz="1350" spc="-60" dirty="0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cases non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remplies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valent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	</a:t>
            </a:r>
            <a:r>
              <a:rPr sz="1150" spc="180" dirty="0">
                <a:solidFill>
                  <a:srgbClr val="1D40AF"/>
                </a:solidFill>
                <a:latin typeface="Times New Roman"/>
                <a:cs typeface="Times New Roman"/>
              </a:rPr>
              <a:t>null</a:t>
            </a:r>
            <a:r>
              <a:rPr sz="1150" spc="365" dirty="0">
                <a:solidFill>
                  <a:srgbClr val="1D40A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Oublier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tester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	</a:t>
            </a:r>
            <a:r>
              <a:rPr sz="1150" spc="275" dirty="0">
                <a:solidFill>
                  <a:srgbClr val="1D40AF"/>
                </a:solidFill>
                <a:latin typeface="Times New Roman"/>
                <a:cs typeface="Times New Roman"/>
              </a:rPr>
              <a:t>if</a:t>
            </a:r>
            <a:r>
              <a:rPr sz="1150" spc="345" dirty="0">
                <a:solidFill>
                  <a:srgbClr val="1D40AF"/>
                </a:solidFill>
                <a:latin typeface="Times New Roman"/>
                <a:cs typeface="Times New Roman"/>
              </a:rPr>
              <a:t> </a:t>
            </a:r>
            <a:r>
              <a:rPr sz="1150" spc="155" dirty="0">
                <a:solidFill>
                  <a:srgbClr val="1D40AF"/>
                </a:solidFill>
                <a:latin typeface="Times New Roman"/>
                <a:cs typeface="Times New Roman"/>
              </a:rPr>
              <a:t>(e</a:t>
            </a:r>
            <a:r>
              <a:rPr sz="1150" dirty="0">
                <a:solidFill>
                  <a:srgbClr val="1D40AF"/>
                </a:solidFill>
                <a:latin typeface="Times New Roman"/>
                <a:cs typeface="Times New Roman"/>
              </a:rPr>
              <a:t>	=</a:t>
            </a:r>
            <a:r>
              <a:rPr sz="1150" spc="320" dirty="0">
                <a:solidFill>
                  <a:srgbClr val="1D40AF"/>
                </a:solidFill>
                <a:latin typeface="Times New Roman"/>
                <a:cs typeface="Times New Roman"/>
              </a:rPr>
              <a:t> </a:t>
            </a:r>
            <a:r>
              <a:rPr sz="1150" spc="170" dirty="0">
                <a:solidFill>
                  <a:srgbClr val="1D40AF"/>
                </a:solidFill>
                <a:latin typeface="Times New Roman"/>
                <a:cs typeface="Times New Roman"/>
              </a:rPr>
              <a:t>null)</a:t>
            </a:r>
            <a:r>
              <a:rPr sz="1150" dirty="0">
                <a:solidFill>
                  <a:srgbClr val="1D40AF"/>
                </a:solidFill>
                <a:latin typeface="Times New Roman"/>
                <a:cs typeface="Times New Roman"/>
              </a:rPr>
              <a:t>	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provoque</a:t>
            </a:r>
            <a:r>
              <a:rPr sz="135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systématiquement 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	</a:t>
            </a:r>
            <a:r>
              <a:rPr sz="1150" spc="125" dirty="0">
                <a:solidFill>
                  <a:srgbClr val="1D40AF"/>
                </a:solidFill>
                <a:latin typeface="Times New Roman"/>
                <a:cs typeface="Times New Roman"/>
              </a:rPr>
              <a:t>NullPointerException</a:t>
            </a:r>
            <a:r>
              <a:rPr sz="1150" spc="405" dirty="0">
                <a:solidFill>
                  <a:srgbClr val="1D40AF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19124" y="4057649"/>
            <a:ext cx="8248650" cy="295275"/>
            <a:chOff x="619124" y="4057649"/>
            <a:chExt cx="8248650" cy="295275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124" y="4200524"/>
              <a:ext cx="152400" cy="15240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058148" y="4057649"/>
              <a:ext cx="809625" cy="228600"/>
            </a:xfrm>
            <a:custGeom>
              <a:avLst/>
              <a:gdLst/>
              <a:ahLst/>
              <a:cxnLst/>
              <a:rect l="l" t="t" r="r" b="b"/>
              <a:pathLst>
                <a:path w="809625" h="228600">
                  <a:moveTo>
                    <a:pt x="776576" y="228599"/>
                  </a:moveTo>
                  <a:lnTo>
                    <a:pt x="33047" y="228599"/>
                  </a:lnTo>
                  <a:lnTo>
                    <a:pt x="28187" y="227632"/>
                  </a:lnTo>
                  <a:lnTo>
                    <a:pt x="966" y="200411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776576" y="0"/>
                  </a:lnTo>
                  <a:lnTo>
                    <a:pt x="808658" y="28186"/>
                  </a:lnTo>
                  <a:lnTo>
                    <a:pt x="809624" y="33047"/>
                  </a:lnTo>
                  <a:lnTo>
                    <a:pt x="809624" y="195552"/>
                  </a:lnTo>
                  <a:lnTo>
                    <a:pt x="781437" y="227632"/>
                  </a:lnTo>
                  <a:lnTo>
                    <a:pt x="776576" y="228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62910" y="4062412"/>
              <a:ext cx="800100" cy="219075"/>
            </a:xfrm>
            <a:custGeom>
              <a:avLst/>
              <a:gdLst/>
              <a:ahLst/>
              <a:cxnLst/>
              <a:rect l="l" t="t" r="r" b="b"/>
              <a:pathLst>
                <a:path w="800100" h="219075">
                  <a:moveTo>
                    <a:pt x="0" y="1857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766763" y="0"/>
                  </a:lnTo>
                  <a:lnTo>
                    <a:pt x="771183" y="0"/>
                  </a:lnTo>
                  <a:lnTo>
                    <a:pt x="775435" y="845"/>
                  </a:lnTo>
                  <a:lnTo>
                    <a:pt x="779519" y="2537"/>
                  </a:lnTo>
                  <a:lnTo>
                    <a:pt x="783603" y="4229"/>
                  </a:lnTo>
                  <a:lnTo>
                    <a:pt x="787209" y="6637"/>
                  </a:lnTo>
                  <a:lnTo>
                    <a:pt x="790335" y="9764"/>
                  </a:lnTo>
                  <a:lnTo>
                    <a:pt x="793461" y="12889"/>
                  </a:lnTo>
                  <a:lnTo>
                    <a:pt x="795870" y="16494"/>
                  </a:lnTo>
                  <a:lnTo>
                    <a:pt x="797561" y="20579"/>
                  </a:lnTo>
                  <a:lnTo>
                    <a:pt x="799254" y="24663"/>
                  </a:lnTo>
                  <a:lnTo>
                    <a:pt x="800099" y="28916"/>
                  </a:lnTo>
                  <a:lnTo>
                    <a:pt x="800100" y="33337"/>
                  </a:lnTo>
                  <a:lnTo>
                    <a:pt x="800100" y="185737"/>
                  </a:lnTo>
                  <a:lnTo>
                    <a:pt x="775435" y="218228"/>
                  </a:lnTo>
                  <a:lnTo>
                    <a:pt x="766763" y="219074"/>
                  </a:lnTo>
                  <a:lnTo>
                    <a:pt x="33338" y="219074"/>
                  </a:lnTo>
                  <a:lnTo>
                    <a:pt x="28916" y="219074"/>
                  </a:lnTo>
                  <a:lnTo>
                    <a:pt x="24664" y="218228"/>
                  </a:lnTo>
                  <a:lnTo>
                    <a:pt x="20580" y="216536"/>
                  </a:lnTo>
                  <a:lnTo>
                    <a:pt x="16495" y="214845"/>
                  </a:lnTo>
                  <a:lnTo>
                    <a:pt x="12890" y="212436"/>
                  </a:lnTo>
                  <a:lnTo>
                    <a:pt x="9764" y="209310"/>
                  </a:lnTo>
                  <a:lnTo>
                    <a:pt x="6638" y="206184"/>
                  </a:lnTo>
                  <a:lnTo>
                    <a:pt x="4229" y="202579"/>
                  </a:lnTo>
                  <a:lnTo>
                    <a:pt x="2537" y="198494"/>
                  </a:lnTo>
                  <a:lnTo>
                    <a:pt x="845" y="194410"/>
                  </a:lnTo>
                  <a:lnTo>
                    <a:pt x="0" y="190157"/>
                  </a:lnTo>
                  <a:lnTo>
                    <a:pt x="0" y="185737"/>
                  </a:lnTo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54075" y="4144962"/>
            <a:ext cx="115697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114" dirty="0">
                <a:solidFill>
                  <a:srgbClr val="B91B1B"/>
                </a:solidFill>
                <a:latin typeface="Arial"/>
                <a:cs typeface="Arial"/>
              </a:rPr>
              <a:t>Pas</a:t>
            </a:r>
            <a:r>
              <a:rPr sz="1350" b="1" spc="-50" dirty="0">
                <a:solidFill>
                  <a:srgbClr val="B91B1B"/>
                </a:solidFill>
                <a:latin typeface="Arial"/>
                <a:cs typeface="Arial"/>
              </a:rPr>
              <a:t> d'utilitaires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29620" y="4013517"/>
            <a:ext cx="7280275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0"/>
              </a:spcBef>
            </a:pPr>
            <a:r>
              <a:rPr sz="1350" spc="-95" dirty="0">
                <a:solidFill>
                  <a:srgbClr val="465469"/>
                </a:solidFill>
                <a:latin typeface="Arial"/>
                <a:cs typeface="Arial"/>
              </a:rPr>
              <a:t>Pas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méthode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465469"/>
                </a:solidFill>
                <a:latin typeface="Arial"/>
                <a:cs typeface="Arial"/>
              </a:rPr>
              <a:t>facile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savoir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si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un 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élément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existe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(</a:t>
            </a:r>
            <a:r>
              <a:rPr sz="1350" spc="2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50" spc="145" dirty="0">
                <a:solidFill>
                  <a:srgbClr val="1D40AF"/>
                </a:solidFill>
                <a:latin typeface="Times New Roman"/>
                <a:cs typeface="Times New Roman"/>
              </a:rPr>
              <a:t>contains</a:t>
            </a:r>
            <a:r>
              <a:rPr sz="1150" spc="380" dirty="0">
                <a:solidFill>
                  <a:srgbClr val="1D40A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465469"/>
                </a:solidFill>
                <a:latin typeface="Arial"/>
                <a:cs typeface="Arial"/>
              </a:rPr>
              <a:t>),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trouver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son 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index,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ou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afficher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le 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contenu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proprement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(nécessite </a:t>
            </a:r>
            <a:r>
              <a:rPr sz="1350" spc="-45" dirty="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boucle).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07848" y="4898136"/>
            <a:ext cx="11576685" cy="1316990"/>
            <a:chOff x="307848" y="4898136"/>
            <a:chExt cx="11576685" cy="1316990"/>
          </a:xfrm>
        </p:grpSpPr>
        <p:sp>
          <p:nvSpPr>
            <p:cNvPr id="38" name="object 38"/>
            <p:cNvSpPr/>
            <p:nvPr/>
          </p:nvSpPr>
          <p:spPr>
            <a:xfrm>
              <a:off x="307848" y="4898136"/>
              <a:ext cx="11576685" cy="1316990"/>
            </a:xfrm>
            <a:custGeom>
              <a:avLst/>
              <a:gdLst/>
              <a:ahLst/>
              <a:cxnLst/>
              <a:rect l="l" t="t" r="r" b="b"/>
              <a:pathLst>
                <a:path w="11576685" h="1316989">
                  <a:moveTo>
                    <a:pt x="11576304" y="1316736"/>
                  </a:moveTo>
                  <a:lnTo>
                    <a:pt x="0" y="1316736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45338"/>
                  </a:lnTo>
                  <a:lnTo>
                    <a:pt x="82676" y="45338"/>
                  </a:lnTo>
                  <a:lnTo>
                    <a:pt x="82676" y="1197863"/>
                  </a:lnTo>
                  <a:lnTo>
                    <a:pt x="11576304" y="1197863"/>
                  </a:lnTo>
                  <a:lnTo>
                    <a:pt x="11576304" y="1316736"/>
                  </a:lnTo>
                  <a:close/>
                </a:path>
                <a:path w="11576685" h="1316989">
                  <a:moveTo>
                    <a:pt x="11576304" y="1197863"/>
                  </a:moveTo>
                  <a:lnTo>
                    <a:pt x="11426951" y="1197863"/>
                  </a:lnTo>
                  <a:lnTo>
                    <a:pt x="11433519" y="1197545"/>
                  </a:lnTo>
                  <a:lnTo>
                    <a:pt x="11439961" y="1196593"/>
                  </a:lnTo>
                  <a:lnTo>
                    <a:pt x="11474097" y="1178334"/>
                  </a:lnTo>
                  <a:lnTo>
                    <a:pt x="11492357" y="1144198"/>
                  </a:lnTo>
                  <a:lnTo>
                    <a:pt x="11493626" y="1131188"/>
                  </a:lnTo>
                  <a:lnTo>
                    <a:pt x="11493626" y="112013"/>
                  </a:lnTo>
                  <a:lnTo>
                    <a:pt x="11482399" y="74963"/>
                  </a:lnTo>
                  <a:lnTo>
                    <a:pt x="11452465" y="50413"/>
                  </a:lnTo>
                  <a:lnTo>
                    <a:pt x="11426951" y="45338"/>
                  </a:lnTo>
                  <a:lnTo>
                    <a:pt x="11576304" y="45338"/>
                  </a:lnTo>
                  <a:lnTo>
                    <a:pt x="11576304" y="1197863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4812" y="4933949"/>
              <a:ext cx="11406505" cy="1171575"/>
            </a:xfrm>
            <a:custGeom>
              <a:avLst/>
              <a:gdLst/>
              <a:ahLst/>
              <a:cxnLst/>
              <a:rect l="l" t="t" r="r" b="b"/>
              <a:pathLst>
                <a:path w="11406505" h="1171575">
                  <a:moveTo>
                    <a:pt x="11334989" y="1171574"/>
                  </a:moveTo>
                  <a:lnTo>
                    <a:pt x="0" y="1171574"/>
                  </a:lnTo>
                  <a:lnTo>
                    <a:pt x="0" y="0"/>
                  </a:lnTo>
                  <a:lnTo>
                    <a:pt x="11334989" y="0"/>
                  </a:lnTo>
                  <a:lnTo>
                    <a:pt x="11339945" y="487"/>
                  </a:lnTo>
                  <a:lnTo>
                    <a:pt x="11376481" y="15621"/>
                  </a:lnTo>
                  <a:lnTo>
                    <a:pt x="11402300" y="51661"/>
                  </a:lnTo>
                  <a:lnTo>
                    <a:pt x="11406186" y="71196"/>
                  </a:lnTo>
                  <a:lnTo>
                    <a:pt x="11406186" y="1100377"/>
                  </a:lnTo>
                  <a:lnTo>
                    <a:pt x="11390564" y="1141867"/>
                  </a:lnTo>
                  <a:lnTo>
                    <a:pt x="11354524" y="1167687"/>
                  </a:lnTo>
                  <a:lnTo>
                    <a:pt x="11334989" y="117157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1000" y="4933949"/>
              <a:ext cx="47625" cy="1171575"/>
            </a:xfrm>
            <a:custGeom>
              <a:avLst/>
              <a:gdLst/>
              <a:ahLst/>
              <a:cxnLst/>
              <a:rect l="l" t="t" r="r" b="b"/>
              <a:pathLst>
                <a:path w="47625" h="1171575">
                  <a:moveTo>
                    <a:pt x="0" y="1171574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1171574"/>
                  </a:lnTo>
                  <a:lnTo>
                    <a:pt x="0" y="11715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900" y="5324474"/>
              <a:ext cx="266700" cy="3810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225549" y="5007272"/>
            <a:ext cx="10071735" cy="89916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700" b="1" spc="-145" dirty="0">
                <a:solidFill>
                  <a:srgbClr val="1D3A8A"/>
                </a:solidFill>
                <a:latin typeface="Arial"/>
                <a:cs typeface="Arial"/>
              </a:rPr>
              <a:t>La</a:t>
            </a:r>
            <a:r>
              <a:rPr sz="1700" b="1" spc="-85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700" b="1" spc="-100" dirty="0">
                <a:solidFill>
                  <a:srgbClr val="1D3A8A"/>
                </a:solidFill>
                <a:latin typeface="Arial"/>
                <a:cs typeface="Arial"/>
              </a:rPr>
              <a:t>solution</a:t>
            </a:r>
            <a:r>
              <a:rPr sz="1700" b="1" spc="-85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700" b="1" spc="-75" dirty="0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sz="1700" b="1" spc="-85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700" b="1" spc="-90" dirty="0">
                <a:solidFill>
                  <a:srgbClr val="1D3A8A"/>
                </a:solidFill>
                <a:latin typeface="Arial"/>
                <a:cs typeface="Arial"/>
              </a:rPr>
              <a:t>passer</a:t>
            </a:r>
            <a:r>
              <a:rPr sz="1700" b="1" spc="-85" dirty="0">
                <a:solidFill>
                  <a:srgbClr val="1D3A8A"/>
                </a:solidFill>
                <a:latin typeface="Arial"/>
                <a:cs typeface="Arial"/>
              </a:rPr>
              <a:t> à </a:t>
            </a:r>
            <a:r>
              <a:rPr sz="1700" b="1" spc="-105" dirty="0">
                <a:solidFill>
                  <a:srgbClr val="1D3A8A"/>
                </a:solidFill>
                <a:latin typeface="Arial"/>
                <a:cs typeface="Arial"/>
              </a:rPr>
              <a:t>une</a:t>
            </a:r>
            <a:r>
              <a:rPr sz="1700" b="1" spc="-85" dirty="0">
                <a:solidFill>
                  <a:srgbClr val="1D3A8A"/>
                </a:solidFill>
                <a:latin typeface="Arial"/>
                <a:cs typeface="Arial"/>
              </a:rPr>
              <a:t> collection </a:t>
            </a:r>
            <a:r>
              <a:rPr sz="1700" b="1" spc="-10" dirty="0">
                <a:solidFill>
                  <a:srgbClr val="1D3A8A"/>
                </a:solidFill>
                <a:latin typeface="Arial"/>
                <a:cs typeface="Arial"/>
              </a:rPr>
              <a:t>dynamique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spcBef>
                <a:spcPts val="455"/>
              </a:spcBef>
            </a:pPr>
            <a:r>
              <a:rPr sz="1350" spc="-75" dirty="0">
                <a:solidFill>
                  <a:srgbClr val="334054"/>
                </a:solidFill>
                <a:latin typeface="Arial"/>
                <a:cs typeface="Arial"/>
              </a:rPr>
              <a:t>Quand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nombre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d'éléments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est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variable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ou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inconnu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334054"/>
                </a:solidFill>
                <a:latin typeface="Arial"/>
                <a:cs typeface="Arial"/>
              </a:rPr>
              <a:t>à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l'avance,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on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abandonne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tableau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brut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utiliser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spc="-80" dirty="0">
                <a:solidFill>
                  <a:srgbClr val="334054"/>
                </a:solidFill>
                <a:latin typeface="Arial"/>
                <a:cs typeface="Arial"/>
              </a:rPr>
              <a:t>List</a:t>
            </a:r>
            <a:r>
              <a:rPr sz="1350" b="1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(interface)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implémentée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par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334054"/>
                </a:solidFill>
                <a:latin typeface="Arial"/>
                <a:cs typeface="Arial"/>
              </a:rPr>
              <a:t>ArrayList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44" name="object 44"/>
            <p:cNvSpPr/>
            <p:nvPr/>
          </p:nvSpPr>
          <p:spPr>
            <a:xfrm>
              <a:off x="3171824" y="6800849"/>
              <a:ext cx="9020175" cy="57150"/>
            </a:xfrm>
            <a:custGeom>
              <a:avLst/>
              <a:gdLst/>
              <a:ahLst/>
              <a:cxnLst/>
              <a:rect l="l" t="t" r="r" b="b"/>
              <a:pathLst>
                <a:path w="9020175" h="57150">
                  <a:moveTo>
                    <a:pt x="0" y="57149"/>
                  </a:moveTo>
                  <a:lnTo>
                    <a:pt x="9020174" y="57149"/>
                  </a:lnTo>
                  <a:lnTo>
                    <a:pt x="90201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0" y="6800849"/>
              <a:ext cx="3171825" cy="57150"/>
            </a:xfrm>
            <a:custGeom>
              <a:avLst/>
              <a:gdLst/>
              <a:ahLst/>
              <a:cxnLst/>
              <a:rect l="l" t="t" r="r" b="b"/>
              <a:pathLst>
                <a:path w="3171825" h="57150">
                  <a:moveTo>
                    <a:pt x="31718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3171824" y="0"/>
                  </a:lnTo>
                  <a:lnTo>
                    <a:pt x="31718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1600258" y="6551215"/>
            <a:ext cx="366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15/57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List&lt;E&gt; </a:t>
            </a:r>
            <a:r>
              <a:rPr spc="-130" dirty="0"/>
              <a:t>:</a:t>
            </a:r>
            <a:r>
              <a:rPr spc="-160" dirty="0"/>
              <a:t> </a:t>
            </a:r>
            <a:r>
              <a:rPr spc="-165" dirty="0"/>
              <a:t>Concept</a:t>
            </a:r>
            <a:r>
              <a:rPr spc="-160" dirty="0"/>
              <a:t> </a:t>
            </a:r>
            <a:r>
              <a:rPr spc="-85" dirty="0"/>
              <a:t>et</a:t>
            </a:r>
            <a:r>
              <a:rPr spc="-160" dirty="0"/>
              <a:t> </a:t>
            </a:r>
            <a:r>
              <a:rPr spc="-125" dirty="0"/>
              <a:t>Hiérarchie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6136" y="899160"/>
            <a:ext cx="5681980" cy="1061085"/>
            <a:chOff x="326136" y="899160"/>
            <a:chExt cx="5681980" cy="1061085"/>
          </a:xfrm>
        </p:grpSpPr>
        <p:sp>
          <p:nvSpPr>
            <p:cNvPr id="4" name="object 4"/>
            <p:cNvSpPr/>
            <p:nvPr/>
          </p:nvSpPr>
          <p:spPr>
            <a:xfrm>
              <a:off x="326136" y="899160"/>
              <a:ext cx="5681980" cy="1061085"/>
            </a:xfrm>
            <a:custGeom>
              <a:avLst/>
              <a:gdLst/>
              <a:ahLst/>
              <a:cxnLst/>
              <a:rect l="l" t="t" r="r" b="b"/>
              <a:pathLst>
                <a:path w="5681980" h="1061085">
                  <a:moveTo>
                    <a:pt x="5681472" y="1060704"/>
                  </a:moveTo>
                  <a:lnTo>
                    <a:pt x="0" y="1060704"/>
                  </a:lnTo>
                  <a:lnTo>
                    <a:pt x="0" y="0"/>
                  </a:lnTo>
                  <a:lnTo>
                    <a:pt x="5681472" y="0"/>
                  </a:lnTo>
                  <a:lnTo>
                    <a:pt x="5681472" y="43814"/>
                  </a:lnTo>
                  <a:lnTo>
                    <a:pt x="131063" y="43814"/>
                  </a:lnTo>
                  <a:lnTo>
                    <a:pt x="124495" y="44132"/>
                  </a:lnTo>
                  <a:lnTo>
                    <a:pt x="88786" y="58923"/>
                  </a:lnTo>
                  <a:lnTo>
                    <a:pt x="67243" y="91163"/>
                  </a:lnTo>
                  <a:lnTo>
                    <a:pt x="64388" y="110489"/>
                  </a:lnTo>
                  <a:lnTo>
                    <a:pt x="64388" y="910589"/>
                  </a:lnTo>
                  <a:lnTo>
                    <a:pt x="75615" y="947639"/>
                  </a:lnTo>
                  <a:lnTo>
                    <a:pt x="105548" y="972189"/>
                  </a:lnTo>
                  <a:lnTo>
                    <a:pt x="131063" y="977264"/>
                  </a:lnTo>
                  <a:lnTo>
                    <a:pt x="5681472" y="977264"/>
                  </a:lnTo>
                  <a:lnTo>
                    <a:pt x="5681472" y="1060704"/>
                  </a:lnTo>
                  <a:close/>
                </a:path>
                <a:path w="5681980" h="1061085">
                  <a:moveTo>
                    <a:pt x="5681472" y="977264"/>
                  </a:moveTo>
                  <a:lnTo>
                    <a:pt x="5550788" y="977264"/>
                  </a:lnTo>
                  <a:lnTo>
                    <a:pt x="5557356" y="976947"/>
                  </a:lnTo>
                  <a:lnTo>
                    <a:pt x="5563798" y="975995"/>
                  </a:lnTo>
                  <a:lnTo>
                    <a:pt x="5597934" y="957736"/>
                  </a:lnTo>
                  <a:lnTo>
                    <a:pt x="5616194" y="923599"/>
                  </a:lnTo>
                  <a:lnTo>
                    <a:pt x="5617463" y="910589"/>
                  </a:lnTo>
                  <a:lnTo>
                    <a:pt x="5617463" y="110489"/>
                  </a:lnTo>
                  <a:lnTo>
                    <a:pt x="5606236" y="73440"/>
                  </a:lnTo>
                  <a:lnTo>
                    <a:pt x="5576303" y="48890"/>
                  </a:lnTo>
                  <a:lnTo>
                    <a:pt x="5550788" y="43814"/>
                  </a:lnTo>
                  <a:lnTo>
                    <a:pt x="5681472" y="43814"/>
                  </a:lnTo>
                  <a:lnTo>
                    <a:pt x="5681472" y="97726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5762" y="938212"/>
              <a:ext cx="5562600" cy="942975"/>
            </a:xfrm>
            <a:custGeom>
              <a:avLst/>
              <a:gdLst/>
              <a:ahLst/>
              <a:cxnLst/>
              <a:rect l="l" t="t" r="r" b="b"/>
              <a:pathLst>
                <a:path w="5562600" h="942975">
                  <a:moveTo>
                    <a:pt x="5495852" y="942974"/>
                  </a:moveTo>
                  <a:lnTo>
                    <a:pt x="66746" y="942974"/>
                  </a:lnTo>
                  <a:lnTo>
                    <a:pt x="62101" y="942517"/>
                  </a:lnTo>
                  <a:lnTo>
                    <a:pt x="24240" y="925367"/>
                  </a:lnTo>
                  <a:lnTo>
                    <a:pt x="2287" y="890074"/>
                  </a:lnTo>
                  <a:lnTo>
                    <a:pt x="0" y="876228"/>
                  </a:lnTo>
                  <a:lnTo>
                    <a:pt x="0" y="871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495852" y="0"/>
                  </a:lnTo>
                  <a:lnTo>
                    <a:pt x="5534750" y="14645"/>
                  </a:lnTo>
                  <a:lnTo>
                    <a:pt x="5558955" y="48433"/>
                  </a:lnTo>
                  <a:lnTo>
                    <a:pt x="5562598" y="66746"/>
                  </a:lnTo>
                  <a:lnTo>
                    <a:pt x="5562598" y="876228"/>
                  </a:lnTo>
                  <a:lnTo>
                    <a:pt x="5547952" y="915125"/>
                  </a:lnTo>
                  <a:lnTo>
                    <a:pt x="5514165" y="939331"/>
                  </a:lnTo>
                  <a:lnTo>
                    <a:pt x="5500498" y="942517"/>
                  </a:lnTo>
                  <a:lnTo>
                    <a:pt x="5495852" y="9429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938212"/>
              <a:ext cx="5562600" cy="942975"/>
            </a:xfrm>
            <a:custGeom>
              <a:avLst/>
              <a:gdLst/>
              <a:ahLst/>
              <a:cxnLst/>
              <a:rect l="l" t="t" r="r" b="b"/>
              <a:pathLst>
                <a:path w="5562600" h="942975">
                  <a:moveTo>
                    <a:pt x="0" y="871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91162" y="0"/>
                  </a:lnTo>
                  <a:lnTo>
                    <a:pt x="5495852" y="0"/>
                  </a:lnTo>
                  <a:lnTo>
                    <a:pt x="5500498" y="457"/>
                  </a:lnTo>
                  <a:lnTo>
                    <a:pt x="5505098" y="1372"/>
                  </a:lnTo>
                  <a:lnTo>
                    <a:pt x="5509698" y="2287"/>
                  </a:lnTo>
                  <a:lnTo>
                    <a:pt x="5541675" y="20923"/>
                  </a:lnTo>
                  <a:lnTo>
                    <a:pt x="5544991" y="24240"/>
                  </a:lnTo>
                  <a:lnTo>
                    <a:pt x="5547952" y="27848"/>
                  </a:lnTo>
                  <a:lnTo>
                    <a:pt x="5550558" y="31748"/>
                  </a:lnTo>
                  <a:lnTo>
                    <a:pt x="5553164" y="35649"/>
                  </a:lnTo>
                  <a:lnTo>
                    <a:pt x="5562599" y="71437"/>
                  </a:lnTo>
                  <a:lnTo>
                    <a:pt x="5562599" y="871537"/>
                  </a:lnTo>
                  <a:lnTo>
                    <a:pt x="5550558" y="911225"/>
                  </a:lnTo>
                  <a:lnTo>
                    <a:pt x="5547952" y="915125"/>
                  </a:lnTo>
                  <a:lnTo>
                    <a:pt x="5544991" y="918734"/>
                  </a:lnTo>
                  <a:lnTo>
                    <a:pt x="5541675" y="922051"/>
                  </a:lnTo>
                  <a:lnTo>
                    <a:pt x="5538358" y="925367"/>
                  </a:lnTo>
                  <a:lnTo>
                    <a:pt x="5534750" y="928329"/>
                  </a:lnTo>
                  <a:lnTo>
                    <a:pt x="5530849" y="930935"/>
                  </a:lnTo>
                  <a:lnTo>
                    <a:pt x="5526949" y="933541"/>
                  </a:lnTo>
                  <a:lnTo>
                    <a:pt x="5491162" y="942974"/>
                  </a:lnTo>
                  <a:lnTo>
                    <a:pt x="71437" y="942974"/>
                  </a:lnTo>
                  <a:lnTo>
                    <a:pt x="31748" y="930935"/>
                  </a:lnTo>
                  <a:lnTo>
                    <a:pt x="27848" y="928329"/>
                  </a:lnTo>
                  <a:lnTo>
                    <a:pt x="24240" y="925367"/>
                  </a:lnTo>
                  <a:lnTo>
                    <a:pt x="20923" y="922051"/>
                  </a:lnTo>
                  <a:lnTo>
                    <a:pt x="17606" y="918734"/>
                  </a:lnTo>
                  <a:lnTo>
                    <a:pt x="457" y="880873"/>
                  </a:lnTo>
                  <a:lnTo>
                    <a:pt x="0" y="876228"/>
                  </a:lnTo>
                  <a:lnTo>
                    <a:pt x="0" y="8715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1024" y="1104899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47903" y="419099"/>
                  </a:moveTo>
                  <a:lnTo>
                    <a:pt x="71196" y="419099"/>
                  </a:lnTo>
                  <a:lnTo>
                    <a:pt x="66241" y="418611"/>
                  </a:lnTo>
                  <a:lnTo>
                    <a:pt x="29705" y="403478"/>
                  </a:lnTo>
                  <a:lnTo>
                    <a:pt x="3885" y="367437"/>
                  </a:lnTo>
                  <a:lnTo>
                    <a:pt x="0" y="347903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7903" y="0"/>
                  </a:lnTo>
                  <a:lnTo>
                    <a:pt x="389394" y="15621"/>
                  </a:lnTo>
                  <a:lnTo>
                    <a:pt x="415214" y="51661"/>
                  </a:lnTo>
                  <a:lnTo>
                    <a:pt x="419100" y="71196"/>
                  </a:lnTo>
                  <a:lnTo>
                    <a:pt x="419100" y="347903"/>
                  </a:lnTo>
                  <a:lnTo>
                    <a:pt x="403478" y="389394"/>
                  </a:lnTo>
                  <a:lnTo>
                    <a:pt x="367437" y="415214"/>
                  </a:lnTo>
                  <a:lnTo>
                    <a:pt x="352858" y="418611"/>
                  </a:lnTo>
                  <a:lnTo>
                    <a:pt x="347903" y="419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4" y="1212849"/>
              <a:ext cx="228600" cy="2032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130300" y="1001848"/>
            <a:ext cx="3614420" cy="7372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350" b="1" spc="-80" dirty="0">
                <a:solidFill>
                  <a:srgbClr val="1D40AF"/>
                </a:solidFill>
                <a:latin typeface="Arial"/>
                <a:cs typeface="Arial"/>
              </a:rPr>
              <a:t>Une</a:t>
            </a:r>
            <a:r>
              <a:rPr sz="1350" b="1" spc="-5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35" dirty="0">
                <a:solidFill>
                  <a:srgbClr val="1D40AF"/>
                </a:solidFill>
                <a:latin typeface="Arial"/>
                <a:cs typeface="Arial"/>
              </a:rPr>
              <a:t>file</a:t>
            </a:r>
            <a:r>
              <a:rPr sz="1350" b="1" spc="-5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40" dirty="0">
                <a:solidFill>
                  <a:srgbClr val="1D40AF"/>
                </a:solidFill>
                <a:latin typeface="Arial"/>
                <a:cs typeface="Arial"/>
              </a:rPr>
              <a:t>d'attente</a:t>
            </a:r>
            <a:r>
              <a:rPr sz="1350" b="1" spc="-5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1D40AF"/>
                </a:solidFill>
                <a:latin typeface="Arial"/>
                <a:cs typeface="Arial"/>
              </a:rPr>
              <a:t>extensible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420"/>
              </a:spcBef>
            </a:pP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Contrairement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465469"/>
                </a:solidFill>
                <a:latin typeface="Arial"/>
                <a:cs typeface="Arial"/>
              </a:rPr>
              <a:t>au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tableau,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elle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grandit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automatiquement.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L'ordre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d'insertion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est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préservé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(le </a:t>
            </a:r>
            <a:r>
              <a:rPr sz="1200" spc="-105" dirty="0">
                <a:solidFill>
                  <a:srgbClr val="465469"/>
                </a:solidFill>
                <a:latin typeface="Arial"/>
                <a:cs typeface="Arial"/>
              </a:rPr>
              <a:t>1er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arrivé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reste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le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1er).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84392" y="899160"/>
            <a:ext cx="5681980" cy="1061085"/>
            <a:chOff x="6184392" y="899160"/>
            <a:chExt cx="5681980" cy="1061085"/>
          </a:xfrm>
        </p:grpSpPr>
        <p:sp>
          <p:nvSpPr>
            <p:cNvPr id="11" name="object 11"/>
            <p:cNvSpPr/>
            <p:nvPr/>
          </p:nvSpPr>
          <p:spPr>
            <a:xfrm>
              <a:off x="6184392" y="899160"/>
              <a:ext cx="5681980" cy="1061085"/>
            </a:xfrm>
            <a:custGeom>
              <a:avLst/>
              <a:gdLst/>
              <a:ahLst/>
              <a:cxnLst/>
              <a:rect l="l" t="t" r="r" b="b"/>
              <a:pathLst>
                <a:path w="5681980" h="1061085">
                  <a:moveTo>
                    <a:pt x="5681472" y="1060704"/>
                  </a:moveTo>
                  <a:lnTo>
                    <a:pt x="0" y="1060704"/>
                  </a:lnTo>
                  <a:lnTo>
                    <a:pt x="0" y="0"/>
                  </a:lnTo>
                  <a:lnTo>
                    <a:pt x="5681472" y="0"/>
                  </a:lnTo>
                  <a:lnTo>
                    <a:pt x="5681472" y="43814"/>
                  </a:lnTo>
                  <a:lnTo>
                    <a:pt x="130682" y="43814"/>
                  </a:lnTo>
                  <a:lnTo>
                    <a:pt x="124114" y="44132"/>
                  </a:lnTo>
                  <a:lnTo>
                    <a:pt x="88404" y="58923"/>
                  </a:lnTo>
                  <a:lnTo>
                    <a:pt x="66861" y="91163"/>
                  </a:lnTo>
                  <a:lnTo>
                    <a:pt x="64007" y="110489"/>
                  </a:lnTo>
                  <a:lnTo>
                    <a:pt x="64007" y="910589"/>
                  </a:lnTo>
                  <a:lnTo>
                    <a:pt x="75233" y="947639"/>
                  </a:lnTo>
                  <a:lnTo>
                    <a:pt x="105166" y="972189"/>
                  </a:lnTo>
                  <a:lnTo>
                    <a:pt x="130682" y="977264"/>
                  </a:lnTo>
                  <a:lnTo>
                    <a:pt x="5681472" y="977264"/>
                  </a:lnTo>
                  <a:lnTo>
                    <a:pt x="5681472" y="1060704"/>
                  </a:lnTo>
                  <a:close/>
                </a:path>
                <a:path w="5681980" h="1061085">
                  <a:moveTo>
                    <a:pt x="5681472" y="977264"/>
                  </a:moveTo>
                  <a:lnTo>
                    <a:pt x="5550407" y="977264"/>
                  </a:lnTo>
                  <a:lnTo>
                    <a:pt x="5556975" y="976947"/>
                  </a:lnTo>
                  <a:lnTo>
                    <a:pt x="5563416" y="975995"/>
                  </a:lnTo>
                  <a:lnTo>
                    <a:pt x="5597553" y="957736"/>
                  </a:lnTo>
                  <a:lnTo>
                    <a:pt x="5615812" y="923599"/>
                  </a:lnTo>
                  <a:lnTo>
                    <a:pt x="5617082" y="910589"/>
                  </a:lnTo>
                  <a:lnTo>
                    <a:pt x="5617082" y="110489"/>
                  </a:lnTo>
                  <a:lnTo>
                    <a:pt x="5605855" y="73440"/>
                  </a:lnTo>
                  <a:lnTo>
                    <a:pt x="5575921" y="48890"/>
                  </a:lnTo>
                  <a:lnTo>
                    <a:pt x="5550407" y="43814"/>
                  </a:lnTo>
                  <a:lnTo>
                    <a:pt x="5681472" y="43814"/>
                  </a:lnTo>
                  <a:lnTo>
                    <a:pt x="5681472" y="97726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43637" y="938212"/>
              <a:ext cx="5562600" cy="942975"/>
            </a:xfrm>
            <a:custGeom>
              <a:avLst/>
              <a:gdLst/>
              <a:ahLst/>
              <a:cxnLst/>
              <a:rect l="l" t="t" r="r" b="b"/>
              <a:pathLst>
                <a:path w="5562600" h="942975">
                  <a:moveTo>
                    <a:pt x="5495852" y="942974"/>
                  </a:moveTo>
                  <a:lnTo>
                    <a:pt x="66746" y="942974"/>
                  </a:lnTo>
                  <a:lnTo>
                    <a:pt x="62100" y="942517"/>
                  </a:lnTo>
                  <a:lnTo>
                    <a:pt x="24240" y="925367"/>
                  </a:lnTo>
                  <a:lnTo>
                    <a:pt x="2287" y="890074"/>
                  </a:lnTo>
                  <a:lnTo>
                    <a:pt x="0" y="876228"/>
                  </a:lnTo>
                  <a:lnTo>
                    <a:pt x="0" y="871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5495852" y="0"/>
                  </a:lnTo>
                  <a:lnTo>
                    <a:pt x="5534750" y="14645"/>
                  </a:lnTo>
                  <a:lnTo>
                    <a:pt x="5558955" y="48433"/>
                  </a:lnTo>
                  <a:lnTo>
                    <a:pt x="5562598" y="66746"/>
                  </a:lnTo>
                  <a:lnTo>
                    <a:pt x="5562598" y="876228"/>
                  </a:lnTo>
                  <a:lnTo>
                    <a:pt x="5547953" y="915125"/>
                  </a:lnTo>
                  <a:lnTo>
                    <a:pt x="5514166" y="939331"/>
                  </a:lnTo>
                  <a:lnTo>
                    <a:pt x="5500497" y="942517"/>
                  </a:lnTo>
                  <a:lnTo>
                    <a:pt x="5495852" y="9429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43637" y="938212"/>
              <a:ext cx="5562600" cy="942975"/>
            </a:xfrm>
            <a:custGeom>
              <a:avLst/>
              <a:gdLst/>
              <a:ahLst/>
              <a:cxnLst/>
              <a:rect l="l" t="t" r="r" b="b"/>
              <a:pathLst>
                <a:path w="5562600" h="942975">
                  <a:moveTo>
                    <a:pt x="0" y="871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91162" y="0"/>
                  </a:lnTo>
                  <a:lnTo>
                    <a:pt x="5495852" y="0"/>
                  </a:lnTo>
                  <a:lnTo>
                    <a:pt x="5500497" y="457"/>
                  </a:lnTo>
                  <a:lnTo>
                    <a:pt x="5505098" y="1372"/>
                  </a:lnTo>
                  <a:lnTo>
                    <a:pt x="5509699" y="2287"/>
                  </a:lnTo>
                  <a:lnTo>
                    <a:pt x="5530849" y="12039"/>
                  </a:lnTo>
                  <a:lnTo>
                    <a:pt x="5534750" y="14645"/>
                  </a:lnTo>
                  <a:lnTo>
                    <a:pt x="5550559" y="31748"/>
                  </a:lnTo>
                  <a:lnTo>
                    <a:pt x="5553165" y="35649"/>
                  </a:lnTo>
                  <a:lnTo>
                    <a:pt x="5555366" y="39765"/>
                  </a:lnTo>
                  <a:lnTo>
                    <a:pt x="5557160" y="44099"/>
                  </a:lnTo>
                  <a:lnTo>
                    <a:pt x="5558955" y="48433"/>
                  </a:lnTo>
                  <a:lnTo>
                    <a:pt x="5562599" y="71437"/>
                  </a:lnTo>
                  <a:lnTo>
                    <a:pt x="5562599" y="871537"/>
                  </a:lnTo>
                  <a:lnTo>
                    <a:pt x="5557160" y="898875"/>
                  </a:lnTo>
                  <a:lnTo>
                    <a:pt x="5555366" y="903208"/>
                  </a:lnTo>
                  <a:lnTo>
                    <a:pt x="5530849" y="930935"/>
                  </a:lnTo>
                  <a:lnTo>
                    <a:pt x="5526949" y="933541"/>
                  </a:lnTo>
                  <a:lnTo>
                    <a:pt x="5491162" y="942974"/>
                  </a:lnTo>
                  <a:lnTo>
                    <a:pt x="71437" y="942974"/>
                  </a:lnTo>
                  <a:lnTo>
                    <a:pt x="44099" y="937536"/>
                  </a:lnTo>
                  <a:lnTo>
                    <a:pt x="39764" y="935741"/>
                  </a:lnTo>
                  <a:lnTo>
                    <a:pt x="35648" y="933541"/>
                  </a:lnTo>
                  <a:lnTo>
                    <a:pt x="31748" y="930935"/>
                  </a:lnTo>
                  <a:lnTo>
                    <a:pt x="27848" y="928329"/>
                  </a:lnTo>
                  <a:lnTo>
                    <a:pt x="24240" y="925367"/>
                  </a:lnTo>
                  <a:lnTo>
                    <a:pt x="20923" y="922051"/>
                  </a:lnTo>
                  <a:lnTo>
                    <a:pt x="17607" y="918734"/>
                  </a:lnTo>
                  <a:lnTo>
                    <a:pt x="5437" y="898875"/>
                  </a:lnTo>
                  <a:lnTo>
                    <a:pt x="3642" y="894541"/>
                  </a:lnTo>
                  <a:lnTo>
                    <a:pt x="2287" y="890074"/>
                  </a:lnTo>
                  <a:lnTo>
                    <a:pt x="1372" y="885473"/>
                  </a:lnTo>
                  <a:lnTo>
                    <a:pt x="457" y="880873"/>
                  </a:lnTo>
                  <a:lnTo>
                    <a:pt x="0" y="876228"/>
                  </a:lnTo>
                  <a:lnTo>
                    <a:pt x="0" y="8715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38899" y="1104899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47904" y="419099"/>
                  </a:moveTo>
                  <a:lnTo>
                    <a:pt x="71196" y="419099"/>
                  </a:lnTo>
                  <a:lnTo>
                    <a:pt x="66241" y="418611"/>
                  </a:lnTo>
                  <a:lnTo>
                    <a:pt x="29704" y="403478"/>
                  </a:lnTo>
                  <a:lnTo>
                    <a:pt x="3885" y="367437"/>
                  </a:lnTo>
                  <a:lnTo>
                    <a:pt x="0" y="347903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7904" y="0"/>
                  </a:lnTo>
                  <a:lnTo>
                    <a:pt x="389394" y="15621"/>
                  </a:lnTo>
                  <a:lnTo>
                    <a:pt x="415214" y="51661"/>
                  </a:lnTo>
                  <a:lnTo>
                    <a:pt x="419100" y="71196"/>
                  </a:lnTo>
                  <a:lnTo>
                    <a:pt x="419100" y="347903"/>
                  </a:lnTo>
                  <a:lnTo>
                    <a:pt x="403478" y="389394"/>
                  </a:lnTo>
                  <a:lnTo>
                    <a:pt x="367437" y="415214"/>
                  </a:lnTo>
                  <a:lnTo>
                    <a:pt x="352859" y="418611"/>
                  </a:lnTo>
                  <a:lnTo>
                    <a:pt x="347904" y="419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562" y="1196974"/>
              <a:ext cx="231775" cy="2349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988175" y="1001848"/>
            <a:ext cx="3862704" cy="7372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350" b="1" spc="-45" dirty="0">
                <a:solidFill>
                  <a:srgbClr val="1D40AF"/>
                </a:solidFill>
                <a:latin typeface="Arial"/>
                <a:cs typeface="Arial"/>
              </a:rPr>
              <a:t>Interface</a:t>
            </a:r>
            <a:r>
              <a:rPr sz="1350" b="1" spc="-6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70" dirty="0">
                <a:solidFill>
                  <a:srgbClr val="1D40AF"/>
                </a:solidFill>
                <a:latin typeface="Arial"/>
                <a:cs typeface="Arial"/>
              </a:rPr>
              <a:t>vs</a:t>
            </a:r>
            <a:r>
              <a:rPr sz="1350" b="1" spc="-5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1D40AF"/>
                </a:solidFill>
                <a:latin typeface="Arial"/>
                <a:cs typeface="Arial"/>
              </a:rPr>
              <a:t>Implémentation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List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est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"contrat"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(méthodes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disponibles).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ArrayList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et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LinkedList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sont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"moteurs"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(façon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stocker).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0999" y="5695949"/>
            <a:ext cx="11430000" cy="876300"/>
            <a:chOff x="380999" y="5695949"/>
            <a:chExt cx="11430000" cy="876300"/>
          </a:xfrm>
        </p:grpSpPr>
        <p:sp>
          <p:nvSpPr>
            <p:cNvPr id="18" name="object 18"/>
            <p:cNvSpPr/>
            <p:nvPr/>
          </p:nvSpPr>
          <p:spPr>
            <a:xfrm>
              <a:off x="400049" y="5695949"/>
              <a:ext cx="11410950" cy="876300"/>
            </a:xfrm>
            <a:custGeom>
              <a:avLst/>
              <a:gdLst/>
              <a:ahLst/>
              <a:cxnLst/>
              <a:rect l="l" t="t" r="r" b="b"/>
              <a:pathLst>
                <a:path w="11410950" h="876300">
                  <a:moveTo>
                    <a:pt x="11357551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11357551" y="0"/>
                  </a:lnTo>
                  <a:lnTo>
                    <a:pt x="11361267" y="366"/>
                  </a:lnTo>
                  <a:lnTo>
                    <a:pt x="11396863" y="19391"/>
                  </a:lnTo>
                  <a:lnTo>
                    <a:pt x="11410949" y="53397"/>
                  </a:lnTo>
                  <a:lnTo>
                    <a:pt x="11410949" y="822902"/>
                  </a:lnTo>
                  <a:lnTo>
                    <a:pt x="11391556" y="862214"/>
                  </a:lnTo>
                  <a:lnTo>
                    <a:pt x="11357551" y="8762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0999" y="5695949"/>
              <a:ext cx="38100" cy="876300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0" y="876299"/>
                  </a:moveTo>
                  <a:lnTo>
                    <a:pt x="0" y="0"/>
                  </a:lnTo>
                  <a:lnTo>
                    <a:pt x="38099" y="0"/>
                  </a:lnTo>
                  <a:lnTo>
                    <a:pt x="38099" y="876299"/>
                  </a:lnTo>
                  <a:lnTo>
                    <a:pt x="0" y="876299"/>
                  </a:lnTo>
                  <a:close/>
                </a:path>
              </a:pathLst>
            </a:custGeom>
            <a:solidFill>
              <a:srgbClr val="16A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599" y="5845174"/>
              <a:ext cx="133350" cy="13652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96899" y="5730063"/>
            <a:ext cx="3306445" cy="71310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630"/>
              </a:spcBef>
            </a:pPr>
            <a:r>
              <a:rPr sz="1200" b="1" spc="-80" dirty="0">
                <a:solidFill>
                  <a:srgbClr val="15803C"/>
                </a:solidFill>
                <a:latin typeface="Arial"/>
                <a:cs typeface="Arial"/>
              </a:rPr>
              <a:t>BONNE</a:t>
            </a:r>
            <a:r>
              <a:rPr sz="1200" b="1" spc="3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00" b="1" spc="-80" dirty="0">
                <a:solidFill>
                  <a:srgbClr val="15803C"/>
                </a:solidFill>
                <a:latin typeface="Arial"/>
                <a:cs typeface="Arial"/>
              </a:rPr>
              <a:t>PRATIQUE</a:t>
            </a:r>
            <a:r>
              <a:rPr sz="1200" b="1" spc="3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15803C"/>
                </a:solidFill>
                <a:latin typeface="Arial"/>
                <a:cs typeface="Arial"/>
              </a:rPr>
              <a:t>POO</a:t>
            </a:r>
            <a:endParaRPr sz="1200">
              <a:latin typeface="Arial"/>
              <a:cs typeface="Arial"/>
            </a:endParaRPr>
          </a:p>
          <a:p>
            <a:pPr marL="12700" marR="5080" indent="80010">
              <a:lnSpc>
                <a:spcPct val="114100"/>
              </a:lnSpc>
              <a:spcBef>
                <a:spcPts val="290"/>
              </a:spcBef>
            </a:pPr>
            <a:r>
              <a:rPr sz="1150" b="1" spc="305" dirty="0">
                <a:solidFill>
                  <a:srgbClr val="4A5462"/>
                </a:solidFill>
                <a:latin typeface="Times New Roman"/>
                <a:cs typeface="Times New Roman"/>
              </a:rPr>
              <a:t>/</a:t>
            </a:r>
            <a:r>
              <a:rPr sz="1150" b="1" spc="345" dirty="0">
                <a:solidFill>
                  <a:srgbClr val="4A5462"/>
                </a:solidFill>
                <a:latin typeface="Times New Roman"/>
                <a:cs typeface="Times New Roman"/>
              </a:rPr>
              <a:t> </a:t>
            </a:r>
            <a:r>
              <a:rPr sz="1150" b="1" spc="60" dirty="0">
                <a:solidFill>
                  <a:srgbClr val="4A5462"/>
                </a:solidFill>
                <a:latin typeface="Times New Roman"/>
                <a:cs typeface="Times New Roman"/>
              </a:rPr>
              <a:t>Toujours</a:t>
            </a:r>
            <a:r>
              <a:rPr sz="1150" b="1" spc="345" dirty="0">
                <a:solidFill>
                  <a:srgbClr val="4A5462"/>
                </a:solidFill>
                <a:latin typeface="Times New Roman"/>
                <a:cs typeface="Times New Roman"/>
              </a:rPr>
              <a:t> </a:t>
            </a:r>
            <a:r>
              <a:rPr sz="1150" b="1" spc="114" dirty="0">
                <a:solidFill>
                  <a:srgbClr val="4A5462"/>
                </a:solidFill>
                <a:latin typeface="Times New Roman"/>
                <a:cs typeface="Times New Roman"/>
              </a:rPr>
              <a:t>déclarer</a:t>
            </a:r>
            <a:r>
              <a:rPr sz="1150" b="1" spc="345" dirty="0">
                <a:solidFill>
                  <a:srgbClr val="4A5462"/>
                </a:solidFill>
                <a:latin typeface="Times New Roman"/>
                <a:cs typeface="Times New Roman"/>
              </a:rPr>
              <a:t> </a:t>
            </a:r>
            <a:r>
              <a:rPr sz="1150" b="1" spc="210" dirty="0">
                <a:solidFill>
                  <a:srgbClr val="4A5462"/>
                </a:solidFill>
                <a:latin typeface="Times New Roman"/>
                <a:cs typeface="Times New Roman"/>
              </a:rPr>
              <a:t>le</a:t>
            </a:r>
            <a:r>
              <a:rPr sz="1150" b="1" spc="345" dirty="0">
                <a:solidFill>
                  <a:srgbClr val="4A5462"/>
                </a:solidFill>
                <a:latin typeface="Times New Roman"/>
                <a:cs typeface="Times New Roman"/>
              </a:rPr>
              <a:t> </a:t>
            </a:r>
            <a:r>
              <a:rPr sz="1150" b="1" spc="100" dirty="0">
                <a:solidFill>
                  <a:srgbClr val="4A5462"/>
                </a:solidFill>
                <a:latin typeface="Times New Roman"/>
                <a:cs typeface="Times New Roman"/>
              </a:rPr>
              <a:t>type</a:t>
            </a:r>
            <a:r>
              <a:rPr sz="1150" b="1" spc="345" dirty="0">
                <a:solidFill>
                  <a:srgbClr val="4A5462"/>
                </a:solidFill>
                <a:latin typeface="Times New Roman"/>
                <a:cs typeface="Times New Roman"/>
              </a:rPr>
              <a:t> </a:t>
            </a:r>
            <a:r>
              <a:rPr sz="1150" b="1" spc="145" dirty="0">
                <a:solidFill>
                  <a:srgbClr val="4A5462"/>
                </a:solidFill>
                <a:latin typeface="Times New Roman"/>
                <a:cs typeface="Times New Roman"/>
              </a:rPr>
              <a:t>interface</a:t>
            </a:r>
            <a:r>
              <a:rPr sz="1150" b="1" spc="345" dirty="0">
                <a:solidFill>
                  <a:srgbClr val="4A5462"/>
                </a:solidFill>
                <a:latin typeface="Times New Roman"/>
                <a:cs typeface="Times New Roman"/>
              </a:rPr>
              <a:t> </a:t>
            </a:r>
            <a:r>
              <a:rPr sz="1150" b="1" spc="195" dirty="0">
                <a:solidFill>
                  <a:srgbClr val="4A5462"/>
                </a:solidFill>
                <a:latin typeface="Times New Roman"/>
                <a:cs typeface="Times New Roman"/>
              </a:rPr>
              <a:t>: </a:t>
            </a:r>
            <a:r>
              <a:rPr sz="1150" b="1" spc="90" dirty="0">
                <a:solidFill>
                  <a:srgbClr val="1C4ED8"/>
                </a:solidFill>
                <a:latin typeface="Times New Roman"/>
                <a:cs typeface="Times New Roman"/>
              </a:rPr>
              <a:t>List</a:t>
            </a:r>
            <a:r>
              <a:rPr sz="1000" b="1" spc="90" dirty="0">
                <a:solidFill>
                  <a:srgbClr val="166533"/>
                </a:solidFill>
                <a:latin typeface="Times New Roman"/>
                <a:cs typeface="Times New Roman"/>
              </a:rPr>
              <a:t>&lt;</a:t>
            </a:r>
            <a:r>
              <a:rPr sz="1150" b="1" spc="90" dirty="0">
                <a:solidFill>
                  <a:srgbClr val="166533"/>
                </a:solidFill>
                <a:latin typeface="Times New Roman"/>
                <a:cs typeface="Times New Roman"/>
              </a:rPr>
              <a:t>Etudiant&gt;</a:t>
            </a:r>
            <a:r>
              <a:rPr sz="1150" b="1" spc="295" dirty="0">
                <a:solidFill>
                  <a:srgbClr val="166533"/>
                </a:solidFill>
                <a:latin typeface="Times New Roman"/>
                <a:cs typeface="Times New Roman"/>
              </a:rPr>
              <a:t> </a:t>
            </a:r>
            <a:r>
              <a:rPr sz="1150" b="1" dirty="0">
                <a:solidFill>
                  <a:srgbClr val="166533"/>
                </a:solidFill>
                <a:latin typeface="Times New Roman"/>
                <a:cs typeface="Times New Roman"/>
              </a:rPr>
              <a:t>promo</a:t>
            </a:r>
            <a:r>
              <a:rPr sz="1150" b="1" spc="300" dirty="0">
                <a:solidFill>
                  <a:srgbClr val="166533"/>
                </a:solidFill>
                <a:latin typeface="Times New Roman"/>
                <a:cs typeface="Times New Roman"/>
              </a:rPr>
              <a:t> </a:t>
            </a:r>
            <a:r>
              <a:rPr sz="1150" b="1" dirty="0">
                <a:solidFill>
                  <a:srgbClr val="166533"/>
                </a:solidFill>
                <a:latin typeface="Times New Roman"/>
                <a:cs typeface="Times New Roman"/>
              </a:rPr>
              <a:t>=</a:t>
            </a:r>
            <a:r>
              <a:rPr sz="1150" b="1" spc="300" dirty="0">
                <a:solidFill>
                  <a:srgbClr val="166533"/>
                </a:solidFill>
                <a:latin typeface="Times New Roman"/>
                <a:cs typeface="Times New Roman"/>
              </a:rPr>
              <a:t> </a:t>
            </a:r>
            <a:r>
              <a:rPr sz="1150" b="1" dirty="0">
                <a:solidFill>
                  <a:srgbClr val="6D28D9"/>
                </a:solidFill>
                <a:latin typeface="Times New Roman"/>
                <a:cs typeface="Times New Roman"/>
              </a:rPr>
              <a:t>new</a:t>
            </a:r>
            <a:r>
              <a:rPr sz="1150" b="1" spc="295" dirty="0">
                <a:solidFill>
                  <a:srgbClr val="6D28D9"/>
                </a:solidFill>
                <a:latin typeface="Times New Roman"/>
                <a:cs typeface="Times New Roman"/>
              </a:rPr>
              <a:t> </a:t>
            </a:r>
            <a:r>
              <a:rPr sz="1150" b="1" spc="80" dirty="0">
                <a:solidFill>
                  <a:srgbClr val="1C4ED8"/>
                </a:solidFill>
                <a:latin typeface="Times New Roman"/>
                <a:cs typeface="Times New Roman"/>
              </a:rPr>
              <a:t>ArrayList</a:t>
            </a:r>
            <a:r>
              <a:rPr sz="1150" b="1" spc="300" dirty="0">
                <a:solidFill>
                  <a:srgbClr val="1C4ED8"/>
                </a:solidFill>
                <a:latin typeface="Times New Roman"/>
                <a:cs typeface="Times New Roman"/>
              </a:rPr>
              <a:t> </a:t>
            </a:r>
            <a:r>
              <a:rPr sz="1000" b="1" spc="175" dirty="0">
                <a:solidFill>
                  <a:srgbClr val="166533"/>
                </a:solidFill>
                <a:latin typeface="Times New Roman"/>
                <a:cs typeface="Times New Roman"/>
              </a:rPr>
              <a:t>&gt;</a:t>
            </a:r>
            <a:r>
              <a:rPr sz="1150" b="1" spc="175" dirty="0">
                <a:solidFill>
                  <a:srgbClr val="166533"/>
                </a:solidFill>
                <a:latin typeface="Times New Roman"/>
                <a:cs typeface="Times New Roman"/>
              </a:rPr>
              <a:t>();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0999" y="2076450"/>
            <a:ext cx="11430000" cy="3381375"/>
            <a:chOff x="380999" y="2076450"/>
            <a:chExt cx="11430000" cy="3381375"/>
          </a:xfrm>
        </p:grpSpPr>
        <p:sp>
          <p:nvSpPr>
            <p:cNvPr id="23" name="object 23"/>
            <p:cNvSpPr/>
            <p:nvPr/>
          </p:nvSpPr>
          <p:spPr>
            <a:xfrm>
              <a:off x="381000" y="2076450"/>
              <a:ext cx="11430000" cy="3381375"/>
            </a:xfrm>
            <a:custGeom>
              <a:avLst/>
              <a:gdLst/>
              <a:ahLst/>
              <a:cxnLst/>
              <a:rect l="l" t="t" r="r" b="b"/>
              <a:pathLst>
                <a:path w="11430000" h="3381375">
                  <a:moveTo>
                    <a:pt x="11353800" y="3381374"/>
                  </a:moveTo>
                  <a:lnTo>
                    <a:pt x="76198" y="3381374"/>
                  </a:lnTo>
                  <a:lnTo>
                    <a:pt x="68693" y="3381012"/>
                  </a:lnTo>
                  <a:lnTo>
                    <a:pt x="27882" y="3364107"/>
                  </a:lnTo>
                  <a:lnTo>
                    <a:pt x="3262" y="3327260"/>
                  </a:lnTo>
                  <a:lnTo>
                    <a:pt x="0" y="76198"/>
                  </a:lnTo>
                  <a:lnTo>
                    <a:pt x="362" y="68693"/>
                  </a:lnTo>
                  <a:lnTo>
                    <a:pt x="17266" y="27882"/>
                  </a:lnTo>
                  <a:lnTo>
                    <a:pt x="54113" y="3262"/>
                  </a:lnTo>
                  <a:lnTo>
                    <a:pt x="76199" y="0"/>
                  </a:lnTo>
                  <a:lnTo>
                    <a:pt x="11353799" y="0"/>
                  </a:lnTo>
                  <a:lnTo>
                    <a:pt x="11396140" y="12830"/>
                  </a:lnTo>
                  <a:lnTo>
                    <a:pt x="11424198" y="47039"/>
                  </a:lnTo>
                  <a:lnTo>
                    <a:pt x="11429999" y="76198"/>
                  </a:lnTo>
                  <a:lnTo>
                    <a:pt x="11429999" y="3305176"/>
                  </a:lnTo>
                  <a:lnTo>
                    <a:pt x="11417168" y="3347516"/>
                  </a:lnTo>
                  <a:lnTo>
                    <a:pt x="11382959" y="3375573"/>
                  </a:lnTo>
                  <a:lnTo>
                    <a:pt x="11353800" y="33813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0987" y="2076449"/>
              <a:ext cx="11430000" cy="3381375"/>
            </a:xfrm>
            <a:custGeom>
              <a:avLst/>
              <a:gdLst/>
              <a:ahLst/>
              <a:cxnLst/>
              <a:rect l="l" t="t" r="r" b="b"/>
              <a:pathLst>
                <a:path w="11430000" h="3381375">
                  <a:moveTo>
                    <a:pt x="9525" y="3271431"/>
                  </a:moveTo>
                  <a:lnTo>
                    <a:pt x="0" y="3271431"/>
                  </a:lnTo>
                  <a:lnTo>
                    <a:pt x="0" y="3300006"/>
                  </a:lnTo>
                  <a:lnTo>
                    <a:pt x="9525" y="3300006"/>
                  </a:lnTo>
                  <a:lnTo>
                    <a:pt x="9525" y="3271431"/>
                  </a:lnTo>
                  <a:close/>
                </a:path>
                <a:path w="11430000" h="3381375">
                  <a:moveTo>
                    <a:pt x="9525" y="3223806"/>
                  </a:moveTo>
                  <a:lnTo>
                    <a:pt x="0" y="3223806"/>
                  </a:lnTo>
                  <a:lnTo>
                    <a:pt x="0" y="3252381"/>
                  </a:lnTo>
                  <a:lnTo>
                    <a:pt x="9525" y="3252381"/>
                  </a:lnTo>
                  <a:lnTo>
                    <a:pt x="9525" y="3223806"/>
                  </a:lnTo>
                  <a:close/>
                </a:path>
                <a:path w="11430000" h="3381375">
                  <a:moveTo>
                    <a:pt x="9525" y="3176181"/>
                  </a:moveTo>
                  <a:lnTo>
                    <a:pt x="0" y="3176181"/>
                  </a:lnTo>
                  <a:lnTo>
                    <a:pt x="0" y="3204756"/>
                  </a:lnTo>
                  <a:lnTo>
                    <a:pt x="9525" y="3204756"/>
                  </a:lnTo>
                  <a:lnTo>
                    <a:pt x="9525" y="3176181"/>
                  </a:lnTo>
                  <a:close/>
                </a:path>
                <a:path w="11430000" h="3381375">
                  <a:moveTo>
                    <a:pt x="9525" y="3128556"/>
                  </a:moveTo>
                  <a:lnTo>
                    <a:pt x="0" y="3128556"/>
                  </a:lnTo>
                  <a:lnTo>
                    <a:pt x="0" y="3157131"/>
                  </a:lnTo>
                  <a:lnTo>
                    <a:pt x="9525" y="3157131"/>
                  </a:lnTo>
                  <a:lnTo>
                    <a:pt x="9525" y="3128556"/>
                  </a:lnTo>
                  <a:close/>
                </a:path>
                <a:path w="11430000" h="3381375">
                  <a:moveTo>
                    <a:pt x="9525" y="3080931"/>
                  </a:moveTo>
                  <a:lnTo>
                    <a:pt x="0" y="3080931"/>
                  </a:lnTo>
                  <a:lnTo>
                    <a:pt x="0" y="3109506"/>
                  </a:lnTo>
                  <a:lnTo>
                    <a:pt x="9525" y="3109506"/>
                  </a:lnTo>
                  <a:lnTo>
                    <a:pt x="9525" y="3080931"/>
                  </a:lnTo>
                  <a:close/>
                </a:path>
                <a:path w="11430000" h="3381375">
                  <a:moveTo>
                    <a:pt x="9525" y="3033306"/>
                  </a:moveTo>
                  <a:lnTo>
                    <a:pt x="0" y="3033306"/>
                  </a:lnTo>
                  <a:lnTo>
                    <a:pt x="0" y="3061881"/>
                  </a:lnTo>
                  <a:lnTo>
                    <a:pt x="9525" y="3061881"/>
                  </a:lnTo>
                  <a:lnTo>
                    <a:pt x="9525" y="3033306"/>
                  </a:lnTo>
                  <a:close/>
                </a:path>
                <a:path w="11430000" h="3381375">
                  <a:moveTo>
                    <a:pt x="9525" y="2985681"/>
                  </a:moveTo>
                  <a:lnTo>
                    <a:pt x="0" y="2985681"/>
                  </a:lnTo>
                  <a:lnTo>
                    <a:pt x="0" y="3014256"/>
                  </a:lnTo>
                  <a:lnTo>
                    <a:pt x="9525" y="3014256"/>
                  </a:lnTo>
                  <a:lnTo>
                    <a:pt x="9525" y="2985681"/>
                  </a:lnTo>
                  <a:close/>
                </a:path>
                <a:path w="11430000" h="3381375">
                  <a:moveTo>
                    <a:pt x="9525" y="2938056"/>
                  </a:moveTo>
                  <a:lnTo>
                    <a:pt x="0" y="2938056"/>
                  </a:lnTo>
                  <a:lnTo>
                    <a:pt x="0" y="2966631"/>
                  </a:lnTo>
                  <a:lnTo>
                    <a:pt x="9525" y="2966631"/>
                  </a:lnTo>
                  <a:lnTo>
                    <a:pt x="9525" y="2938056"/>
                  </a:lnTo>
                  <a:close/>
                </a:path>
                <a:path w="11430000" h="3381375">
                  <a:moveTo>
                    <a:pt x="9525" y="2890431"/>
                  </a:moveTo>
                  <a:lnTo>
                    <a:pt x="0" y="2890431"/>
                  </a:lnTo>
                  <a:lnTo>
                    <a:pt x="0" y="2919006"/>
                  </a:lnTo>
                  <a:lnTo>
                    <a:pt x="9525" y="2919006"/>
                  </a:lnTo>
                  <a:lnTo>
                    <a:pt x="9525" y="2890431"/>
                  </a:lnTo>
                  <a:close/>
                </a:path>
                <a:path w="11430000" h="3381375">
                  <a:moveTo>
                    <a:pt x="9525" y="2842806"/>
                  </a:moveTo>
                  <a:lnTo>
                    <a:pt x="0" y="2842806"/>
                  </a:lnTo>
                  <a:lnTo>
                    <a:pt x="0" y="2871381"/>
                  </a:lnTo>
                  <a:lnTo>
                    <a:pt x="9525" y="2871381"/>
                  </a:lnTo>
                  <a:lnTo>
                    <a:pt x="9525" y="2842806"/>
                  </a:lnTo>
                  <a:close/>
                </a:path>
                <a:path w="11430000" h="3381375">
                  <a:moveTo>
                    <a:pt x="9525" y="2795181"/>
                  </a:moveTo>
                  <a:lnTo>
                    <a:pt x="0" y="2795181"/>
                  </a:lnTo>
                  <a:lnTo>
                    <a:pt x="0" y="2823756"/>
                  </a:lnTo>
                  <a:lnTo>
                    <a:pt x="9525" y="2823756"/>
                  </a:lnTo>
                  <a:lnTo>
                    <a:pt x="9525" y="2795181"/>
                  </a:lnTo>
                  <a:close/>
                </a:path>
                <a:path w="11430000" h="3381375">
                  <a:moveTo>
                    <a:pt x="9525" y="2747556"/>
                  </a:moveTo>
                  <a:lnTo>
                    <a:pt x="0" y="2747556"/>
                  </a:lnTo>
                  <a:lnTo>
                    <a:pt x="0" y="2776131"/>
                  </a:lnTo>
                  <a:lnTo>
                    <a:pt x="9525" y="2776131"/>
                  </a:lnTo>
                  <a:lnTo>
                    <a:pt x="9525" y="2747556"/>
                  </a:lnTo>
                  <a:close/>
                </a:path>
                <a:path w="11430000" h="3381375">
                  <a:moveTo>
                    <a:pt x="9525" y="2699931"/>
                  </a:moveTo>
                  <a:lnTo>
                    <a:pt x="0" y="2699931"/>
                  </a:lnTo>
                  <a:lnTo>
                    <a:pt x="0" y="2728506"/>
                  </a:lnTo>
                  <a:lnTo>
                    <a:pt x="9525" y="2728506"/>
                  </a:lnTo>
                  <a:lnTo>
                    <a:pt x="9525" y="2699931"/>
                  </a:lnTo>
                  <a:close/>
                </a:path>
                <a:path w="11430000" h="3381375">
                  <a:moveTo>
                    <a:pt x="9525" y="2652306"/>
                  </a:moveTo>
                  <a:lnTo>
                    <a:pt x="0" y="2652306"/>
                  </a:lnTo>
                  <a:lnTo>
                    <a:pt x="0" y="2680881"/>
                  </a:lnTo>
                  <a:lnTo>
                    <a:pt x="9525" y="2680881"/>
                  </a:lnTo>
                  <a:lnTo>
                    <a:pt x="9525" y="2652306"/>
                  </a:lnTo>
                  <a:close/>
                </a:path>
                <a:path w="11430000" h="3381375">
                  <a:moveTo>
                    <a:pt x="9525" y="2604681"/>
                  </a:moveTo>
                  <a:lnTo>
                    <a:pt x="0" y="2604681"/>
                  </a:lnTo>
                  <a:lnTo>
                    <a:pt x="0" y="2633256"/>
                  </a:lnTo>
                  <a:lnTo>
                    <a:pt x="9525" y="2633256"/>
                  </a:lnTo>
                  <a:lnTo>
                    <a:pt x="9525" y="2604681"/>
                  </a:lnTo>
                  <a:close/>
                </a:path>
                <a:path w="11430000" h="3381375">
                  <a:moveTo>
                    <a:pt x="9525" y="2557056"/>
                  </a:moveTo>
                  <a:lnTo>
                    <a:pt x="0" y="2557056"/>
                  </a:lnTo>
                  <a:lnTo>
                    <a:pt x="0" y="2585631"/>
                  </a:lnTo>
                  <a:lnTo>
                    <a:pt x="9525" y="2585631"/>
                  </a:lnTo>
                  <a:lnTo>
                    <a:pt x="9525" y="2557056"/>
                  </a:lnTo>
                  <a:close/>
                </a:path>
                <a:path w="11430000" h="3381375">
                  <a:moveTo>
                    <a:pt x="9525" y="2509431"/>
                  </a:moveTo>
                  <a:lnTo>
                    <a:pt x="0" y="2509431"/>
                  </a:lnTo>
                  <a:lnTo>
                    <a:pt x="0" y="2538006"/>
                  </a:lnTo>
                  <a:lnTo>
                    <a:pt x="9525" y="2538006"/>
                  </a:lnTo>
                  <a:lnTo>
                    <a:pt x="9525" y="2509431"/>
                  </a:lnTo>
                  <a:close/>
                </a:path>
                <a:path w="11430000" h="3381375">
                  <a:moveTo>
                    <a:pt x="9525" y="2461806"/>
                  </a:moveTo>
                  <a:lnTo>
                    <a:pt x="0" y="2461806"/>
                  </a:lnTo>
                  <a:lnTo>
                    <a:pt x="0" y="2490381"/>
                  </a:lnTo>
                  <a:lnTo>
                    <a:pt x="9525" y="2490381"/>
                  </a:lnTo>
                  <a:lnTo>
                    <a:pt x="9525" y="2461806"/>
                  </a:lnTo>
                  <a:close/>
                </a:path>
                <a:path w="11430000" h="3381375">
                  <a:moveTo>
                    <a:pt x="9525" y="2414181"/>
                  </a:moveTo>
                  <a:lnTo>
                    <a:pt x="0" y="2414181"/>
                  </a:lnTo>
                  <a:lnTo>
                    <a:pt x="0" y="2442756"/>
                  </a:lnTo>
                  <a:lnTo>
                    <a:pt x="9525" y="2442756"/>
                  </a:lnTo>
                  <a:lnTo>
                    <a:pt x="9525" y="2414181"/>
                  </a:lnTo>
                  <a:close/>
                </a:path>
                <a:path w="11430000" h="3381375">
                  <a:moveTo>
                    <a:pt x="9525" y="2366556"/>
                  </a:moveTo>
                  <a:lnTo>
                    <a:pt x="0" y="2366556"/>
                  </a:lnTo>
                  <a:lnTo>
                    <a:pt x="0" y="2395131"/>
                  </a:lnTo>
                  <a:lnTo>
                    <a:pt x="9525" y="2395131"/>
                  </a:lnTo>
                  <a:lnTo>
                    <a:pt x="9525" y="2366556"/>
                  </a:lnTo>
                  <a:close/>
                </a:path>
                <a:path w="11430000" h="3381375">
                  <a:moveTo>
                    <a:pt x="9525" y="2318931"/>
                  </a:moveTo>
                  <a:lnTo>
                    <a:pt x="0" y="2318931"/>
                  </a:lnTo>
                  <a:lnTo>
                    <a:pt x="0" y="2347506"/>
                  </a:lnTo>
                  <a:lnTo>
                    <a:pt x="9525" y="2347506"/>
                  </a:lnTo>
                  <a:lnTo>
                    <a:pt x="9525" y="2318931"/>
                  </a:lnTo>
                  <a:close/>
                </a:path>
                <a:path w="11430000" h="3381375">
                  <a:moveTo>
                    <a:pt x="9525" y="2271306"/>
                  </a:moveTo>
                  <a:lnTo>
                    <a:pt x="0" y="2271306"/>
                  </a:lnTo>
                  <a:lnTo>
                    <a:pt x="0" y="2299881"/>
                  </a:lnTo>
                  <a:lnTo>
                    <a:pt x="9525" y="2299881"/>
                  </a:lnTo>
                  <a:lnTo>
                    <a:pt x="9525" y="2271306"/>
                  </a:lnTo>
                  <a:close/>
                </a:path>
                <a:path w="11430000" h="3381375">
                  <a:moveTo>
                    <a:pt x="9525" y="2223681"/>
                  </a:moveTo>
                  <a:lnTo>
                    <a:pt x="0" y="2223681"/>
                  </a:lnTo>
                  <a:lnTo>
                    <a:pt x="0" y="2252256"/>
                  </a:lnTo>
                  <a:lnTo>
                    <a:pt x="9525" y="2252256"/>
                  </a:lnTo>
                  <a:lnTo>
                    <a:pt x="9525" y="2223681"/>
                  </a:lnTo>
                  <a:close/>
                </a:path>
                <a:path w="11430000" h="3381375">
                  <a:moveTo>
                    <a:pt x="9525" y="2176056"/>
                  </a:moveTo>
                  <a:lnTo>
                    <a:pt x="0" y="2176056"/>
                  </a:lnTo>
                  <a:lnTo>
                    <a:pt x="0" y="2204631"/>
                  </a:lnTo>
                  <a:lnTo>
                    <a:pt x="9525" y="2204631"/>
                  </a:lnTo>
                  <a:lnTo>
                    <a:pt x="9525" y="2176056"/>
                  </a:lnTo>
                  <a:close/>
                </a:path>
                <a:path w="11430000" h="3381375">
                  <a:moveTo>
                    <a:pt x="9525" y="2128431"/>
                  </a:moveTo>
                  <a:lnTo>
                    <a:pt x="0" y="2128431"/>
                  </a:lnTo>
                  <a:lnTo>
                    <a:pt x="0" y="2157006"/>
                  </a:lnTo>
                  <a:lnTo>
                    <a:pt x="9525" y="2157006"/>
                  </a:lnTo>
                  <a:lnTo>
                    <a:pt x="9525" y="2128431"/>
                  </a:lnTo>
                  <a:close/>
                </a:path>
                <a:path w="11430000" h="3381375">
                  <a:moveTo>
                    <a:pt x="9525" y="2080806"/>
                  </a:moveTo>
                  <a:lnTo>
                    <a:pt x="0" y="2080806"/>
                  </a:lnTo>
                  <a:lnTo>
                    <a:pt x="0" y="2109381"/>
                  </a:lnTo>
                  <a:lnTo>
                    <a:pt x="9525" y="2109381"/>
                  </a:lnTo>
                  <a:lnTo>
                    <a:pt x="9525" y="2080806"/>
                  </a:lnTo>
                  <a:close/>
                </a:path>
                <a:path w="11430000" h="3381375">
                  <a:moveTo>
                    <a:pt x="9525" y="2033181"/>
                  </a:moveTo>
                  <a:lnTo>
                    <a:pt x="0" y="2033181"/>
                  </a:lnTo>
                  <a:lnTo>
                    <a:pt x="0" y="2061756"/>
                  </a:lnTo>
                  <a:lnTo>
                    <a:pt x="9525" y="2061756"/>
                  </a:lnTo>
                  <a:lnTo>
                    <a:pt x="9525" y="2033181"/>
                  </a:lnTo>
                  <a:close/>
                </a:path>
                <a:path w="11430000" h="3381375">
                  <a:moveTo>
                    <a:pt x="9525" y="1985556"/>
                  </a:moveTo>
                  <a:lnTo>
                    <a:pt x="0" y="1985556"/>
                  </a:lnTo>
                  <a:lnTo>
                    <a:pt x="0" y="2014131"/>
                  </a:lnTo>
                  <a:lnTo>
                    <a:pt x="9525" y="2014131"/>
                  </a:lnTo>
                  <a:lnTo>
                    <a:pt x="9525" y="1985556"/>
                  </a:lnTo>
                  <a:close/>
                </a:path>
                <a:path w="11430000" h="3381375">
                  <a:moveTo>
                    <a:pt x="9525" y="1937931"/>
                  </a:moveTo>
                  <a:lnTo>
                    <a:pt x="0" y="1937931"/>
                  </a:lnTo>
                  <a:lnTo>
                    <a:pt x="0" y="1966506"/>
                  </a:lnTo>
                  <a:lnTo>
                    <a:pt x="9525" y="1966506"/>
                  </a:lnTo>
                  <a:lnTo>
                    <a:pt x="9525" y="1937931"/>
                  </a:lnTo>
                  <a:close/>
                </a:path>
                <a:path w="11430000" h="3381375">
                  <a:moveTo>
                    <a:pt x="9525" y="1890306"/>
                  </a:moveTo>
                  <a:lnTo>
                    <a:pt x="0" y="1890306"/>
                  </a:lnTo>
                  <a:lnTo>
                    <a:pt x="0" y="1918881"/>
                  </a:lnTo>
                  <a:lnTo>
                    <a:pt x="9525" y="1918881"/>
                  </a:lnTo>
                  <a:lnTo>
                    <a:pt x="9525" y="1890306"/>
                  </a:lnTo>
                  <a:close/>
                </a:path>
                <a:path w="11430000" h="3381375">
                  <a:moveTo>
                    <a:pt x="9525" y="1842681"/>
                  </a:moveTo>
                  <a:lnTo>
                    <a:pt x="0" y="1842681"/>
                  </a:lnTo>
                  <a:lnTo>
                    <a:pt x="0" y="1871256"/>
                  </a:lnTo>
                  <a:lnTo>
                    <a:pt x="9525" y="1871256"/>
                  </a:lnTo>
                  <a:lnTo>
                    <a:pt x="9525" y="1842681"/>
                  </a:lnTo>
                  <a:close/>
                </a:path>
                <a:path w="11430000" h="3381375">
                  <a:moveTo>
                    <a:pt x="9525" y="1795056"/>
                  </a:moveTo>
                  <a:lnTo>
                    <a:pt x="0" y="1795056"/>
                  </a:lnTo>
                  <a:lnTo>
                    <a:pt x="0" y="1823631"/>
                  </a:lnTo>
                  <a:lnTo>
                    <a:pt x="9525" y="1823631"/>
                  </a:lnTo>
                  <a:lnTo>
                    <a:pt x="9525" y="1795056"/>
                  </a:lnTo>
                  <a:close/>
                </a:path>
                <a:path w="11430000" h="3381375">
                  <a:moveTo>
                    <a:pt x="9525" y="1747431"/>
                  </a:moveTo>
                  <a:lnTo>
                    <a:pt x="0" y="1747431"/>
                  </a:lnTo>
                  <a:lnTo>
                    <a:pt x="0" y="1776006"/>
                  </a:lnTo>
                  <a:lnTo>
                    <a:pt x="9525" y="1776006"/>
                  </a:lnTo>
                  <a:lnTo>
                    <a:pt x="9525" y="1747431"/>
                  </a:lnTo>
                  <a:close/>
                </a:path>
                <a:path w="11430000" h="3381375">
                  <a:moveTo>
                    <a:pt x="9525" y="1699806"/>
                  </a:moveTo>
                  <a:lnTo>
                    <a:pt x="0" y="1699806"/>
                  </a:lnTo>
                  <a:lnTo>
                    <a:pt x="0" y="1728381"/>
                  </a:lnTo>
                  <a:lnTo>
                    <a:pt x="9525" y="1728381"/>
                  </a:lnTo>
                  <a:lnTo>
                    <a:pt x="9525" y="1699806"/>
                  </a:lnTo>
                  <a:close/>
                </a:path>
                <a:path w="11430000" h="3381375">
                  <a:moveTo>
                    <a:pt x="9525" y="1652181"/>
                  </a:moveTo>
                  <a:lnTo>
                    <a:pt x="0" y="1652181"/>
                  </a:lnTo>
                  <a:lnTo>
                    <a:pt x="0" y="1680756"/>
                  </a:lnTo>
                  <a:lnTo>
                    <a:pt x="9525" y="1680756"/>
                  </a:lnTo>
                  <a:lnTo>
                    <a:pt x="9525" y="1652181"/>
                  </a:lnTo>
                  <a:close/>
                </a:path>
                <a:path w="11430000" h="3381375">
                  <a:moveTo>
                    <a:pt x="9525" y="1604556"/>
                  </a:moveTo>
                  <a:lnTo>
                    <a:pt x="0" y="1604556"/>
                  </a:lnTo>
                  <a:lnTo>
                    <a:pt x="0" y="1633131"/>
                  </a:lnTo>
                  <a:lnTo>
                    <a:pt x="9525" y="1633131"/>
                  </a:lnTo>
                  <a:lnTo>
                    <a:pt x="9525" y="1604556"/>
                  </a:lnTo>
                  <a:close/>
                </a:path>
                <a:path w="11430000" h="3381375">
                  <a:moveTo>
                    <a:pt x="9525" y="1556931"/>
                  </a:moveTo>
                  <a:lnTo>
                    <a:pt x="0" y="1556931"/>
                  </a:lnTo>
                  <a:lnTo>
                    <a:pt x="0" y="1585506"/>
                  </a:lnTo>
                  <a:lnTo>
                    <a:pt x="9525" y="1585506"/>
                  </a:lnTo>
                  <a:lnTo>
                    <a:pt x="9525" y="1556931"/>
                  </a:lnTo>
                  <a:close/>
                </a:path>
                <a:path w="11430000" h="3381375">
                  <a:moveTo>
                    <a:pt x="9525" y="1509306"/>
                  </a:moveTo>
                  <a:lnTo>
                    <a:pt x="0" y="1509306"/>
                  </a:lnTo>
                  <a:lnTo>
                    <a:pt x="0" y="1537881"/>
                  </a:lnTo>
                  <a:lnTo>
                    <a:pt x="9525" y="1537881"/>
                  </a:lnTo>
                  <a:lnTo>
                    <a:pt x="9525" y="1509306"/>
                  </a:lnTo>
                  <a:close/>
                </a:path>
                <a:path w="11430000" h="3381375">
                  <a:moveTo>
                    <a:pt x="9525" y="1461681"/>
                  </a:moveTo>
                  <a:lnTo>
                    <a:pt x="0" y="1461681"/>
                  </a:lnTo>
                  <a:lnTo>
                    <a:pt x="0" y="1490256"/>
                  </a:lnTo>
                  <a:lnTo>
                    <a:pt x="9525" y="1490256"/>
                  </a:lnTo>
                  <a:lnTo>
                    <a:pt x="9525" y="1461681"/>
                  </a:lnTo>
                  <a:close/>
                </a:path>
                <a:path w="11430000" h="3381375">
                  <a:moveTo>
                    <a:pt x="9525" y="1414056"/>
                  </a:moveTo>
                  <a:lnTo>
                    <a:pt x="0" y="1414056"/>
                  </a:lnTo>
                  <a:lnTo>
                    <a:pt x="0" y="1442631"/>
                  </a:lnTo>
                  <a:lnTo>
                    <a:pt x="9525" y="1442631"/>
                  </a:lnTo>
                  <a:lnTo>
                    <a:pt x="9525" y="1414056"/>
                  </a:lnTo>
                  <a:close/>
                </a:path>
                <a:path w="11430000" h="3381375">
                  <a:moveTo>
                    <a:pt x="9525" y="1366431"/>
                  </a:moveTo>
                  <a:lnTo>
                    <a:pt x="0" y="1366431"/>
                  </a:lnTo>
                  <a:lnTo>
                    <a:pt x="0" y="1395006"/>
                  </a:lnTo>
                  <a:lnTo>
                    <a:pt x="9525" y="1395006"/>
                  </a:lnTo>
                  <a:lnTo>
                    <a:pt x="9525" y="1366431"/>
                  </a:lnTo>
                  <a:close/>
                </a:path>
                <a:path w="11430000" h="3381375">
                  <a:moveTo>
                    <a:pt x="9525" y="1318806"/>
                  </a:moveTo>
                  <a:lnTo>
                    <a:pt x="0" y="1318806"/>
                  </a:lnTo>
                  <a:lnTo>
                    <a:pt x="0" y="1347381"/>
                  </a:lnTo>
                  <a:lnTo>
                    <a:pt x="9525" y="1347381"/>
                  </a:lnTo>
                  <a:lnTo>
                    <a:pt x="9525" y="1318806"/>
                  </a:lnTo>
                  <a:close/>
                </a:path>
                <a:path w="11430000" h="3381375">
                  <a:moveTo>
                    <a:pt x="9525" y="1271181"/>
                  </a:moveTo>
                  <a:lnTo>
                    <a:pt x="0" y="1271181"/>
                  </a:lnTo>
                  <a:lnTo>
                    <a:pt x="0" y="1299756"/>
                  </a:lnTo>
                  <a:lnTo>
                    <a:pt x="9525" y="1299756"/>
                  </a:lnTo>
                  <a:lnTo>
                    <a:pt x="9525" y="1271181"/>
                  </a:lnTo>
                  <a:close/>
                </a:path>
                <a:path w="11430000" h="3381375">
                  <a:moveTo>
                    <a:pt x="9525" y="1223556"/>
                  </a:moveTo>
                  <a:lnTo>
                    <a:pt x="0" y="1223556"/>
                  </a:lnTo>
                  <a:lnTo>
                    <a:pt x="0" y="1252131"/>
                  </a:lnTo>
                  <a:lnTo>
                    <a:pt x="9525" y="1252131"/>
                  </a:lnTo>
                  <a:lnTo>
                    <a:pt x="9525" y="1223556"/>
                  </a:lnTo>
                  <a:close/>
                </a:path>
                <a:path w="11430000" h="3381375">
                  <a:moveTo>
                    <a:pt x="9525" y="1175931"/>
                  </a:moveTo>
                  <a:lnTo>
                    <a:pt x="0" y="1175931"/>
                  </a:lnTo>
                  <a:lnTo>
                    <a:pt x="0" y="1204506"/>
                  </a:lnTo>
                  <a:lnTo>
                    <a:pt x="9525" y="1204506"/>
                  </a:lnTo>
                  <a:lnTo>
                    <a:pt x="9525" y="1175931"/>
                  </a:lnTo>
                  <a:close/>
                </a:path>
                <a:path w="11430000" h="3381375">
                  <a:moveTo>
                    <a:pt x="9525" y="1128306"/>
                  </a:moveTo>
                  <a:lnTo>
                    <a:pt x="0" y="1128306"/>
                  </a:lnTo>
                  <a:lnTo>
                    <a:pt x="0" y="1156881"/>
                  </a:lnTo>
                  <a:lnTo>
                    <a:pt x="9525" y="1156881"/>
                  </a:lnTo>
                  <a:lnTo>
                    <a:pt x="9525" y="1128306"/>
                  </a:lnTo>
                  <a:close/>
                </a:path>
                <a:path w="11430000" h="3381375">
                  <a:moveTo>
                    <a:pt x="9525" y="1080681"/>
                  </a:moveTo>
                  <a:lnTo>
                    <a:pt x="0" y="1080681"/>
                  </a:lnTo>
                  <a:lnTo>
                    <a:pt x="0" y="1109256"/>
                  </a:lnTo>
                  <a:lnTo>
                    <a:pt x="9525" y="1109256"/>
                  </a:lnTo>
                  <a:lnTo>
                    <a:pt x="9525" y="1080681"/>
                  </a:lnTo>
                  <a:close/>
                </a:path>
                <a:path w="11430000" h="3381375">
                  <a:moveTo>
                    <a:pt x="9525" y="1033056"/>
                  </a:moveTo>
                  <a:lnTo>
                    <a:pt x="0" y="1033056"/>
                  </a:lnTo>
                  <a:lnTo>
                    <a:pt x="0" y="1061631"/>
                  </a:lnTo>
                  <a:lnTo>
                    <a:pt x="9525" y="1061631"/>
                  </a:lnTo>
                  <a:lnTo>
                    <a:pt x="9525" y="1033056"/>
                  </a:lnTo>
                  <a:close/>
                </a:path>
                <a:path w="11430000" h="3381375">
                  <a:moveTo>
                    <a:pt x="9525" y="985431"/>
                  </a:moveTo>
                  <a:lnTo>
                    <a:pt x="0" y="985431"/>
                  </a:lnTo>
                  <a:lnTo>
                    <a:pt x="0" y="1014006"/>
                  </a:lnTo>
                  <a:lnTo>
                    <a:pt x="9525" y="1014006"/>
                  </a:lnTo>
                  <a:lnTo>
                    <a:pt x="9525" y="985431"/>
                  </a:lnTo>
                  <a:close/>
                </a:path>
                <a:path w="11430000" h="3381375">
                  <a:moveTo>
                    <a:pt x="9525" y="937806"/>
                  </a:moveTo>
                  <a:lnTo>
                    <a:pt x="0" y="937806"/>
                  </a:lnTo>
                  <a:lnTo>
                    <a:pt x="0" y="966381"/>
                  </a:lnTo>
                  <a:lnTo>
                    <a:pt x="9525" y="966381"/>
                  </a:lnTo>
                  <a:lnTo>
                    <a:pt x="9525" y="937806"/>
                  </a:lnTo>
                  <a:close/>
                </a:path>
                <a:path w="11430000" h="3381375">
                  <a:moveTo>
                    <a:pt x="9525" y="890181"/>
                  </a:moveTo>
                  <a:lnTo>
                    <a:pt x="0" y="890181"/>
                  </a:lnTo>
                  <a:lnTo>
                    <a:pt x="0" y="918756"/>
                  </a:lnTo>
                  <a:lnTo>
                    <a:pt x="9525" y="918756"/>
                  </a:lnTo>
                  <a:lnTo>
                    <a:pt x="9525" y="890181"/>
                  </a:lnTo>
                  <a:close/>
                </a:path>
                <a:path w="11430000" h="3381375">
                  <a:moveTo>
                    <a:pt x="9525" y="842556"/>
                  </a:moveTo>
                  <a:lnTo>
                    <a:pt x="0" y="842556"/>
                  </a:lnTo>
                  <a:lnTo>
                    <a:pt x="0" y="871131"/>
                  </a:lnTo>
                  <a:lnTo>
                    <a:pt x="9525" y="871131"/>
                  </a:lnTo>
                  <a:lnTo>
                    <a:pt x="9525" y="842556"/>
                  </a:lnTo>
                  <a:close/>
                </a:path>
                <a:path w="11430000" h="3381375">
                  <a:moveTo>
                    <a:pt x="9525" y="794931"/>
                  </a:moveTo>
                  <a:lnTo>
                    <a:pt x="0" y="794931"/>
                  </a:lnTo>
                  <a:lnTo>
                    <a:pt x="0" y="823506"/>
                  </a:lnTo>
                  <a:lnTo>
                    <a:pt x="9525" y="823506"/>
                  </a:lnTo>
                  <a:lnTo>
                    <a:pt x="9525" y="794931"/>
                  </a:lnTo>
                  <a:close/>
                </a:path>
                <a:path w="11430000" h="3381375">
                  <a:moveTo>
                    <a:pt x="9525" y="747306"/>
                  </a:moveTo>
                  <a:lnTo>
                    <a:pt x="0" y="747306"/>
                  </a:lnTo>
                  <a:lnTo>
                    <a:pt x="0" y="775881"/>
                  </a:lnTo>
                  <a:lnTo>
                    <a:pt x="9525" y="775881"/>
                  </a:lnTo>
                  <a:lnTo>
                    <a:pt x="9525" y="747306"/>
                  </a:lnTo>
                  <a:close/>
                </a:path>
                <a:path w="11430000" h="3381375">
                  <a:moveTo>
                    <a:pt x="9525" y="699681"/>
                  </a:moveTo>
                  <a:lnTo>
                    <a:pt x="0" y="699681"/>
                  </a:lnTo>
                  <a:lnTo>
                    <a:pt x="0" y="728256"/>
                  </a:lnTo>
                  <a:lnTo>
                    <a:pt x="9525" y="728256"/>
                  </a:lnTo>
                  <a:lnTo>
                    <a:pt x="9525" y="699681"/>
                  </a:lnTo>
                  <a:close/>
                </a:path>
                <a:path w="11430000" h="3381375">
                  <a:moveTo>
                    <a:pt x="9525" y="652056"/>
                  </a:moveTo>
                  <a:lnTo>
                    <a:pt x="0" y="652056"/>
                  </a:lnTo>
                  <a:lnTo>
                    <a:pt x="0" y="680631"/>
                  </a:lnTo>
                  <a:lnTo>
                    <a:pt x="9525" y="680631"/>
                  </a:lnTo>
                  <a:lnTo>
                    <a:pt x="9525" y="652056"/>
                  </a:lnTo>
                  <a:close/>
                </a:path>
                <a:path w="11430000" h="3381375">
                  <a:moveTo>
                    <a:pt x="9525" y="604431"/>
                  </a:moveTo>
                  <a:lnTo>
                    <a:pt x="0" y="604431"/>
                  </a:lnTo>
                  <a:lnTo>
                    <a:pt x="0" y="633006"/>
                  </a:lnTo>
                  <a:lnTo>
                    <a:pt x="9525" y="633006"/>
                  </a:lnTo>
                  <a:lnTo>
                    <a:pt x="9525" y="604431"/>
                  </a:lnTo>
                  <a:close/>
                </a:path>
                <a:path w="11430000" h="3381375">
                  <a:moveTo>
                    <a:pt x="9525" y="556806"/>
                  </a:moveTo>
                  <a:lnTo>
                    <a:pt x="0" y="556806"/>
                  </a:lnTo>
                  <a:lnTo>
                    <a:pt x="0" y="585381"/>
                  </a:lnTo>
                  <a:lnTo>
                    <a:pt x="9525" y="585381"/>
                  </a:lnTo>
                  <a:lnTo>
                    <a:pt x="9525" y="556806"/>
                  </a:lnTo>
                  <a:close/>
                </a:path>
                <a:path w="11430000" h="3381375">
                  <a:moveTo>
                    <a:pt x="9525" y="509181"/>
                  </a:moveTo>
                  <a:lnTo>
                    <a:pt x="0" y="509181"/>
                  </a:lnTo>
                  <a:lnTo>
                    <a:pt x="0" y="537756"/>
                  </a:lnTo>
                  <a:lnTo>
                    <a:pt x="9525" y="537756"/>
                  </a:lnTo>
                  <a:lnTo>
                    <a:pt x="9525" y="509181"/>
                  </a:lnTo>
                  <a:close/>
                </a:path>
                <a:path w="11430000" h="3381375">
                  <a:moveTo>
                    <a:pt x="9525" y="461556"/>
                  </a:moveTo>
                  <a:lnTo>
                    <a:pt x="0" y="461556"/>
                  </a:lnTo>
                  <a:lnTo>
                    <a:pt x="0" y="490131"/>
                  </a:lnTo>
                  <a:lnTo>
                    <a:pt x="9525" y="490131"/>
                  </a:lnTo>
                  <a:lnTo>
                    <a:pt x="9525" y="461556"/>
                  </a:lnTo>
                  <a:close/>
                </a:path>
                <a:path w="11430000" h="3381375">
                  <a:moveTo>
                    <a:pt x="9525" y="413931"/>
                  </a:moveTo>
                  <a:lnTo>
                    <a:pt x="0" y="413931"/>
                  </a:lnTo>
                  <a:lnTo>
                    <a:pt x="0" y="442506"/>
                  </a:lnTo>
                  <a:lnTo>
                    <a:pt x="9525" y="442506"/>
                  </a:lnTo>
                  <a:lnTo>
                    <a:pt x="9525" y="413931"/>
                  </a:lnTo>
                  <a:close/>
                </a:path>
                <a:path w="11430000" h="3381375">
                  <a:moveTo>
                    <a:pt x="9525" y="366306"/>
                  </a:moveTo>
                  <a:lnTo>
                    <a:pt x="0" y="366306"/>
                  </a:lnTo>
                  <a:lnTo>
                    <a:pt x="0" y="394881"/>
                  </a:lnTo>
                  <a:lnTo>
                    <a:pt x="9525" y="394881"/>
                  </a:lnTo>
                  <a:lnTo>
                    <a:pt x="9525" y="366306"/>
                  </a:lnTo>
                  <a:close/>
                </a:path>
                <a:path w="11430000" h="3381375">
                  <a:moveTo>
                    <a:pt x="9525" y="318681"/>
                  </a:moveTo>
                  <a:lnTo>
                    <a:pt x="0" y="318681"/>
                  </a:lnTo>
                  <a:lnTo>
                    <a:pt x="0" y="347256"/>
                  </a:lnTo>
                  <a:lnTo>
                    <a:pt x="9525" y="347256"/>
                  </a:lnTo>
                  <a:lnTo>
                    <a:pt x="9525" y="318681"/>
                  </a:lnTo>
                  <a:close/>
                </a:path>
                <a:path w="11430000" h="3381375">
                  <a:moveTo>
                    <a:pt x="9525" y="271056"/>
                  </a:moveTo>
                  <a:lnTo>
                    <a:pt x="0" y="271056"/>
                  </a:lnTo>
                  <a:lnTo>
                    <a:pt x="0" y="299631"/>
                  </a:lnTo>
                  <a:lnTo>
                    <a:pt x="9525" y="299631"/>
                  </a:lnTo>
                  <a:lnTo>
                    <a:pt x="9525" y="271056"/>
                  </a:lnTo>
                  <a:close/>
                </a:path>
                <a:path w="11430000" h="3381375">
                  <a:moveTo>
                    <a:pt x="9525" y="223431"/>
                  </a:moveTo>
                  <a:lnTo>
                    <a:pt x="0" y="223431"/>
                  </a:lnTo>
                  <a:lnTo>
                    <a:pt x="0" y="252006"/>
                  </a:lnTo>
                  <a:lnTo>
                    <a:pt x="9525" y="252006"/>
                  </a:lnTo>
                  <a:lnTo>
                    <a:pt x="9525" y="223431"/>
                  </a:lnTo>
                  <a:close/>
                </a:path>
                <a:path w="11430000" h="3381375">
                  <a:moveTo>
                    <a:pt x="9525" y="175806"/>
                  </a:moveTo>
                  <a:lnTo>
                    <a:pt x="0" y="175806"/>
                  </a:lnTo>
                  <a:lnTo>
                    <a:pt x="0" y="204381"/>
                  </a:lnTo>
                  <a:lnTo>
                    <a:pt x="9525" y="204381"/>
                  </a:lnTo>
                  <a:lnTo>
                    <a:pt x="9525" y="175806"/>
                  </a:lnTo>
                  <a:close/>
                </a:path>
                <a:path w="11430000" h="3381375">
                  <a:moveTo>
                    <a:pt x="9525" y="128181"/>
                  </a:moveTo>
                  <a:lnTo>
                    <a:pt x="0" y="128181"/>
                  </a:lnTo>
                  <a:lnTo>
                    <a:pt x="0" y="156756"/>
                  </a:lnTo>
                  <a:lnTo>
                    <a:pt x="9525" y="156756"/>
                  </a:lnTo>
                  <a:lnTo>
                    <a:pt x="9525" y="128181"/>
                  </a:lnTo>
                  <a:close/>
                </a:path>
                <a:path w="11430000" h="3381375">
                  <a:moveTo>
                    <a:pt x="9525" y="80556"/>
                  </a:moveTo>
                  <a:lnTo>
                    <a:pt x="0" y="80556"/>
                  </a:lnTo>
                  <a:lnTo>
                    <a:pt x="0" y="109131"/>
                  </a:lnTo>
                  <a:lnTo>
                    <a:pt x="9525" y="109131"/>
                  </a:lnTo>
                  <a:lnTo>
                    <a:pt x="9525" y="80556"/>
                  </a:lnTo>
                  <a:close/>
                </a:path>
                <a:path w="11430000" h="3381375">
                  <a:moveTo>
                    <a:pt x="19710" y="3340468"/>
                  </a:moveTo>
                  <a:lnTo>
                    <a:pt x="10617" y="3316948"/>
                  </a:lnTo>
                  <a:lnTo>
                    <a:pt x="1244" y="3318637"/>
                  </a:lnTo>
                  <a:lnTo>
                    <a:pt x="11633" y="3345510"/>
                  </a:lnTo>
                  <a:lnTo>
                    <a:pt x="19710" y="3340468"/>
                  </a:lnTo>
                  <a:close/>
                </a:path>
                <a:path w="11430000" h="3381375">
                  <a:moveTo>
                    <a:pt x="20078" y="40284"/>
                  </a:moveTo>
                  <a:lnTo>
                    <a:pt x="12065" y="35153"/>
                  </a:lnTo>
                  <a:lnTo>
                    <a:pt x="9017" y="40246"/>
                  </a:lnTo>
                  <a:lnTo>
                    <a:pt x="5803" y="47040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1371" y="61912"/>
                  </a:lnTo>
                  <a:lnTo>
                    <a:pt x="10731" y="63703"/>
                  </a:lnTo>
                  <a:lnTo>
                    <a:pt x="10795" y="63195"/>
                  </a:lnTo>
                  <a:lnTo>
                    <a:pt x="12382" y="56883"/>
                  </a:lnTo>
                  <a:lnTo>
                    <a:pt x="14605" y="50685"/>
                  </a:lnTo>
                  <a:lnTo>
                    <a:pt x="17411" y="44742"/>
                  </a:lnTo>
                  <a:lnTo>
                    <a:pt x="20078" y="40284"/>
                  </a:lnTo>
                  <a:close/>
                </a:path>
                <a:path w="11430000" h="3381375">
                  <a:moveTo>
                    <a:pt x="51435" y="3367049"/>
                  </a:moveTo>
                  <a:lnTo>
                    <a:pt x="30403" y="3353549"/>
                  </a:lnTo>
                  <a:lnTo>
                    <a:pt x="23863" y="3360458"/>
                  </a:lnTo>
                  <a:lnTo>
                    <a:pt x="47904" y="3375888"/>
                  </a:lnTo>
                  <a:lnTo>
                    <a:pt x="51435" y="3367049"/>
                  </a:lnTo>
                  <a:close/>
                </a:path>
                <a:path w="11430000" h="3381375">
                  <a:moveTo>
                    <a:pt x="52146" y="14084"/>
                  </a:moveTo>
                  <a:lnTo>
                    <a:pt x="48704" y="5207"/>
                  </a:lnTo>
                  <a:lnTo>
                    <a:pt x="47040" y="5803"/>
                  </a:lnTo>
                  <a:lnTo>
                    <a:pt x="40246" y="9017"/>
                  </a:lnTo>
                  <a:lnTo>
                    <a:pt x="33858" y="12839"/>
                  </a:lnTo>
                  <a:lnTo>
                    <a:pt x="27889" y="17272"/>
                  </a:lnTo>
                  <a:lnTo>
                    <a:pt x="24498" y="20358"/>
                  </a:lnTo>
                  <a:lnTo>
                    <a:pt x="30962" y="27343"/>
                  </a:lnTo>
                  <a:lnTo>
                    <a:pt x="33934" y="24638"/>
                  </a:lnTo>
                  <a:lnTo>
                    <a:pt x="39154" y="20751"/>
                  </a:lnTo>
                  <a:lnTo>
                    <a:pt x="44742" y="17411"/>
                  </a:lnTo>
                  <a:lnTo>
                    <a:pt x="50685" y="14605"/>
                  </a:lnTo>
                  <a:lnTo>
                    <a:pt x="52146" y="14084"/>
                  </a:lnTo>
                  <a:close/>
                </a:path>
                <a:path w="11430000" h="3381375">
                  <a:moveTo>
                    <a:pt x="94983" y="3371850"/>
                  </a:moveTo>
                  <a:lnTo>
                    <a:pt x="76200" y="3371850"/>
                  </a:lnTo>
                  <a:lnTo>
                    <a:pt x="69634" y="3371532"/>
                  </a:lnTo>
                  <a:lnTo>
                    <a:pt x="67945" y="3371291"/>
                  </a:lnTo>
                  <a:lnTo>
                    <a:pt x="66763" y="3380727"/>
                  </a:lnTo>
                  <a:lnTo>
                    <a:pt x="68694" y="3381019"/>
                  </a:lnTo>
                  <a:lnTo>
                    <a:pt x="76200" y="3381375"/>
                  </a:lnTo>
                  <a:lnTo>
                    <a:pt x="94983" y="3381375"/>
                  </a:lnTo>
                  <a:lnTo>
                    <a:pt x="94983" y="3371850"/>
                  </a:lnTo>
                  <a:close/>
                </a:path>
                <a:path w="11430000" h="3381375">
                  <a:moveTo>
                    <a:pt x="104775" y="0"/>
                  </a:moveTo>
                  <a:lnTo>
                    <a:pt x="76200" y="0"/>
                  </a:lnTo>
                  <a:lnTo>
                    <a:pt x="68694" y="368"/>
                  </a:lnTo>
                  <a:lnTo>
                    <a:pt x="67576" y="533"/>
                  </a:lnTo>
                  <a:lnTo>
                    <a:pt x="68656" y="9994"/>
                  </a:lnTo>
                  <a:lnTo>
                    <a:pt x="69634" y="9842"/>
                  </a:lnTo>
                  <a:lnTo>
                    <a:pt x="76200" y="9525"/>
                  </a:lnTo>
                  <a:lnTo>
                    <a:pt x="104775" y="9525"/>
                  </a:lnTo>
                  <a:lnTo>
                    <a:pt x="104775" y="0"/>
                  </a:lnTo>
                  <a:close/>
                </a:path>
                <a:path w="11430000" h="3381375">
                  <a:moveTo>
                    <a:pt x="142608" y="3371850"/>
                  </a:moveTo>
                  <a:lnTo>
                    <a:pt x="114033" y="3371850"/>
                  </a:lnTo>
                  <a:lnTo>
                    <a:pt x="114033" y="3381375"/>
                  </a:lnTo>
                  <a:lnTo>
                    <a:pt x="142608" y="3381375"/>
                  </a:lnTo>
                  <a:lnTo>
                    <a:pt x="142608" y="3371850"/>
                  </a:lnTo>
                  <a:close/>
                </a:path>
                <a:path w="11430000" h="3381375">
                  <a:moveTo>
                    <a:pt x="152400" y="0"/>
                  </a:moveTo>
                  <a:lnTo>
                    <a:pt x="123825" y="0"/>
                  </a:lnTo>
                  <a:lnTo>
                    <a:pt x="123825" y="9525"/>
                  </a:lnTo>
                  <a:lnTo>
                    <a:pt x="152400" y="9525"/>
                  </a:lnTo>
                  <a:lnTo>
                    <a:pt x="152400" y="0"/>
                  </a:lnTo>
                  <a:close/>
                </a:path>
                <a:path w="11430000" h="3381375">
                  <a:moveTo>
                    <a:pt x="190233" y="3371850"/>
                  </a:moveTo>
                  <a:lnTo>
                    <a:pt x="161658" y="3371850"/>
                  </a:lnTo>
                  <a:lnTo>
                    <a:pt x="161658" y="3381375"/>
                  </a:lnTo>
                  <a:lnTo>
                    <a:pt x="190233" y="3381375"/>
                  </a:lnTo>
                  <a:lnTo>
                    <a:pt x="190233" y="3371850"/>
                  </a:lnTo>
                  <a:close/>
                </a:path>
                <a:path w="11430000" h="338137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11430000" h="3381375">
                  <a:moveTo>
                    <a:pt x="237858" y="3371850"/>
                  </a:moveTo>
                  <a:lnTo>
                    <a:pt x="209283" y="3371850"/>
                  </a:lnTo>
                  <a:lnTo>
                    <a:pt x="209283" y="3381375"/>
                  </a:lnTo>
                  <a:lnTo>
                    <a:pt x="237858" y="3381375"/>
                  </a:lnTo>
                  <a:lnTo>
                    <a:pt x="237858" y="3371850"/>
                  </a:lnTo>
                  <a:close/>
                </a:path>
                <a:path w="11430000" h="3381375">
                  <a:moveTo>
                    <a:pt x="247650" y="0"/>
                  </a:moveTo>
                  <a:lnTo>
                    <a:pt x="219075" y="0"/>
                  </a:lnTo>
                  <a:lnTo>
                    <a:pt x="219075" y="9525"/>
                  </a:lnTo>
                  <a:lnTo>
                    <a:pt x="247650" y="9525"/>
                  </a:lnTo>
                  <a:lnTo>
                    <a:pt x="247650" y="0"/>
                  </a:lnTo>
                  <a:close/>
                </a:path>
                <a:path w="11430000" h="3381375">
                  <a:moveTo>
                    <a:pt x="285483" y="3371850"/>
                  </a:moveTo>
                  <a:lnTo>
                    <a:pt x="256908" y="3371850"/>
                  </a:lnTo>
                  <a:lnTo>
                    <a:pt x="256908" y="3381375"/>
                  </a:lnTo>
                  <a:lnTo>
                    <a:pt x="285483" y="3381375"/>
                  </a:lnTo>
                  <a:lnTo>
                    <a:pt x="285483" y="3371850"/>
                  </a:lnTo>
                  <a:close/>
                </a:path>
                <a:path w="11430000" h="3381375">
                  <a:moveTo>
                    <a:pt x="295275" y="0"/>
                  </a:moveTo>
                  <a:lnTo>
                    <a:pt x="266700" y="0"/>
                  </a:lnTo>
                  <a:lnTo>
                    <a:pt x="26670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11430000" h="3381375">
                  <a:moveTo>
                    <a:pt x="333108" y="3371850"/>
                  </a:moveTo>
                  <a:lnTo>
                    <a:pt x="304533" y="3371850"/>
                  </a:lnTo>
                  <a:lnTo>
                    <a:pt x="304533" y="3381375"/>
                  </a:lnTo>
                  <a:lnTo>
                    <a:pt x="333108" y="3381375"/>
                  </a:lnTo>
                  <a:lnTo>
                    <a:pt x="333108" y="3371850"/>
                  </a:lnTo>
                  <a:close/>
                </a:path>
                <a:path w="11430000" h="3381375">
                  <a:moveTo>
                    <a:pt x="342900" y="0"/>
                  </a:moveTo>
                  <a:lnTo>
                    <a:pt x="314325" y="0"/>
                  </a:lnTo>
                  <a:lnTo>
                    <a:pt x="314325" y="9525"/>
                  </a:lnTo>
                  <a:lnTo>
                    <a:pt x="342900" y="9525"/>
                  </a:lnTo>
                  <a:lnTo>
                    <a:pt x="342900" y="0"/>
                  </a:lnTo>
                  <a:close/>
                </a:path>
                <a:path w="11430000" h="3381375">
                  <a:moveTo>
                    <a:pt x="380733" y="3371850"/>
                  </a:moveTo>
                  <a:lnTo>
                    <a:pt x="352158" y="3371850"/>
                  </a:lnTo>
                  <a:lnTo>
                    <a:pt x="352158" y="3381375"/>
                  </a:lnTo>
                  <a:lnTo>
                    <a:pt x="380733" y="3381375"/>
                  </a:lnTo>
                  <a:lnTo>
                    <a:pt x="380733" y="3371850"/>
                  </a:lnTo>
                  <a:close/>
                </a:path>
                <a:path w="11430000" h="3381375">
                  <a:moveTo>
                    <a:pt x="390525" y="0"/>
                  </a:moveTo>
                  <a:lnTo>
                    <a:pt x="361950" y="0"/>
                  </a:lnTo>
                  <a:lnTo>
                    <a:pt x="361950" y="9525"/>
                  </a:lnTo>
                  <a:lnTo>
                    <a:pt x="390525" y="9525"/>
                  </a:lnTo>
                  <a:lnTo>
                    <a:pt x="390525" y="0"/>
                  </a:lnTo>
                  <a:close/>
                </a:path>
                <a:path w="11430000" h="3381375">
                  <a:moveTo>
                    <a:pt x="428358" y="3371850"/>
                  </a:moveTo>
                  <a:lnTo>
                    <a:pt x="399783" y="3371850"/>
                  </a:lnTo>
                  <a:lnTo>
                    <a:pt x="399783" y="3381375"/>
                  </a:lnTo>
                  <a:lnTo>
                    <a:pt x="428358" y="3381375"/>
                  </a:lnTo>
                  <a:lnTo>
                    <a:pt x="428358" y="3371850"/>
                  </a:lnTo>
                  <a:close/>
                </a:path>
                <a:path w="11430000" h="3381375">
                  <a:moveTo>
                    <a:pt x="438150" y="0"/>
                  </a:moveTo>
                  <a:lnTo>
                    <a:pt x="409575" y="0"/>
                  </a:lnTo>
                  <a:lnTo>
                    <a:pt x="409575" y="9525"/>
                  </a:lnTo>
                  <a:lnTo>
                    <a:pt x="438150" y="9525"/>
                  </a:lnTo>
                  <a:lnTo>
                    <a:pt x="438150" y="0"/>
                  </a:lnTo>
                  <a:close/>
                </a:path>
                <a:path w="11430000" h="3381375">
                  <a:moveTo>
                    <a:pt x="475983" y="3371850"/>
                  </a:moveTo>
                  <a:lnTo>
                    <a:pt x="447408" y="3371850"/>
                  </a:lnTo>
                  <a:lnTo>
                    <a:pt x="447408" y="3381375"/>
                  </a:lnTo>
                  <a:lnTo>
                    <a:pt x="475983" y="3381375"/>
                  </a:lnTo>
                  <a:lnTo>
                    <a:pt x="475983" y="3371850"/>
                  </a:lnTo>
                  <a:close/>
                </a:path>
                <a:path w="11430000" h="338137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11430000" h="3381375">
                  <a:moveTo>
                    <a:pt x="523608" y="3371850"/>
                  </a:moveTo>
                  <a:lnTo>
                    <a:pt x="495033" y="3371850"/>
                  </a:lnTo>
                  <a:lnTo>
                    <a:pt x="495033" y="3381375"/>
                  </a:lnTo>
                  <a:lnTo>
                    <a:pt x="523608" y="3381375"/>
                  </a:lnTo>
                  <a:lnTo>
                    <a:pt x="523608" y="3371850"/>
                  </a:lnTo>
                  <a:close/>
                </a:path>
                <a:path w="11430000" h="3381375">
                  <a:moveTo>
                    <a:pt x="533400" y="0"/>
                  </a:moveTo>
                  <a:lnTo>
                    <a:pt x="504825" y="0"/>
                  </a:lnTo>
                  <a:lnTo>
                    <a:pt x="504825" y="9525"/>
                  </a:lnTo>
                  <a:lnTo>
                    <a:pt x="533400" y="9525"/>
                  </a:lnTo>
                  <a:lnTo>
                    <a:pt x="533400" y="0"/>
                  </a:lnTo>
                  <a:close/>
                </a:path>
                <a:path w="11430000" h="3381375">
                  <a:moveTo>
                    <a:pt x="571233" y="3371850"/>
                  </a:moveTo>
                  <a:lnTo>
                    <a:pt x="542658" y="3371850"/>
                  </a:lnTo>
                  <a:lnTo>
                    <a:pt x="542658" y="3381375"/>
                  </a:lnTo>
                  <a:lnTo>
                    <a:pt x="571233" y="3381375"/>
                  </a:lnTo>
                  <a:lnTo>
                    <a:pt x="571233" y="3371850"/>
                  </a:lnTo>
                  <a:close/>
                </a:path>
                <a:path w="11430000" h="3381375">
                  <a:moveTo>
                    <a:pt x="581025" y="0"/>
                  </a:moveTo>
                  <a:lnTo>
                    <a:pt x="552450" y="0"/>
                  </a:lnTo>
                  <a:lnTo>
                    <a:pt x="55245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11430000" h="3381375">
                  <a:moveTo>
                    <a:pt x="618858" y="3371850"/>
                  </a:moveTo>
                  <a:lnTo>
                    <a:pt x="590283" y="3371850"/>
                  </a:lnTo>
                  <a:lnTo>
                    <a:pt x="590283" y="3381375"/>
                  </a:lnTo>
                  <a:lnTo>
                    <a:pt x="618858" y="3381375"/>
                  </a:lnTo>
                  <a:lnTo>
                    <a:pt x="618858" y="3371850"/>
                  </a:lnTo>
                  <a:close/>
                </a:path>
                <a:path w="11430000" h="3381375">
                  <a:moveTo>
                    <a:pt x="628650" y="0"/>
                  </a:moveTo>
                  <a:lnTo>
                    <a:pt x="600075" y="0"/>
                  </a:lnTo>
                  <a:lnTo>
                    <a:pt x="600075" y="9525"/>
                  </a:lnTo>
                  <a:lnTo>
                    <a:pt x="628650" y="9525"/>
                  </a:lnTo>
                  <a:lnTo>
                    <a:pt x="628650" y="0"/>
                  </a:lnTo>
                  <a:close/>
                </a:path>
                <a:path w="11430000" h="3381375">
                  <a:moveTo>
                    <a:pt x="666483" y="3371850"/>
                  </a:moveTo>
                  <a:lnTo>
                    <a:pt x="637908" y="3371850"/>
                  </a:lnTo>
                  <a:lnTo>
                    <a:pt x="637908" y="3381375"/>
                  </a:lnTo>
                  <a:lnTo>
                    <a:pt x="666483" y="3381375"/>
                  </a:lnTo>
                  <a:lnTo>
                    <a:pt x="666483" y="3371850"/>
                  </a:lnTo>
                  <a:close/>
                </a:path>
                <a:path w="11430000" h="3381375">
                  <a:moveTo>
                    <a:pt x="676275" y="0"/>
                  </a:moveTo>
                  <a:lnTo>
                    <a:pt x="647700" y="0"/>
                  </a:lnTo>
                  <a:lnTo>
                    <a:pt x="647700" y="9525"/>
                  </a:lnTo>
                  <a:lnTo>
                    <a:pt x="676275" y="9525"/>
                  </a:lnTo>
                  <a:lnTo>
                    <a:pt x="676275" y="0"/>
                  </a:lnTo>
                  <a:close/>
                </a:path>
                <a:path w="11430000" h="3381375">
                  <a:moveTo>
                    <a:pt x="714108" y="3371850"/>
                  </a:moveTo>
                  <a:lnTo>
                    <a:pt x="685533" y="3371850"/>
                  </a:lnTo>
                  <a:lnTo>
                    <a:pt x="685533" y="3381375"/>
                  </a:lnTo>
                  <a:lnTo>
                    <a:pt x="714108" y="3381375"/>
                  </a:lnTo>
                  <a:lnTo>
                    <a:pt x="714108" y="3371850"/>
                  </a:lnTo>
                  <a:close/>
                </a:path>
                <a:path w="11430000" h="3381375">
                  <a:moveTo>
                    <a:pt x="723900" y="0"/>
                  </a:moveTo>
                  <a:lnTo>
                    <a:pt x="695325" y="0"/>
                  </a:lnTo>
                  <a:lnTo>
                    <a:pt x="695325" y="9525"/>
                  </a:lnTo>
                  <a:lnTo>
                    <a:pt x="723900" y="9525"/>
                  </a:lnTo>
                  <a:lnTo>
                    <a:pt x="723900" y="0"/>
                  </a:lnTo>
                  <a:close/>
                </a:path>
                <a:path w="11430000" h="3381375">
                  <a:moveTo>
                    <a:pt x="761733" y="3371850"/>
                  </a:moveTo>
                  <a:lnTo>
                    <a:pt x="733158" y="3371850"/>
                  </a:lnTo>
                  <a:lnTo>
                    <a:pt x="733158" y="3381375"/>
                  </a:lnTo>
                  <a:lnTo>
                    <a:pt x="761733" y="3381375"/>
                  </a:lnTo>
                  <a:lnTo>
                    <a:pt x="761733" y="3371850"/>
                  </a:lnTo>
                  <a:close/>
                </a:path>
                <a:path w="11430000" h="338137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11430000" h="3381375">
                  <a:moveTo>
                    <a:pt x="809358" y="3371850"/>
                  </a:moveTo>
                  <a:lnTo>
                    <a:pt x="780783" y="3371850"/>
                  </a:lnTo>
                  <a:lnTo>
                    <a:pt x="780783" y="3381375"/>
                  </a:lnTo>
                  <a:lnTo>
                    <a:pt x="809358" y="3381375"/>
                  </a:lnTo>
                  <a:lnTo>
                    <a:pt x="809358" y="3371850"/>
                  </a:lnTo>
                  <a:close/>
                </a:path>
                <a:path w="11430000" h="3381375">
                  <a:moveTo>
                    <a:pt x="819150" y="0"/>
                  </a:moveTo>
                  <a:lnTo>
                    <a:pt x="790575" y="0"/>
                  </a:lnTo>
                  <a:lnTo>
                    <a:pt x="790575" y="9525"/>
                  </a:lnTo>
                  <a:lnTo>
                    <a:pt x="819150" y="9525"/>
                  </a:lnTo>
                  <a:lnTo>
                    <a:pt x="819150" y="0"/>
                  </a:lnTo>
                  <a:close/>
                </a:path>
                <a:path w="11430000" h="3381375">
                  <a:moveTo>
                    <a:pt x="856983" y="3371850"/>
                  </a:moveTo>
                  <a:lnTo>
                    <a:pt x="828408" y="3371850"/>
                  </a:lnTo>
                  <a:lnTo>
                    <a:pt x="828408" y="3381375"/>
                  </a:lnTo>
                  <a:lnTo>
                    <a:pt x="856983" y="3381375"/>
                  </a:lnTo>
                  <a:lnTo>
                    <a:pt x="856983" y="3371850"/>
                  </a:lnTo>
                  <a:close/>
                </a:path>
                <a:path w="11430000" h="3381375">
                  <a:moveTo>
                    <a:pt x="866775" y="0"/>
                  </a:moveTo>
                  <a:lnTo>
                    <a:pt x="838200" y="0"/>
                  </a:lnTo>
                  <a:lnTo>
                    <a:pt x="83820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11430000" h="3381375">
                  <a:moveTo>
                    <a:pt x="904608" y="3371850"/>
                  </a:moveTo>
                  <a:lnTo>
                    <a:pt x="876033" y="3371850"/>
                  </a:lnTo>
                  <a:lnTo>
                    <a:pt x="876033" y="3381375"/>
                  </a:lnTo>
                  <a:lnTo>
                    <a:pt x="904608" y="3381375"/>
                  </a:lnTo>
                  <a:lnTo>
                    <a:pt x="904608" y="3371850"/>
                  </a:lnTo>
                  <a:close/>
                </a:path>
                <a:path w="11430000" h="3381375">
                  <a:moveTo>
                    <a:pt x="914400" y="0"/>
                  </a:moveTo>
                  <a:lnTo>
                    <a:pt x="885825" y="0"/>
                  </a:lnTo>
                  <a:lnTo>
                    <a:pt x="885825" y="9525"/>
                  </a:lnTo>
                  <a:lnTo>
                    <a:pt x="914400" y="9525"/>
                  </a:lnTo>
                  <a:lnTo>
                    <a:pt x="914400" y="0"/>
                  </a:lnTo>
                  <a:close/>
                </a:path>
                <a:path w="11430000" h="3381375">
                  <a:moveTo>
                    <a:pt x="952233" y="3371850"/>
                  </a:moveTo>
                  <a:lnTo>
                    <a:pt x="923658" y="3371850"/>
                  </a:lnTo>
                  <a:lnTo>
                    <a:pt x="923658" y="3381375"/>
                  </a:lnTo>
                  <a:lnTo>
                    <a:pt x="952233" y="3381375"/>
                  </a:lnTo>
                  <a:lnTo>
                    <a:pt x="952233" y="3371850"/>
                  </a:lnTo>
                  <a:close/>
                </a:path>
                <a:path w="11430000" h="3381375">
                  <a:moveTo>
                    <a:pt x="962025" y="0"/>
                  </a:moveTo>
                  <a:lnTo>
                    <a:pt x="933450" y="0"/>
                  </a:lnTo>
                  <a:lnTo>
                    <a:pt x="933450" y="9525"/>
                  </a:lnTo>
                  <a:lnTo>
                    <a:pt x="962025" y="9525"/>
                  </a:lnTo>
                  <a:lnTo>
                    <a:pt x="962025" y="0"/>
                  </a:lnTo>
                  <a:close/>
                </a:path>
                <a:path w="11430000" h="3381375">
                  <a:moveTo>
                    <a:pt x="999858" y="3371850"/>
                  </a:moveTo>
                  <a:lnTo>
                    <a:pt x="971283" y="3371850"/>
                  </a:lnTo>
                  <a:lnTo>
                    <a:pt x="971283" y="3381375"/>
                  </a:lnTo>
                  <a:lnTo>
                    <a:pt x="999858" y="3381375"/>
                  </a:lnTo>
                  <a:lnTo>
                    <a:pt x="999858" y="3371850"/>
                  </a:lnTo>
                  <a:close/>
                </a:path>
                <a:path w="11430000" h="3381375">
                  <a:moveTo>
                    <a:pt x="1009650" y="0"/>
                  </a:moveTo>
                  <a:lnTo>
                    <a:pt x="981075" y="0"/>
                  </a:lnTo>
                  <a:lnTo>
                    <a:pt x="981075" y="9525"/>
                  </a:lnTo>
                  <a:lnTo>
                    <a:pt x="1009650" y="9525"/>
                  </a:lnTo>
                  <a:lnTo>
                    <a:pt x="1009650" y="0"/>
                  </a:lnTo>
                  <a:close/>
                </a:path>
                <a:path w="11430000" h="3381375">
                  <a:moveTo>
                    <a:pt x="1047483" y="3371850"/>
                  </a:moveTo>
                  <a:lnTo>
                    <a:pt x="1018908" y="3371850"/>
                  </a:lnTo>
                  <a:lnTo>
                    <a:pt x="1018908" y="3381375"/>
                  </a:lnTo>
                  <a:lnTo>
                    <a:pt x="1047483" y="3381375"/>
                  </a:lnTo>
                  <a:lnTo>
                    <a:pt x="1047483" y="3371850"/>
                  </a:lnTo>
                  <a:close/>
                </a:path>
                <a:path w="11430000" h="338137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11430000" h="3381375">
                  <a:moveTo>
                    <a:pt x="1095108" y="3371850"/>
                  </a:moveTo>
                  <a:lnTo>
                    <a:pt x="1066533" y="3371850"/>
                  </a:lnTo>
                  <a:lnTo>
                    <a:pt x="1066533" y="3381375"/>
                  </a:lnTo>
                  <a:lnTo>
                    <a:pt x="1095108" y="3381375"/>
                  </a:lnTo>
                  <a:lnTo>
                    <a:pt x="1095108" y="3371850"/>
                  </a:lnTo>
                  <a:close/>
                </a:path>
                <a:path w="11430000" h="3381375">
                  <a:moveTo>
                    <a:pt x="1104900" y="0"/>
                  </a:moveTo>
                  <a:lnTo>
                    <a:pt x="1076325" y="0"/>
                  </a:lnTo>
                  <a:lnTo>
                    <a:pt x="1076325" y="9525"/>
                  </a:lnTo>
                  <a:lnTo>
                    <a:pt x="1104900" y="9525"/>
                  </a:lnTo>
                  <a:lnTo>
                    <a:pt x="1104900" y="0"/>
                  </a:lnTo>
                  <a:close/>
                </a:path>
                <a:path w="11430000" h="3381375">
                  <a:moveTo>
                    <a:pt x="1142733" y="3371850"/>
                  </a:moveTo>
                  <a:lnTo>
                    <a:pt x="1114158" y="3371850"/>
                  </a:lnTo>
                  <a:lnTo>
                    <a:pt x="1114158" y="3381375"/>
                  </a:lnTo>
                  <a:lnTo>
                    <a:pt x="1142733" y="3381375"/>
                  </a:lnTo>
                  <a:lnTo>
                    <a:pt x="1142733" y="3371850"/>
                  </a:lnTo>
                  <a:close/>
                </a:path>
                <a:path w="11430000" h="3381375">
                  <a:moveTo>
                    <a:pt x="1152525" y="0"/>
                  </a:moveTo>
                  <a:lnTo>
                    <a:pt x="1123950" y="0"/>
                  </a:lnTo>
                  <a:lnTo>
                    <a:pt x="112395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11430000" h="3381375">
                  <a:moveTo>
                    <a:pt x="1190358" y="3371850"/>
                  </a:moveTo>
                  <a:lnTo>
                    <a:pt x="1161783" y="3371850"/>
                  </a:lnTo>
                  <a:lnTo>
                    <a:pt x="1161783" y="3381375"/>
                  </a:lnTo>
                  <a:lnTo>
                    <a:pt x="1190358" y="3381375"/>
                  </a:lnTo>
                  <a:lnTo>
                    <a:pt x="1190358" y="3371850"/>
                  </a:lnTo>
                  <a:close/>
                </a:path>
                <a:path w="11430000" h="3381375">
                  <a:moveTo>
                    <a:pt x="1200150" y="0"/>
                  </a:moveTo>
                  <a:lnTo>
                    <a:pt x="1171575" y="0"/>
                  </a:lnTo>
                  <a:lnTo>
                    <a:pt x="1171575" y="9525"/>
                  </a:lnTo>
                  <a:lnTo>
                    <a:pt x="1200150" y="9525"/>
                  </a:lnTo>
                  <a:lnTo>
                    <a:pt x="1200150" y="0"/>
                  </a:lnTo>
                  <a:close/>
                </a:path>
                <a:path w="11430000" h="3381375">
                  <a:moveTo>
                    <a:pt x="1237983" y="3371850"/>
                  </a:moveTo>
                  <a:lnTo>
                    <a:pt x="1209408" y="3371850"/>
                  </a:lnTo>
                  <a:lnTo>
                    <a:pt x="1209408" y="3381375"/>
                  </a:lnTo>
                  <a:lnTo>
                    <a:pt x="1237983" y="3381375"/>
                  </a:lnTo>
                  <a:lnTo>
                    <a:pt x="1237983" y="3371850"/>
                  </a:lnTo>
                  <a:close/>
                </a:path>
                <a:path w="11430000" h="3381375">
                  <a:moveTo>
                    <a:pt x="1247775" y="0"/>
                  </a:moveTo>
                  <a:lnTo>
                    <a:pt x="1219200" y="0"/>
                  </a:lnTo>
                  <a:lnTo>
                    <a:pt x="1219200" y="9525"/>
                  </a:lnTo>
                  <a:lnTo>
                    <a:pt x="1247775" y="9525"/>
                  </a:lnTo>
                  <a:lnTo>
                    <a:pt x="1247775" y="0"/>
                  </a:lnTo>
                  <a:close/>
                </a:path>
                <a:path w="11430000" h="3381375">
                  <a:moveTo>
                    <a:pt x="1285608" y="3371850"/>
                  </a:moveTo>
                  <a:lnTo>
                    <a:pt x="1257033" y="3371850"/>
                  </a:lnTo>
                  <a:lnTo>
                    <a:pt x="1257033" y="3381375"/>
                  </a:lnTo>
                  <a:lnTo>
                    <a:pt x="1285608" y="3381375"/>
                  </a:lnTo>
                  <a:lnTo>
                    <a:pt x="1285608" y="3371850"/>
                  </a:lnTo>
                  <a:close/>
                </a:path>
                <a:path w="11430000" h="3381375">
                  <a:moveTo>
                    <a:pt x="1295400" y="0"/>
                  </a:moveTo>
                  <a:lnTo>
                    <a:pt x="1266825" y="0"/>
                  </a:lnTo>
                  <a:lnTo>
                    <a:pt x="1266825" y="9525"/>
                  </a:lnTo>
                  <a:lnTo>
                    <a:pt x="1295400" y="9525"/>
                  </a:lnTo>
                  <a:lnTo>
                    <a:pt x="1295400" y="0"/>
                  </a:lnTo>
                  <a:close/>
                </a:path>
                <a:path w="11430000" h="3381375">
                  <a:moveTo>
                    <a:pt x="1333233" y="3371850"/>
                  </a:moveTo>
                  <a:lnTo>
                    <a:pt x="1304658" y="3371850"/>
                  </a:lnTo>
                  <a:lnTo>
                    <a:pt x="1304658" y="3381375"/>
                  </a:lnTo>
                  <a:lnTo>
                    <a:pt x="1333233" y="3381375"/>
                  </a:lnTo>
                  <a:lnTo>
                    <a:pt x="1333233" y="3371850"/>
                  </a:lnTo>
                  <a:close/>
                </a:path>
                <a:path w="11430000" h="338137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11430000" h="3381375">
                  <a:moveTo>
                    <a:pt x="1380858" y="3371850"/>
                  </a:moveTo>
                  <a:lnTo>
                    <a:pt x="1352283" y="3371850"/>
                  </a:lnTo>
                  <a:lnTo>
                    <a:pt x="1352283" y="3381375"/>
                  </a:lnTo>
                  <a:lnTo>
                    <a:pt x="1380858" y="3381375"/>
                  </a:lnTo>
                  <a:lnTo>
                    <a:pt x="1380858" y="3371850"/>
                  </a:lnTo>
                  <a:close/>
                </a:path>
                <a:path w="11430000" h="3381375">
                  <a:moveTo>
                    <a:pt x="1390650" y="0"/>
                  </a:moveTo>
                  <a:lnTo>
                    <a:pt x="1362075" y="0"/>
                  </a:lnTo>
                  <a:lnTo>
                    <a:pt x="1362075" y="9525"/>
                  </a:lnTo>
                  <a:lnTo>
                    <a:pt x="1390650" y="9525"/>
                  </a:lnTo>
                  <a:lnTo>
                    <a:pt x="1390650" y="0"/>
                  </a:lnTo>
                  <a:close/>
                </a:path>
                <a:path w="11430000" h="3381375">
                  <a:moveTo>
                    <a:pt x="1428483" y="3371850"/>
                  </a:moveTo>
                  <a:lnTo>
                    <a:pt x="1399908" y="3371850"/>
                  </a:lnTo>
                  <a:lnTo>
                    <a:pt x="1399908" y="3381375"/>
                  </a:lnTo>
                  <a:lnTo>
                    <a:pt x="1428483" y="3381375"/>
                  </a:lnTo>
                  <a:lnTo>
                    <a:pt x="1428483" y="3371850"/>
                  </a:lnTo>
                  <a:close/>
                </a:path>
                <a:path w="11430000" h="3381375">
                  <a:moveTo>
                    <a:pt x="1438275" y="0"/>
                  </a:moveTo>
                  <a:lnTo>
                    <a:pt x="1409700" y="0"/>
                  </a:lnTo>
                  <a:lnTo>
                    <a:pt x="140970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11430000" h="3381375">
                  <a:moveTo>
                    <a:pt x="1476108" y="3371850"/>
                  </a:moveTo>
                  <a:lnTo>
                    <a:pt x="1447533" y="3371850"/>
                  </a:lnTo>
                  <a:lnTo>
                    <a:pt x="1447533" y="3381375"/>
                  </a:lnTo>
                  <a:lnTo>
                    <a:pt x="1476108" y="3381375"/>
                  </a:lnTo>
                  <a:lnTo>
                    <a:pt x="1476108" y="3371850"/>
                  </a:lnTo>
                  <a:close/>
                </a:path>
                <a:path w="11430000" h="3381375">
                  <a:moveTo>
                    <a:pt x="1485900" y="0"/>
                  </a:moveTo>
                  <a:lnTo>
                    <a:pt x="1457325" y="0"/>
                  </a:lnTo>
                  <a:lnTo>
                    <a:pt x="1457325" y="9525"/>
                  </a:lnTo>
                  <a:lnTo>
                    <a:pt x="1485900" y="9525"/>
                  </a:lnTo>
                  <a:lnTo>
                    <a:pt x="1485900" y="0"/>
                  </a:lnTo>
                  <a:close/>
                </a:path>
                <a:path w="11430000" h="3381375">
                  <a:moveTo>
                    <a:pt x="1523733" y="3371850"/>
                  </a:moveTo>
                  <a:lnTo>
                    <a:pt x="1495158" y="3371850"/>
                  </a:lnTo>
                  <a:lnTo>
                    <a:pt x="1495158" y="3381375"/>
                  </a:lnTo>
                  <a:lnTo>
                    <a:pt x="1523733" y="3381375"/>
                  </a:lnTo>
                  <a:lnTo>
                    <a:pt x="1523733" y="3371850"/>
                  </a:lnTo>
                  <a:close/>
                </a:path>
                <a:path w="11430000" h="3381375">
                  <a:moveTo>
                    <a:pt x="1533525" y="0"/>
                  </a:moveTo>
                  <a:lnTo>
                    <a:pt x="1504950" y="0"/>
                  </a:lnTo>
                  <a:lnTo>
                    <a:pt x="1504950" y="9525"/>
                  </a:lnTo>
                  <a:lnTo>
                    <a:pt x="1533525" y="9525"/>
                  </a:lnTo>
                  <a:lnTo>
                    <a:pt x="1533525" y="0"/>
                  </a:lnTo>
                  <a:close/>
                </a:path>
                <a:path w="11430000" h="3381375">
                  <a:moveTo>
                    <a:pt x="1571358" y="3371850"/>
                  </a:moveTo>
                  <a:lnTo>
                    <a:pt x="1542783" y="3371850"/>
                  </a:lnTo>
                  <a:lnTo>
                    <a:pt x="1542783" y="3381375"/>
                  </a:lnTo>
                  <a:lnTo>
                    <a:pt x="1571358" y="3381375"/>
                  </a:lnTo>
                  <a:lnTo>
                    <a:pt x="1571358" y="3371850"/>
                  </a:lnTo>
                  <a:close/>
                </a:path>
                <a:path w="11430000" h="3381375">
                  <a:moveTo>
                    <a:pt x="1581150" y="0"/>
                  </a:moveTo>
                  <a:lnTo>
                    <a:pt x="1552575" y="0"/>
                  </a:lnTo>
                  <a:lnTo>
                    <a:pt x="1552575" y="9525"/>
                  </a:lnTo>
                  <a:lnTo>
                    <a:pt x="1581150" y="9525"/>
                  </a:lnTo>
                  <a:lnTo>
                    <a:pt x="1581150" y="0"/>
                  </a:lnTo>
                  <a:close/>
                </a:path>
                <a:path w="11430000" h="3381375">
                  <a:moveTo>
                    <a:pt x="1618983" y="3371850"/>
                  </a:moveTo>
                  <a:lnTo>
                    <a:pt x="1590408" y="3371850"/>
                  </a:lnTo>
                  <a:lnTo>
                    <a:pt x="1590408" y="3381375"/>
                  </a:lnTo>
                  <a:lnTo>
                    <a:pt x="1618983" y="3381375"/>
                  </a:lnTo>
                  <a:lnTo>
                    <a:pt x="1618983" y="3371850"/>
                  </a:lnTo>
                  <a:close/>
                </a:path>
                <a:path w="11430000" h="338137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11430000" h="3381375">
                  <a:moveTo>
                    <a:pt x="1666608" y="3371850"/>
                  </a:moveTo>
                  <a:lnTo>
                    <a:pt x="1638033" y="3371850"/>
                  </a:lnTo>
                  <a:lnTo>
                    <a:pt x="1638033" y="3381375"/>
                  </a:lnTo>
                  <a:lnTo>
                    <a:pt x="1666608" y="3381375"/>
                  </a:lnTo>
                  <a:lnTo>
                    <a:pt x="1666608" y="3371850"/>
                  </a:lnTo>
                  <a:close/>
                </a:path>
                <a:path w="11430000" h="3381375">
                  <a:moveTo>
                    <a:pt x="1676400" y="0"/>
                  </a:moveTo>
                  <a:lnTo>
                    <a:pt x="1647825" y="0"/>
                  </a:lnTo>
                  <a:lnTo>
                    <a:pt x="1647825" y="9525"/>
                  </a:lnTo>
                  <a:lnTo>
                    <a:pt x="1676400" y="9525"/>
                  </a:lnTo>
                  <a:lnTo>
                    <a:pt x="1676400" y="0"/>
                  </a:lnTo>
                  <a:close/>
                </a:path>
                <a:path w="11430000" h="3381375">
                  <a:moveTo>
                    <a:pt x="1714233" y="3371850"/>
                  </a:moveTo>
                  <a:lnTo>
                    <a:pt x="1685658" y="3371850"/>
                  </a:lnTo>
                  <a:lnTo>
                    <a:pt x="1685658" y="3381375"/>
                  </a:lnTo>
                  <a:lnTo>
                    <a:pt x="1714233" y="3381375"/>
                  </a:lnTo>
                  <a:lnTo>
                    <a:pt x="1714233" y="3371850"/>
                  </a:lnTo>
                  <a:close/>
                </a:path>
                <a:path w="11430000" h="3381375">
                  <a:moveTo>
                    <a:pt x="1724025" y="0"/>
                  </a:moveTo>
                  <a:lnTo>
                    <a:pt x="1695450" y="0"/>
                  </a:lnTo>
                  <a:lnTo>
                    <a:pt x="169545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11430000" h="3381375">
                  <a:moveTo>
                    <a:pt x="1761858" y="3371850"/>
                  </a:moveTo>
                  <a:lnTo>
                    <a:pt x="1733270" y="3371850"/>
                  </a:lnTo>
                  <a:lnTo>
                    <a:pt x="1733270" y="3381375"/>
                  </a:lnTo>
                  <a:lnTo>
                    <a:pt x="1761858" y="3381375"/>
                  </a:lnTo>
                  <a:lnTo>
                    <a:pt x="1761858" y="3371850"/>
                  </a:lnTo>
                  <a:close/>
                </a:path>
                <a:path w="11430000" h="3381375">
                  <a:moveTo>
                    <a:pt x="1771662" y="0"/>
                  </a:moveTo>
                  <a:lnTo>
                    <a:pt x="1743075" y="0"/>
                  </a:lnTo>
                  <a:lnTo>
                    <a:pt x="1743075" y="9525"/>
                  </a:lnTo>
                  <a:lnTo>
                    <a:pt x="1771662" y="9525"/>
                  </a:lnTo>
                  <a:lnTo>
                    <a:pt x="1771662" y="0"/>
                  </a:lnTo>
                  <a:close/>
                </a:path>
                <a:path w="11430000" h="3381375">
                  <a:moveTo>
                    <a:pt x="1809483" y="3371850"/>
                  </a:moveTo>
                  <a:lnTo>
                    <a:pt x="1780908" y="3371850"/>
                  </a:lnTo>
                  <a:lnTo>
                    <a:pt x="1780908" y="3381375"/>
                  </a:lnTo>
                  <a:lnTo>
                    <a:pt x="1809483" y="3381375"/>
                  </a:lnTo>
                  <a:lnTo>
                    <a:pt x="1809483" y="3371850"/>
                  </a:lnTo>
                  <a:close/>
                </a:path>
                <a:path w="11430000" h="3381375">
                  <a:moveTo>
                    <a:pt x="1819275" y="0"/>
                  </a:moveTo>
                  <a:lnTo>
                    <a:pt x="1790700" y="0"/>
                  </a:lnTo>
                  <a:lnTo>
                    <a:pt x="1790700" y="9525"/>
                  </a:lnTo>
                  <a:lnTo>
                    <a:pt x="1819275" y="9525"/>
                  </a:lnTo>
                  <a:lnTo>
                    <a:pt x="1819275" y="0"/>
                  </a:lnTo>
                  <a:close/>
                </a:path>
                <a:path w="11430000" h="3381375">
                  <a:moveTo>
                    <a:pt x="1857108" y="3371850"/>
                  </a:moveTo>
                  <a:lnTo>
                    <a:pt x="1828533" y="3371850"/>
                  </a:lnTo>
                  <a:lnTo>
                    <a:pt x="1828533" y="3381375"/>
                  </a:lnTo>
                  <a:lnTo>
                    <a:pt x="1857108" y="3381375"/>
                  </a:lnTo>
                  <a:lnTo>
                    <a:pt x="1857108" y="3371850"/>
                  </a:lnTo>
                  <a:close/>
                </a:path>
                <a:path w="11430000" h="3381375">
                  <a:moveTo>
                    <a:pt x="1866900" y="0"/>
                  </a:moveTo>
                  <a:lnTo>
                    <a:pt x="1838325" y="0"/>
                  </a:lnTo>
                  <a:lnTo>
                    <a:pt x="1838325" y="9525"/>
                  </a:lnTo>
                  <a:lnTo>
                    <a:pt x="1866900" y="9525"/>
                  </a:lnTo>
                  <a:lnTo>
                    <a:pt x="1866900" y="0"/>
                  </a:lnTo>
                  <a:close/>
                </a:path>
                <a:path w="11430000" h="3381375">
                  <a:moveTo>
                    <a:pt x="1904720" y="3371850"/>
                  </a:moveTo>
                  <a:lnTo>
                    <a:pt x="1876158" y="3371850"/>
                  </a:lnTo>
                  <a:lnTo>
                    <a:pt x="1876158" y="3381375"/>
                  </a:lnTo>
                  <a:lnTo>
                    <a:pt x="1904720" y="3381375"/>
                  </a:lnTo>
                  <a:lnTo>
                    <a:pt x="1904720" y="3371850"/>
                  </a:lnTo>
                  <a:close/>
                </a:path>
                <a:path w="11430000" h="338137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11430000" h="3381375">
                  <a:moveTo>
                    <a:pt x="1952358" y="3371850"/>
                  </a:moveTo>
                  <a:lnTo>
                    <a:pt x="1923783" y="3371850"/>
                  </a:lnTo>
                  <a:lnTo>
                    <a:pt x="1923783" y="3381375"/>
                  </a:lnTo>
                  <a:lnTo>
                    <a:pt x="1952358" y="3381375"/>
                  </a:lnTo>
                  <a:lnTo>
                    <a:pt x="1952358" y="3371850"/>
                  </a:lnTo>
                  <a:close/>
                </a:path>
                <a:path w="11430000" h="3381375">
                  <a:moveTo>
                    <a:pt x="1962150" y="0"/>
                  </a:moveTo>
                  <a:lnTo>
                    <a:pt x="1933575" y="0"/>
                  </a:lnTo>
                  <a:lnTo>
                    <a:pt x="1933575" y="9525"/>
                  </a:lnTo>
                  <a:lnTo>
                    <a:pt x="1962150" y="9525"/>
                  </a:lnTo>
                  <a:lnTo>
                    <a:pt x="1962150" y="0"/>
                  </a:lnTo>
                  <a:close/>
                </a:path>
                <a:path w="11430000" h="3381375">
                  <a:moveTo>
                    <a:pt x="1999983" y="3371850"/>
                  </a:moveTo>
                  <a:lnTo>
                    <a:pt x="1971408" y="3371850"/>
                  </a:lnTo>
                  <a:lnTo>
                    <a:pt x="1971408" y="3381375"/>
                  </a:lnTo>
                  <a:lnTo>
                    <a:pt x="1999983" y="3381375"/>
                  </a:lnTo>
                  <a:lnTo>
                    <a:pt x="1999983" y="3371850"/>
                  </a:lnTo>
                  <a:close/>
                </a:path>
                <a:path w="11430000" h="3381375">
                  <a:moveTo>
                    <a:pt x="2009775" y="0"/>
                  </a:moveTo>
                  <a:lnTo>
                    <a:pt x="1981200" y="0"/>
                  </a:lnTo>
                  <a:lnTo>
                    <a:pt x="198120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11430000" h="3381375">
                  <a:moveTo>
                    <a:pt x="2047608" y="3371850"/>
                  </a:moveTo>
                  <a:lnTo>
                    <a:pt x="2019033" y="3371850"/>
                  </a:lnTo>
                  <a:lnTo>
                    <a:pt x="2019033" y="3381375"/>
                  </a:lnTo>
                  <a:lnTo>
                    <a:pt x="2047608" y="3381375"/>
                  </a:lnTo>
                  <a:lnTo>
                    <a:pt x="2047608" y="3371850"/>
                  </a:lnTo>
                  <a:close/>
                </a:path>
                <a:path w="11430000" h="3381375">
                  <a:moveTo>
                    <a:pt x="2057400" y="0"/>
                  </a:moveTo>
                  <a:lnTo>
                    <a:pt x="2028825" y="0"/>
                  </a:lnTo>
                  <a:lnTo>
                    <a:pt x="2028825" y="9525"/>
                  </a:lnTo>
                  <a:lnTo>
                    <a:pt x="2057400" y="9525"/>
                  </a:lnTo>
                  <a:lnTo>
                    <a:pt x="2057400" y="0"/>
                  </a:lnTo>
                  <a:close/>
                </a:path>
                <a:path w="11430000" h="3381375">
                  <a:moveTo>
                    <a:pt x="2095233" y="3371850"/>
                  </a:moveTo>
                  <a:lnTo>
                    <a:pt x="2066658" y="3371850"/>
                  </a:lnTo>
                  <a:lnTo>
                    <a:pt x="2066658" y="3381375"/>
                  </a:lnTo>
                  <a:lnTo>
                    <a:pt x="2095233" y="3381375"/>
                  </a:lnTo>
                  <a:lnTo>
                    <a:pt x="2095233" y="3371850"/>
                  </a:lnTo>
                  <a:close/>
                </a:path>
                <a:path w="11430000" h="3381375">
                  <a:moveTo>
                    <a:pt x="2105025" y="0"/>
                  </a:moveTo>
                  <a:lnTo>
                    <a:pt x="2076450" y="0"/>
                  </a:lnTo>
                  <a:lnTo>
                    <a:pt x="2076450" y="9525"/>
                  </a:lnTo>
                  <a:lnTo>
                    <a:pt x="2105025" y="9525"/>
                  </a:lnTo>
                  <a:lnTo>
                    <a:pt x="2105025" y="0"/>
                  </a:lnTo>
                  <a:close/>
                </a:path>
                <a:path w="11430000" h="3381375">
                  <a:moveTo>
                    <a:pt x="2142858" y="3371850"/>
                  </a:moveTo>
                  <a:lnTo>
                    <a:pt x="2114283" y="3371850"/>
                  </a:lnTo>
                  <a:lnTo>
                    <a:pt x="2114283" y="3381375"/>
                  </a:lnTo>
                  <a:lnTo>
                    <a:pt x="2142858" y="3381375"/>
                  </a:lnTo>
                  <a:lnTo>
                    <a:pt x="2142858" y="3371850"/>
                  </a:lnTo>
                  <a:close/>
                </a:path>
                <a:path w="11430000" h="3381375">
                  <a:moveTo>
                    <a:pt x="2152650" y="0"/>
                  </a:moveTo>
                  <a:lnTo>
                    <a:pt x="2124075" y="0"/>
                  </a:lnTo>
                  <a:lnTo>
                    <a:pt x="2124075" y="9525"/>
                  </a:lnTo>
                  <a:lnTo>
                    <a:pt x="2152650" y="9525"/>
                  </a:lnTo>
                  <a:lnTo>
                    <a:pt x="2152650" y="0"/>
                  </a:lnTo>
                  <a:close/>
                </a:path>
                <a:path w="11430000" h="3381375">
                  <a:moveTo>
                    <a:pt x="2190483" y="3371850"/>
                  </a:moveTo>
                  <a:lnTo>
                    <a:pt x="2161908" y="3371850"/>
                  </a:lnTo>
                  <a:lnTo>
                    <a:pt x="2161908" y="3381375"/>
                  </a:lnTo>
                  <a:lnTo>
                    <a:pt x="2190483" y="3381375"/>
                  </a:lnTo>
                  <a:lnTo>
                    <a:pt x="2190483" y="3371850"/>
                  </a:lnTo>
                  <a:close/>
                </a:path>
                <a:path w="11430000" h="338137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11430000" h="3381375">
                  <a:moveTo>
                    <a:pt x="2238108" y="3371850"/>
                  </a:moveTo>
                  <a:lnTo>
                    <a:pt x="2209533" y="3371850"/>
                  </a:lnTo>
                  <a:lnTo>
                    <a:pt x="2209533" y="3381375"/>
                  </a:lnTo>
                  <a:lnTo>
                    <a:pt x="2238108" y="3381375"/>
                  </a:lnTo>
                  <a:lnTo>
                    <a:pt x="2238108" y="3371850"/>
                  </a:lnTo>
                  <a:close/>
                </a:path>
                <a:path w="11430000" h="3381375">
                  <a:moveTo>
                    <a:pt x="2247900" y="0"/>
                  </a:moveTo>
                  <a:lnTo>
                    <a:pt x="2219325" y="0"/>
                  </a:lnTo>
                  <a:lnTo>
                    <a:pt x="2219325" y="9525"/>
                  </a:lnTo>
                  <a:lnTo>
                    <a:pt x="2247900" y="9525"/>
                  </a:lnTo>
                  <a:lnTo>
                    <a:pt x="2247900" y="0"/>
                  </a:lnTo>
                  <a:close/>
                </a:path>
                <a:path w="11430000" h="3381375">
                  <a:moveTo>
                    <a:pt x="2285733" y="3371850"/>
                  </a:moveTo>
                  <a:lnTo>
                    <a:pt x="2257145" y="3371850"/>
                  </a:lnTo>
                  <a:lnTo>
                    <a:pt x="2257145" y="3381375"/>
                  </a:lnTo>
                  <a:lnTo>
                    <a:pt x="2285733" y="3381375"/>
                  </a:lnTo>
                  <a:lnTo>
                    <a:pt x="2285733" y="3371850"/>
                  </a:lnTo>
                  <a:close/>
                </a:path>
                <a:path w="11430000" h="3381375">
                  <a:moveTo>
                    <a:pt x="2295525" y="0"/>
                  </a:moveTo>
                  <a:lnTo>
                    <a:pt x="2266950" y="0"/>
                  </a:lnTo>
                  <a:lnTo>
                    <a:pt x="226695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11430000" h="3381375">
                  <a:moveTo>
                    <a:pt x="2333358" y="3371850"/>
                  </a:moveTo>
                  <a:lnTo>
                    <a:pt x="2304783" y="3371850"/>
                  </a:lnTo>
                  <a:lnTo>
                    <a:pt x="2304783" y="3381375"/>
                  </a:lnTo>
                  <a:lnTo>
                    <a:pt x="2333358" y="3381375"/>
                  </a:lnTo>
                  <a:lnTo>
                    <a:pt x="2333358" y="3371850"/>
                  </a:lnTo>
                  <a:close/>
                </a:path>
                <a:path w="11430000" h="3381375">
                  <a:moveTo>
                    <a:pt x="2343150" y="0"/>
                  </a:moveTo>
                  <a:lnTo>
                    <a:pt x="2314575" y="0"/>
                  </a:lnTo>
                  <a:lnTo>
                    <a:pt x="2314575" y="9525"/>
                  </a:lnTo>
                  <a:lnTo>
                    <a:pt x="2343150" y="9525"/>
                  </a:lnTo>
                  <a:lnTo>
                    <a:pt x="2343150" y="0"/>
                  </a:lnTo>
                  <a:close/>
                </a:path>
                <a:path w="11430000" h="3381375">
                  <a:moveTo>
                    <a:pt x="2380983" y="3371850"/>
                  </a:moveTo>
                  <a:lnTo>
                    <a:pt x="2352408" y="3371850"/>
                  </a:lnTo>
                  <a:lnTo>
                    <a:pt x="2352408" y="3381375"/>
                  </a:lnTo>
                  <a:lnTo>
                    <a:pt x="2380983" y="3381375"/>
                  </a:lnTo>
                  <a:lnTo>
                    <a:pt x="2380983" y="3371850"/>
                  </a:lnTo>
                  <a:close/>
                </a:path>
                <a:path w="11430000" h="3381375">
                  <a:moveTo>
                    <a:pt x="2390775" y="0"/>
                  </a:moveTo>
                  <a:lnTo>
                    <a:pt x="2362200" y="0"/>
                  </a:lnTo>
                  <a:lnTo>
                    <a:pt x="2362200" y="9525"/>
                  </a:lnTo>
                  <a:lnTo>
                    <a:pt x="2390775" y="9525"/>
                  </a:lnTo>
                  <a:lnTo>
                    <a:pt x="2390775" y="0"/>
                  </a:lnTo>
                  <a:close/>
                </a:path>
                <a:path w="11430000" h="3381375">
                  <a:moveTo>
                    <a:pt x="2428608" y="3371850"/>
                  </a:moveTo>
                  <a:lnTo>
                    <a:pt x="2400033" y="3371850"/>
                  </a:lnTo>
                  <a:lnTo>
                    <a:pt x="2400033" y="3381375"/>
                  </a:lnTo>
                  <a:lnTo>
                    <a:pt x="2428608" y="3381375"/>
                  </a:lnTo>
                  <a:lnTo>
                    <a:pt x="2428608" y="3371850"/>
                  </a:lnTo>
                  <a:close/>
                </a:path>
                <a:path w="11430000" h="3381375">
                  <a:moveTo>
                    <a:pt x="2438400" y="0"/>
                  </a:moveTo>
                  <a:lnTo>
                    <a:pt x="2409825" y="0"/>
                  </a:lnTo>
                  <a:lnTo>
                    <a:pt x="2409825" y="9525"/>
                  </a:lnTo>
                  <a:lnTo>
                    <a:pt x="2438400" y="9525"/>
                  </a:lnTo>
                  <a:lnTo>
                    <a:pt x="2438400" y="0"/>
                  </a:lnTo>
                  <a:close/>
                </a:path>
                <a:path w="11430000" h="3381375">
                  <a:moveTo>
                    <a:pt x="2476233" y="3371850"/>
                  </a:moveTo>
                  <a:lnTo>
                    <a:pt x="2447658" y="3371850"/>
                  </a:lnTo>
                  <a:lnTo>
                    <a:pt x="2447658" y="3381375"/>
                  </a:lnTo>
                  <a:lnTo>
                    <a:pt x="2476233" y="3381375"/>
                  </a:lnTo>
                  <a:lnTo>
                    <a:pt x="2476233" y="3371850"/>
                  </a:lnTo>
                  <a:close/>
                </a:path>
                <a:path w="11430000" h="338137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11430000" h="3381375">
                  <a:moveTo>
                    <a:pt x="2523858" y="3371850"/>
                  </a:moveTo>
                  <a:lnTo>
                    <a:pt x="2495283" y="3371850"/>
                  </a:lnTo>
                  <a:lnTo>
                    <a:pt x="2495283" y="3381375"/>
                  </a:lnTo>
                  <a:lnTo>
                    <a:pt x="2523858" y="3381375"/>
                  </a:lnTo>
                  <a:lnTo>
                    <a:pt x="2523858" y="3371850"/>
                  </a:lnTo>
                  <a:close/>
                </a:path>
                <a:path w="11430000" h="3381375">
                  <a:moveTo>
                    <a:pt x="2533650" y="0"/>
                  </a:moveTo>
                  <a:lnTo>
                    <a:pt x="2505075" y="0"/>
                  </a:lnTo>
                  <a:lnTo>
                    <a:pt x="2505075" y="9525"/>
                  </a:lnTo>
                  <a:lnTo>
                    <a:pt x="2533650" y="9525"/>
                  </a:lnTo>
                  <a:lnTo>
                    <a:pt x="2533650" y="0"/>
                  </a:lnTo>
                  <a:close/>
                </a:path>
                <a:path w="11430000" h="3381375">
                  <a:moveTo>
                    <a:pt x="2571483" y="3371850"/>
                  </a:moveTo>
                  <a:lnTo>
                    <a:pt x="2542908" y="3371850"/>
                  </a:lnTo>
                  <a:lnTo>
                    <a:pt x="2542908" y="3381375"/>
                  </a:lnTo>
                  <a:lnTo>
                    <a:pt x="2571483" y="3381375"/>
                  </a:lnTo>
                  <a:lnTo>
                    <a:pt x="2571483" y="3371850"/>
                  </a:lnTo>
                  <a:close/>
                </a:path>
                <a:path w="11430000" h="3381375">
                  <a:moveTo>
                    <a:pt x="2581275" y="0"/>
                  </a:moveTo>
                  <a:lnTo>
                    <a:pt x="2552700" y="0"/>
                  </a:lnTo>
                  <a:lnTo>
                    <a:pt x="255270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11430000" h="3381375">
                  <a:moveTo>
                    <a:pt x="2619108" y="3371850"/>
                  </a:moveTo>
                  <a:lnTo>
                    <a:pt x="2590533" y="3371850"/>
                  </a:lnTo>
                  <a:lnTo>
                    <a:pt x="2590533" y="3381375"/>
                  </a:lnTo>
                  <a:lnTo>
                    <a:pt x="2619108" y="3381375"/>
                  </a:lnTo>
                  <a:lnTo>
                    <a:pt x="2619108" y="3371850"/>
                  </a:lnTo>
                  <a:close/>
                </a:path>
                <a:path w="11430000" h="3381375">
                  <a:moveTo>
                    <a:pt x="2628900" y="0"/>
                  </a:moveTo>
                  <a:lnTo>
                    <a:pt x="2600325" y="0"/>
                  </a:lnTo>
                  <a:lnTo>
                    <a:pt x="2600325" y="9525"/>
                  </a:lnTo>
                  <a:lnTo>
                    <a:pt x="2628900" y="9525"/>
                  </a:lnTo>
                  <a:lnTo>
                    <a:pt x="2628900" y="0"/>
                  </a:lnTo>
                  <a:close/>
                </a:path>
                <a:path w="11430000" h="3381375">
                  <a:moveTo>
                    <a:pt x="2666733" y="3371850"/>
                  </a:moveTo>
                  <a:lnTo>
                    <a:pt x="2638158" y="3371850"/>
                  </a:lnTo>
                  <a:lnTo>
                    <a:pt x="2638158" y="3381375"/>
                  </a:lnTo>
                  <a:lnTo>
                    <a:pt x="2666733" y="3381375"/>
                  </a:lnTo>
                  <a:lnTo>
                    <a:pt x="2666733" y="3371850"/>
                  </a:lnTo>
                  <a:close/>
                </a:path>
                <a:path w="11430000" h="3381375">
                  <a:moveTo>
                    <a:pt x="2676525" y="0"/>
                  </a:moveTo>
                  <a:lnTo>
                    <a:pt x="2647950" y="0"/>
                  </a:lnTo>
                  <a:lnTo>
                    <a:pt x="2647950" y="9525"/>
                  </a:lnTo>
                  <a:lnTo>
                    <a:pt x="2676525" y="9525"/>
                  </a:lnTo>
                  <a:lnTo>
                    <a:pt x="2676525" y="0"/>
                  </a:lnTo>
                  <a:close/>
                </a:path>
                <a:path w="11430000" h="3381375">
                  <a:moveTo>
                    <a:pt x="2714358" y="3371850"/>
                  </a:moveTo>
                  <a:lnTo>
                    <a:pt x="2685783" y="3371850"/>
                  </a:lnTo>
                  <a:lnTo>
                    <a:pt x="2685783" y="3381375"/>
                  </a:lnTo>
                  <a:lnTo>
                    <a:pt x="2714358" y="3381375"/>
                  </a:lnTo>
                  <a:lnTo>
                    <a:pt x="2714358" y="3371850"/>
                  </a:lnTo>
                  <a:close/>
                </a:path>
                <a:path w="11430000" h="3381375">
                  <a:moveTo>
                    <a:pt x="2724150" y="0"/>
                  </a:moveTo>
                  <a:lnTo>
                    <a:pt x="2695575" y="0"/>
                  </a:lnTo>
                  <a:lnTo>
                    <a:pt x="2695575" y="9525"/>
                  </a:lnTo>
                  <a:lnTo>
                    <a:pt x="2724150" y="9525"/>
                  </a:lnTo>
                  <a:lnTo>
                    <a:pt x="2724150" y="0"/>
                  </a:lnTo>
                  <a:close/>
                </a:path>
                <a:path w="11430000" h="3381375">
                  <a:moveTo>
                    <a:pt x="2761983" y="3371850"/>
                  </a:moveTo>
                  <a:lnTo>
                    <a:pt x="2733408" y="3371850"/>
                  </a:lnTo>
                  <a:lnTo>
                    <a:pt x="2733408" y="3381375"/>
                  </a:lnTo>
                  <a:lnTo>
                    <a:pt x="2761983" y="3381375"/>
                  </a:lnTo>
                  <a:lnTo>
                    <a:pt x="2761983" y="3371850"/>
                  </a:lnTo>
                  <a:close/>
                </a:path>
                <a:path w="11430000" h="338137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11430000" h="3381375">
                  <a:moveTo>
                    <a:pt x="2809608" y="3371850"/>
                  </a:moveTo>
                  <a:lnTo>
                    <a:pt x="2781033" y="3371850"/>
                  </a:lnTo>
                  <a:lnTo>
                    <a:pt x="2781033" y="3381375"/>
                  </a:lnTo>
                  <a:lnTo>
                    <a:pt x="2809608" y="3381375"/>
                  </a:lnTo>
                  <a:lnTo>
                    <a:pt x="2809608" y="3371850"/>
                  </a:lnTo>
                  <a:close/>
                </a:path>
                <a:path w="11430000" h="3381375">
                  <a:moveTo>
                    <a:pt x="2819400" y="0"/>
                  </a:moveTo>
                  <a:lnTo>
                    <a:pt x="2790825" y="0"/>
                  </a:lnTo>
                  <a:lnTo>
                    <a:pt x="2790825" y="9525"/>
                  </a:lnTo>
                  <a:lnTo>
                    <a:pt x="2819400" y="9525"/>
                  </a:lnTo>
                  <a:lnTo>
                    <a:pt x="2819400" y="0"/>
                  </a:lnTo>
                  <a:close/>
                </a:path>
                <a:path w="11430000" h="3381375">
                  <a:moveTo>
                    <a:pt x="2857233" y="3371850"/>
                  </a:moveTo>
                  <a:lnTo>
                    <a:pt x="2828658" y="3371850"/>
                  </a:lnTo>
                  <a:lnTo>
                    <a:pt x="2828658" y="3381375"/>
                  </a:lnTo>
                  <a:lnTo>
                    <a:pt x="2857233" y="3381375"/>
                  </a:lnTo>
                  <a:lnTo>
                    <a:pt x="2857233" y="3371850"/>
                  </a:lnTo>
                  <a:close/>
                </a:path>
                <a:path w="11430000" h="3381375">
                  <a:moveTo>
                    <a:pt x="2867025" y="0"/>
                  </a:moveTo>
                  <a:lnTo>
                    <a:pt x="2838450" y="0"/>
                  </a:lnTo>
                  <a:lnTo>
                    <a:pt x="283845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11430000" h="3381375">
                  <a:moveTo>
                    <a:pt x="2904858" y="3371850"/>
                  </a:moveTo>
                  <a:lnTo>
                    <a:pt x="2876283" y="3371850"/>
                  </a:lnTo>
                  <a:lnTo>
                    <a:pt x="2876283" y="3381375"/>
                  </a:lnTo>
                  <a:lnTo>
                    <a:pt x="2904858" y="3381375"/>
                  </a:lnTo>
                  <a:lnTo>
                    <a:pt x="2904858" y="3371850"/>
                  </a:lnTo>
                  <a:close/>
                </a:path>
                <a:path w="11430000" h="3381375">
                  <a:moveTo>
                    <a:pt x="2914650" y="0"/>
                  </a:moveTo>
                  <a:lnTo>
                    <a:pt x="2886075" y="0"/>
                  </a:lnTo>
                  <a:lnTo>
                    <a:pt x="2886075" y="9525"/>
                  </a:lnTo>
                  <a:lnTo>
                    <a:pt x="2914650" y="9525"/>
                  </a:lnTo>
                  <a:lnTo>
                    <a:pt x="2914650" y="0"/>
                  </a:lnTo>
                  <a:close/>
                </a:path>
                <a:path w="11430000" h="3381375">
                  <a:moveTo>
                    <a:pt x="2952483" y="3371850"/>
                  </a:moveTo>
                  <a:lnTo>
                    <a:pt x="2923908" y="3371850"/>
                  </a:lnTo>
                  <a:lnTo>
                    <a:pt x="2923908" y="3381375"/>
                  </a:lnTo>
                  <a:lnTo>
                    <a:pt x="2952483" y="3381375"/>
                  </a:lnTo>
                  <a:lnTo>
                    <a:pt x="2952483" y="3371850"/>
                  </a:lnTo>
                  <a:close/>
                </a:path>
                <a:path w="11430000" h="3381375">
                  <a:moveTo>
                    <a:pt x="2962275" y="0"/>
                  </a:moveTo>
                  <a:lnTo>
                    <a:pt x="2933700" y="0"/>
                  </a:lnTo>
                  <a:lnTo>
                    <a:pt x="2933700" y="9525"/>
                  </a:lnTo>
                  <a:lnTo>
                    <a:pt x="2962275" y="9525"/>
                  </a:lnTo>
                  <a:lnTo>
                    <a:pt x="2962275" y="0"/>
                  </a:lnTo>
                  <a:close/>
                </a:path>
                <a:path w="11430000" h="3381375">
                  <a:moveTo>
                    <a:pt x="3000108" y="3371850"/>
                  </a:moveTo>
                  <a:lnTo>
                    <a:pt x="2971533" y="3371850"/>
                  </a:lnTo>
                  <a:lnTo>
                    <a:pt x="2971533" y="3381375"/>
                  </a:lnTo>
                  <a:lnTo>
                    <a:pt x="3000108" y="3381375"/>
                  </a:lnTo>
                  <a:lnTo>
                    <a:pt x="3000108" y="3371850"/>
                  </a:lnTo>
                  <a:close/>
                </a:path>
                <a:path w="11430000" h="3381375">
                  <a:moveTo>
                    <a:pt x="3009900" y="0"/>
                  </a:moveTo>
                  <a:lnTo>
                    <a:pt x="2981325" y="0"/>
                  </a:lnTo>
                  <a:lnTo>
                    <a:pt x="2981325" y="9525"/>
                  </a:lnTo>
                  <a:lnTo>
                    <a:pt x="3009900" y="9525"/>
                  </a:lnTo>
                  <a:lnTo>
                    <a:pt x="3009900" y="0"/>
                  </a:lnTo>
                  <a:close/>
                </a:path>
                <a:path w="11430000" h="3381375">
                  <a:moveTo>
                    <a:pt x="3047733" y="3371850"/>
                  </a:moveTo>
                  <a:lnTo>
                    <a:pt x="3019158" y="3371850"/>
                  </a:lnTo>
                  <a:lnTo>
                    <a:pt x="3019158" y="3381375"/>
                  </a:lnTo>
                  <a:lnTo>
                    <a:pt x="3047733" y="3381375"/>
                  </a:lnTo>
                  <a:lnTo>
                    <a:pt x="3047733" y="3371850"/>
                  </a:lnTo>
                  <a:close/>
                </a:path>
                <a:path w="11430000" h="338137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11430000" h="3381375">
                  <a:moveTo>
                    <a:pt x="3095358" y="3371850"/>
                  </a:moveTo>
                  <a:lnTo>
                    <a:pt x="3066783" y="3371850"/>
                  </a:lnTo>
                  <a:lnTo>
                    <a:pt x="3066783" y="3381375"/>
                  </a:lnTo>
                  <a:lnTo>
                    <a:pt x="3095358" y="3381375"/>
                  </a:lnTo>
                  <a:lnTo>
                    <a:pt x="3095358" y="3371850"/>
                  </a:lnTo>
                  <a:close/>
                </a:path>
                <a:path w="11430000" h="3381375">
                  <a:moveTo>
                    <a:pt x="3105150" y="0"/>
                  </a:moveTo>
                  <a:lnTo>
                    <a:pt x="3076575" y="0"/>
                  </a:lnTo>
                  <a:lnTo>
                    <a:pt x="3076575" y="9525"/>
                  </a:lnTo>
                  <a:lnTo>
                    <a:pt x="3105150" y="9525"/>
                  </a:lnTo>
                  <a:lnTo>
                    <a:pt x="3105150" y="0"/>
                  </a:lnTo>
                  <a:close/>
                </a:path>
                <a:path w="11430000" h="3381375">
                  <a:moveTo>
                    <a:pt x="3142970" y="3371850"/>
                  </a:moveTo>
                  <a:lnTo>
                    <a:pt x="3114408" y="3371850"/>
                  </a:lnTo>
                  <a:lnTo>
                    <a:pt x="3114408" y="3381375"/>
                  </a:lnTo>
                  <a:lnTo>
                    <a:pt x="3142970" y="3381375"/>
                  </a:lnTo>
                  <a:lnTo>
                    <a:pt x="3142970" y="3371850"/>
                  </a:lnTo>
                  <a:close/>
                </a:path>
                <a:path w="11430000" h="3381375">
                  <a:moveTo>
                    <a:pt x="3152775" y="0"/>
                  </a:moveTo>
                  <a:lnTo>
                    <a:pt x="3124200" y="0"/>
                  </a:lnTo>
                  <a:lnTo>
                    <a:pt x="312420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11430000" h="3381375">
                  <a:moveTo>
                    <a:pt x="3190608" y="3371850"/>
                  </a:moveTo>
                  <a:lnTo>
                    <a:pt x="3162033" y="3371850"/>
                  </a:lnTo>
                  <a:lnTo>
                    <a:pt x="3162033" y="3381375"/>
                  </a:lnTo>
                  <a:lnTo>
                    <a:pt x="3190608" y="3381375"/>
                  </a:lnTo>
                  <a:lnTo>
                    <a:pt x="3190608" y="3371850"/>
                  </a:lnTo>
                  <a:close/>
                </a:path>
                <a:path w="11430000" h="3381375">
                  <a:moveTo>
                    <a:pt x="3200412" y="0"/>
                  </a:moveTo>
                  <a:lnTo>
                    <a:pt x="3171825" y="0"/>
                  </a:lnTo>
                  <a:lnTo>
                    <a:pt x="3171825" y="9525"/>
                  </a:lnTo>
                  <a:lnTo>
                    <a:pt x="3200412" y="9525"/>
                  </a:lnTo>
                  <a:lnTo>
                    <a:pt x="3200412" y="0"/>
                  </a:lnTo>
                  <a:close/>
                </a:path>
                <a:path w="11430000" h="3381375">
                  <a:moveTo>
                    <a:pt x="3238233" y="3371850"/>
                  </a:moveTo>
                  <a:lnTo>
                    <a:pt x="3209658" y="3371850"/>
                  </a:lnTo>
                  <a:lnTo>
                    <a:pt x="3209658" y="3381375"/>
                  </a:lnTo>
                  <a:lnTo>
                    <a:pt x="3238233" y="3381375"/>
                  </a:lnTo>
                  <a:lnTo>
                    <a:pt x="3238233" y="3371850"/>
                  </a:lnTo>
                  <a:close/>
                </a:path>
                <a:path w="11430000" h="3381375">
                  <a:moveTo>
                    <a:pt x="3248025" y="0"/>
                  </a:moveTo>
                  <a:lnTo>
                    <a:pt x="3219450" y="0"/>
                  </a:lnTo>
                  <a:lnTo>
                    <a:pt x="3219450" y="9525"/>
                  </a:lnTo>
                  <a:lnTo>
                    <a:pt x="3248025" y="9525"/>
                  </a:lnTo>
                  <a:lnTo>
                    <a:pt x="3248025" y="0"/>
                  </a:lnTo>
                  <a:close/>
                </a:path>
                <a:path w="11430000" h="3381375">
                  <a:moveTo>
                    <a:pt x="3285858" y="3371850"/>
                  </a:moveTo>
                  <a:lnTo>
                    <a:pt x="3257283" y="3371850"/>
                  </a:lnTo>
                  <a:lnTo>
                    <a:pt x="3257283" y="3381375"/>
                  </a:lnTo>
                  <a:lnTo>
                    <a:pt x="3285858" y="3381375"/>
                  </a:lnTo>
                  <a:lnTo>
                    <a:pt x="3285858" y="3371850"/>
                  </a:lnTo>
                  <a:close/>
                </a:path>
                <a:path w="11430000" h="3381375">
                  <a:moveTo>
                    <a:pt x="3295650" y="0"/>
                  </a:moveTo>
                  <a:lnTo>
                    <a:pt x="3267075" y="0"/>
                  </a:lnTo>
                  <a:lnTo>
                    <a:pt x="3267075" y="9525"/>
                  </a:lnTo>
                  <a:lnTo>
                    <a:pt x="3295650" y="9525"/>
                  </a:lnTo>
                  <a:lnTo>
                    <a:pt x="3295650" y="0"/>
                  </a:lnTo>
                  <a:close/>
                </a:path>
                <a:path w="11430000" h="3381375">
                  <a:moveTo>
                    <a:pt x="3333483" y="3371850"/>
                  </a:moveTo>
                  <a:lnTo>
                    <a:pt x="3304908" y="3371850"/>
                  </a:lnTo>
                  <a:lnTo>
                    <a:pt x="3304908" y="3381375"/>
                  </a:lnTo>
                  <a:lnTo>
                    <a:pt x="3333483" y="3381375"/>
                  </a:lnTo>
                  <a:lnTo>
                    <a:pt x="3333483" y="3371850"/>
                  </a:lnTo>
                  <a:close/>
                </a:path>
                <a:path w="11430000" h="338137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11430000" h="3381375">
                  <a:moveTo>
                    <a:pt x="3381108" y="3371850"/>
                  </a:moveTo>
                  <a:lnTo>
                    <a:pt x="3352533" y="3371850"/>
                  </a:lnTo>
                  <a:lnTo>
                    <a:pt x="3352533" y="3381375"/>
                  </a:lnTo>
                  <a:lnTo>
                    <a:pt x="3381108" y="3381375"/>
                  </a:lnTo>
                  <a:lnTo>
                    <a:pt x="3381108" y="3371850"/>
                  </a:lnTo>
                  <a:close/>
                </a:path>
                <a:path w="11430000" h="3381375">
                  <a:moveTo>
                    <a:pt x="3390900" y="0"/>
                  </a:moveTo>
                  <a:lnTo>
                    <a:pt x="3362325" y="0"/>
                  </a:lnTo>
                  <a:lnTo>
                    <a:pt x="3362325" y="9525"/>
                  </a:lnTo>
                  <a:lnTo>
                    <a:pt x="3390900" y="9525"/>
                  </a:lnTo>
                  <a:lnTo>
                    <a:pt x="3390900" y="0"/>
                  </a:lnTo>
                  <a:close/>
                </a:path>
                <a:path w="11430000" h="3381375">
                  <a:moveTo>
                    <a:pt x="3428733" y="3371850"/>
                  </a:moveTo>
                  <a:lnTo>
                    <a:pt x="3400158" y="3371850"/>
                  </a:lnTo>
                  <a:lnTo>
                    <a:pt x="3400158" y="3381375"/>
                  </a:lnTo>
                  <a:lnTo>
                    <a:pt x="3428733" y="3381375"/>
                  </a:lnTo>
                  <a:lnTo>
                    <a:pt x="3428733" y="3371850"/>
                  </a:lnTo>
                  <a:close/>
                </a:path>
                <a:path w="11430000" h="3381375">
                  <a:moveTo>
                    <a:pt x="3438525" y="0"/>
                  </a:moveTo>
                  <a:lnTo>
                    <a:pt x="3409950" y="0"/>
                  </a:lnTo>
                  <a:lnTo>
                    <a:pt x="340995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11430000" h="3381375">
                  <a:moveTo>
                    <a:pt x="3476358" y="3371850"/>
                  </a:moveTo>
                  <a:lnTo>
                    <a:pt x="3447783" y="3371850"/>
                  </a:lnTo>
                  <a:lnTo>
                    <a:pt x="3447783" y="3381375"/>
                  </a:lnTo>
                  <a:lnTo>
                    <a:pt x="3476358" y="3381375"/>
                  </a:lnTo>
                  <a:lnTo>
                    <a:pt x="3476358" y="3371850"/>
                  </a:lnTo>
                  <a:close/>
                </a:path>
                <a:path w="11430000" h="3381375">
                  <a:moveTo>
                    <a:pt x="3486150" y="0"/>
                  </a:moveTo>
                  <a:lnTo>
                    <a:pt x="3457575" y="0"/>
                  </a:lnTo>
                  <a:lnTo>
                    <a:pt x="3457575" y="9525"/>
                  </a:lnTo>
                  <a:lnTo>
                    <a:pt x="3486150" y="9525"/>
                  </a:lnTo>
                  <a:lnTo>
                    <a:pt x="3486150" y="0"/>
                  </a:lnTo>
                  <a:close/>
                </a:path>
                <a:path w="11430000" h="3381375">
                  <a:moveTo>
                    <a:pt x="3523983" y="3371850"/>
                  </a:moveTo>
                  <a:lnTo>
                    <a:pt x="3495395" y="3371850"/>
                  </a:lnTo>
                  <a:lnTo>
                    <a:pt x="3495395" y="3381375"/>
                  </a:lnTo>
                  <a:lnTo>
                    <a:pt x="3523983" y="3381375"/>
                  </a:lnTo>
                  <a:lnTo>
                    <a:pt x="3523983" y="3371850"/>
                  </a:lnTo>
                  <a:close/>
                </a:path>
                <a:path w="11430000" h="3381375">
                  <a:moveTo>
                    <a:pt x="3533775" y="0"/>
                  </a:moveTo>
                  <a:lnTo>
                    <a:pt x="3505200" y="0"/>
                  </a:lnTo>
                  <a:lnTo>
                    <a:pt x="3505200" y="9525"/>
                  </a:lnTo>
                  <a:lnTo>
                    <a:pt x="3533775" y="9525"/>
                  </a:lnTo>
                  <a:lnTo>
                    <a:pt x="3533775" y="0"/>
                  </a:lnTo>
                  <a:close/>
                </a:path>
                <a:path w="11430000" h="3381375">
                  <a:moveTo>
                    <a:pt x="3571608" y="3371850"/>
                  </a:moveTo>
                  <a:lnTo>
                    <a:pt x="3543033" y="3371850"/>
                  </a:lnTo>
                  <a:lnTo>
                    <a:pt x="3543033" y="3381375"/>
                  </a:lnTo>
                  <a:lnTo>
                    <a:pt x="3571608" y="3381375"/>
                  </a:lnTo>
                  <a:lnTo>
                    <a:pt x="3571608" y="3371850"/>
                  </a:lnTo>
                  <a:close/>
                </a:path>
                <a:path w="11430000" h="3381375">
                  <a:moveTo>
                    <a:pt x="3581400" y="0"/>
                  </a:moveTo>
                  <a:lnTo>
                    <a:pt x="3552837" y="0"/>
                  </a:lnTo>
                  <a:lnTo>
                    <a:pt x="3552837" y="9525"/>
                  </a:lnTo>
                  <a:lnTo>
                    <a:pt x="3581400" y="9525"/>
                  </a:lnTo>
                  <a:lnTo>
                    <a:pt x="3581400" y="0"/>
                  </a:lnTo>
                  <a:close/>
                </a:path>
                <a:path w="11430000" h="3381375">
                  <a:moveTo>
                    <a:pt x="3619233" y="3371850"/>
                  </a:moveTo>
                  <a:lnTo>
                    <a:pt x="3590658" y="3371850"/>
                  </a:lnTo>
                  <a:lnTo>
                    <a:pt x="3590658" y="3381375"/>
                  </a:lnTo>
                  <a:lnTo>
                    <a:pt x="3619233" y="3381375"/>
                  </a:lnTo>
                  <a:lnTo>
                    <a:pt x="3619233" y="3371850"/>
                  </a:lnTo>
                  <a:close/>
                </a:path>
                <a:path w="11430000" h="338137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11430000" h="3381375">
                  <a:moveTo>
                    <a:pt x="3666845" y="3371850"/>
                  </a:moveTo>
                  <a:lnTo>
                    <a:pt x="3638283" y="3371850"/>
                  </a:lnTo>
                  <a:lnTo>
                    <a:pt x="3638283" y="3381375"/>
                  </a:lnTo>
                  <a:lnTo>
                    <a:pt x="3666845" y="3381375"/>
                  </a:lnTo>
                  <a:lnTo>
                    <a:pt x="3666845" y="3371850"/>
                  </a:lnTo>
                  <a:close/>
                </a:path>
                <a:path w="11430000" h="3381375">
                  <a:moveTo>
                    <a:pt x="3676650" y="0"/>
                  </a:moveTo>
                  <a:lnTo>
                    <a:pt x="3648075" y="0"/>
                  </a:lnTo>
                  <a:lnTo>
                    <a:pt x="3648075" y="9525"/>
                  </a:lnTo>
                  <a:lnTo>
                    <a:pt x="3676650" y="9525"/>
                  </a:lnTo>
                  <a:lnTo>
                    <a:pt x="3676650" y="0"/>
                  </a:lnTo>
                  <a:close/>
                </a:path>
                <a:path w="11430000" h="3381375">
                  <a:moveTo>
                    <a:pt x="3714483" y="3371850"/>
                  </a:moveTo>
                  <a:lnTo>
                    <a:pt x="3685908" y="3371850"/>
                  </a:lnTo>
                  <a:lnTo>
                    <a:pt x="3685908" y="3381375"/>
                  </a:lnTo>
                  <a:lnTo>
                    <a:pt x="3714483" y="3381375"/>
                  </a:lnTo>
                  <a:lnTo>
                    <a:pt x="3714483" y="3371850"/>
                  </a:lnTo>
                  <a:close/>
                </a:path>
                <a:path w="11430000" h="3381375">
                  <a:moveTo>
                    <a:pt x="3724275" y="0"/>
                  </a:moveTo>
                  <a:lnTo>
                    <a:pt x="3695700" y="0"/>
                  </a:lnTo>
                  <a:lnTo>
                    <a:pt x="369570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11430000" h="3381375">
                  <a:moveTo>
                    <a:pt x="3762108" y="3371850"/>
                  </a:moveTo>
                  <a:lnTo>
                    <a:pt x="3733533" y="3371850"/>
                  </a:lnTo>
                  <a:lnTo>
                    <a:pt x="3733533" y="3381375"/>
                  </a:lnTo>
                  <a:lnTo>
                    <a:pt x="3762108" y="3381375"/>
                  </a:lnTo>
                  <a:lnTo>
                    <a:pt x="3762108" y="3371850"/>
                  </a:lnTo>
                  <a:close/>
                </a:path>
                <a:path w="11430000" h="3381375">
                  <a:moveTo>
                    <a:pt x="3771900" y="0"/>
                  </a:moveTo>
                  <a:lnTo>
                    <a:pt x="3743325" y="0"/>
                  </a:lnTo>
                  <a:lnTo>
                    <a:pt x="3743325" y="9525"/>
                  </a:lnTo>
                  <a:lnTo>
                    <a:pt x="3771900" y="9525"/>
                  </a:lnTo>
                  <a:lnTo>
                    <a:pt x="3771900" y="0"/>
                  </a:lnTo>
                  <a:close/>
                </a:path>
                <a:path w="11430000" h="3381375">
                  <a:moveTo>
                    <a:pt x="3809733" y="3371850"/>
                  </a:moveTo>
                  <a:lnTo>
                    <a:pt x="3781158" y="3371850"/>
                  </a:lnTo>
                  <a:lnTo>
                    <a:pt x="3781158" y="3381375"/>
                  </a:lnTo>
                  <a:lnTo>
                    <a:pt x="3809733" y="3381375"/>
                  </a:lnTo>
                  <a:lnTo>
                    <a:pt x="3809733" y="3371850"/>
                  </a:lnTo>
                  <a:close/>
                </a:path>
                <a:path w="11430000" h="3381375">
                  <a:moveTo>
                    <a:pt x="3819537" y="0"/>
                  </a:moveTo>
                  <a:lnTo>
                    <a:pt x="3790950" y="0"/>
                  </a:lnTo>
                  <a:lnTo>
                    <a:pt x="3790950" y="9525"/>
                  </a:lnTo>
                  <a:lnTo>
                    <a:pt x="3819537" y="9525"/>
                  </a:lnTo>
                  <a:lnTo>
                    <a:pt x="3819537" y="0"/>
                  </a:lnTo>
                  <a:close/>
                </a:path>
                <a:path w="11430000" h="3381375">
                  <a:moveTo>
                    <a:pt x="3857358" y="3371850"/>
                  </a:moveTo>
                  <a:lnTo>
                    <a:pt x="3828783" y="3371850"/>
                  </a:lnTo>
                  <a:lnTo>
                    <a:pt x="3828783" y="3381375"/>
                  </a:lnTo>
                  <a:lnTo>
                    <a:pt x="3857358" y="3381375"/>
                  </a:lnTo>
                  <a:lnTo>
                    <a:pt x="3857358" y="3371850"/>
                  </a:lnTo>
                  <a:close/>
                </a:path>
                <a:path w="11430000" h="3381375">
                  <a:moveTo>
                    <a:pt x="3867150" y="0"/>
                  </a:moveTo>
                  <a:lnTo>
                    <a:pt x="3838575" y="0"/>
                  </a:lnTo>
                  <a:lnTo>
                    <a:pt x="3838575" y="9525"/>
                  </a:lnTo>
                  <a:lnTo>
                    <a:pt x="3867150" y="9525"/>
                  </a:lnTo>
                  <a:lnTo>
                    <a:pt x="3867150" y="0"/>
                  </a:lnTo>
                  <a:close/>
                </a:path>
                <a:path w="11430000" h="3381375">
                  <a:moveTo>
                    <a:pt x="3904983" y="3371850"/>
                  </a:moveTo>
                  <a:lnTo>
                    <a:pt x="3876408" y="3371850"/>
                  </a:lnTo>
                  <a:lnTo>
                    <a:pt x="3876408" y="3381375"/>
                  </a:lnTo>
                  <a:lnTo>
                    <a:pt x="3904983" y="3381375"/>
                  </a:lnTo>
                  <a:lnTo>
                    <a:pt x="3904983" y="3371850"/>
                  </a:lnTo>
                  <a:close/>
                </a:path>
                <a:path w="11430000" h="338137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11430000" h="3381375">
                  <a:moveTo>
                    <a:pt x="3952608" y="3371850"/>
                  </a:moveTo>
                  <a:lnTo>
                    <a:pt x="3924033" y="3371850"/>
                  </a:lnTo>
                  <a:lnTo>
                    <a:pt x="3924033" y="3381375"/>
                  </a:lnTo>
                  <a:lnTo>
                    <a:pt x="3952608" y="3381375"/>
                  </a:lnTo>
                  <a:lnTo>
                    <a:pt x="3952608" y="3371850"/>
                  </a:lnTo>
                  <a:close/>
                </a:path>
                <a:path w="11430000" h="3381375">
                  <a:moveTo>
                    <a:pt x="3962400" y="0"/>
                  </a:moveTo>
                  <a:lnTo>
                    <a:pt x="3933825" y="0"/>
                  </a:lnTo>
                  <a:lnTo>
                    <a:pt x="3933825" y="9525"/>
                  </a:lnTo>
                  <a:lnTo>
                    <a:pt x="3962400" y="9525"/>
                  </a:lnTo>
                  <a:lnTo>
                    <a:pt x="3962400" y="0"/>
                  </a:lnTo>
                  <a:close/>
                </a:path>
                <a:path w="11430000" h="3381375">
                  <a:moveTo>
                    <a:pt x="4000233" y="3371850"/>
                  </a:moveTo>
                  <a:lnTo>
                    <a:pt x="3971658" y="3371850"/>
                  </a:lnTo>
                  <a:lnTo>
                    <a:pt x="3971658" y="3381375"/>
                  </a:lnTo>
                  <a:lnTo>
                    <a:pt x="4000233" y="3381375"/>
                  </a:lnTo>
                  <a:lnTo>
                    <a:pt x="4000233" y="3371850"/>
                  </a:lnTo>
                  <a:close/>
                </a:path>
                <a:path w="11430000" h="3381375">
                  <a:moveTo>
                    <a:pt x="4010025" y="0"/>
                  </a:moveTo>
                  <a:lnTo>
                    <a:pt x="3981450" y="0"/>
                  </a:lnTo>
                  <a:lnTo>
                    <a:pt x="398145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  <a:path w="11430000" h="3381375">
                  <a:moveTo>
                    <a:pt x="4047858" y="3371850"/>
                  </a:moveTo>
                  <a:lnTo>
                    <a:pt x="4019270" y="3371850"/>
                  </a:lnTo>
                  <a:lnTo>
                    <a:pt x="4019270" y="3381375"/>
                  </a:lnTo>
                  <a:lnTo>
                    <a:pt x="4047858" y="3381375"/>
                  </a:lnTo>
                  <a:lnTo>
                    <a:pt x="4047858" y="3371850"/>
                  </a:lnTo>
                  <a:close/>
                </a:path>
                <a:path w="11430000" h="3381375">
                  <a:moveTo>
                    <a:pt x="4057650" y="0"/>
                  </a:moveTo>
                  <a:lnTo>
                    <a:pt x="4029075" y="0"/>
                  </a:lnTo>
                  <a:lnTo>
                    <a:pt x="4029075" y="9525"/>
                  </a:lnTo>
                  <a:lnTo>
                    <a:pt x="4057650" y="9525"/>
                  </a:lnTo>
                  <a:lnTo>
                    <a:pt x="4057650" y="0"/>
                  </a:lnTo>
                  <a:close/>
                </a:path>
                <a:path w="11430000" h="3381375">
                  <a:moveTo>
                    <a:pt x="4095483" y="3371850"/>
                  </a:moveTo>
                  <a:lnTo>
                    <a:pt x="4066908" y="3371850"/>
                  </a:lnTo>
                  <a:lnTo>
                    <a:pt x="4066908" y="3381375"/>
                  </a:lnTo>
                  <a:lnTo>
                    <a:pt x="4095483" y="3381375"/>
                  </a:lnTo>
                  <a:lnTo>
                    <a:pt x="4095483" y="3371850"/>
                  </a:lnTo>
                  <a:close/>
                </a:path>
                <a:path w="11430000" h="3381375">
                  <a:moveTo>
                    <a:pt x="4105275" y="0"/>
                  </a:moveTo>
                  <a:lnTo>
                    <a:pt x="4076700" y="0"/>
                  </a:lnTo>
                  <a:lnTo>
                    <a:pt x="4076700" y="9525"/>
                  </a:lnTo>
                  <a:lnTo>
                    <a:pt x="4105275" y="9525"/>
                  </a:lnTo>
                  <a:lnTo>
                    <a:pt x="4105275" y="0"/>
                  </a:lnTo>
                  <a:close/>
                </a:path>
                <a:path w="11430000" h="3381375">
                  <a:moveTo>
                    <a:pt x="4143108" y="3371850"/>
                  </a:moveTo>
                  <a:lnTo>
                    <a:pt x="4114533" y="3371850"/>
                  </a:lnTo>
                  <a:lnTo>
                    <a:pt x="4114533" y="3381375"/>
                  </a:lnTo>
                  <a:lnTo>
                    <a:pt x="4143108" y="3381375"/>
                  </a:lnTo>
                  <a:lnTo>
                    <a:pt x="4143108" y="3371850"/>
                  </a:lnTo>
                  <a:close/>
                </a:path>
                <a:path w="11430000" h="3381375">
                  <a:moveTo>
                    <a:pt x="4152900" y="0"/>
                  </a:moveTo>
                  <a:lnTo>
                    <a:pt x="4124325" y="0"/>
                  </a:lnTo>
                  <a:lnTo>
                    <a:pt x="4124325" y="9525"/>
                  </a:lnTo>
                  <a:lnTo>
                    <a:pt x="4152900" y="9525"/>
                  </a:lnTo>
                  <a:lnTo>
                    <a:pt x="4152900" y="0"/>
                  </a:lnTo>
                  <a:close/>
                </a:path>
                <a:path w="11430000" h="3381375">
                  <a:moveTo>
                    <a:pt x="4190733" y="3371850"/>
                  </a:moveTo>
                  <a:lnTo>
                    <a:pt x="4162158" y="3371850"/>
                  </a:lnTo>
                  <a:lnTo>
                    <a:pt x="4162158" y="3381375"/>
                  </a:lnTo>
                  <a:lnTo>
                    <a:pt x="4190733" y="3381375"/>
                  </a:lnTo>
                  <a:lnTo>
                    <a:pt x="4190733" y="3371850"/>
                  </a:lnTo>
                  <a:close/>
                </a:path>
                <a:path w="11430000" h="3381375">
                  <a:moveTo>
                    <a:pt x="4200525" y="0"/>
                  </a:moveTo>
                  <a:lnTo>
                    <a:pt x="4171962" y="0"/>
                  </a:lnTo>
                  <a:lnTo>
                    <a:pt x="4171962" y="9525"/>
                  </a:lnTo>
                  <a:lnTo>
                    <a:pt x="4200525" y="9525"/>
                  </a:lnTo>
                  <a:lnTo>
                    <a:pt x="4200525" y="0"/>
                  </a:lnTo>
                  <a:close/>
                </a:path>
                <a:path w="11430000" h="3381375">
                  <a:moveTo>
                    <a:pt x="4238358" y="3371850"/>
                  </a:moveTo>
                  <a:lnTo>
                    <a:pt x="4209783" y="3371850"/>
                  </a:lnTo>
                  <a:lnTo>
                    <a:pt x="4209783" y="3381375"/>
                  </a:lnTo>
                  <a:lnTo>
                    <a:pt x="4238358" y="3381375"/>
                  </a:lnTo>
                  <a:lnTo>
                    <a:pt x="4238358" y="3371850"/>
                  </a:lnTo>
                  <a:close/>
                </a:path>
                <a:path w="11430000" h="3381375">
                  <a:moveTo>
                    <a:pt x="4248150" y="0"/>
                  </a:moveTo>
                  <a:lnTo>
                    <a:pt x="4219575" y="0"/>
                  </a:lnTo>
                  <a:lnTo>
                    <a:pt x="4219575" y="9525"/>
                  </a:lnTo>
                  <a:lnTo>
                    <a:pt x="4248150" y="9525"/>
                  </a:lnTo>
                  <a:lnTo>
                    <a:pt x="4248150" y="0"/>
                  </a:lnTo>
                  <a:close/>
                </a:path>
                <a:path w="11430000" h="3381375">
                  <a:moveTo>
                    <a:pt x="4285983" y="3371850"/>
                  </a:moveTo>
                  <a:lnTo>
                    <a:pt x="4257408" y="3371850"/>
                  </a:lnTo>
                  <a:lnTo>
                    <a:pt x="4257408" y="3381375"/>
                  </a:lnTo>
                  <a:lnTo>
                    <a:pt x="4285983" y="3381375"/>
                  </a:lnTo>
                  <a:lnTo>
                    <a:pt x="4285983" y="3371850"/>
                  </a:lnTo>
                  <a:close/>
                </a:path>
                <a:path w="11430000" h="3381375">
                  <a:moveTo>
                    <a:pt x="4295775" y="0"/>
                  </a:moveTo>
                  <a:lnTo>
                    <a:pt x="4267200" y="0"/>
                  </a:lnTo>
                  <a:lnTo>
                    <a:pt x="4267200" y="9525"/>
                  </a:lnTo>
                  <a:lnTo>
                    <a:pt x="4295775" y="9525"/>
                  </a:lnTo>
                  <a:lnTo>
                    <a:pt x="4295775" y="0"/>
                  </a:lnTo>
                  <a:close/>
                </a:path>
                <a:path w="11430000" h="3381375">
                  <a:moveTo>
                    <a:pt x="4333608" y="3371850"/>
                  </a:moveTo>
                  <a:lnTo>
                    <a:pt x="4305033" y="3371850"/>
                  </a:lnTo>
                  <a:lnTo>
                    <a:pt x="4305033" y="3381375"/>
                  </a:lnTo>
                  <a:lnTo>
                    <a:pt x="4333608" y="3381375"/>
                  </a:lnTo>
                  <a:lnTo>
                    <a:pt x="4333608" y="3371850"/>
                  </a:lnTo>
                  <a:close/>
                </a:path>
                <a:path w="11430000" h="3381375">
                  <a:moveTo>
                    <a:pt x="4343400" y="0"/>
                  </a:moveTo>
                  <a:lnTo>
                    <a:pt x="4314825" y="0"/>
                  </a:lnTo>
                  <a:lnTo>
                    <a:pt x="4314825" y="9525"/>
                  </a:lnTo>
                  <a:lnTo>
                    <a:pt x="4343400" y="9525"/>
                  </a:lnTo>
                  <a:lnTo>
                    <a:pt x="4343400" y="0"/>
                  </a:lnTo>
                  <a:close/>
                </a:path>
                <a:path w="11430000" h="3381375">
                  <a:moveTo>
                    <a:pt x="4381233" y="3371850"/>
                  </a:moveTo>
                  <a:lnTo>
                    <a:pt x="4352658" y="3371850"/>
                  </a:lnTo>
                  <a:lnTo>
                    <a:pt x="4352658" y="3381375"/>
                  </a:lnTo>
                  <a:lnTo>
                    <a:pt x="4381233" y="3381375"/>
                  </a:lnTo>
                  <a:lnTo>
                    <a:pt x="4381233" y="3371850"/>
                  </a:lnTo>
                  <a:close/>
                </a:path>
                <a:path w="11430000" h="3381375">
                  <a:moveTo>
                    <a:pt x="4391025" y="0"/>
                  </a:moveTo>
                  <a:lnTo>
                    <a:pt x="4362450" y="0"/>
                  </a:lnTo>
                  <a:lnTo>
                    <a:pt x="4362450" y="9525"/>
                  </a:lnTo>
                  <a:lnTo>
                    <a:pt x="4391025" y="9525"/>
                  </a:lnTo>
                  <a:lnTo>
                    <a:pt x="4391025" y="0"/>
                  </a:lnTo>
                  <a:close/>
                </a:path>
                <a:path w="11430000" h="3381375">
                  <a:moveTo>
                    <a:pt x="4428858" y="3371850"/>
                  </a:moveTo>
                  <a:lnTo>
                    <a:pt x="4400283" y="3371850"/>
                  </a:lnTo>
                  <a:lnTo>
                    <a:pt x="4400283" y="3381375"/>
                  </a:lnTo>
                  <a:lnTo>
                    <a:pt x="4428858" y="3381375"/>
                  </a:lnTo>
                  <a:lnTo>
                    <a:pt x="4428858" y="3371850"/>
                  </a:lnTo>
                  <a:close/>
                </a:path>
                <a:path w="11430000" h="3381375">
                  <a:moveTo>
                    <a:pt x="4438650" y="0"/>
                  </a:moveTo>
                  <a:lnTo>
                    <a:pt x="4410075" y="0"/>
                  </a:lnTo>
                  <a:lnTo>
                    <a:pt x="4410075" y="9525"/>
                  </a:lnTo>
                  <a:lnTo>
                    <a:pt x="4438650" y="9525"/>
                  </a:lnTo>
                  <a:lnTo>
                    <a:pt x="4438650" y="0"/>
                  </a:lnTo>
                  <a:close/>
                </a:path>
                <a:path w="11430000" h="3381375">
                  <a:moveTo>
                    <a:pt x="4476483" y="3371850"/>
                  </a:moveTo>
                  <a:lnTo>
                    <a:pt x="4447908" y="3371850"/>
                  </a:lnTo>
                  <a:lnTo>
                    <a:pt x="4447908" y="3381375"/>
                  </a:lnTo>
                  <a:lnTo>
                    <a:pt x="4476483" y="3381375"/>
                  </a:lnTo>
                  <a:lnTo>
                    <a:pt x="4476483" y="3371850"/>
                  </a:lnTo>
                  <a:close/>
                </a:path>
                <a:path w="11430000" h="3381375">
                  <a:moveTo>
                    <a:pt x="4486275" y="0"/>
                  </a:moveTo>
                  <a:lnTo>
                    <a:pt x="4457700" y="0"/>
                  </a:lnTo>
                  <a:lnTo>
                    <a:pt x="4457700" y="9525"/>
                  </a:lnTo>
                  <a:lnTo>
                    <a:pt x="4486275" y="9525"/>
                  </a:lnTo>
                  <a:lnTo>
                    <a:pt x="4486275" y="0"/>
                  </a:lnTo>
                  <a:close/>
                </a:path>
                <a:path w="11430000" h="3381375">
                  <a:moveTo>
                    <a:pt x="4524108" y="3371850"/>
                  </a:moveTo>
                  <a:lnTo>
                    <a:pt x="4495533" y="3371850"/>
                  </a:lnTo>
                  <a:lnTo>
                    <a:pt x="4495533" y="3381375"/>
                  </a:lnTo>
                  <a:lnTo>
                    <a:pt x="4524108" y="3381375"/>
                  </a:lnTo>
                  <a:lnTo>
                    <a:pt x="4524108" y="3371850"/>
                  </a:lnTo>
                  <a:close/>
                </a:path>
                <a:path w="11430000" h="3381375">
                  <a:moveTo>
                    <a:pt x="4533900" y="0"/>
                  </a:moveTo>
                  <a:lnTo>
                    <a:pt x="4505325" y="0"/>
                  </a:lnTo>
                  <a:lnTo>
                    <a:pt x="4505325" y="9525"/>
                  </a:lnTo>
                  <a:lnTo>
                    <a:pt x="4533900" y="9525"/>
                  </a:lnTo>
                  <a:lnTo>
                    <a:pt x="4533900" y="0"/>
                  </a:lnTo>
                  <a:close/>
                </a:path>
                <a:path w="11430000" h="3381375">
                  <a:moveTo>
                    <a:pt x="4571733" y="3371850"/>
                  </a:moveTo>
                  <a:lnTo>
                    <a:pt x="4543158" y="3371850"/>
                  </a:lnTo>
                  <a:lnTo>
                    <a:pt x="4543158" y="3381375"/>
                  </a:lnTo>
                  <a:lnTo>
                    <a:pt x="4571733" y="3381375"/>
                  </a:lnTo>
                  <a:lnTo>
                    <a:pt x="4571733" y="3371850"/>
                  </a:lnTo>
                  <a:close/>
                </a:path>
                <a:path w="11430000" h="3381375">
                  <a:moveTo>
                    <a:pt x="4581525" y="0"/>
                  </a:moveTo>
                  <a:lnTo>
                    <a:pt x="4552950" y="0"/>
                  </a:lnTo>
                  <a:lnTo>
                    <a:pt x="4552950" y="9525"/>
                  </a:lnTo>
                  <a:lnTo>
                    <a:pt x="4581525" y="9525"/>
                  </a:lnTo>
                  <a:lnTo>
                    <a:pt x="4581525" y="0"/>
                  </a:lnTo>
                  <a:close/>
                </a:path>
                <a:path w="11430000" h="3381375">
                  <a:moveTo>
                    <a:pt x="4619358" y="3371850"/>
                  </a:moveTo>
                  <a:lnTo>
                    <a:pt x="4590783" y="3371850"/>
                  </a:lnTo>
                  <a:lnTo>
                    <a:pt x="4590783" y="3381375"/>
                  </a:lnTo>
                  <a:lnTo>
                    <a:pt x="4619358" y="3381375"/>
                  </a:lnTo>
                  <a:lnTo>
                    <a:pt x="4619358" y="3371850"/>
                  </a:lnTo>
                  <a:close/>
                </a:path>
                <a:path w="11430000" h="3381375">
                  <a:moveTo>
                    <a:pt x="4629150" y="0"/>
                  </a:moveTo>
                  <a:lnTo>
                    <a:pt x="4600575" y="0"/>
                  </a:lnTo>
                  <a:lnTo>
                    <a:pt x="4600575" y="9525"/>
                  </a:lnTo>
                  <a:lnTo>
                    <a:pt x="4629150" y="9525"/>
                  </a:lnTo>
                  <a:lnTo>
                    <a:pt x="4629150" y="0"/>
                  </a:lnTo>
                  <a:close/>
                </a:path>
                <a:path w="11430000" h="3381375">
                  <a:moveTo>
                    <a:pt x="4666983" y="3371850"/>
                  </a:moveTo>
                  <a:lnTo>
                    <a:pt x="4638408" y="3371850"/>
                  </a:lnTo>
                  <a:lnTo>
                    <a:pt x="4638408" y="3381375"/>
                  </a:lnTo>
                  <a:lnTo>
                    <a:pt x="4666983" y="3381375"/>
                  </a:lnTo>
                  <a:lnTo>
                    <a:pt x="4666983" y="3371850"/>
                  </a:lnTo>
                  <a:close/>
                </a:path>
                <a:path w="11430000" h="3381375">
                  <a:moveTo>
                    <a:pt x="4676775" y="0"/>
                  </a:moveTo>
                  <a:lnTo>
                    <a:pt x="4648200" y="0"/>
                  </a:lnTo>
                  <a:lnTo>
                    <a:pt x="4648200" y="9525"/>
                  </a:lnTo>
                  <a:lnTo>
                    <a:pt x="4676775" y="9525"/>
                  </a:lnTo>
                  <a:lnTo>
                    <a:pt x="4676775" y="0"/>
                  </a:lnTo>
                  <a:close/>
                </a:path>
                <a:path w="11430000" h="3381375">
                  <a:moveTo>
                    <a:pt x="4714608" y="3371850"/>
                  </a:moveTo>
                  <a:lnTo>
                    <a:pt x="4686033" y="3371850"/>
                  </a:lnTo>
                  <a:lnTo>
                    <a:pt x="4686033" y="3381375"/>
                  </a:lnTo>
                  <a:lnTo>
                    <a:pt x="4714608" y="3381375"/>
                  </a:lnTo>
                  <a:lnTo>
                    <a:pt x="4714608" y="3371850"/>
                  </a:lnTo>
                  <a:close/>
                </a:path>
                <a:path w="11430000" h="3381375">
                  <a:moveTo>
                    <a:pt x="4724400" y="0"/>
                  </a:moveTo>
                  <a:lnTo>
                    <a:pt x="4695825" y="0"/>
                  </a:lnTo>
                  <a:lnTo>
                    <a:pt x="4695825" y="9525"/>
                  </a:lnTo>
                  <a:lnTo>
                    <a:pt x="4724400" y="9525"/>
                  </a:lnTo>
                  <a:lnTo>
                    <a:pt x="4724400" y="0"/>
                  </a:lnTo>
                  <a:close/>
                </a:path>
                <a:path w="11430000" h="3381375">
                  <a:moveTo>
                    <a:pt x="4762233" y="3371850"/>
                  </a:moveTo>
                  <a:lnTo>
                    <a:pt x="4733658" y="3371850"/>
                  </a:lnTo>
                  <a:lnTo>
                    <a:pt x="4733658" y="3381375"/>
                  </a:lnTo>
                  <a:lnTo>
                    <a:pt x="4762233" y="3381375"/>
                  </a:lnTo>
                  <a:lnTo>
                    <a:pt x="4762233" y="3371850"/>
                  </a:lnTo>
                  <a:close/>
                </a:path>
                <a:path w="11430000" h="3381375">
                  <a:moveTo>
                    <a:pt x="4772025" y="0"/>
                  </a:moveTo>
                  <a:lnTo>
                    <a:pt x="4743450" y="0"/>
                  </a:lnTo>
                  <a:lnTo>
                    <a:pt x="4743450" y="9525"/>
                  </a:lnTo>
                  <a:lnTo>
                    <a:pt x="4772025" y="9525"/>
                  </a:lnTo>
                  <a:lnTo>
                    <a:pt x="4772025" y="0"/>
                  </a:lnTo>
                  <a:close/>
                </a:path>
                <a:path w="11430000" h="3381375">
                  <a:moveTo>
                    <a:pt x="4809858" y="3371850"/>
                  </a:moveTo>
                  <a:lnTo>
                    <a:pt x="4781283" y="3371850"/>
                  </a:lnTo>
                  <a:lnTo>
                    <a:pt x="4781283" y="3381375"/>
                  </a:lnTo>
                  <a:lnTo>
                    <a:pt x="4809858" y="3381375"/>
                  </a:lnTo>
                  <a:lnTo>
                    <a:pt x="4809858" y="3371850"/>
                  </a:lnTo>
                  <a:close/>
                </a:path>
                <a:path w="11430000" h="3381375">
                  <a:moveTo>
                    <a:pt x="4819650" y="0"/>
                  </a:moveTo>
                  <a:lnTo>
                    <a:pt x="4791075" y="0"/>
                  </a:lnTo>
                  <a:lnTo>
                    <a:pt x="4791075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11430000" h="3381375">
                  <a:moveTo>
                    <a:pt x="4857483" y="3371850"/>
                  </a:moveTo>
                  <a:lnTo>
                    <a:pt x="4828908" y="3371850"/>
                  </a:lnTo>
                  <a:lnTo>
                    <a:pt x="4828908" y="3381375"/>
                  </a:lnTo>
                  <a:lnTo>
                    <a:pt x="4857483" y="3381375"/>
                  </a:lnTo>
                  <a:lnTo>
                    <a:pt x="4857483" y="3371850"/>
                  </a:lnTo>
                  <a:close/>
                </a:path>
                <a:path w="11430000" h="3381375">
                  <a:moveTo>
                    <a:pt x="48672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4867275" y="9525"/>
                  </a:lnTo>
                  <a:lnTo>
                    <a:pt x="4867275" y="0"/>
                  </a:lnTo>
                  <a:close/>
                </a:path>
                <a:path w="11430000" h="3381375">
                  <a:moveTo>
                    <a:pt x="4905095" y="3371850"/>
                  </a:moveTo>
                  <a:lnTo>
                    <a:pt x="4876533" y="3371850"/>
                  </a:lnTo>
                  <a:lnTo>
                    <a:pt x="4876533" y="3381375"/>
                  </a:lnTo>
                  <a:lnTo>
                    <a:pt x="4905095" y="3381375"/>
                  </a:lnTo>
                  <a:lnTo>
                    <a:pt x="4905095" y="3371850"/>
                  </a:lnTo>
                  <a:close/>
                </a:path>
                <a:path w="11430000" h="3381375">
                  <a:moveTo>
                    <a:pt x="4914900" y="0"/>
                  </a:moveTo>
                  <a:lnTo>
                    <a:pt x="4886325" y="0"/>
                  </a:lnTo>
                  <a:lnTo>
                    <a:pt x="4886325" y="9525"/>
                  </a:lnTo>
                  <a:lnTo>
                    <a:pt x="4914900" y="9525"/>
                  </a:lnTo>
                  <a:lnTo>
                    <a:pt x="4914900" y="0"/>
                  </a:lnTo>
                  <a:close/>
                </a:path>
                <a:path w="11430000" h="3381375">
                  <a:moveTo>
                    <a:pt x="4952733" y="3371850"/>
                  </a:moveTo>
                  <a:lnTo>
                    <a:pt x="4924158" y="3371850"/>
                  </a:lnTo>
                  <a:lnTo>
                    <a:pt x="4924158" y="3381375"/>
                  </a:lnTo>
                  <a:lnTo>
                    <a:pt x="4952733" y="3381375"/>
                  </a:lnTo>
                  <a:lnTo>
                    <a:pt x="4952733" y="3371850"/>
                  </a:lnTo>
                  <a:close/>
                </a:path>
                <a:path w="11430000" h="3381375">
                  <a:moveTo>
                    <a:pt x="4962525" y="0"/>
                  </a:moveTo>
                  <a:lnTo>
                    <a:pt x="4933950" y="0"/>
                  </a:lnTo>
                  <a:lnTo>
                    <a:pt x="4933950" y="9525"/>
                  </a:lnTo>
                  <a:lnTo>
                    <a:pt x="4962525" y="9525"/>
                  </a:lnTo>
                  <a:lnTo>
                    <a:pt x="4962525" y="0"/>
                  </a:lnTo>
                  <a:close/>
                </a:path>
                <a:path w="11430000" h="3381375">
                  <a:moveTo>
                    <a:pt x="5000358" y="3371850"/>
                  </a:moveTo>
                  <a:lnTo>
                    <a:pt x="4971783" y="3371850"/>
                  </a:lnTo>
                  <a:lnTo>
                    <a:pt x="4971783" y="3381375"/>
                  </a:lnTo>
                  <a:lnTo>
                    <a:pt x="5000358" y="3381375"/>
                  </a:lnTo>
                  <a:lnTo>
                    <a:pt x="5000358" y="3371850"/>
                  </a:lnTo>
                  <a:close/>
                </a:path>
                <a:path w="11430000" h="3381375">
                  <a:moveTo>
                    <a:pt x="5010150" y="0"/>
                  </a:moveTo>
                  <a:lnTo>
                    <a:pt x="4981575" y="0"/>
                  </a:lnTo>
                  <a:lnTo>
                    <a:pt x="4981575" y="9525"/>
                  </a:lnTo>
                  <a:lnTo>
                    <a:pt x="5010150" y="9525"/>
                  </a:lnTo>
                  <a:lnTo>
                    <a:pt x="5010150" y="0"/>
                  </a:lnTo>
                  <a:close/>
                </a:path>
                <a:path w="11430000" h="3381375">
                  <a:moveTo>
                    <a:pt x="5047983" y="3371850"/>
                  </a:moveTo>
                  <a:lnTo>
                    <a:pt x="5019408" y="3371850"/>
                  </a:lnTo>
                  <a:lnTo>
                    <a:pt x="5019408" y="3381375"/>
                  </a:lnTo>
                  <a:lnTo>
                    <a:pt x="5047983" y="3381375"/>
                  </a:lnTo>
                  <a:lnTo>
                    <a:pt x="5047983" y="3371850"/>
                  </a:lnTo>
                  <a:close/>
                </a:path>
                <a:path w="11430000" h="3381375">
                  <a:moveTo>
                    <a:pt x="5057775" y="0"/>
                  </a:moveTo>
                  <a:lnTo>
                    <a:pt x="5029200" y="0"/>
                  </a:lnTo>
                  <a:lnTo>
                    <a:pt x="5029200" y="9525"/>
                  </a:lnTo>
                  <a:lnTo>
                    <a:pt x="5057775" y="9525"/>
                  </a:lnTo>
                  <a:lnTo>
                    <a:pt x="5057775" y="0"/>
                  </a:lnTo>
                  <a:close/>
                </a:path>
                <a:path w="11430000" h="3381375">
                  <a:moveTo>
                    <a:pt x="5095608" y="3371850"/>
                  </a:moveTo>
                  <a:lnTo>
                    <a:pt x="5067033" y="3371850"/>
                  </a:lnTo>
                  <a:lnTo>
                    <a:pt x="5067033" y="3381375"/>
                  </a:lnTo>
                  <a:lnTo>
                    <a:pt x="5095608" y="3381375"/>
                  </a:lnTo>
                  <a:lnTo>
                    <a:pt x="5095608" y="3371850"/>
                  </a:lnTo>
                  <a:close/>
                </a:path>
                <a:path w="11430000" h="3381375">
                  <a:moveTo>
                    <a:pt x="5105400" y="0"/>
                  </a:moveTo>
                  <a:lnTo>
                    <a:pt x="5076825" y="0"/>
                  </a:lnTo>
                  <a:lnTo>
                    <a:pt x="5076825" y="9525"/>
                  </a:lnTo>
                  <a:lnTo>
                    <a:pt x="5105400" y="9525"/>
                  </a:lnTo>
                  <a:lnTo>
                    <a:pt x="5105400" y="0"/>
                  </a:lnTo>
                  <a:close/>
                </a:path>
                <a:path w="11430000" h="3381375">
                  <a:moveTo>
                    <a:pt x="5143233" y="3371850"/>
                  </a:moveTo>
                  <a:lnTo>
                    <a:pt x="5114658" y="3371850"/>
                  </a:lnTo>
                  <a:lnTo>
                    <a:pt x="5114658" y="3381375"/>
                  </a:lnTo>
                  <a:lnTo>
                    <a:pt x="5143233" y="3381375"/>
                  </a:lnTo>
                  <a:lnTo>
                    <a:pt x="5143233" y="3371850"/>
                  </a:lnTo>
                  <a:close/>
                </a:path>
                <a:path w="11430000" h="3381375">
                  <a:moveTo>
                    <a:pt x="5153025" y="0"/>
                  </a:moveTo>
                  <a:lnTo>
                    <a:pt x="5124450" y="0"/>
                  </a:lnTo>
                  <a:lnTo>
                    <a:pt x="5124450" y="9525"/>
                  </a:lnTo>
                  <a:lnTo>
                    <a:pt x="5153025" y="9525"/>
                  </a:lnTo>
                  <a:lnTo>
                    <a:pt x="5153025" y="0"/>
                  </a:lnTo>
                  <a:close/>
                </a:path>
                <a:path w="11430000" h="3381375">
                  <a:moveTo>
                    <a:pt x="5190858" y="3371850"/>
                  </a:moveTo>
                  <a:lnTo>
                    <a:pt x="5162283" y="3371850"/>
                  </a:lnTo>
                  <a:lnTo>
                    <a:pt x="5162283" y="3381375"/>
                  </a:lnTo>
                  <a:lnTo>
                    <a:pt x="5190858" y="3381375"/>
                  </a:lnTo>
                  <a:lnTo>
                    <a:pt x="5190858" y="3371850"/>
                  </a:lnTo>
                  <a:close/>
                </a:path>
                <a:path w="11430000" h="3381375">
                  <a:moveTo>
                    <a:pt x="5200650" y="0"/>
                  </a:moveTo>
                  <a:lnTo>
                    <a:pt x="5172075" y="0"/>
                  </a:lnTo>
                  <a:lnTo>
                    <a:pt x="5172075" y="9525"/>
                  </a:lnTo>
                  <a:lnTo>
                    <a:pt x="5200650" y="9525"/>
                  </a:lnTo>
                  <a:lnTo>
                    <a:pt x="5200650" y="0"/>
                  </a:lnTo>
                  <a:close/>
                </a:path>
                <a:path w="11430000" h="3381375">
                  <a:moveTo>
                    <a:pt x="5238483" y="3371850"/>
                  </a:moveTo>
                  <a:lnTo>
                    <a:pt x="5209908" y="3371850"/>
                  </a:lnTo>
                  <a:lnTo>
                    <a:pt x="5209908" y="3381375"/>
                  </a:lnTo>
                  <a:lnTo>
                    <a:pt x="5238483" y="3381375"/>
                  </a:lnTo>
                  <a:lnTo>
                    <a:pt x="5238483" y="3371850"/>
                  </a:lnTo>
                  <a:close/>
                </a:path>
                <a:path w="11430000" h="3381375">
                  <a:moveTo>
                    <a:pt x="5248275" y="0"/>
                  </a:moveTo>
                  <a:lnTo>
                    <a:pt x="5219700" y="0"/>
                  </a:lnTo>
                  <a:lnTo>
                    <a:pt x="5219700" y="9525"/>
                  </a:lnTo>
                  <a:lnTo>
                    <a:pt x="5248275" y="9525"/>
                  </a:lnTo>
                  <a:lnTo>
                    <a:pt x="5248275" y="0"/>
                  </a:lnTo>
                  <a:close/>
                </a:path>
                <a:path w="11430000" h="3381375">
                  <a:moveTo>
                    <a:pt x="5286108" y="3371850"/>
                  </a:moveTo>
                  <a:lnTo>
                    <a:pt x="5257520" y="3371850"/>
                  </a:lnTo>
                  <a:lnTo>
                    <a:pt x="5257520" y="3381375"/>
                  </a:lnTo>
                  <a:lnTo>
                    <a:pt x="5286108" y="3381375"/>
                  </a:lnTo>
                  <a:lnTo>
                    <a:pt x="5286108" y="3371850"/>
                  </a:lnTo>
                  <a:close/>
                </a:path>
                <a:path w="11430000" h="3381375">
                  <a:moveTo>
                    <a:pt x="5295900" y="0"/>
                  </a:moveTo>
                  <a:lnTo>
                    <a:pt x="5267325" y="0"/>
                  </a:lnTo>
                  <a:lnTo>
                    <a:pt x="5267325" y="9525"/>
                  </a:lnTo>
                  <a:lnTo>
                    <a:pt x="5295900" y="9525"/>
                  </a:lnTo>
                  <a:lnTo>
                    <a:pt x="5295900" y="0"/>
                  </a:lnTo>
                  <a:close/>
                </a:path>
                <a:path w="11430000" h="3381375">
                  <a:moveTo>
                    <a:pt x="5333733" y="3371850"/>
                  </a:moveTo>
                  <a:lnTo>
                    <a:pt x="5305158" y="3371850"/>
                  </a:lnTo>
                  <a:lnTo>
                    <a:pt x="5305158" y="3381375"/>
                  </a:lnTo>
                  <a:lnTo>
                    <a:pt x="5333733" y="3381375"/>
                  </a:lnTo>
                  <a:lnTo>
                    <a:pt x="5333733" y="3371850"/>
                  </a:lnTo>
                  <a:close/>
                </a:path>
                <a:path w="11430000" h="3381375">
                  <a:moveTo>
                    <a:pt x="5343525" y="0"/>
                  </a:moveTo>
                  <a:lnTo>
                    <a:pt x="5314950" y="0"/>
                  </a:lnTo>
                  <a:lnTo>
                    <a:pt x="5314950" y="9525"/>
                  </a:lnTo>
                  <a:lnTo>
                    <a:pt x="5343525" y="9525"/>
                  </a:lnTo>
                  <a:lnTo>
                    <a:pt x="5343525" y="0"/>
                  </a:lnTo>
                  <a:close/>
                </a:path>
                <a:path w="11430000" h="3381375">
                  <a:moveTo>
                    <a:pt x="5381358" y="3371850"/>
                  </a:moveTo>
                  <a:lnTo>
                    <a:pt x="5352783" y="3371850"/>
                  </a:lnTo>
                  <a:lnTo>
                    <a:pt x="5352783" y="3381375"/>
                  </a:lnTo>
                  <a:lnTo>
                    <a:pt x="5381358" y="3381375"/>
                  </a:lnTo>
                  <a:lnTo>
                    <a:pt x="5381358" y="3371850"/>
                  </a:lnTo>
                  <a:close/>
                </a:path>
                <a:path w="11430000" h="3381375">
                  <a:moveTo>
                    <a:pt x="5391150" y="0"/>
                  </a:moveTo>
                  <a:lnTo>
                    <a:pt x="5362575" y="0"/>
                  </a:lnTo>
                  <a:lnTo>
                    <a:pt x="5362575" y="9525"/>
                  </a:lnTo>
                  <a:lnTo>
                    <a:pt x="5391150" y="9525"/>
                  </a:lnTo>
                  <a:lnTo>
                    <a:pt x="5391150" y="0"/>
                  </a:lnTo>
                  <a:close/>
                </a:path>
                <a:path w="11430000" h="3381375">
                  <a:moveTo>
                    <a:pt x="5428970" y="3371850"/>
                  </a:moveTo>
                  <a:lnTo>
                    <a:pt x="5400408" y="3371850"/>
                  </a:lnTo>
                  <a:lnTo>
                    <a:pt x="5400408" y="3381375"/>
                  </a:lnTo>
                  <a:lnTo>
                    <a:pt x="5428970" y="3381375"/>
                  </a:lnTo>
                  <a:lnTo>
                    <a:pt x="5428970" y="3371850"/>
                  </a:lnTo>
                  <a:close/>
                </a:path>
                <a:path w="11430000" h="3381375">
                  <a:moveTo>
                    <a:pt x="5438775" y="0"/>
                  </a:moveTo>
                  <a:lnTo>
                    <a:pt x="5410200" y="0"/>
                  </a:lnTo>
                  <a:lnTo>
                    <a:pt x="5410200" y="9525"/>
                  </a:lnTo>
                  <a:lnTo>
                    <a:pt x="5438775" y="9525"/>
                  </a:lnTo>
                  <a:lnTo>
                    <a:pt x="5438775" y="0"/>
                  </a:lnTo>
                  <a:close/>
                </a:path>
                <a:path w="11430000" h="3381375">
                  <a:moveTo>
                    <a:pt x="5476608" y="3371850"/>
                  </a:moveTo>
                  <a:lnTo>
                    <a:pt x="5448033" y="3371850"/>
                  </a:lnTo>
                  <a:lnTo>
                    <a:pt x="5448033" y="3381375"/>
                  </a:lnTo>
                  <a:lnTo>
                    <a:pt x="5476608" y="3381375"/>
                  </a:lnTo>
                  <a:lnTo>
                    <a:pt x="5476608" y="3371850"/>
                  </a:lnTo>
                  <a:close/>
                </a:path>
                <a:path w="11430000" h="3381375">
                  <a:moveTo>
                    <a:pt x="5486400" y="0"/>
                  </a:moveTo>
                  <a:lnTo>
                    <a:pt x="5457825" y="0"/>
                  </a:lnTo>
                  <a:lnTo>
                    <a:pt x="5457825" y="9525"/>
                  </a:lnTo>
                  <a:lnTo>
                    <a:pt x="5486400" y="9525"/>
                  </a:lnTo>
                  <a:lnTo>
                    <a:pt x="5486400" y="0"/>
                  </a:lnTo>
                  <a:close/>
                </a:path>
                <a:path w="11430000" h="3381375">
                  <a:moveTo>
                    <a:pt x="5524233" y="3371850"/>
                  </a:moveTo>
                  <a:lnTo>
                    <a:pt x="5495658" y="3371850"/>
                  </a:lnTo>
                  <a:lnTo>
                    <a:pt x="5495658" y="3381375"/>
                  </a:lnTo>
                  <a:lnTo>
                    <a:pt x="5524233" y="3381375"/>
                  </a:lnTo>
                  <a:lnTo>
                    <a:pt x="5524233" y="3371850"/>
                  </a:lnTo>
                  <a:close/>
                </a:path>
                <a:path w="11430000" h="3381375">
                  <a:moveTo>
                    <a:pt x="5534025" y="0"/>
                  </a:moveTo>
                  <a:lnTo>
                    <a:pt x="5505450" y="0"/>
                  </a:lnTo>
                  <a:lnTo>
                    <a:pt x="5505450" y="9525"/>
                  </a:lnTo>
                  <a:lnTo>
                    <a:pt x="5534025" y="9525"/>
                  </a:lnTo>
                  <a:lnTo>
                    <a:pt x="5534025" y="0"/>
                  </a:lnTo>
                  <a:close/>
                </a:path>
                <a:path w="11430000" h="3381375">
                  <a:moveTo>
                    <a:pt x="5571858" y="3371850"/>
                  </a:moveTo>
                  <a:lnTo>
                    <a:pt x="5543283" y="3371850"/>
                  </a:lnTo>
                  <a:lnTo>
                    <a:pt x="5543283" y="3381375"/>
                  </a:lnTo>
                  <a:lnTo>
                    <a:pt x="5571858" y="3381375"/>
                  </a:lnTo>
                  <a:lnTo>
                    <a:pt x="5571858" y="3371850"/>
                  </a:lnTo>
                  <a:close/>
                </a:path>
                <a:path w="11430000" h="3381375">
                  <a:moveTo>
                    <a:pt x="5581650" y="0"/>
                  </a:moveTo>
                  <a:lnTo>
                    <a:pt x="5553075" y="0"/>
                  </a:lnTo>
                  <a:lnTo>
                    <a:pt x="5553075" y="9525"/>
                  </a:lnTo>
                  <a:lnTo>
                    <a:pt x="5581650" y="9525"/>
                  </a:lnTo>
                  <a:lnTo>
                    <a:pt x="5581650" y="0"/>
                  </a:lnTo>
                  <a:close/>
                </a:path>
                <a:path w="11430000" h="3381375">
                  <a:moveTo>
                    <a:pt x="5619483" y="3371850"/>
                  </a:moveTo>
                  <a:lnTo>
                    <a:pt x="5590908" y="3371850"/>
                  </a:lnTo>
                  <a:lnTo>
                    <a:pt x="5590908" y="3381375"/>
                  </a:lnTo>
                  <a:lnTo>
                    <a:pt x="5619483" y="3381375"/>
                  </a:lnTo>
                  <a:lnTo>
                    <a:pt x="5619483" y="3371850"/>
                  </a:lnTo>
                  <a:close/>
                </a:path>
                <a:path w="11430000" h="3381375">
                  <a:moveTo>
                    <a:pt x="5629275" y="0"/>
                  </a:moveTo>
                  <a:lnTo>
                    <a:pt x="5600700" y="0"/>
                  </a:lnTo>
                  <a:lnTo>
                    <a:pt x="5600700" y="9525"/>
                  </a:lnTo>
                  <a:lnTo>
                    <a:pt x="5629275" y="9525"/>
                  </a:lnTo>
                  <a:lnTo>
                    <a:pt x="5629275" y="0"/>
                  </a:lnTo>
                  <a:close/>
                </a:path>
                <a:path w="11430000" h="3381375">
                  <a:moveTo>
                    <a:pt x="5667108" y="3371850"/>
                  </a:moveTo>
                  <a:lnTo>
                    <a:pt x="5638533" y="3371850"/>
                  </a:lnTo>
                  <a:lnTo>
                    <a:pt x="5638533" y="3381375"/>
                  </a:lnTo>
                  <a:lnTo>
                    <a:pt x="5667108" y="3381375"/>
                  </a:lnTo>
                  <a:lnTo>
                    <a:pt x="5667108" y="3371850"/>
                  </a:lnTo>
                  <a:close/>
                </a:path>
                <a:path w="11430000" h="3381375">
                  <a:moveTo>
                    <a:pt x="5676900" y="0"/>
                  </a:moveTo>
                  <a:lnTo>
                    <a:pt x="5648325" y="0"/>
                  </a:lnTo>
                  <a:lnTo>
                    <a:pt x="5648325" y="9525"/>
                  </a:lnTo>
                  <a:lnTo>
                    <a:pt x="5676900" y="9525"/>
                  </a:lnTo>
                  <a:lnTo>
                    <a:pt x="5676900" y="0"/>
                  </a:lnTo>
                  <a:close/>
                </a:path>
                <a:path w="11430000" h="3381375">
                  <a:moveTo>
                    <a:pt x="5714733" y="3371850"/>
                  </a:moveTo>
                  <a:lnTo>
                    <a:pt x="5686158" y="3371850"/>
                  </a:lnTo>
                  <a:lnTo>
                    <a:pt x="5686158" y="3381375"/>
                  </a:lnTo>
                  <a:lnTo>
                    <a:pt x="5714733" y="3381375"/>
                  </a:lnTo>
                  <a:lnTo>
                    <a:pt x="5714733" y="3371850"/>
                  </a:lnTo>
                  <a:close/>
                </a:path>
                <a:path w="11430000" h="3381375">
                  <a:moveTo>
                    <a:pt x="5724525" y="0"/>
                  </a:moveTo>
                  <a:lnTo>
                    <a:pt x="5695950" y="0"/>
                  </a:lnTo>
                  <a:lnTo>
                    <a:pt x="5695950" y="9525"/>
                  </a:lnTo>
                  <a:lnTo>
                    <a:pt x="5724525" y="9525"/>
                  </a:lnTo>
                  <a:lnTo>
                    <a:pt x="5724525" y="0"/>
                  </a:lnTo>
                  <a:close/>
                </a:path>
                <a:path w="11430000" h="3381375">
                  <a:moveTo>
                    <a:pt x="5762358" y="3371850"/>
                  </a:moveTo>
                  <a:lnTo>
                    <a:pt x="5733783" y="3371850"/>
                  </a:lnTo>
                  <a:lnTo>
                    <a:pt x="5733783" y="3381375"/>
                  </a:lnTo>
                  <a:lnTo>
                    <a:pt x="5762358" y="3381375"/>
                  </a:lnTo>
                  <a:lnTo>
                    <a:pt x="5762358" y="3371850"/>
                  </a:lnTo>
                  <a:close/>
                </a:path>
                <a:path w="11430000" h="3381375">
                  <a:moveTo>
                    <a:pt x="5772150" y="0"/>
                  </a:moveTo>
                  <a:lnTo>
                    <a:pt x="5743575" y="0"/>
                  </a:lnTo>
                  <a:lnTo>
                    <a:pt x="5743575" y="9525"/>
                  </a:lnTo>
                  <a:lnTo>
                    <a:pt x="5772150" y="9525"/>
                  </a:lnTo>
                  <a:lnTo>
                    <a:pt x="5772150" y="0"/>
                  </a:lnTo>
                  <a:close/>
                </a:path>
                <a:path w="11430000" h="3381375">
                  <a:moveTo>
                    <a:pt x="5809983" y="3371850"/>
                  </a:moveTo>
                  <a:lnTo>
                    <a:pt x="5781408" y="3371850"/>
                  </a:lnTo>
                  <a:lnTo>
                    <a:pt x="5781408" y="3381375"/>
                  </a:lnTo>
                  <a:lnTo>
                    <a:pt x="5809983" y="3381375"/>
                  </a:lnTo>
                  <a:lnTo>
                    <a:pt x="5809983" y="3371850"/>
                  </a:lnTo>
                  <a:close/>
                </a:path>
                <a:path w="11430000" h="3381375">
                  <a:moveTo>
                    <a:pt x="5819775" y="0"/>
                  </a:moveTo>
                  <a:lnTo>
                    <a:pt x="5791200" y="0"/>
                  </a:lnTo>
                  <a:lnTo>
                    <a:pt x="5791200" y="9525"/>
                  </a:lnTo>
                  <a:lnTo>
                    <a:pt x="5819775" y="9525"/>
                  </a:lnTo>
                  <a:lnTo>
                    <a:pt x="5819775" y="0"/>
                  </a:lnTo>
                  <a:close/>
                </a:path>
                <a:path w="11430000" h="3381375">
                  <a:moveTo>
                    <a:pt x="5857608" y="3371850"/>
                  </a:moveTo>
                  <a:lnTo>
                    <a:pt x="5829033" y="3371850"/>
                  </a:lnTo>
                  <a:lnTo>
                    <a:pt x="5829033" y="3381375"/>
                  </a:lnTo>
                  <a:lnTo>
                    <a:pt x="5857608" y="3381375"/>
                  </a:lnTo>
                  <a:lnTo>
                    <a:pt x="5857608" y="3371850"/>
                  </a:lnTo>
                  <a:close/>
                </a:path>
                <a:path w="11430000" h="3381375">
                  <a:moveTo>
                    <a:pt x="5867400" y="0"/>
                  </a:moveTo>
                  <a:lnTo>
                    <a:pt x="5838825" y="0"/>
                  </a:lnTo>
                  <a:lnTo>
                    <a:pt x="5838825" y="9525"/>
                  </a:lnTo>
                  <a:lnTo>
                    <a:pt x="5867400" y="9525"/>
                  </a:lnTo>
                  <a:lnTo>
                    <a:pt x="5867400" y="0"/>
                  </a:lnTo>
                  <a:close/>
                </a:path>
                <a:path w="11430000" h="3381375">
                  <a:moveTo>
                    <a:pt x="5905233" y="3371850"/>
                  </a:moveTo>
                  <a:lnTo>
                    <a:pt x="5876658" y="3371850"/>
                  </a:lnTo>
                  <a:lnTo>
                    <a:pt x="5876658" y="3381375"/>
                  </a:lnTo>
                  <a:lnTo>
                    <a:pt x="5905233" y="3381375"/>
                  </a:lnTo>
                  <a:lnTo>
                    <a:pt x="5905233" y="3371850"/>
                  </a:lnTo>
                  <a:close/>
                </a:path>
                <a:path w="11430000" h="3381375">
                  <a:moveTo>
                    <a:pt x="5915025" y="0"/>
                  </a:moveTo>
                  <a:lnTo>
                    <a:pt x="5886450" y="0"/>
                  </a:lnTo>
                  <a:lnTo>
                    <a:pt x="5886450" y="9525"/>
                  </a:lnTo>
                  <a:lnTo>
                    <a:pt x="5915025" y="9525"/>
                  </a:lnTo>
                  <a:lnTo>
                    <a:pt x="5915025" y="0"/>
                  </a:lnTo>
                  <a:close/>
                </a:path>
                <a:path w="11430000" h="3381375">
                  <a:moveTo>
                    <a:pt x="5952858" y="3371850"/>
                  </a:moveTo>
                  <a:lnTo>
                    <a:pt x="5924283" y="3371850"/>
                  </a:lnTo>
                  <a:lnTo>
                    <a:pt x="5924283" y="3381375"/>
                  </a:lnTo>
                  <a:lnTo>
                    <a:pt x="5952858" y="3381375"/>
                  </a:lnTo>
                  <a:lnTo>
                    <a:pt x="5952858" y="3371850"/>
                  </a:lnTo>
                  <a:close/>
                </a:path>
                <a:path w="11430000" h="3381375">
                  <a:moveTo>
                    <a:pt x="5962650" y="0"/>
                  </a:moveTo>
                  <a:lnTo>
                    <a:pt x="5934075" y="0"/>
                  </a:lnTo>
                  <a:lnTo>
                    <a:pt x="5934075" y="9525"/>
                  </a:lnTo>
                  <a:lnTo>
                    <a:pt x="5962650" y="9525"/>
                  </a:lnTo>
                  <a:lnTo>
                    <a:pt x="5962650" y="0"/>
                  </a:lnTo>
                  <a:close/>
                </a:path>
                <a:path w="11430000" h="3381375">
                  <a:moveTo>
                    <a:pt x="6000483" y="3371850"/>
                  </a:moveTo>
                  <a:lnTo>
                    <a:pt x="5971908" y="3371850"/>
                  </a:lnTo>
                  <a:lnTo>
                    <a:pt x="5971908" y="3381375"/>
                  </a:lnTo>
                  <a:lnTo>
                    <a:pt x="6000483" y="3381375"/>
                  </a:lnTo>
                  <a:lnTo>
                    <a:pt x="6000483" y="3371850"/>
                  </a:lnTo>
                  <a:close/>
                </a:path>
                <a:path w="11430000" h="3381375">
                  <a:moveTo>
                    <a:pt x="6010275" y="0"/>
                  </a:moveTo>
                  <a:lnTo>
                    <a:pt x="5981700" y="0"/>
                  </a:lnTo>
                  <a:lnTo>
                    <a:pt x="5981700" y="9525"/>
                  </a:lnTo>
                  <a:lnTo>
                    <a:pt x="6010275" y="9525"/>
                  </a:lnTo>
                  <a:lnTo>
                    <a:pt x="6010275" y="0"/>
                  </a:lnTo>
                  <a:close/>
                </a:path>
                <a:path w="11430000" h="3381375">
                  <a:moveTo>
                    <a:pt x="6048108" y="3371850"/>
                  </a:moveTo>
                  <a:lnTo>
                    <a:pt x="6019533" y="3371850"/>
                  </a:lnTo>
                  <a:lnTo>
                    <a:pt x="6019533" y="3381375"/>
                  </a:lnTo>
                  <a:lnTo>
                    <a:pt x="6048108" y="3381375"/>
                  </a:lnTo>
                  <a:lnTo>
                    <a:pt x="6048108" y="3371850"/>
                  </a:lnTo>
                  <a:close/>
                </a:path>
                <a:path w="11430000" h="3381375">
                  <a:moveTo>
                    <a:pt x="6057900" y="0"/>
                  </a:moveTo>
                  <a:lnTo>
                    <a:pt x="6029325" y="0"/>
                  </a:lnTo>
                  <a:lnTo>
                    <a:pt x="6029325" y="9525"/>
                  </a:lnTo>
                  <a:lnTo>
                    <a:pt x="6057900" y="9525"/>
                  </a:lnTo>
                  <a:lnTo>
                    <a:pt x="6057900" y="0"/>
                  </a:lnTo>
                  <a:close/>
                </a:path>
                <a:path w="11430000" h="3381375">
                  <a:moveTo>
                    <a:pt x="6095733" y="3371850"/>
                  </a:moveTo>
                  <a:lnTo>
                    <a:pt x="6067158" y="3371850"/>
                  </a:lnTo>
                  <a:lnTo>
                    <a:pt x="6067158" y="3381375"/>
                  </a:lnTo>
                  <a:lnTo>
                    <a:pt x="6095733" y="3381375"/>
                  </a:lnTo>
                  <a:lnTo>
                    <a:pt x="6095733" y="3371850"/>
                  </a:lnTo>
                  <a:close/>
                </a:path>
                <a:path w="11430000" h="3381375">
                  <a:moveTo>
                    <a:pt x="6105525" y="0"/>
                  </a:moveTo>
                  <a:lnTo>
                    <a:pt x="6076950" y="0"/>
                  </a:lnTo>
                  <a:lnTo>
                    <a:pt x="6076950" y="9525"/>
                  </a:lnTo>
                  <a:lnTo>
                    <a:pt x="6105525" y="9525"/>
                  </a:lnTo>
                  <a:lnTo>
                    <a:pt x="6105525" y="0"/>
                  </a:lnTo>
                  <a:close/>
                </a:path>
                <a:path w="11430000" h="3381375">
                  <a:moveTo>
                    <a:pt x="6143358" y="3371850"/>
                  </a:moveTo>
                  <a:lnTo>
                    <a:pt x="6114783" y="3371850"/>
                  </a:lnTo>
                  <a:lnTo>
                    <a:pt x="6114783" y="3381375"/>
                  </a:lnTo>
                  <a:lnTo>
                    <a:pt x="6143358" y="3381375"/>
                  </a:lnTo>
                  <a:lnTo>
                    <a:pt x="6143358" y="3371850"/>
                  </a:lnTo>
                  <a:close/>
                </a:path>
                <a:path w="11430000" h="3381375">
                  <a:moveTo>
                    <a:pt x="6153162" y="0"/>
                  </a:moveTo>
                  <a:lnTo>
                    <a:pt x="6124575" y="0"/>
                  </a:lnTo>
                  <a:lnTo>
                    <a:pt x="6124575" y="9525"/>
                  </a:lnTo>
                  <a:lnTo>
                    <a:pt x="6153162" y="9525"/>
                  </a:lnTo>
                  <a:lnTo>
                    <a:pt x="6153162" y="0"/>
                  </a:lnTo>
                  <a:close/>
                </a:path>
                <a:path w="11430000" h="3381375">
                  <a:moveTo>
                    <a:pt x="6190983" y="3371850"/>
                  </a:moveTo>
                  <a:lnTo>
                    <a:pt x="6162408" y="3371850"/>
                  </a:lnTo>
                  <a:lnTo>
                    <a:pt x="6162408" y="3381375"/>
                  </a:lnTo>
                  <a:lnTo>
                    <a:pt x="6190983" y="3381375"/>
                  </a:lnTo>
                  <a:lnTo>
                    <a:pt x="6190983" y="3371850"/>
                  </a:lnTo>
                  <a:close/>
                </a:path>
                <a:path w="11430000" h="3381375">
                  <a:moveTo>
                    <a:pt x="6200775" y="0"/>
                  </a:moveTo>
                  <a:lnTo>
                    <a:pt x="6172200" y="0"/>
                  </a:lnTo>
                  <a:lnTo>
                    <a:pt x="6172200" y="9525"/>
                  </a:lnTo>
                  <a:lnTo>
                    <a:pt x="6200775" y="9525"/>
                  </a:lnTo>
                  <a:lnTo>
                    <a:pt x="6200775" y="0"/>
                  </a:lnTo>
                  <a:close/>
                </a:path>
                <a:path w="11430000" h="3381375">
                  <a:moveTo>
                    <a:pt x="6238608" y="3371850"/>
                  </a:moveTo>
                  <a:lnTo>
                    <a:pt x="6210033" y="3371850"/>
                  </a:lnTo>
                  <a:lnTo>
                    <a:pt x="6210033" y="3381375"/>
                  </a:lnTo>
                  <a:lnTo>
                    <a:pt x="6238608" y="3381375"/>
                  </a:lnTo>
                  <a:lnTo>
                    <a:pt x="6238608" y="3371850"/>
                  </a:lnTo>
                  <a:close/>
                </a:path>
                <a:path w="11430000" h="3381375">
                  <a:moveTo>
                    <a:pt x="6248400" y="0"/>
                  </a:moveTo>
                  <a:lnTo>
                    <a:pt x="6219825" y="0"/>
                  </a:lnTo>
                  <a:lnTo>
                    <a:pt x="6219825" y="9525"/>
                  </a:lnTo>
                  <a:lnTo>
                    <a:pt x="6248400" y="9525"/>
                  </a:lnTo>
                  <a:lnTo>
                    <a:pt x="6248400" y="0"/>
                  </a:lnTo>
                  <a:close/>
                </a:path>
                <a:path w="11430000" h="3381375">
                  <a:moveTo>
                    <a:pt x="6286233" y="3371850"/>
                  </a:moveTo>
                  <a:lnTo>
                    <a:pt x="6257658" y="3371850"/>
                  </a:lnTo>
                  <a:lnTo>
                    <a:pt x="6257658" y="3381375"/>
                  </a:lnTo>
                  <a:lnTo>
                    <a:pt x="6286233" y="3381375"/>
                  </a:lnTo>
                  <a:lnTo>
                    <a:pt x="6286233" y="3371850"/>
                  </a:lnTo>
                  <a:close/>
                </a:path>
                <a:path w="11430000" h="3381375">
                  <a:moveTo>
                    <a:pt x="6296025" y="0"/>
                  </a:moveTo>
                  <a:lnTo>
                    <a:pt x="6267450" y="0"/>
                  </a:lnTo>
                  <a:lnTo>
                    <a:pt x="6267450" y="9525"/>
                  </a:lnTo>
                  <a:lnTo>
                    <a:pt x="6296025" y="9525"/>
                  </a:lnTo>
                  <a:lnTo>
                    <a:pt x="6296025" y="0"/>
                  </a:lnTo>
                  <a:close/>
                </a:path>
                <a:path w="11430000" h="3381375">
                  <a:moveTo>
                    <a:pt x="6333858" y="3371850"/>
                  </a:moveTo>
                  <a:lnTo>
                    <a:pt x="6305283" y="3371850"/>
                  </a:lnTo>
                  <a:lnTo>
                    <a:pt x="6305283" y="3381375"/>
                  </a:lnTo>
                  <a:lnTo>
                    <a:pt x="6333858" y="3381375"/>
                  </a:lnTo>
                  <a:lnTo>
                    <a:pt x="6333858" y="3371850"/>
                  </a:lnTo>
                  <a:close/>
                </a:path>
                <a:path w="11430000" h="3381375">
                  <a:moveTo>
                    <a:pt x="6343650" y="0"/>
                  </a:moveTo>
                  <a:lnTo>
                    <a:pt x="6315075" y="0"/>
                  </a:lnTo>
                  <a:lnTo>
                    <a:pt x="6315075" y="9525"/>
                  </a:lnTo>
                  <a:lnTo>
                    <a:pt x="6343650" y="9525"/>
                  </a:lnTo>
                  <a:lnTo>
                    <a:pt x="6343650" y="0"/>
                  </a:lnTo>
                  <a:close/>
                </a:path>
                <a:path w="11430000" h="3381375">
                  <a:moveTo>
                    <a:pt x="6381483" y="3371850"/>
                  </a:moveTo>
                  <a:lnTo>
                    <a:pt x="6352908" y="3371850"/>
                  </a:lnTo>
                  <a:lnTo>
                    <a:pt x="6352908" y="3381375"/>
                  </a:lnTo>
                  <a:lnTo>
                    <a:pt x="6381483" y="3381375"/>
                  </a:lnTo>
                  <a:lnTo>
                    <a:pt x="6381483" y="3371850"/>
                  </a:lnTo>
                  <a:close/>
                </a:path>
                <a:path w="11430000" h="3381375">
                  <a:moveTo>
                    <a:pt x="6391275" y="0"/>
                  </a:moveTo>
                  <a:lnTo>
                    <a:pt x="6362700" y="0"/>
                  </a:lnTo>
                  <a:lnTo>
                    <a:pt x="6362700" y="9525"/>
                  </a:lnTo>
                  <a:lnTo>
                    <a:pt x="6391275" y="9525"/>
                  </a:lnTo>
                  <a:lnTo>
                    <a:pt x="6391275" y="0"/>
                  </a:lnTo>
                  <a:close/>
                </a:path>
                <a:path w="11430000" h="3381375">
                  <a:moveTo>
                    <a:pt x="6429108" y="3371850"/>
                  </a:moveTo>
                  <a:lnTo>
                    <a:pt x="6400533" y="3371850"/>
                  </a:lnTo>
                  <a:lnTo>
                    <a:pt x="6400533" y="3381375"/>
                  </a:lnTo>
                  <a:lnTo>
                    <a:pt x="6429108" y="3381375"/>
                  </a:lnTo>
                  <a:lnTo>
                    <a:pt x="6429108" y="3371850"/>
                  </a:lnTo>
                  <a:close/>
                </a:path>
                <a:path w="11430000" h="3381375">
                  <a:moveTo>
                    <a:pt x="6438900" y="0"/>
                  </a:moveTo>
                  <a:lnTo>
                    <a:pt x="6410325" y="0"/>
                  </a:lnTo>
                  <a:lnTo>
                    <a:pt x="6410325" y="9525"/>
                  </a:lnTo>
                  <a:lnTo>
                    <a:pt x="6438900" y="9525"/>
                  </a:lnTo>
                  <a:lnTo>
                    <a:pt x="6438900" y="0"/>
                  </a:lnTo>
                  <a:close/>
                </a:path>
                <a:path w="11430000" h="3381375">
                  <a:moveTo>
                    <a:pt x="6476733" y="3371850"/>
                  </a:moveTo>
                  <a:lnTo>
                    <a:pt x="6448158" y="3371850"/>
                  </a:lnTo>
                  <a:lnTo>
                    <a:pt x="6448158" y="3381375"/>
                  </a:lnTo>
                  <a:lnTo>
                    <a:pt x="6476733" y="3381375"/>
                  </a:lnTo>
                  <a:lnTo>
                    <a:pt x="6476733" y="3371850"/>
                  </a:lnTo>
                  <a:close/>
                </a:path>
                <a:path w="11430000" h="3381375">
                  <a:moveTo>
                    <a:pt x="6486525" y="0"/>
                  </a:moveTo>
                  <a:lnTo>
                    <a:pt x="6457950" y="0"/>
                  </a:lnTo>
                  <a:lnTo>
                    <a:pt x="6457950" y="9525"/>
                  </a:lnTo>
                  <a:lnTo>
                    <a:pt x="6486525" y="9525"/>
                  </a:lnTo>
                  <a:lnTo>
                    <a:pt x="6486525" y="0"/>
                  </a:lnTo>
                  <a:close/>
                </a:path>
                <a:path w="11430000" h="3381375">
                  <a:moveTo>
                    <a:pt x="6524358" y="3371850"/>
                  </a:moveTo>
                  <a:lnTo>
                    <a:pt x="6495783" y="3371850"/>
                  </a:lnTo>
                  <a:lnTo>
                    <a:pt x="6495783" y="3381375"/>
                  </a:lnTo>
                  <a:lnTo>
                    <a:pt x="6524358" y="3381375"/>
                  </a:lnTo>
                  <a:lnTo>
                    <a:pt x="6524358" y="3371850"/>
                  </a:lnTo>
                  <a:close/>
                </a:path>
                <a:path w="11430000" h="3381375">
                  <a:moveTo>
                    <a:pt x="6534150" y="0"/>
                  </a:moveTo>
                  <a:lnTo>
                    <a:pt x="6505588" y="0"/>
                  </a:lnTo>
                  <a:lnTo>
                    <a:pt x="6505588" y="9525"/>
                  </a:lnTo>
                  <a:lnTo>
                    <a:pt x="6534150" y="9525"/>
                  </a:lnTo>
                  <a:lnTo>
                    <a:pt x="6534150" y="0"/>
                  </a:lnTo>
                  <a:close/>
                </a:path>
                <a:path w="11430000" h="3381375">
                  <a:moveTo>
                    <a:pt x="6571983" y="3371850"/>
                  </a:moveTo>
                  <a:lnTo>
                    <a:pt x="6543408" y="3371850"/>
                  </a:lnTo>
                  <a:lnTo>
                    <a:pt x="6543408" y="3381375"/>
                  </a:lnTo>
                  <a:lnTo>
                    <a:pt x="6571983" y="3381375"/>
                  </a:lnTo>
                  <a:lnTo>
                    <a:pt x="6571983" y="3371850"/>
                  </a:lnTo>
                  <a:close/>
                </a:path>
                <a:path w="11430000" h="3381375">
                  <a:moveTo>
                    <a:pt x="6581775" y="0"/>
                  </a:moveTo>
                  <a:lnTo>
                    <a:pt x="6553200" y="0"/>
                  </a:lnTo>
                  <a:lnTo>
                    <a:pt x="6553200" y="9525"/>
                  </a:lnTo>
                  <a:lnTo>
                    <a:pt x="6581775" y="9525"/>
                  </a:lnTo>
                  <a:lnTo>
                    <a:pt x="6581775" y="0"/>
                  </a:lnTo>
                  <a:close/>
                </a:path>
                <a:path w="11430000" h="3381375">
                  <a:moveTo>
                    <a:pt x="6619608" y="3371850"/>
                  </a:moveTo>
                  <a:lnTo>
                    <a:pt x="6591033" y="3371850"/>
                  </a:lnTo>
                  <a:lnTo>
                    <a:pt x="6591033" y="3381375"/>
                  </a:lnTo>
                  <a:lnTo>
                    <a:pt x="6619608" y="3381375"/>
                  </a:lnTo>
                  <a:lnTo>
                    <a:pt x="6619608" y="3371850"/>
                  </a:lnTo>
                  <a:close/>
                </a:path>
                <a:path w="11430000" h="3381375">
                  <a:moveTo>
                    <a:pt x="6629400" y="0"/>
                  </a:moveTo>
                  <a:lnTo>
                    <a:pt x="6600825" y="0"/>
                  </a:lnTo>
                  <a:lnTo>
                    <a:pt x="6600825" y="9525"/>
                  </a:lnTo>
                  <a:lnTo>
                    <a:pt x="6629400" y="9525"/>
                  </a:lnTo>
                  <a:lnTo>
                    <a:pt x="6629400" y="0"/>
                  </a:lnTo>
                  <a:close/>
                </a:path>
                <a:path w="11430000" h="3381375">
                  <a:moveTo>
                    <a:pt x="6667233" y="3371850"/>
                  </a:moveTo>
                  <a:lnTo>
                    <a:pt x="6638658" y="3371850"/>
                  </a:lnTo>
                  <a:lnTo>
                    <a:pt x="6638658" y="3381375"/>
                  </a:lnTo>
                  <a:lnTo>
                    <a:pt x="6667233" y="3381375"/>
                  </a:lnTo>
                  <a:lnTo>
                    <a:pt x="6667233" y="3371850"/>
                  </a:lnTo>
                  <a:close/>
                </a:path>
                <a:path w="11430000" h="3381375">
                  <a:moveTo>
                    <a:pt x="6677038" y="0"/>
                  </a:moveTo>
                  <a:lnTo>
                    <a:pt x="6648450" y="0"/>
                  </a:lnTo>
                  <a:lnTo>
                    <a:pt x="6648450" y="9525"/>
                  </a:lnTo>
                  <a:lnTo>
                    <a:pt x="6677038" y="9525"/>
                  </a:lnTo>
                  <a:lnTo>
                    <a:pt x="6677038" y="0"/>
                  </a:lnTo>
                  <a:close/>
                </a:path>
                <a:path w="11430000" h="3381375">
                  <a:moveTo>
                    <a:pt x="6714858" y="3371850"/>
                  </a:moveTo>
                  <a:lnTo>
                    <a:pt x="6686283" y="3371850"/>
                  </a:lnTo>
                  <a:lnTo>
                    <a:pt x="6686283" y="3381375"/>
                  </a:lnTo>
                  <a:lnTo>
                    <a:pt x="6714858" y="3381375"/>
                  </a:lnTo>
                  <a:lnTo>
                    <a:pt x="6714858" y="3371850"/>
                  </a:lnTo>
                  <a:close/>
                </a:path>
                <a:path w="11430000" h="3381375">
                  <a:moveTo>
                    <a:pt x="6724650" y="0"/>
                  </a:moveTo>
                  <a:lnTo>
                    <a:pt x="6696075" y="0"/>
                  </a:lnTo>
                  <a:lnTo>
                    <a:pt x="6696075" y="9525"/>
                  </a:lnTo>
                  <a:lnTo>
                    <a:pt x="6724650" y="9525"/>
                  </a:lnTo>
                  <a:lnTo>
                    <a:pt x="6724650" y="0"/>
                  </a:lnTo>
                  <a:close/>
                </a:path>
                <a:path w="11430000" h="3381375">
                  <a:moveTo>
                    <a:pt x="6762483" y="3371850"/>
                  </a:moveTo>
                  <a:lnTo>
                    <a:pt x="6733908" y="3371850"/>
                  </a:lnTo>
                  <a:lnTo>
                    <a:pt x="6733908" y="3381375"/>
                  </a:lnTo>
                  <a:lnTo>
                    <a:pt x="6762483" y="3381375"/>
                  </a:lnTo>
                  <a:lnTo>
                    <a:pt x="6762483" y="3371850"/>
                  </a:lnTo>
                  <a:close/>
                </a:path>
                <a:path w="11430000" h="3381375">
                  <a:moveTo>
                    <a:pt x="6772275" y="0"/>
                  </a:moveTo>
                  <a:lnTo>
                    <a:pt x="6743700" y="0"/>
                  </a:lnTo>
                  <a:lnTo>
                    <a:pt x="6743700" y="9525"/>
                  </a:lnTo>
                  <a:lnTo>
                    <a:pt x="6772275" y="9525"/>
                  </a:lnTo>
                  <a:lnTo>
                    <a:pt x="6772275" y="0"/>
                  </a:lnTo>
                  <a:close/>
                </a:path>
                <a:path w="11430000" h="3381375">
                  <a:moveTo>
                    <a:pt x="6810108" y="3371850"/>
                  </a:moveTo>
                  <a:lnTo>
                    <a:pt x="6781533" y="3371850"/>
                  </a:lnTo>
                  <a:lnTo>
                    <a:pt x="6781533" y="3381375"/>
                  </a:lnTo>
                  <a:lnTo>
                    <a:pt x="6810108" y="3381375"/>
                  </a:lnTo>
                  <a:lnTo>
                    <a:pt x="6810108" y="3371850"/>
                  </a:lnTo>
                  <a:close/>
                </a:path>
                <a:path w="11430000" h="3381375">
                  <a:moveTo>
                    <a:pt x="6819900" y="0"/>
                  </a:moveTo>
                  <a:lnTo>
                    <a:pt x="6791325" y="0"/>
                  </a:lnTo>
                  <a:lnTo>
                    <a:pt x="6791325" y="9525"/>
                  </a:lnTo>
                  <a:lnTo>
                    <a:pt x="6819900" y="9525"/>
                  </a:lnTo>
                  <a:lnTo>
                    <a:pt x="6819900" y="0"/>
                  </a:lnTo>
                  <a:close/>
                </a:path>
                <a:path w="11430000" h="3381375">
                  <a:moveTo>
                    <a:pt x="6857733" y="3371850"/>
                  </a:moveTo>
                  <a:lnTo>
                    <a:pt x="6829158" y="3371850"/>
                  </a:lnTo>
                  <a:lnTo>
                    <a:pt x="6829158" y="3381375"/>
                  </a:lnTo>
                  <a:lnTo>
                    <a:pt x="6857733" y="3381375"/>
                  </a:lnTo>
                  <a:lnTo>
                    <a:pt x="6857733" y="3371850"/>
                  </a:lnTo>
                  <a:close/>
                </a:path>
                <a:path w="11430000" h="3381375">
                  <a:moveTo>
                    <a:pt x="6867525" y="0"/>
                  </a:moveTo>
                  <a:lnTo>
                    <a:pt x="6838950" y="0"/>
                  </a:lnTo>
                  <a:lnTo>
                    <a:pt x="6838950" y="9525"/>
                  </a:lnTo>
                  <a:lnTo>
                    <a:pt x="6867525" y="9525"/>
                  </a:lnTo>
                  <a:lnTo>
                    <a:pt x="6867525" y="0"/>
                  </a:lnTo>
                  <a:close/>
                </a:path>
                <a:path w="11430000" h="3381375">
                  <a:moveTo>
                    <a:pt x="6905358" y="3371850"/>
                  </a:moveTo>
                  <a:lnTo>
                    <a:pt x="6876783" y="3371850"/>
                  </a:lnTo>
                  <a:lnTo>
                    <a:pt x="6876783" y="3381375"/>
                  </a:lnTo>
                  <a:lnTo>
                    <a:pt x="6905358" y="3381375"/>
                  </a:lnTo>
                  <a:lnTo>
                    <a:pt x="6905358" y="3371850"/>
                  </a:lnTo>
                  <a:close/>
                </a:path>
                <a:path w="11430000" h="3381375">
                  <a:moveTo>
                    <a:pt x="6915150" y="0"/>
                  </a:moveTo>
                  <a:lnTo>
                    <a:pt x="6886575" y="0"/>
                  </a:lnTo>
                  <a:lnTo>
                    <a:pt x="6886575" y="9525"/>
                  </a:lnTo>
                  <a:lnTo>
                    <a:pt x="6915150" y="9525"/>
                  </a:lnTo>
                  <a:lnTo>
                    <a:pt x="6915150" y="0"/>
                  </a:lnTo>
                  <a:close/>
                </a:path>
                <a:path w="11430000" h="3381375">
                  <a:moveTo>
                    <a:pt x="6952983" y="3371850"/>
                  </a:moveTo>
                  <a:lnTo>
                    <a:pt x="6924408" y="3371850"/>
                  </a:lnTo>
                  <a:lnTo>
                    <a:pt x="6924408" y="3381375"/>
                  </a:lnTo>
                  <a:lnTo>
                    <a:pt x="6952983" y="3381375"/>
                  </a:lnTo>
                  <a:lnTo>
                    <a:pt x="6952983" y="3371850"/>
                  </a:lnTo>
                  <a:close/>
                </a:path>
                <a:path w="11430000" h="3381375">
                  <a:moveTo>
                    <a:pt x="6962775" y="0"/>
                  </a:moveTo>
                  <a:lnTo>
                    <a:pt x="6934200" y="0"/>
                  </a:lnTo>
                  <a:lnTo>
                    <a:pt x="6934200" y="9525"/>
                  </a:lnTo>
                  <a:lnTo>
                    <a:pt x="6962775" y="9525"/>
                  </a:lnTo>
                  <a:lnTo>
                    <a:pt x="6962775" y="0"/>
                  </a:lnTo>
                  <a:close/>
                </a:path>
                <a:path w="11430000" h="3381375">
                  <a:moveTo>
                    <a:pt x="7000608" y="3371850"/>
                  </a:moveTo>
                  <a:lnTo>
                    <a:pt x="6972033" y="3371850"/>
                  </a:lnTo>
                  <a:lnTo>
                    <a:pt x="6972033" y="3381375"/>
                  </a:lnTo>
                  <a:lnTo>
                    <a:pt x="7000608" y="3381375"/>
                  </a:lnTo>
                  <a:lnTo>
                    <a:pt x="7000608" y="3371850"/>
                  </a:lnTo>
                  <a:close/>
                </a:path>
                <a:path w="11430000" h="3381375">
                  <a:moveTo>
                    <a:pt x="7010400" y="0"/>
                  </a:moveTo>
                  <a:lnTo>
                    <a:pt x="6981825" y="0"/>
                  </a:lnTo>
                  <a:lnTo>
                    <a:pt x="6981825" y="9525"/>
                  </a:lnTo>
                  <a:lnTo>
                    <a:pt x="7010400" y="9525"/>
                  </a:lnTo>
                  <a:lnTo>
                    <a:pt x="7010400" y="0"/>
                  </a:lnTo>
                  <a:close/>
                </a:path>
                <a:path w="11430000" h="3381375">
                  <a:moveTo>
                    <a:pt x="7048233" y="3371850"/>
                  </a:moveTo>
                  <a:lnTo>
                    <a:pt x="7019658" y="3371850"/>
                  </a:lnTo>
                  <a:lnTo>
                    <a:pt x="7019658" y="3381375"/>
                  </a:lnTo>
                  <a:lnTo>
                    <a:pt x="7048233" y="3381375"/>
                  </a:lnTo>
                  <a:lnTo>
                    <a:pt x="7048233" y="3371850"/>
                  </a:lnTo>
                  <a:close/>
                </a:path>
                <a:path w="11430000" h="3381375">
                  <a:moveTo>
                    <a:pt x="7058025" y="0"/>
                  </a:moveTo>
                  <a:lnTo>
                    <a:pt x="7029463" y="0"/>
                  </a:lnTo>
                  <a:lnTo>
                    <a:pt x="7029463" y="9525"/>
                  </a:lnTo>
                  <a:lnTo>
                    <a:pt x="7058025" y="9525"/>
                  </a:lnTo>
                  <a:lnTo>
                    <a:pt x="7058025" y="0"/>
                  </a:lnTo>
                  <a:close/>
                </a:path>
                <a:path w="11430000" h="3381375">
                  <a:moveTo>
                    <a:pt x="7095858" y="3371850"/>
                  </a:moveTo>
                  <a:lnTo>
                    <a:pt x="7067283" y="3371850"/>
                  </a:lnTo>
                  <a:lnTo>
                    <a:pt x="7067283" y="3381375"/>
                  </a:lnTo>
                  <a:lnTo>
                    <a:pt x="7095858" y="3381375"/>
                  </a:lnTo>
                  <a:lnTo>
                    <a:pt x="7095858" y="3371850"/>
                  </a:lnTo>
                  <a:close/>
                </a:path>
                <a:path w="11430000" h="3381375">
                  <a:moveTo>
                    <a:pt x="7105650" y="0"/>
                  </a:moveTo>
                  <a:lnTo>
                    <a:pt x="7077075" y="0"/>
                  </a:lnTo>
                  <a:lnTo>
                    <a:pt x="7077075" y="9525"/>
                  </a:lnTo>
                  <a:lnTo>
                    <a:pt x="7105650" y="9525"/>
                  </a:lnTo>
                  <a:lnTo>
                    <a:pt x="7105650" y="0"/>
                  </a:lnTo>
                  <a:close/>
                </a:path>
                <a:path w="11430000" h="3381375">
                  <a:moveTo>
                    <a:pt x="7143483" y="3371850"/>
                  </a:moveTo>
                  <a:lnTo>
                    <a:pt x="7114908" y="3371850"/>
                  </a:lnTo>
                  <a:lnTo>
                    <a:pt x="7114908" y="3381375"/>
                  </a:lnTo>
                  <a:lnTo>
                    <a:pt x="7143483" y="3381375"/>
                  </a:lnTo>
                  <a:lnTo>
                    <a:pt x="7143483" y="3371850"/>
                  </a:lnTo>
                  <a:close/>
                </a:path>
                <a:path w="11430000" h="3381375">
                  <a:moveTo>
                    <a:pt x="7153275" y="0"/>
                  </a:moveTo>
                  <a:lnTo>
                    <a:pt x="7124700" y="0"/>
                  </a:lnTo>
                  <a:lnTo>
                    <a:pt x="7124700" y="9525"/>
                  </a:lnTo>
                  <a:lnTo>
                    <a:pt x="7153275" y="9525"/>
                  </a:lnTo>
                  <a:lnTo>
                    <a:pt x="7153275" y="0"/>
                  </a:lnTo>
                  <a:close/>
                </a:path>
                <a:path w="11430000" h="3381375">
                  <a:moveTo>
                    <a:pt x="7191108" y="3371850"/>
                  </a:moveTo>
                  <a:lnTo>
                    <a:pt x="7162533" y="3371850"/>
                  </a:lnTo>
                  <a:lnTo>
                    <a:pt x="7162533" y="3381375"/>
                  </a:lnTo>
                  <a:lnTo>
                    <a:pt x="7191108" y="3381375"/>
                  </a:lnTo>
                  <a:lnTo>
                    <a:pt x="7191108" y="3371850"/>
                  </a:lnTo>
                  <a:close/>
                </a:path>
                <a:path w="11430000" h="3381375">
                  <a:moveTo>
                    <a:pt x="7200900" y="0"/>
                  </a:moveTo>
                  <a:lnTo>
                    <a:pt x="7172325" y="0"/>
                  </a:lnTo>
                  <a:lnTo>
                    <a:pt x="7172325" y="9525"/>
                  </a:lnTo>
                  <a:lnTo>
                    <a:pt x="7200900" y="9525"/>
                  </a:lnTo>
                  <a:lnTo>
                    <a:pt x="7200900" y="0"/>
                  </a:lnTo>
                  <a:close/>
                </a:path>
                <a:path w="11430000" h="3381375">
                  <a:moveTo>
                    <a:pt x="7238733" y="3371850"/>
                  </a:moveTo>
                  <a:lnTo>
                    <a:pt x="7210158" y="3371850"/>
                  </a:lnTo>
                  <a:lnTo>
                    <a:pt x="7210158" y="3381375"/>
                  </a:lnTo>
                  <a:lnTo>
                    <a:pt x="7238733" y="3381375"/>
                  </a:lnTo>
                  <a:lnTo>
                    <a:pt x="7238733" y="3371850"/>
                  </a:lnTo>
                  <a:close/>
                </a:path>
                <a:path w="11430000" h="3381375">
                  <a:moveTo>
                    <a:pt x="7248525" y="0"/>
                  </a:moveTo>
                  <a:lnTo>
                    <a:pt x="7219950" y="0"/>
                  </a:lnTo>
                  <a:lnTo>
                    <a:pt x="7219950" y="9525"/>
                  </a:lnTo>
                  <a:lnTo>
                    <a:pt x="7248525" y="9525"/>
                  </a:lnTo>
                  <a:lnTo>
                    <a:pt x="7248525" y="0"/>
                  </a:lnTo>
                  <a:close/>
                </a:path>
                <a:path w="11430000" h="3381375">
                  <a:moveTo>
                    <a:pt x="7286345" y="3371850"/>
                  </a:moveTo>
                  <a:lnTo>
                    <a:pt x="7257770" y="3371850"/>
                  </a:lnTo>
                  <a:lnTo>
                    <a:pt x="7257770" y="3381375"/>
                  </a:lnTo>
                  <a:lnTo>
                    <a:pt x="7286345" y="3381375"/>
                  </a:lnTo>
                  <a:lnTo>
                    <a:pt x="7286345" y="3371850"/>
                  </a:lnTo>
                  <a:close/>
                </a:path>
                <a:path w="11430000" h="3381375">
                  <a:moveTo>
                    <a:pt x="7296150" y="0"/>
                  </a:moveTo>
                  <a:lnTo>
                    <a:pt x="7267575" y="0"/>
                  </a:lnTo>
                  <a:lnTo>
                    <a:pt x="7267575" y="9525"/>
                  </a:lnTo>
                  <a:lnTo>
                    <a:pt x="7296150" y="9525"/>
                  </a:lnTo>
                  <a:lnTo>
                    <a:pt x="7296150" y="0"/>
                  </a:lnTo>
                  <a:close/>
                </a:path>
                <a:path w="11430000" h="3381375">
                  <a:moveTo>
                    <a:pt x="7333970" y="3371850"/>
                  </a:moveTo>
                  <a:lnTo>
                    <a:pt x="7305395" y="3371850"/>
                  </a:lnTo>
                  <a:lnTo>
                    <a:pt x="7305395" y="3381375"/>
                  </a:lnTo>
                  <a:lnTo>
                    <a:pt x="7333970" y="3381375"/>
                  </a:lnTo>
                  <a:lnTo>
                    <a:pt x="7333970" y="3371850"/>
                  </a:lnTo>
                  <a:close/>
                </a:path>
                <a:path w="11430000" h="3381375">
                  <a:moveTo>
                    <a:pt x="7343775" y="0"/>
                  </a:moveTo>
                  <a:lnTo>
                    <a:pt x="7315200" y="0"/>
                  </a:lnTo>
                  <a:lnTo>
                    <a:pt x="7315200" y="9525"/>
                  </a:lnTo>
                  <a:lnTo>
                    <a:pt x="7343775" y="9525"/>
                  </a:lnTo>
                  <a:lnTo>
                    <a:pt x="7343775" y="0"/>
                  </a:lnTo>
                  <a:close/>
                </a:path>
                <a:path w="11430000" h="3381375">
                  <a:moveTo>
                    <a:pt x="7381595" y="3371850"/>
                  </a:moveTo>
                  <a:lnTo>
                    <a:pt x="7353020" y="3371850"/>
                  </a:lnTo>
                  <a:lnTo>
                    <a:pt x="7353020" y="3381375"/>
                  </a:lnTo>
                  <a:lnTo>
                    <a:pt x="7381595" y="3381375"/>
                  </a:lnTo>
                  <a:lnTo>
                    <a:pt x="7381595" y="3371850"/>
                  </a:lnTo>
                  <a:close/>
                </a:path>
                <a:path w="11430000" h="3381375">
                  <a:moveTo>
                    <a:pt x="7391400" y="0"/>
                  </a:moveTo>
                  <a:lnTo>
                    <a:pt x="7362825" y="0"/>
                  </a:lnTo>
                  <a:lnTo>
                    <a:pt x="7362825" y="9525"/>
                  </a:lnTo>
                  <a:lnTo>
                    <a:pt x="7391400" y="9525"/>
                  </a:lnTo>
                  <a:lnTo>
                    <a:pt x="7391400" y="0"/>
                  </a:lnTo>
                  <a:close/>
                </a:path>
                <a:path w="11430000" h="3381375">
                  <a:moveTo>
                    <a:pt x="7429220" y="3371850"/>
                  </a:moveTo>
                  <a:lnTo>
                    <a:pt x="7400645" y="3371850"/>
                  </a:lnTo>
                  <a:lnTo>
                    <a:pt x="7400645" y="3381375"/>
                  </a:lnTo>
                  <a:lnTo>
                    <a:pt x="7429220" y="3381375"/>
                  </a:lnTo>
                  <a:lnTo>
                    <a:pt x="7429220" y="3371850"/>
                  </a:lnTo>
                  <a:close/>
                </a:path>
                <a:path w="11430000" h="3381375">
                  <a:moveTo>
                    <a:pt x="7439025" y="0"/>
                  </a:moveTo>
                  <a:lnTo>
                    <a:pt x="7410450" y="0"/>
                  </a:lnTo>
                  <a:lnTo>
                    <a:pt x="7410450" y="9525"/>
                  </a:lnTo>
                  <a:lnTo>
                    <a:pt x="7439025" y="9525"/>
                  </a:lnTo>
                  <a:lnTo>
                    <a:pt x="7439025" y="0"/>
                  </a:lnTo>
                  <a:close/>
                </a:path>
                <a:path w="11430000" h="3381375">
                  <a:moveTo>
                    <a:pt x="7476845" y="3371850"/>
                  </a:moveTo>
                  <a:lnTo>
                    <a:pt x="7448270" y="3371850"/>
                  </a:lnTo>
                  <a:lnTo>
                    <a:pt x="7448270" y="3381375"/>
                  </a:lnTo>
                  <a:lnTo>
                    <a:pt x="7476845" y="3381375"/>
                  </a:lnTo>
                  <a:lnTo>
                    <a:pt x="7476845" y="3371850"/>
                  </a:lnTo>
                  <a:close/>
                </a:path>
                <a:path w="11430000" h="3381375">
                  <a:moveTo>
                    <a:pt x="7486650" y="0"/>
                  </a:moveTo>
                  <a:lnTo>
                    <a:pt x="7458075" y="0"/>
                  </a:lnTo>
                  <a:lnTo>
                    <a:pt x="7458075" y="9525"/>
                  </a:lnTo>
                  <a:lnTo>
                    <a:pt x="7486650" y="9525"/>
                  </a:lnTo>
                  <a:lnTo>
                    <a:pt x="7486650" y="0"/>
                  </a:lnTo>
                  <a:close/>
                </a:path>
                <a:path w="11430000" h="3381375">
                  <a:moveTo>
                    <a:pt x="7524470" y="3371850"/>
                  </a:moveTo>
                  <a:lnTo>
                    <a:pt x="7495895" y="3371850"/>
                  </a:lnTo>
                  <a:lnTo>
                    <a:pt x="7495895" y="3381375"/>
                  </a:lnTo>
                  <a:lnTo>
                    <a:pt x="7524470" y="3381375"/>
                  </a:lnTo>
                  <a:lnTo>
                    <a:pt x="7524470" y="3371850"/>
                  </a:lnTo>
                  <a:close/>
                </a:path>
                <a:path w="11430000" h="3381375">
                  <a:moveTo>
                    <a:pt x="7534275" y="0"/>
                  </a:moveTo>
                  <a:lnTo>
                    <a:pt x="7505700" y="0"/>
                  </a:lnTo>
                  <a:lnTo>
                    <a:pt x="7505700" y="9525"/>
                  </a:lnTo>
                  <a:lnTo>
                    <a:pt x="7534275" y="9525"/>
                  </a:lnTo>
                  <a:lnTo>
                    <a:pt x="7534275" y="0"/>
                  </a:lnTo>
                  <a:close/>
                </a:path>
                <a:path w="11430000" h="3381375">
                  <a:moveTo>
                    <a:pt x="7572095" y="3371850"/>
                  </a:moveTo>
                  <a:lnTo>
                    <a:pt x="7543520" y="3371850"/>
                  </a:lnTo>
                  <a:lnTo>
                    <a:pt x="7543520" y="3381375"/>
                  </a:lnTo>
                  <a:lnTo>
                    <a:pt x="7572095" y="3381375"/>
                  </a:lnTo>
                  <a:lnTo>
                    <a:pt x="7572095" y="3371850"/>
                  </a:lnTo>
                  <a:close/>
                </a:path>
                <a:path w="11430000" h="3381375">
                  <a:moveTo>
                    <a:pt x="7581900" y="0"/>
                  </a:moveTo>
                  <a:lnTo>
                    <a:pt x="7553325" y="0"/>
                  </a:lnTo>
                  <a:lnTo>
                    <a:pt x="7553325" y="9525"/>
                  </a:lnTo>
                  <a:lnTo>
                    <a:pt x="7581900" y="9525"/>
                  </a:lnTo>
                  <a:lnTo>
                    <a:pt x="7581900" y="0"/>
                  </a:lnTo>
                  <a:close/>
                </a:path>
                <a:path w="11430000" h="3381375">
                  <a:moveTo>
                    <a:pt x="7619720" y="3371850"/>
                  </a:moveTo>
                  <a:lnTo>
                    <a:pt x="7591145" y="3371850"/>
                  </a:lnTo>
                  <a:lnTo>
                    <a:pt x="7591145" y="3381375"/>
                  </a:lnTo>
                  <a:lnTo>
                    <a:pt x="7619720" y="3381375"/>
                  </a:lnTo>
                  <a:lnTo>
                    <a:pt x="7619720" y="3371850"/>
                  </a:lnTo>
                  <a:close/>
                </a:path>
                <a:path w="11430000" h="3381375">
                  <a:moveTo>
                    <a:pt x="7629525" y="0"/>
                  </a:moveTo>
                  <a:lnTo>
                    <a:pt x="7600950" y="0"/>
                  </a:lnTo>
                  <a:lnTo>
                    <a:pt x="7600950" y="9525"/>
                  </a:lnTo>
                  <a:lnTo>
                    <a:pt x="7629525" y="9525"/>
                  </a:lnTo>
                  <a:lnTo>
                    <a:pt x="7629525" y="0"/>
                  </a:lnTo>
                  <a:close/>
                </a:path>
                <a:path w="11430000" h="3381375">
                  <a:moveTo>
                    <a:pt x="7667345" y="3371850"/>
                  </a:moveTo>
                  <a:lnTo>
                    <a:pt x="7638770" y="3371850"/>
                  </a:lnTo>
                  <a:lnTo>
                    <a:pt x="7638770" y="3381375"/>
                  </a:lnTo>
                  <a:lnTo>
                    <a:pt x="7667345" y="3381375"/>
                  </a:lnTo>
                  <a:lnTo>
                    <a:pt x="7667345" y="3371850"/>
                  </a:lnTo>
                  <a:close/>
                </a:path>
                <a:path w="11430000" h="3381375">
                  <a:moveTo>
                    <a:pt x="7677150" y="0"/>
                  </a:moveTo>
                  <a:lnTo>
                    <a:pt x="7648575" y="0"/>
                  </a:lnTo>
                  <a:lnTo>
                    <a:pt x="7648575" y="9525"/>
                  </a:lnTo>
                  <a:lnTo>
                    <a:pt x="7677150" y="9525"/>
                  </a:lnTo>
                  <a:lnTo>
                    <a:pt x="7677150" y="0"/>
                  </a:lnTo>
                  <a:close/>
                </a:path>
                <a:path w="11430000" h="3381375">
                  <a:moveTo>
                    <a:pt x="7714970" y="3371850"/>
                  </a:moveTo>
                  <a:lnTo>
                    <a:pt x="7686395" y="3371850"/>
                  </a:lnTo>
                  <a:lnTo>
                    <a:pt x="7686395" y="3381375"/>
                  </a:lnTo>
                  <a:lnTo>
                    <a:pt x="7714970" y="3381375"/>
                  </a:lnTo>
                  <a:lnTo>
                    <a:pt x="7714970" y="3371850"/>
                  </a:lnTo>
                  <a:close/>
                </a:path>
                <a:path w="11430000" h="3381375">
                  <a:moveTo>
                    <a:pt x="7724775" y="0"/>
                  </a:moveTo>
                  <a:lnTo>
                    <a:pt x="7696200" y="0"/>
                  </a:lnTo>
                  <a:lnTo>
                    <a:pt x="7696200" y="9525"/>
                  </a:lnTo>
                  <a:lnTo>
                    <a:pt x="7724775" y="9525"/>
                  </a:lnTo>
                  <a:lnTo>
                    <a:pt x="7724775" y="0"/>
                  </a:lnTo>
                  <a:close/>
                </a:path>
                <a:path w="11430000" h="3381375">
                  <a:moveTo>
                    <a:pt x="7762595" y="3371850"/>
                  </a:moveTo>
                  <a:lnTo>
                    <a:pt x="7734020" y="3371850"/>
                  </a:lnTo>
                  <a:lnTo>
                    <a:pt x="7734020" y="3381375"/>
                  </a:lnTo>
                  <a:lnTo>
                    <a:pt x="7762595" y="3381375"/>
                  </a:lnTo>
                  <a:lnTo>
                    <a:pt x="7762595" y="3371850"/>
                  </a:lnTo>
                  <a:close/>
                </a:path>
                <a:path w="11430000" h="3381375">
                  <a:moveTo>
                    <a:pt x="7772400" y="0"/>
                  </a:moveTo>
                  <a:lnTo>
                    <a:pt x="7743825" y="0"/>
                  </a:lnTo>
                  <a:lnTo>
                    <a:pt x="7743825" y="9525"/>
                  </a:lnTo>
                  <a:lnTo>
                    <a:pt x="7772400" y="9525"/>
                  </a:lnTo>
                  <a:lnTo>
                    <a:pt x="7772400" y="0"/>
                  </a:lnTo>
                  <a:close/>
                </a:path>
                <a:path w="11430000" h="3381375">
                  <a:moveTo>
                    <a:pt x="7810220" y="3371850"/>
                  </a:moveTo>
                  <a:lnTo>
                    <a:pt x="7781645" y="3371850"/>
                  </a:lnTo>
                  <a:lnTo>
                    <a:pt x="7781645" y="3381375"/>
                  </a:lnTo>
                  <a:lnTo>
                    <a:pt x="7810220" y="3381375"/>
                  </a:lnTo>
                  <a:lnTo>
                    <a:pt x="7810220" y="3371850"/>
                  </a:lnTo>
                  <a:close/>
                </a:path>
                <a:path w="11430000" h="3381375">
                  <a:moveTo>
                    <a:pt x="7820025" y="0"/>
                  </a:moveTo>
                  <a:lnTo>
                    <a:pt x="7791450" y="0"/>
                  </a:lnTo>
                  <a:lnTo>
                    <a:pt x="7791450" y="9525"/>
                  </a:lnTo>
                  <a:lnTo>
                    <a:pt x="7820025" y="9525"/>
                  </a:lnTo>
                  <a:lnTo>
                    <a:pt x="7820025" y="0"/>
                  </a:lnTo>
                  <a:close/>
                </a:path>
                <a:path w="11430000" h="3381375">
                  <a:moveTo>
                    <a:pt x="7857845" y="3371850"/>
                  </a:moveTo>
                  <a:lnTo>
                    <a:pt x="7829270" y="3371850"/>
                  </a:lnTo>
                  <a:lnTo>
                    <a:pt x="7829270" y="3381375"/>
                  </a:lnTo>
                  <a:lnTo>
                    <a:pt x="7857845" y="3381375"/>
                  </a:lnTo>
                  <a:lnTo>
                    <a:pt x="7857845" y="3371850"/>
                  </a:lnTo>
                  <a:close/>
                </a:path>
                <a:path w="11430000" h="3381375">
                  <a:moveTo>
                    <a:pt x="7867650" y="0"/>
                  </a:moveTo>
                  <a:lnTo>
                    <a:pt x="7839075" y="0"/>
                  </a:lnTo>
                  <a:lnTo>
                    <a:pt x="7839075" y="9525"/>
                  </a:lnTo>
                  <a:lnTo>
                    <a:pt x="7867650" y="9525"/>
                  </a:lnTo>
                  <a:lnTo>
                    <a:pt x="7867650" y="0"/>
                  </a:lnTo>
                  <a:close/>
                </a:path>
                <a:path w="11430000" h="3381375">
                  <a:moveTo>
                    <a:pt x="7905470" y="3371850"/>
                  </a:moveTo>
                  <a:lnTo>
                    <a:pt x="7876895" y="3371850"/>
                  </a:lnTo>
                  <a:lnTo>
                    <a:pt x="7876895" y="3381375"/>
                  </a:lnTo>
                  <a:lnTo>
                    <a:pt x="7905470" y="3381375"/>
                  </a:lnTo>
                  <a:lnTo>
                    <a:pt x="7905470" y="3371850"/>
                  </a:lnTo>
                  <a:close/>
                </a:path>
                <a:path w="11430000" h="3381375">
                  <a:moveTo>
                    <a:pt x="7915288" y="0"/>
                  </a:moveTo>
                  <a:lnTo>
                    <a:pt x="7886700" y="0"/>
                  </a:lnTo>
                  <a:lnTo>
                    <a:pt x="7886700" y="9525"/>
                  </a:lnTo>
                  <a:lnTo>
                    <a:pt x="7915288" y="9525"/>
                  </a:lnTo>
                  <a:lnTo>
                    <a:pt x="7915288" y="0"/>
                  </a:lnTo>
                  <a:close/>
                </a:path>
                <a:path w="11430000" h="3381375">
                  <a:moveTo>
                    <a:pt x="7953095" y="3371850"/>
                  </a:moveTo>
                  <a:lnTo>
                    <a:pt x="7924520" y="3371850"/>
                  </a:lnTo>
                  <a:lnTo>
                    <a:pt x="7924520" y="3381375"/>
                  </a:lnTo>
                  <a:lnTo>
                    <a:pt x="7953095" y="3381375"/>
                  </a:lnTo>
                  <a:lnTo>
                    <a:pt x="7953095" y="3371850"/>
                  </a:lnTo>
                  <a:close/>
                </a:path>
                <a:path w="11430000" h="3381375">
                  <a:moveTo>
                    <a:pt x="7962900" y="0"/>
                  </a:moveTo>
                  <a:lnTo>
                    <a:pt x="7934325" y="0"/>
                  </a:lnTo>
                  <a:lnTo>
                    <a:pt x="7934325" y="9525"/>
                  </a:lnTo>
                  <a:lnTo>
                    <a:pt x="7962900" y="9525"/>
                  </a:lnTo>
                  <a:lnTo>
                    <a:pt x="7962900" y="0"/>
                  </a:lnTo>
                  <a:close/>
                </a:path>
                <a:path w="11430000" h="3381375">
                  <a:moveTo>
                    <a:pt x="8000720" y="3371850"/>
                  </a:moveTo>
                  <a:lnTo>
                    <a:pt x="7972145" y="3371850"/>
                  </a:lnTo>
                  <a:lnTo>
                    <a:pt x="7972145" y="3381375"/>
                  </a:lnTo>
                  <a:lnTo>
                    <a:pt x="8000720" y="3381375"/>
                  </a:lnTo>
                  <a:lnTo>
                    <a:pt x="8000720" y="3371850"/>
                  </a:lnTo>
                  <a:close/>
                </a:path>
                <a:path w="11430000" h="3381375">
                  <a:moveTo>
                    <a:pt x="8010525" y="0"/>
                  </a:moveTo>
                  <a:lnTo>
                    <a:pt x="7981950" y="0"/>
                  </a:lnTo>
                  <a:lnTo>
                    <a:pt x="7981950" y="9525"/>
                  </a:lnTo>
                  <a:lnTo>
                    <a:pt x="8010525" y="9525"/>
                  </a:lnTo>
                  <a:lnTo>
                    <a:pt x="8010525" y="0"/>
                  </a:lnTo>
                  <a:close/>
                </a:path>
                <a:path w="11430000" h="3381375">
                  <a:moveTo>
                    <a:pt x="8048345" y="3371850"/>
                  </a:moveTo>
                  <a:lnTo>
                    <a:pt x="8019770" y="3371850"/>
                  </a:lnTo>
                  <a:lnTo>
                    <a:pt x="8019770" y="3381375"/>
                  </a:lnTo>
                  <a:lnTo>
                    <a:pt x="8048345" y="3381375"/>
                  </a:lnTo>
                  <a:lnTo>
                    <a:pt x="8048345" y="3371850"/>
                  </a:lnTo>
                  <a:close/>
                </a:path>
                <a:path w="11430000" h="3381375">
                  <a:moveTo>
                    <a:pt x="8058150" y="0"/>
                  </a:moveTo>
                  <a:lnTo>
                    <a:pt x="8029575" y="0"/>
                  </a:lnTo>
                  <a:lnTo>
                    <a:pt x="8029575" y="9525"/>
                  </a:lnTo>
                  <a:lnTo>
                    <a:pt x="8058150" y="9525"/>
                  </a:lnTo>
                  <a:lnTo>
                    <a:pt x="8058150" y="0"/>
                  </a:lnTo>
                  <a:close/>
                </a:path>
                <a:path w="11430000" h="3381375">
                  <a:moveTo>
                    <a:pt x="8095970" y="3371850"/>
                  </a:moveTo>
                  <a:lnTo>
                    <a:pt x="8067395" y="3371850"/>
                  </a:lnTo>
                  <a:lnTo>
                    <a:pt x="8067395" y="3381375"/>
                  </a:lnTo>
                  <a:lnTo>
                    <a:pt x="8095970" y="3381375"/>
                  </a:lnTo>
                  <a:lnTo>
                    <a:pt x="8095970" y="3371850"/>
                  </a:lnTo>
                  <a:close/>
                </a:path>
                <a:path w="11430000" h="3381375">
                  <a:moveTo>
                    <a:pt x="8105775" y="0"/>
                  </a:moveTo>
                  <a:lnTo>
                    <a:pt x="8077200" y="0"/>
                  </a:lnTo>
                  <a:lnTo>
                    <a:pt x="8077200" y="9525"/>
                  </a:lnTo>
                  <a:lnTo>
                    <a:pt x="8105775" y="9525"/>
                  </a:lnTo>
                  <a:lnTo>
                    <a:pt x="8105775" y="0"/>
                  </a:lnTo>
                  <a:close/>
                </a:path>
                <a:path w="11430000" h="3381375">
                  <a:moveTo>
                    <a:pt x="8143595" y="3371850"/>
                  </a:moveTo>
                  <a:lnTo>
                    <a:pt x="8115020" y="3371850"/>
                  </a:lnTo>
                  <a:lnTo>
                    <a:pt x="8115020" y="3381375"/>
                  </a:lnTo>
                  <a:lnTo>
                    <a:pt x="8143595" y="3381375"/>
                  </a:lnTo>
                  <a:lnTo>
                    <a:pt x="8143595" y="3371850"/>
                  </a:lnTo>
                  <a:close/>
                </a:path>
                <a:path w="11430000" h="3381375">
                  <a:moveTo>
                    <a:pt x="8153400" y="0"/>
                  </a:moveTo>
                  <a:lnTo>
                    <a:pt x="8124825" y="0"/>
                  </a:lnTo>
                  <a:lnTo>
                    <a:pt x="8124825" y="9525"/>
                  </a:lnTo>
                  <a:lnTo>
                    <a:pt x="8153400" y="9525"/>
                  </a:lnTo>
                  <a:lnTo>
                    <a:pt x="8153400" y="0"/>
                  </a:lnTo>
                  <a:close/>
                </a:path>
                <a:path w="11430000" h="3381375">
                  <a:moveTo>
                    <a:pt x="8191220" y="3371850"/>
                  </a:moveTo>
                  <a:lnTo>
                    <a:pt x="8162645" y="3371850"/>
                  </a:lnTo>
                  <a:lnTo>
                    <a:pt x="8162645" y="3381375"/>
                  </a:lnTo>
                  <a:lnTo>
                    <a:pt x="8191220" y="3381375"/>
                  </a:lnTo>
                  <a:lnTo>
                    <a:pt x="8191220" y="3371850"/>
                  </a:lnTo>
                  <a:close/>
                </a:path>
                <a:path w="11430000" h="3381375">
                  <a:moveTo>
                    <a:pt x="8201025" y="0"/>
                  </a:moveTo>
                  <a:lnTo>
                    <a:pt x="8172450" y="0"/>
                  </a:lnTo>
                  <a:lnTo>
                    <a:pt x="8172450" y="9525"/>
                  </a:lnTo>
                  <a:lnTo>
                    <a:pt x="8201025" y="9525"/>
                  </a:lnTo>
                  <a:lnTo>
                    <a:pt x="8201025" y="0"/>
                  </a:lnTo>
                  <a:close/>
                </a:path>
                <a:path w="11430000" h="3381375">
                  <a:moveTo>
                    <a:pt x="8238845" y="3371850"/>
                  </a:moveTo>
                  <a:lnTo>
                    <a:pt x="8210270" y="3371850"/>
                  </a:lnTo>
                  <a:lnTo>
                    <a:pt x="8210270" y="3381375"/>
                  </a:lnTo>
                  <a:lnTo>
                    <a:pt x="8238845" y="3381375"/>
                  </a:lnTo>
                  <a:lnTo>
                    <a:pt x="8238845" y="3371850"/>
                  </a:lnTo>
                  <a:close/>
                </a:path>
                <a:path w="11430000" h="3381375">
                  <a:moveTo>
                    <a:pt x="8248650" y="0"/>
                  </a:moveTo>
                  <a:lnTo>
                    <a:pt x="8220075" y="0"/>
                  </a:lnTo>
                  <a:lnTo>
                    <a:pt x="8220075" y="9525"/>
                  </a:lnTo>
                  <a:lnTo>
                    <a:pt x="8248650" y="9525"/>
                  </a:lnTo>
                  <a:lnTo>
                    <a:pt x="8248650" y="0"/>
                  </a:lnTo>
                  <a:close/>
                </a:path>
                <a:path w="11430000" h="3381375">
                  <a:moveTo>
                    <a:pt x="8286470" y="3371850"/>
                  </a:moveTo>
                  <a:lnTo>
                    <a:pt x="8257895" y="3371850"/>
                  </a:lnTo>
                  <a:lnTo>
                    <a:pt x="8257895" y="3381375"/>
                  </a:lnTo>
                  <a:lnTo>
                    <a:pt x="8286470" y="3381375"/>
                  </a:lnTo>
                  <a:lnTo>
                    <a:pt x="8286470" y="3371850"/>
                  </a:lnTo>
                  <a:close/>
                </a:path>
                <a:path w="11430000" h="3381375">
                  <a:moveTo>
                    <a:pt x="8296275" y="0"/>
                  </a:moveTo>
                  <a:lnTo>
                    <a:pt x="8267713" y="0"/>
                  </a:lnTo>
                  <a:lnTo>
                    <a:pt x="8267713" y="9525"/>
                  </a:lnTo>
                  <a:lnTo>
                    <a:pt x="8296275" y="9525"/>
                  </a:lnTo>
                  <a:lnTo>
                    <a:pt x="8296275" y="0"/>
                  </a:lnTo>
                  <a:close/>
                </a:path>
                <a:path w="11430000" h="3381375">
                  <a:moveTo>
                    <a:pt x="8334095" y="3371850"/>
                  </a:moveTo>
                  <a:lnTo>
                    <a:pt x="8305520" y="3371850"/>
                  </a:lnTo>
                  <a:lnTo>
                    <a:pt x="8305520" y="3381375"/>
                  </a:lnTo>
                  <a:lnTo>
                    <a:pt x="8334095" y="3381375"/>
                  </a:lnTo>
                  <a:lnTo>
                    <a:pt x="8334095" y="3371850"/>
                  </a:lnTo>
                  <a:close/>
                </a:path>
                <a:path w="11430000" h="3381375">
                  <a:moveTo>
                    <a:pt x="8343900" y="0"/>
                  </a:moveTo>
                  <a:lnTo>
                    <a:pt x="8315325" y="0"/>
                  </a:lnTo>
                  <a:lnTo>
                    <a:pt x="8315325" y="9525"/>
                  </a:lnTo>
                  <a:lnTo>
                    <a:pt x="8343900" y="9525"/>
                  </a:lnTo>
                  <a:lnTo>
                    <a:pt x="8343900" y="0"/>
                  </a:lnTo>
                  <a:close/>
                </a:path>
                <a:path w="11430000" h="3381375">
                  <a:moveTo>
                    <a:pt x="8381720" y="3371850"/>
                  </a:moveTo>
                  <a:lnTo>
                    <a:pt x="8353145" y="3371850"/>
                  </a:lnTo>
                  <a:lnTo>
                    <a:pt x="8353145" y="3381375"/>
                  </a:lnTo>
                  <a:lnTo>
                    <a:pt x="8381720" y="3381375"/>
                  </a:lnTo>
                  <a:lnTo>
                    <a:pt x="8381720" y="3371850"/>
                  </a:lnTo>
                  <a:close/>
                </a:path>
                <a:path w="11430000" h="3381375">
                  <a:moveTo>
                    <a:pt x="8391525" y="0"/>
                  </a:moveTo>
                  <a:lnTo>
                    <a:pt x="8362950" y="0"/>
                  </a:lnTo>
                  <a:lnTo>
                    <a:pt x="8362950" y="9525"/>
                  </a:lnTo>
                  <a:lnTo>
                    <a:pt x="8391525" y="9525"/>
                  </a:lnTo>
                  <a:lnTo>
                    <a:pt x="8391525" y="0"/>
                  </a:lnTo>
                  <a:close/>
                </a:path>
                <a:path w="11430000" h="3381375">
                  <a:moveTo>
                    <a:pt x="8429346" y="3371850"/>
                  </a:moveTo>
                  <a:lnTo>
                    <a:pt x="8400770" y="3371850"/>
                  </a:lnTo>
                  <a:lnTo>
                    <a:pt x="8400770" y="3381375"/>
                  </a:lnTo>
                  <a:lnTo>
                    <a:pt x="8429346" y="3381375"/>
                  </a:lnTo>
                  <a:lnTo>
                    <a:pt x="8429346" y="3371850"/>
                  </a:lnTo>
                  <a:close/>
                </a:path>
                <a:path w="11430000" h="3381375">
                  <a:moveTo>
                    <a:pt x="8439163" y="0"/>
                  </a:moveTo>
                  <a:lnTo>
                    <a:pt x="8410575" y="0"/>
                  </a:lnTo>
                  <a:lnTo>
                    <a:pt x="8410575" y="9525"/>
                  </a:lnTo>
                  <a:lnTo>
                    <a:pt x="8439163" y="9525"/>
                  </a:lnTo>
                  <a:lnTo>
                    <a:pt x="8439163" y="0"/>
                  </a:lnTo>
                  <a:close/>
                </a:path>
                <a:path w="11430000" h="3381375">
                  <a:moveTo>
                    <a:pt x="8476971" y="3371850"/>
                  </a:moveTo>
                  <a:lnTo>
                    <a:pt x="8448396" y="3371850"/>
                  </a:lnTo>
                  <a:lnTo>
                    <a:pt x="8448396" y="3381375"/>
                  </a:lnTo>
                  <a:lnTo>
                    <a:pt x="8476971" y="3381375"/>
                  </a:lnTo>
                  <a:lnTo>
                    <a:pt x="8476971" y="3371850"/>
                  </a:lnTo>
                  <a:close/>
                </a:path>
                <a:path w="11430000" h="3381375">
                  <a:moveTo>
                    <a:pt x="8486775" y="0"/>
                  </a:moveTo>
                  <a:lnTo>
                    <a:pt x="8458200" y="0"/>
                  </a:lnTo>
                  <a:lnTo>
                    <a:pt x="8458200" y="9525"/>
                  </a:lnTo>
                  <a:lnTo>
                    <a:pt x="8486775" y="9525"/>
                  </a:lnTo>
                  <a:lnTo>
                    <a:pt x="8486775" y="0"/>
                  </a:lnTo>
                  <a:close/>
                </a:path>
                <a:path w="11430000" h="3381375">
                  <a:moveTo>
                    <a:pt x="8524596" y="3371850"/>
                  </a:moveTo>
                  <a:lnTo>
                    <a:pt x="8496021" y="3371850"/>
                  </a:lnTo>
                  <a:lnTo>
                    <a:pt x="8496021" y="3381375"/>
                  </a:lnTo>
                  <a:lnTo>
                    <a:pt x="8524596" y="3381375"/>
                  </a:lnTo>
                  <a:lnTo>
                    <a:pt x="8524596" y="3371850"/>
                  </a:lnTo>
                  <a:close/>
                </a:path>
                <a:path w="11430000" h="3381375">
                  <a:moveTo>
                    <a:pt x="8534400" y="0"/>
                  </a:moveTo>
                  <a:lnTo>
                    <a:pt x="8505825" y="0"/>
                  </a:lnTo>
                  <a:lnTo>
                    <a:pt x="8505825" y="9525"/>
                  </a:lnTo>
                  <a:lnTo>
                    <a:pt x="8534400" y="9525"/>
                  </a:lnTo>
                  <a:lnTo>
                    <a:pt x="8534400" y="0"/>
                  </a:lnTo>
                  <a:close/>
                </a:path>
                <a:path w="11430000" h="3381375">
                  <a:moveTo>
                    <a:pt x="8572221" y="3371850"/>
                  </a:moveTo>
                  <a:lnTo>
                    <a:pt x="8543646" y="3371850"/>
                  </a:lnTo>
                  <a:lnTo>
                    <a:pt x="8543646" y="3381375"/>
                  </a:lnTo>
                  <a:lnTo>
                    <a:pt x="8572221" y="3381375"/>
                  </a:lnTo>
                  <a:lnTo>
                    <a:pt x="8572221" y="3371850"/>
                  </a:lnTo>
                  <a:close/>
                </a:path>
                <a:path w="11430000" h="3381375">
                  <a:moveTo>
                    <a:pt x="8582025" y="0"/>
                  </a:moveTo>
                  <a:lnTo>
                    <a:pt x="8553450" y="0"/>
                  </a:lnTo>
                  <a:lnTo>
                    <a:pt x="8553450" y="9525"/>
                  </a:lnTo>
                  <a:lnTo>
                    <a:pt x="8582025" y="9525"/>
                  </a:lnTo>
                  <a:lnTo>
                    <a:pt x="8582025" y="0"/>
                  </a:lnTo>
                  <a:close/>
                </a:path>
                <a:path w="11430000" h="3381375">
                  <a:moveTo>
                    <a:pt x="8619846" y="3371850"/>
                  </a:moveTo>
                  <a:lnTo>
                    <a:pt x="8591271" y="3371850"/>
                  </a:lnTo>
                  <a:lnTo>
                    <a:pt x="8591271" y="3381375"/>
                  </a:lnTo>
                  <a:lnTo>
                    <a:pt x="8619846" y="3381375"/>
                  </a:lnTo>
                  <a:lnTo>
                    <a:pt x="8619846" y="3371850"/>
                  </a:lnTo>
                  <a:close/>
                </a:path>
                <a:path w="11430000" h="3381375">
                  <a:moveTo>
                    <a:pt x="8629650" y="0"/>
                  </a:moveTo>
                  <a:lnTo>
                    <a:pt x="8601075" y="0"/>
                  </a:lnTo>
                  <a:lnTo>
                    <a:pt x="8601075" y="9525"/>
                  </a:lnTo>
                  <a:lnTo>
                    <a:pt x="8629650" y="9525"/>
                  </a:lnTo>
                  <a:lnTo>
                    <a:pt x="8629650" y="0"/>
                  </a:lnTo>
                  <a:close/>
                </a:path>
                <a:path w="11430000" h="3381375">
                  <a:moveTo>
                    <a:pt x="8667471" y="3371850"/>
                  </a:moveTo>
                  <a:lnTo>
                    <a:pt x="8638896" y="3371850"/>
                  </a:lnTo>
                  <a:lnTo>
                    <a:pt x="8638896" y="3381375"/>
                  </a:lnTo>
                  <a:lnTo>
                    <a:pt x="8667471" y="3381375"/>
                  </a:lnTo>
                  <a:lnTo>
                    <a:pt x="8667471" y="3371850"/>
                  </a:lnTo>
                  <a:close/>
                </a:path>
                <a:path w="11430000" h="3381375">
                  <a:moveTo>
                    <a:pt x="8677275" y="0"/>
                  </a:moveTo>
                  <a:lnTo>
                    <a:pt x="8648700" y="0"/>
                  </a:lnTo>
                  <a:lnTo>
                    <a:pt x="8648700" y="9525"/>
                  </a:lnTo>
                  <a:lnTo>
                    <a:pt x="8677275" y="9525"/>
                  </a:lnTo>
                  <a:lnTo>
                    <a:pt x="8677275" y="0"/>
                  </a:lnTo>
                  <a:close/>
                </a:path>
                <a:path w="11430000" h="3381375">
                  <a:moveTo>
                    <a:pt x="8715096" y="3371850"/>
                  </a:moveTo>
                  <a:lnTo>
                    <a:pt x="8686521" y="3371850"/>
                  </a:lnTo>
                  <a:lnTo>
                    <a:pt x="8686521" y="3381375"/>
                  </a:lnTo>
                  <a:lnTo>
                    <a:pt x="8715096" y="3381375"/>
                  </a:lnTo>
                  <a:lnTo>
                    <a:pt x="8715096" y="3371850"/>
                  </a:lnTo>
                  <a:close/>
                </a:path>
                <a:path w="11430000" h="3381375">
                  <a:moveTo>
                    <a:pt x="8724900" y="0"/>
                  </a:moveTo>
                  <a:lnTo>
                    <a:pt x="8696325" y="0"/>
                  </a:lnTo>
                  <a:lnTo>
                    <a:pt x="8696325" y="9525"/>
                  </a:lnTo>
                  <a:lnTo>
                    <a:pt x="8724900" y="9525"/>
                  </a:lnTo>
                  <a:lnTo>
                    <a:pt x="8724900" y="0"/>
                  </a:lnTo>
                  <a:close/>
                </a:path>
                <a:path w="11430000" h="3381375">
                  <a:moveTo>
                    <a:pt x="8762721" y="3371850"/>
                  </a:moveTo>
                  <a:lnTo>
                    <a:pt x="8734146" y="3371850"/>
                  </a:lnTo>
                  <a:lnTo>
                    <a:pt x="8734146" y="3381375"/>
                  </a:lnTo>
                  <a:lnTo>
                    <a:pt x="8762721" y="3381375"/>
                  </a:lnTo>
                  <a:lnTo>
                    <a:pt x="8762721" y="3371850"/>
                  </a:lnTo>
                  <a:close/>
                </a:path>
                <a:path w="11430000" h="3381375">
                  <a:moveTo>
                    <a:pt x="8772525" y="0"/>
                  </a:moveTo>
                  <a:lnTo>
                    <a:pt x="8743950" y="0"/>
                  </a:lnTo>
                  <a:lnTo>
                    <a:pt x="8743950" y="9525"/>
                  </a:lnTo>
                  <a:lnTo>
                    <a:pt x="8772525" y="9525"/>
                  </a:lnTo>
                  <a:lnTo>
                    <a:pt x="8772525" y="0"/>
                  </a:lnTo>
                  <a:close/>
                </a:path>
                <a:path w="11430000" h="3381375">
                  <a:moveTo>
                    <a:pt x="8810346" y="3371850"/>
                  </a:moveTo>
                  <a:lnTo>
                    <a:pt x="8781771" y="3371850"/>
                  </a:lnTo>
                  <a:lnTo>
                    <a:pt x="8781771" y="3381375"/>
                  </a:lnTo>
                  <a:lnTo>
                    <a:pt x="8810346" y="3381375"/>
                  </a:lnTo>
                  <a:lnTo>
                    <a:pt x="8810346" y="3371850"/>
                  </a:lnTo>
                  <a:close/>
                </a:path>
                <a:path w="11430000" h="3381375">
                  <a:moveTo>
                    <a:pt x="8820150" y="0"/>
                  </a:moveTo>
                  <a:lnTo>
                    <a:pt x="8791588" y="0"/>
                  </a:lnTo>
                  <a:lnTo>
                    <a:pt x="8791588" y="9525"/>
                  </a:lnTo>
                  <a:lnTo>
                    <a:pt x="8820150" y="9525"/>
                  </a:lnTo>
                  <a:lnTo>
                    <a:pt x="8820150" y="0"/>
                  </a:lnTo>
                  <a:close/>
                </a:path>
                <a:path w="11430000" h="3381375">
                  <a:moveTo>
                    <a:pt x="8857971" y="3371850"/>
                  </a:moveTo>
                  <a:lnTo>
                    <a:pt x="8829396" y="3371850"/>
                  </a:lnTo>
                  <a:lnTo>
                    <a:pt x="8829396" y="3381375"/>
                  </a:lnTo>
                  <a:lnTo>
                    <a:pt x="8857971" y="3381375"/>
                  </a:lnTo>
                  <a:lnTo>
                    <a:pt x="8857971" y="3371850"/>
                  </a:lnTo>
                  <a:close/>
                </a:path>
                <a:path w="11430000" h="3381375">
                  <a:moveTo>
                    <a:pt x="8867775" y="0"/>
                  </a:moveTo>
                  <a:lnTo>
                    <a:pt x="8839200" y="0"/>
                  </a:lnTo>
                  <a:lnTo>
                    <a:pt x="8839200" y="9525"/>
                  </a:lnTo>
                  <a:lnTo>
                    <a:pt x="8867775" y="9525"/>
                  </a:lnTo>
                  <a:lnTo>
                    <a:pt x="8867775" y="0"/>
                  </a:lnTo>
                  <a:close/>
                </a:path>
                <a:path w="11430000" h="3381375">
                  <a:moveTo>
                    <a:pt x="8905596" y="3371850"/>
                  </a:moveTo>
                  <a:lnTo>
                    <a:pt x="8877021" y="3371850"/>
                  </a:lnTo>
                  <a:lnTo>
                    <a:pt x="8877021" y="3381375"/>
                  </a:lnTo>
                  <a:lnTo>
                    <a:pt x="8905596" y="3381375"/>
                  </a:lnTo>
                  <a:lnTo>
                    <a:pt x="8905596" y="3371850"/>
                  </a:lnTo>
                  <a:close/>
                </a:path>
                <a:path w="11430000" h="3381375">
                  <a:moveTo>
                    <a:pt x="8915400" y="0"/>
                  </a:moveTo>
                  <a:lnTo>
                    <a:pt x="8886825" y="0"/>
                  </a:lnTo>
                  <a:lnTo>
                    <a:pt x="8886825" y="9525"/>
                  </a:lnTo>
                  <a:lnTo>
                    <a:pt x="8915400" y="9525"/>
                  </a:lnTo>
                  <a:lnTo>
                    <a:pt x="8915400" y="0"/>
                  </a:lnTo>
                  <a:close/>
                </a:path>
                <a:path w="11430000" h="3381375">
                  <a:moveTo>
                    <a:pt x="8953221" y="3371850"/>
                  </a:moveTo>
                  <a:lnTo>
                    <a:pt x="8924646" y="3371850"/>
                  </a:lnTo>
                  <a:lnTo>
                    <a:pt x="8924646" y="3381375"/>
                  </a:lnTo>
                  <a:lnTo>
                    <a:pt x="8953221" y="3381375"/>
                  </a:lnTo>
                  <a:lnTo>
                    <a:pt x="8953221" y="3371850"/>
                  </a:lnTo>
                  <a:close/>
                </a:path>
                <a:path w="11430000" h="3381375">
                  <a:moveTo>
                    <a:pt x="8963025" y="0"/>
                  </a:moveTo>
                  <a:lnTo>
                    <a:pt x="8934450" y="0"/>
                  </a:lnTo>
                  <a:lnTo>
                    <a:pt x="8934450" y="9525"/>
                  </a:lnTo>
                  <a:lnTo>
                    <a:pt x="8963025" y="9525"/>
                  </a:lnTo>
                  <a:lnTo>
                    <a:pt x="8963025" y="0"/>
                  </a:lnTo>
                  <a:close/>
                </a:path>
                <a:path w="11430000" h="3381375">
                  <a:moveTo>
                    <a:pt x="9000846" y="3371850"/>
                  </a:moveTo>
                  <a:lnTo>
                    <a:pt x="8972271" y="3371850"/>
                  </a:lnTo>
                  <a:lnTo>
                    <a:pt x="8972271" y="3381375"/>
                  </a:lnTo>
                  <a:lnTo>
                    <a:pt x="9000846" y="3381375"/>
                  </a:lnTo>
                  <a:lnTo>
                    <a:pt x="9000846" y="3371850"/>
                  </a:lnTo>
                  <a:close/>
                </a:path>
                <a:path w="11430000" h="3381375">
                  <a:moveTo>
                    <a:pt x="9010650" y="0"/>
                  </a:moveTo>
                  <a:lnTo>
                    <a:pt x="8982075" y="0"/>
                  </a:lnTo>
                  <a:lnTo>
                    <a:pt x="8982075" y="9525"/>
                  </a:lnTo>
                  <a:lnTo>
                    <a:pt x="9010650" y="9525"/>
                  </a:lnTo>
                  <a:lnTo>
                    <a:pt x="9010650" y="0"/>
                  </a:lnTo>
                  <a:close/>
                </a:path>
                <a:path w="11430000" h="3381375">
                  <a:moveTo>
                    <a:pt x="9048471" y="3371850"/>
                  </a:moveTo>
                  <a:lnTo>
                    <a:pt x="9019896" y="3371850"/>
                  </a:lnTo>
                  <a:lnTo>
                    <a:pt x="9019896" y="3381375"/>
                  </a:lnTo>
                  <a:lnTo>
                    <a:pt x="9048471" y="3381375"/>
                  </a:lnTo>
                  <a:lnTo>
                    <a:pt x="9048471" y="3371850"/>
                  </a:lnTo>
                  <a:close/>
                </a:path>
                <a:path w="11430000" h="3381375">
                  <a:moveTo>
                    <a:pt x="9058275" y="0"/>
                  </a:moveTo>
                  <a:lnTo>
                    <a:pt x="9029700" y="0"/>
                  </a:lnTo>
                  <a:lnTo>
                    <a:pt x="9029700" y="9525"/>
                  </a:lnTo>
                  <a:lnTo>
                    <a:pt x="9058275" y="9525"/>
                  </a:lnTo>
                  <a:lnTo>
                    <a:pt x="9058275" y="0"/>
                  </a:lnTo>
                  <a:close/>
                </a:path>
                <a:path w="11430000" h="3381375">
                  <a:moveTo>
                    <a:pt x="9096096" y="3371850"/>
                  </a:moveTo>
                  <a:lnTo>
                    <a:pt x="9067521" y="3371850"/>
                  </a:lnTo>
                  <a:lnTo>
                    <a:pt x="9067521" y="3381375"/>
                  </a:lnTo>
                  <a:lnTo>
                    <a:pt x="9096096" y="3381375"/>
                  </a:lnTo>
                  <a:lnTo>
                    <a:pt x="9096096" y="3371850"/>
                  </a:lnTo>
                  <a:close/>
                </a:path>
                <a:path w="11430000" h="3381375">
                  <a:moveTo>
                    <a:pt x="9105900" y="0"/>
                  </a:moveTo>
                  <a:lnTo>
                    <a:pt x="9077325" y="0"/>
                  </a:lnTo>
                  <a:lnTo>
                    <a:pt x="9077325" y="9525"/>
                  </a:lnTo>
                  <a:lnTo>
                    <a:pt x="9105900" y="9525"/>
                  </a:lnTo>
                  <a:lnTo>
                    <a:pt x="9105900" y="0"/>
                  </a:lnTo>
                  <a:close/>
                </a:path>
                <a:path w="11430000" h="3381375">
                  <a:moveTo>
                    <a:pt x="9143721" y="3371850"/>
                  </a:moveTo>
                  <a:lnTo>
                    <a:pt x="9115146" y="3371850"/>
                  </a:lnTo>
                  <a:lnTo>
                    <a:pt x="9115146" y="3381375"/>
                  </a:lnTo>
                  <a:lnTo>
                    <a:pt x="9143721" y="3381375"/>
                  </a:lnTo>
                  <a:lnTo>
                    <a:pt x="9143721" y="3371850"/>
                  </a:lnTo>
                  <a:close/>
                </a:path>
                <a:path w="11430000" h="3381375">
                  <a:moveTo>
                    <a:pt x="9153525" y="0"/>
                  </a:moveTo>
                  <a:lnTo>
                    <a:pt x="9124950" y="0"/>
                  </a:lnTo>
                  <a:lnTo>
                    <a:pt x="9124950" y="9525"/>
                  </a:lnTo>
                  <a:lnTo>
                    <a:pt x="9153525" y="9525"/>
                  </a:lnTo>
                  <a:lnTo>
                    <a:pt x="9153525" y="0"/>
                  </a:lnTo>
                  <a:close/>
                </a:path>
                <a:path w="11430000" h="3381375">
                  <a:moveTo>
                    <a:pt x="9191346" y="3371850"/>
                  </a:moveTo>
                  <a:lnTo>
                    <a:pt x="9162771" y="3371850"/>
                  </a:lnTo>
                  <a:lnTo>
                    <a:pt x="9162771" y="3381375"/>
                  </a:lnTo>
                  <a:lnTo>
                    <a:pt x="9191346" y="3381375"/>
                  </a:lnTo>
                  <a:lnTo>
                    <a:pt x="9191346" y="3371850"/>
                  </a:lnTo>
                  <a:close/>
                </a:path>
                <a:path w="11430000" h="3381375">
                  <a:moveTo>
                    <a:pt x="9201150" y="0"/>
                  </a:moveTo>
                  <a:lnTo>
                    <a:pt x="9172575" y="0"/>
                  </a:lnTo>
                  <a:lnTo>
                    <a:pt x="9172575" y="9525"/>
                  </a:lnTo>
                  <a:lnTo>
                    <a:pt x="9201150" y="9525"/>
                  </a:lnTo>
                  <a:lnTo>
                    <a:pt x="9201150" y="0"/>
                  </a:lnTo>
                  <a:close/>
                </a:path>
                <a:path w="11430000" h="3381375">
                  <a:moveTo>
                    <a:pt x="9238971" y="3371850"/>
                  </a:moveTo>
                  <a:lnTo>
                    <a:pt x="9210396" y="3371850"/>
                  </a:lnTo>
                  <a:lnTo>
                    <a:pt x="9210396" y="3381375"/>
                  </a:lnTo>
                  <a:lnTo>
                    <a:pt x="9238971" y="3381375"/>
                  </a:lnTo>
                  <a:lnTo>
                    <a:pt x="9238971" y="3371850"/>
                  </a:lnTo>
                  <a:close/>
                </a:path>
                <a:path w="11430000" h="3381375">
                  <a:moveTo>
                    <a:pt x="9248775" y="0"/>
                  </a:moveTo>
                  <a:lnTo>
                    <a:pt x="9220200" y="0"/>
                  </a:lnTo>
                  <a:lnTo>
                    <a:pt x="9220200" y="9525"/>
                  </a:lnTo>
                  <a:lnTo>
                    <a:pt x="9248775" y="9525"/>
                  </a:lnTo>
                  <a:lnTo>
                    <a:pt x="9248775" y="0"/>
                  </a:lnTo>
                  <a:close/>
                </a:path>
                <a:path w="11430000" h="3381375">
                  <a:moveTo>
                    <a:pt x="9286596" y="3371850"/>
                  </a:moveTo>
                  <a:lnTo>
                    <a:pt x="9258021" y="3371850"/>
                  </a:lnTo>
                  <a:lnTo>
                    <a:pt x="9258021" y="3381375"/>
                  </a:lnTo>
                  <a:lnTo>
                    <a:pt x="9286596" y="3381375"/>
                  </a:lnTo>
                  <a:lnTo>
                    <a:pt x="9286596" y="3371850"/>
                  </a:lnTo>
                  <a:close/>
                </a:path>
                <a:path w="11430000" h="3381375">
                  <a:moveTo>
                    <a:pt x="9296400" y="0"/>
                  </a:moveTo>
                  <a:lnTo>
                    <a:pt x="9267825" y="0"/>
                  </a:lnTo>
                  <a:lnTo>
                    <a:pt x="9267825" y="9525"/>
                  </a:lnTo>
                  <a:lnTo>
                    <a:pt x="9296400" y="9525"/>
                  </a:lnTo>
                  <a:lnTo>
                    <a:pt x="9296400" y="0"/>
                  </a:lnTo>
                  <a:close/>
                </a:path>
                <a:path w="11430000" h="3381375">
                  <a:moveTo>
                    <a:pt x="9334221" y="3371850"/>
                  </a:moveTo>
                  <a:lnTo>
                    <a:pt x="9305646" y="3371850"/>
                  </a:lnTo>
                  <a:lnTo>
                    <a:pt x="9305646" y="3381375"/>
                  </a:lnTo>
                  <a:lnTo>
                    <a:pt x="9334221" y="3381375"/>
                  </a:lnTo>
                  <a:lnTo>
                    <a:pt x="9334221" y="3371850"/>
                  </a:lnTo>
                  <a:close/>
                </a:path>
                <a:path w="11430000" h="3381375">
                  <a:moveTo>
                    <a:pt x="9344025" y="0"/>
                  </a:moveTo>
                  <a:lnTo>
                    <a:pt x="9315450" y="0"/>
                  </a:lnTo>
                  <a:lnTo>
                    <a:pt x="9315450" y="9525"/>
                  </a:lnTo>
                  <a:lnTo>
                    <a:pt x="9344025" y="9525"/>
                  </a:lnTo>
                  <a:lnTo>
                    <a:pt x="9344025" y="0"/>
                  </a:lnTo>
                  <a:close/>
                </a:path>
                <a:path w="11430000" h="3381375">
                  <a:moveTo>
                    <a:pt x="9381846" y="3371850"/>
                  </a:moveTo>
                  <a:lnTo>
                    <a:pt x="9353271" y="3371850"/>
                  </a:lnTo>
                  <a:lnTo>
                    <a:pt x="9353271" y="3381375"/>
                  </a:lnTo>
                  <a:lnTo>
                    <a:pt x="9381846" y="3381375"/>
                  </a:lnTo>
                  <a:lnTo>
                    <a:pt x="9381846" y="3371850"/>
                  </a:lnTo>
                  <a:close/>
                </a:path>
                <a:path w="11430000" h="3381375">
                  <a:moveTo>
                    <a:pt x="9391650" y="0"/>
                  </a:moveTo>
                  <a:lnTo>
                    <a:pt x="9363075" y="0"/>
                  </a:lnTo>
                  <a:lnTo>
                    <a:pt x="9363075" y="9525"/>
                  </a:lnTo>
                  <a:lnTo>
                    <a:pt x="9391650" y="9525"/>
                  </a:lnTo>
                  <a:lnTo>
                    <a:pt x="9391650" y="0"/>
                  </a:lnTo>
                  <a:close/>
                </a:path>
                <a:path w="11430000" h="3381375">
                  <a:moveTo>
                    <a:pt x="9429471" y="3371850"/>
                  </a:moveTo>
                  <a:lnTo>
                    <a:pt x="9400896" y="3371850"/>
                  </a:lnTo>
                  <a:lnTo>
                    <a:pt x="9400896" y="3381375"/>
                  </a:lnTo>
                  <a:lnTo>
                    <a:pt x="9429471" y="3381375"/>
                  </a:lnTo>
                  <a:lnTo>
                    <a:pt x="9429471" y="3371850"/>
                  </a:lnTo>
                  <a:close/>
                </a:path>
                <a:path w="11430000" h="3381375">
                  <a:moveTo>
                    <a:pt x="9439275" y="0"/>
                  </a:moveTo>
                  <a:lnTo>
                    <a:pt x="9410700" y="0"/>
                  </a:lnTo>
                  <a:lnTo>
                    <a:pt x="9410700" y="9525"/>
                  </a:lnTo>
                  <a:lnTo>
                    <a:pt x="9439275" y="9525"/>
                  </a:lnTo>
                  <a:lnTo>
                    <a:pt x="9439275" y="0"/>
                  </a:lnTo>
                  <a:close/>
                </a:path>
                <a:path w="11430000" h="3381375">
                  <a:moveTo>
                    <a:pt x="9477096" y="3371850"/>
                  </a:moveTo>
                  <a:lnTo>
                    <a:pt x="9448521" y="3371850"/>
                  </a:lnTo>
                  <a:lnTo>
                    <a:pt x="9448521" y="3381375"/>
                  </a:lnTo>
                  <a:lnTo>
                    <a:pt x="9477096" y="3381375"/>
                  </a:lnTo>
                  <a:lnTo>
                    <a:pt x="9477096" y="3371850"/>
                  </a:lnTo>
                  <a:close/>
                </a:path>
                <a:path w="11430000" h="3381375">
                  <a:moveTo>
                    <a:pt x="9486900" y="0"/>
                  </a:moveTo>
                  <a:lnTo>
                    <a:pt x="9458325" y="0"/>
                  </a:lnTo>
                  <a:lnTo>
                    <a:pt x="9458325" y="9525"/>
                  </a:lnTo>
                  <a:lnTo>
                    <a:pt x="9486900" y="9525"/>
                  </a:lnTo>
                  <a:lnTo>
                    <a:pt x="9486900" y="0"/>
                  </a:lnTo>
                  <a:close/>
                </a:path>
                <a:path w="11430000" h="3381375">
                  <a:moveTo>
                    <a:pt x="9524721" y="3371850"/>
                  </a:moveTo>
                  <a:lnTo>
                    <a:pt x="9496146" y="3371850"/>
                  </a:lnTo>
                  <a:lnTo>
                    <a:pt x="9496146" y="3381375"/>
                  </a:lnTo>
                  <a:lnTo>
                    <a:pt x="9524721" y="3381375"/>
                  </a:lnTo>
                  <a:lnTo>
                    <a:pt x="9524721" y="3371850"/>
                  </a:lnTo>
                  <a:close/>
                </a:path>
                <a:path w="11430000" h="3381375">
                  <a:moveTo>
                    <a:pt x="9534525" y="0"/>
                  </a:moveTo>
                  <a:lnTo>
                    <a:pt x="9505950" y="0"/>
                  </a:lnTo>
                  <a:lnTo>
                    <a:pt x="9505950" y="9525"/>
                  </a:lnTo>
                  <a:lnTo>
                    <a:pt x="9534525" y="9525"/>
                  </a:lnTo>
                  <a:lnTo>
                    <a:pt x="9534525" y="0"/>
                  </a:lnTo>
                  <a:close/>
                </a:path>
                <a:path w="11430000" h="3381375">
                  <a:moveTo>
                    <a:pt x="9572346" y="3371850"/>
                  </a:moveTo>
                  <a:lnTo>
                    <a:pt x="9543771" y="3371850"/>
                  </a:lnTo>
                  <a:lnTo>
                    <a:pt x="9543771" y="3381375"/>
                  </a:lnTo>
                  <a:lnTo>
                    <a:pt x="9572346" y="3381375"/>
                  </a:lnTo>
                  <a:lnTo>
                    <a:pt x="9572346" y="3371850"/>
                  </a:lnTo>
                  <a:close/>
                </a:path>
                <a:path w="11430000" h="3381375">
                  <a:moveTo>
                    <a:pt x="9582150" y="0"/>
                  </a:moveTo>
                  <a:lnTo>
                    <a:pt x="9553575" y="0"/>
                  </a:lnTo>
                  <a:lnTo>
                    <a:pt x="9553575" y="9525"/>
                  </a:lnTo>
                  <a:lnTo>
                    <a:pt x="9582150" y="9525"/>
                  </a:lnTo>
                  <a:lnTo>
                    <a:pt x="9582150" y="0"/>
                  </a:lnTo>
                  <a:close/>
                </a:path>
                <a:path w="11430000" h="3381375">
                  <a:moveTo>
                    <a:pt x="9619971" y="3371850"/>
                  </a:moveTo>
                  <a:lnTo>
                    <a:pt x="9591396" y="3371850"/>
                  </a:lnTo>
                  <a:lnTo>
                    <a:pt x="9591396" y="3381375"/>
                  </a:lnTo>
                  <a:lnTo>
                    <a:pt x="9619971" y="3381375"/>
                  </a:lnTo>
                  <a:lnTo>
                    <a:pt x="9619971" y="3371850"/>
                  </a:lnTo>
                  <a:close/>
                </a:path>
                <a:path w="11430000" h="3381375">
                  <a:moveTo>
                    <a:pt x="9629775" y="0"/>
                  </a:moveTo>
                  <a:lnTo>
                    <a:pt x="9601200" y="0"/>
                  </a:lnTo>
                  <a:lnTo>
                    <a:pt x="9601200" y="9525"/>
                  </a:lnTo>
                  <a:lnTo>
                    <a:pt x="9629775" y="9525"/>
                  </a:lnTo>
                  <a:lnTo>
                    <a:pt x="9629775" y="0"/>
                  </a:lnTo>
                  <a:close/>
                </a:path>
                <a:path w="11430000" h="3381375">
                  <a:moveTo>
                    <a:pt x="9667596" y="3371850"/>
                  </a:moveTo>
                  <a:lnTo>
                    <a:pt x="9639021" y="3371850"/>
                  </a:lnTo>
                  <a:lnTo>
                    <a:pt x="9639021" y="3381375"/>
                  </a:lnTo>
                  <a:lnTo>
                    <a:pt x="9667596" y="3381375"/>
                  </a:lnTo>
                  <a:lnTo>
                    <a:pt x="9667596" y="3371850"/>
                  </a:lnTo>
                  <a:close/>
                </a:path>
                <a:path w="11430000" h="3381375">
                  <a:moveTo>
                    <a:pt x="9677400" y="0"/>
                  </a:moveTo>
                  <a:lnTo>
                    <a:pt x="9648825" y="0"/>
                  </a:lnTo>
                  <a:lnTo>
                    <a:pt x="9648825" y="9525"/>
                  </a:lnTo>
                  <a:lnTo>
                    <a:pt x="9677400" y="9525"/>
                  </a:lnTo>
                  <a:lnTo>
                    <a:pt x="9677400" y="0"/>
                  </a:lnTo>
                  <a:close/>
                </a:path>
                <a:path w="11430000" h="3381375">
                  <a:moveTo>
                    <a:pt x="9715221" y="3371850"/>
                  </a:moveTo>
                  <a:lnTo>
                    <a:pt x="9686646" y="3371850"/>
                  </a:lnTo>
                  <a:lnTo>
                    <a:pt x="9686646" y="3381375"/>
                  </a:lnTo>
                  <a:lnTo>
                    <a:pt x="9715221" y="3381375"/>
                  </a:lnTo>
                  <a:lnTo>
                    <a:pt x="9715221" y="3371850"/>
                  </a:lnTo>
                  <a:close/>
                </a:path>
                <a:path w="11430000" h="3381375">
                  <a:moveTo>
                    <a:pt x="9725025" y="0"/>
                  </a:moveTo>
                  <a:lnTo>
                    <a:pt x="9696450" y="0"/>
                  </a:lnTo>
                  <a:lnTo>
                    <a:pt x="9696450" y="9525"/>
                  </a:lnTo>
                  <a:lnTo>
                    <a:pt x="9725025" y="9525"/>
                  </a:lnTo>
                  <a:lnTo>
                    <a:pt x="9725025" y="0"/>
                  </a:lnTo>
                  <a:close/>
                </a:path>
                <a:path w="11430000" h="3381375">
                  <a:moveTo>
                    <a:pt x="9762846" y="3371850"/>
                  </a:moveTo>
                  <a:lnTo>
                    <a:pt x="9734271" y="3371850"/>
                  </a:lnTo>
                  <a:lnTo>
                    <a:pt x="9734271" y="3381375"/>
                  </a:lnTo>
                  <a:lnTo>
                    <a:pt x="9762846" y="3381375"/>
                  </a:lnTo>
                  <a:lnTo>
                    <a:pt x="9762846" y="3371850"/>
                  </a:lnTo>
                  <a:close/>
                </a:path>
                <a:path w="11430000" h="3381375">
                  <a:moveTo>
                    <a:pt x="9772650" y="0"/>
                  </a:moveTo>
                  <a:lnTo>
                    <a:pt x="9744075" y="0"/>
                  </a:lnTo>
                  <a:lnTo>
                    <a:pt x="9744075" y="9525"/>
                  </a:lnTo>
                  <a:lnTo>
                    <a:pt x="9772650" y="9525"/>
                  </a:lnTo>
                  <a:lnTo>
                    <a:pt x="9772650" y="0"/>
                  </a:lnTo>
                  <a:close/>
                </a:path>
                <a:path w="11430000" h="3381375">
                  <a:moveTo>
                    <a:pt x="9810471" y="3371850"/>
                  </a:moveTo>
                  <a:lnTo>
                    <a:pt x="9781896" y="3371850"/>
                  </a:lnTo>
                  <a:lnTo>
                    <a:pt x="9781896" y="3381375"/>
                  </a:lnTo>
                  <a:lnTo>
                    <a:pt x="9810471" y="3381375"/>
                  </a:lnTo>
                  <a:lnTo>
                    <a:pt x="9810471" y="3371850"/>
                  </a:lnTo>
                  <a:close/>
                </a:path>
                <a:path w="11430000" h="3381375">
                  <a:moveTo>
                    <a:pt x="9820275" y="0"/>
                  </a:moveTo>
                  <a:lnTo>
                    <a:pt x="9791700" y="0"/>
                  </a:lnTo>
                  <a:lnTo>
                    <a:pt x="9791700" y="9525"/>
                  </a:lnTo>
                  <a:lnTo>
                    <a:pt x="9820275" y="9525"/>
                  </a:lnTo>
                  <a:lnTo>
                    <a:pt x="9820275" y="0"/>
                  </a:lnTo>
                  <a:close/>
                </a:path>
                <a:path w="11430000" h="3381375">
                  <a:moveTo>
                    <a:pt x="9858096" y="3371850"/>
                  </a:moveTo>
                  <a:lnTo>
                    <a:pt x="9829521" y="3371850"/>
                  </a:lnTo>
                  <a:lnTo>
                    <a:pt x="9829521" y="3381375"/>
                  </a:lnTo>
                  <a:lnTo>
                    <a:pt x="9858096" y="3381375"/>
                  </a:lnTo>
                  <a:lnTo>
                    <a:pt x="9858096" y="3371850"/>
                  </a:lnTo>
                  <a:close/>
                </a:path>
                <a:path w="11430000" h="3381375">
                  <a:moveTo>
                    <a:pt x="9867900" y="0"/>
                  </a:moveTo>
                  <a:lnTo>
                    <a:pt x="9839325" y="0"/>
                  </a:lnTo>
                  <a:lnTo>
                    <a:pt x="9839325" y="9525"/>
                  </a:lnTo>
                  <a:lnTo>
                    <a:pt x="9867900" y="9525"/>
                  </a:lnTo>
                  <a:lnTo>
                    <a:pt x="9867900" y="0"/>
                  </a:lnTo>
                  <a:close/>
                </a:path>
                <a:path w="11430000" h="3381375">
                  <a:moveTo>
                    <a:pt x="9905721" y="3371850"/>
                  </a:moveTo>
                  <a:lnTo>
                    <a:pt x="9877146" y="3371850"/>
                  </a:lnTo>
                  <a:lnTo>
                    <a:pt x="9877146" y="3381375"/>
                  </a:lnTo>
                  <a:lnTo>
                    <a:pt x="9905721" y="3381375"/>
                  </a:lnTo>
                  <a:lnTo>
                    <a:pt x="9905721" y="3371850"/>
                  </a:lnTo>
                  <a:close/>
                </a:path>
                <a:path w="11430000" h="3381375">
                  <a:moveTo>
                    <a:pt x="9915525" y="0"/>
                  </a:moveTo>
                  <a:lnTo>
                    <a:pt x="9886950" y="0"/>
                  </a:lnTo>
                  <a:lnTo>
                    <a:pt x="9886950" y="9525"/>
                  </a:lnTo>
                  <a:lnTo>
                    <a:pt x="9915525" y="9525"/>
                  </a:lnTo>
                  <a:lnTo>
                    <a:pt x="9915525" y="0"/>
                  </a:lnTo>
                  <a:close/>
                </a:path>
                <a:path w="11430000" h="3381375">
                  <a:moveTo>
                    <a:pt x="9953346" y="3371850"/>
                  </a:moveTo>
                  <a:lnTo>
                    <a:pt x="9924771" y="3371850"/>
                  </a:lnTo>
                  <a:lnTo>
                    <a:pt x="9924771" y="3381375"/>
                  </a:lnTo>
                  <a:lnTo>
                    <a:pt x="9953346" y="3381375"/>
                  </a:lnTo>
                  <a:lnTo>
                    <a:pt x="9953346" y="3371850"/>
                  </a:lnTo>
                  <a:close/>
                </a:path>
                <a:path w="11430000" h="3381375">
                  <a:moveTo>
                    <a:pt x="9963150" y="0"/>
                  </a:moveTo>
                  <a:lnTo>
                    <a:pt x="9934575" y="0"/>
                  </a:lnTo>
                  <a:lnTo>
                    <a:pt x="9934575" y="9525"/>
                  </a:lnTo>
                  <a:lnTo>
                    <a:pt x="9963150" y="9525"/>
                  </a:lnTo>
                  <a:lnTo>
                    <a:pt x="9963150" y="0"/>
                  </a:lnTo>
                  <a:close/>
                </a:path>
                <a:path w="11430000" h="3381375">
                  <a:moveTo>
                    <a:pt x="10000971" y="3371850"/>
                  </a:moveTo>
                  <a:lnTo>
                    <a:pt x="9972396" y="3371850"/>
                  </a:lnTo>
                  <a:lnTo>
                    <a:pt x="9972396" y="3381375"/>
                  </a:lnTo>
                  <a:lnTo>
                    <a:pt x="10000971" y="3381375"/>
                  </a:lnTo>
                  <a:lnTo>
                    <a:pt x="10000971" y="3371850"/>
                  </a:lnTo>
                  <a:close/>
                </a:path>
                <a:path w="11430000" h="3381375">
                  <a:moveTo>
                    <a:pt x="10010775" y="0"/>
                  </a:moveTo>
                  <a:lnTo>
                    <a:pt x="9982200" y="0"/>
                  </a:lnTo>
                  <a:lnTo>
                    <a:pt x="9982200" y="9525"/>
                  </a:lnTo>
                  <a:lnTo>
                    <a:pt x="10010775" y="9525"/>
                  </a:lnTo>
                  <a:lnTo>
                    <a:pt x="10010775" y="0"/>
                  </a:lnTo>
                  <a:close/>
                </a:path>
                <a:path w="11430000" h="3381375">
                  <a:moveTo>
                    <a:pt x="10048596" y="3371850"/>
                  </a:moveTo>
                  <a:lnTo>
                    <a:pt x="10020021" y="3371850"/>
                  </a:lnTo>
                  <a:lnTo>
                    <a:pt x="10020021" y="3381375"/>
                  </a:lnTo>
                  <a:lnTo>
                    <a:pt x="10048596" y="3381375"/>
                  </a:lnTo>
                  <a:lnTo>
                    <a:pt x="10048596" y="3371850"/>
                  </a:lnTo>
                  <a:close/>
                </a:path>
                <a:path w="11430000" h="3381375">
                  <a:moveTo>
                    <a:pt x="10058400" y="0"/>
                  </a:moveTo>
                  <a:lnTo>
                    <a:pt x="10029825" y="0"/>
                  </a:lnTo>
                  <a:lnTo>
                    <a:pt x="10029825" y="9525"/>
                  </a:lnTo>
                  <a:lnTo>
                    <a:pt x="10058400" y="9525"/>
                  </a:lnTo>
                  <a:lnTo>
                    <a:pt x="10058400" y="0"/>
                  </a:lnTo>
                  <a:close/>
                </a:path>
                <a:path w="11430000" h="3381375">
                  <a:moveTo>
                    <a:pt x="10096221" y="3371850"/>
                  </a:moveTo>
                  <a:lnTo>
                    <a:pt x="10067646" y="3371850"/>
                  </a:lnTo>
                  <a:lnTo>
                    <a:pt x="10067646" y="3381375"/>
                  </a:lnTo>
                  <a:lnTo>
                    <a:pt x="10096221" y="3381375"/>
                  </a:lnTo>
                  <a:lnTo>
                    <a:pt x="10096221" y="3371850"/>
                  </a:lnTo>
                  <a:close/>
                </a:path>
                <a:path w="11430000" h="3381375">
                  <a:moveTo>
                    <a:pt x="10106025" y="0"/>
                  </a:moveTo>
                  <a:lnTo>
                    <a:pt x="10077450" y="0"/>
                  </a:lnTo>
                  <a:lnTo>
                    <a:pt x="10077450" y="9525"/>
                  </a:lnTo>
                  <a:lnTo>
                    <a:pt x="10106025" y="9525"/>
                  </a:lnTo>
                  <a:lnTo>
                    <a:pt x="10106025" y="0"/>
                  </a:lnTo>
                  <a:close/>
                </a:path>
                <a:path w="11430000" h="3381375">
                  <a:moveTo>
                    <a:pt x="10143846" y="3371850"/>
                  </a:moveTo>
                  <a:lnTo>
                    <a:pt x="10115271" y="3371850"/>
                  </a:lnTo>
                  <a:lnTo>
                    <a:pt x="10115271" y="3381375"/>
                  </a:lnTo>
                  <a:lnTo>
                    <a:pt x="10143846" y="3381375"/>
                  </a:lnTo>
                  <a:lnTo>
                    <a:pt x="10143846" y="3371850"/>
                  </a:lnTo>
                  <a:close/>
                </a:path>
                <a:path w="11430000" h="3381375">
                  <a:moveTo>
                    <a:pt x="10153650" y="0"/>
                  </a:moveTo>
                  <a:lnTo>
                    <a:pt x="10125075" y="0"/>
                  </a:lnTo>
                  <a:lnTo>
                    <a:pt x="10125075" y="9525"/>
                  </a:lnTo>
                  <a:lnTo>
                    <a:pt x="10153650" y="9525"/>
                  </a:lnTo>
                  <a:lnTo>
                    <a:pt x="10153650" y="0"/>
                  </a:lnTo>
                  <a:close/>
                </a:path>
                <a:path w="11430000" h="3381375">
                  <a:moveTo>
                    <a:pt x="10191471" y="3371850"/>
                  </a:moveTo>
                  <a:lnTo>
                    <a:pt x="10162896" y="3371850"/>
                  </a:lnTo>
                  <a:lnTo>
                    <a:pt x="10162896" y="3381375"/>
                  </a:lnTo>
                  <a:lnTo>
                    <a:pt x="10191471" y="3381375"/>
                  </a:lnTo>
                  <a:lnTo>
                    <a:pt x="10191471" y="3371850"/>
                  </a:lnTo>
                  <a:close/>
                </a:path>
                <a:path w="11430000" h="3381375">
                  <a:moveTo>
                    <a:pt x="10201275" y="0"/>
                  </a:moveTo>
                  <a:lnTo>
                    <a:pt x="10172700" y="0"/>
                  </a:lnTo>
                  <a:lnTo>
                    <a:pt x="10172700" y="9525"/>
                  </a:lnTo>
                  <a:lnTo>
                    <a:pt x="10201275" y="9525"/>
                  </a:lnTo>
                  <a:lnTo>
                    <a:pt x="10201275" y="0"/>
                  </a:lnTo>
                  <a:close/>
                </a:path>
                <a:path w="11430000" h="3381375">
                  <a:moveTo>
                    <a:pt x="10239096" y="3371850"/>
                  </a:moveTo>
                  <a:lnTo>
                    <a:pt x="10210521" y="3371850"/>
                  </a:lnTo>
                  <a:lnTo>
                    <a:pt x="10210521" y="3381375"/>
                  </a:lnTo>
                  <a:lnTo>
                    <a:pt x="10239096" y="3381375"/>
                  </a:lnTo>
                  <a:lnTo>
                    <a:pt x="10239096" y="3371850"/>
                  </a:lnTo>
                  <a:close/>
                </a:path>
                <a:path w="11430000" h="3381375">
                  <a:moveTo>
                    <a:pt x="10248900" y="0"/>
                  </a:moveTo>
                  <a:lnTo>
                    <a:pt x="10220325" y="0"/>
                  </a:lnTo>
                  <a:lnTo>
                    <a:pt x="10220325" y="9525"/>
                  </a:lnTo>
                  <a:lnTo>
                    <a:pt x="10248900" y="9525"/>
                  </a:lnTo>
                  <a:lnTo>
                    <a:pt x="10248900" y="0"/>
                  </a:lnTo>
                  <a:close/>
                </a:path>
                <a:path w="11430000" h="3381375">
                  <a:moveTo>
                    <a:pt x="10286721" y="3371850"/>
                  </a:moveTo>
                  <a:lnTo>
                    <a:pt x="10258146" y="3371850"/>
                  </a:lnTo>
                  <a:lnTo>
                    <a:pt x="10258146" y="3381375"/>
                  </a:lnTo>
                  <a:lnTo>
                    <a:pt x="10286721" y="3381375"/>
                  </a:lnTo>
                  <a:lnTo>
                    <a:pt x="10286721" y="3371850"/>
                  </a:lnTo>
                  <a:close/>
                </a:path>
                <a:path w="11430000" h="3381375">
                  <a:moveTo>
                    <a:pt x="10296525" y="0"/>
                  </a:moveTo>
                  <a:lnTo>
                    <a:pt x="10267950" y="0"/>
                  </a:lnTo>
                  <a:lnTo>
                    <a:pt x="10267950" y="9525"/>
                  </a:lnTo>
                  <a:lnTo>
                    <a:pt x="10296525" y="9525"/>
                  </a:lnTo>
                  <a:lnTo>
                    <a:pt x="10296525" y="0"/>
                  </a:lnTo>
                  <a:close/>
                </a:path>
                <a:path w="11430000" h="3381375">
                  <a:moveTo>
                    <a:pt x="10334346" y="3371850"/>
                  </a:moveTo>
                  <a:lnTo>
                    <a:pt x="10305771" y="3371850"/>
                  </a:lnTo>
                  <a:lnTo>
                    <a:pt x="10305771" y="3381375"/>
                  </a:lnTo>
                  <a:lnTo>
                    <a:pt x="10334346" y="3381375"/>
                  </a:lnTo>
                  <a:lnTo>
                    <a:pt x="10334346" y="3371850"/>
                  </a:lnTo>
                  <a:close/>
                </a:path>
                <a:path w="11430000" h="3381375">
                  <a:moveTo>
                    <a:pt x="10344150" y="0"/>
                  </a:moveTo>
                  <a:lnTo>
                    <a:pt x="10315575" y="0"/>
                  </a:lnTo>
                  <a:lnTo>
                    <a:pt x="10315575" y="9525"/>
                  </a:lnTo>
                  <a:lnTo>
                    <a:pt x="10344150" y="9525"/>
                  </a:lnTo>
                  <a:lnTo>
                    <a:pt x="10344150" y="0"/>
                  </a:lnTo>
                  <a:close/>
                </a:path>
                <a:path w="11430000" h="3381375">
                  <a:moveTo>
                    <a:pt x="10381971" y="3371850"/>
                  </a:moveTo>
                  <a:lnTo>
                    <a:pt x="10353396" y="3371850"/>
                  </a:lnTo>
                  <a:lnTo>
                    <a:pt x="10353396" y="3381375"/>
                  </a:lnTo>
                  <a:lnTo>
                    <a:pt x="10381971" y="3381375"/>
                  </a:lnTo>
                  <a:lnTo>
                    <a:pt x="10381971" y="3371850"/>
                  </a:lnTo>
                  <a:close/>
                </a:path>
                <a:path w="11430000" h="3381375">
                  <a:moveTo>
                    <a:pt x="10391775" y="0"/>
                  </a:moveTo>
                  <a:lnTo>
                    <a:pt x="10363200" y="0"/>
                  </a:lnTo>
                  <a:lnTo>
                    <a:pt x="10363200" y="9525"/>
                  </a:lnTo>
                  <a:lnTo>
                    <a:pt x="10391775" y="9525"/>
                  </a:lnTo>
                  <a:lnTo>
                    <a:pt x="10391775" y="0"/>
                  </a:lnTo>
                  <a:close/>
                </a:path>
                <a:path w="11430000" h="3381375">
                  <a:moveTo>
                    <a:pt x="10429596" y="3371850"/>
                  </a:moveTo>
                  <a:lnTo>
                    <a:pt x="10401021" y="3371850"/>
                  </a:lnTo>
                  <a:lnTo>
                    <a:pt x="10401021" y="3381375"/>
                  </a:lnTo>
                  <a:lnTo>
                    <a:pt x="10429596" y="3381375"/>
                  </a:lnTo>
                  <a:lnTo>
                    <a:pt x="10429596" y="3371850"/>
                  </a:lnTo>
                  <a:close/>
                </a:path>
                <a:path w="11430000" h="3381375">
                  <a:moveTo>
                    <a:pt x="10439400" y="0"/>
                  </a:moveTo>
                  <a:lnTo>
                    <a:pt x="10410825" y="0"/>
                  </a:lnTo>
                  <a:lnTo>
                    <a:pt x="10410825" y="9525"/>
                  </a:lnTo>
                  <a:lnTo>
                    <a:pt x="10439400" y="9525"/>
                  </a:lnTo>
                  <a:lnTo>
                    <a:pt x="10439400" y="0"/>
                  </a:lnTo>
                  <a:close/>
                </a:path>
                <a:path w="11430000" h="3381375">
                  <a:moveTo>
                    <a:pt x="10477221" y="3371850"/>
                  </a:moveTo>
                  <a:lnTo>
                    <a:pt x="10448646" y="3371850"/>
                  </a:lnTo>
                  <a:lnTo>
                    <a:pt x="10448646" y="3381375"/>
                  </a:lnTo>
                  <a:lnTo>
                    <a:pt x="10477221" y="3381375"/>
                  </a:lnTo>
                  <a:lnTo>
                    <a:pt x="10477221" y="3371850"/>
                  </a:lnTo>
                  <a:close/>
                </a:path>
                <a:path w="11430000" h="3381375">
                  <a:moveTo>
                    <a:pt x="10487025" y="0"/>
                  </a:moveTo>
                  <a:lnTo>
                    <a:pt x="10458450" y="0"/>
                  </a:lnTo>
                  <a:lnTo>
                    <a:pt x="10458450" y="9525"/>
                  </a:lnTo>
                  <a:lnTo>
                    <a:pt x="10487025" y="9525"/>
                  </a:lnTo>
                  <a:lnTo>
                    <a:pt x="10487025" y="0"/>
                  </a:lnTo>
                  <a:close/>
                </a:path>
                <a:path w="11430000" h="3381375">
                  <a:moveTo>
                    <a:pt x="10524846" y="3371850"/>
                  </a:moveTo>
                  <a:lnTo>
                    <a:pt x="10496271" y="3371850"/>
                  </a:lnTo>
                  <a:lnTo>
                    <a:pt x="10496271" y="3381375"/>
                  </a:lnTo>
                  <a:lnTo>
                    <a:pt x="10524846" y="3381375"/>
                  </a:lnTo>
                  <a:lnTo>
                    <a:pt x="10524846" y="3371850"/>
                  </a:lnTo>
                  <a:close/>
                </a:path>
                <a:path w="11430000" h="3381375">
                  <a:moveTo>
                    <a:pt x="10534650" y="0"/>
                  </a:moveTo>
                  <a:lnTo>
                    <a:pt x="10506075" y="0"/>
                  </a:lnTo>
                  <a:lnTo>
                    <a:pt x="10506075" y="9525"/>
                  </a:lnTo>
                  <a:lnTo>
                    <a:pt x="10534650" y="9525"/>
                  </a:lnTo>
                  <a:lnTo>
                    <a:pt x="10534650" y="0"/>
                  </a:lnTo>
                  <a:close/>
                </a:path>
                <a:path w="11430000" h="3381375">
                  <a:moveTo>
                    <a:pt x="10572471" y="3371850"/>
                  </a:moveTo>
                  <a:lnTo>
                    <a:pt x="10543896" y="3371850"/>
                  </a:lnTo>
                  <a:lnTo>
                    <a:pt x="10543896" y="3381375"/>
                  </a:lnTo>
                  <a:lnTo>
                    <a:pt x="10572471" y="3381375"/>
                  </a:lnTo>
                  <a:lnTo>
                    <a:pt x="10572471" y="3371850"/>
                  </a:lnTo>
                  <a:close/>
                </a:path>
                <a:path w="11430000" h="3381375">
                  <a:moveTo>
                    <a:pt x="10582275" y="0"/>
                  </a:moveTo>
                  <a:lnTo>
                    <a:pt x="10553700" y="0"/>
                  </a:lnTo>
                  <a:lnTo>
                    <a:pt x="10553700" y="9525"/>
                  </a:lnTo>
                  <a:lnTo>
                    <a:pt x="10582275" y="9525"/>
                  </a:lnTo>
                  <a:lnTo>
                    <a:pt x="10582275" y="0"/>
                  </a:lnTo>
                  <a:close/>
                </a:path>
                <a:path w="11430000" h="3381375">
                  <a:moveTo>
                    <a:pt x="10620096" y="3371850"/>
                  </a:moveTo>
                  <a:lnTo>
                    <a:pt x="10591521" y="3371850"/>
                  </a:lnTo>
                  <a:lnTo>
                    <a:pt x="10591521" y="3381375"/>
                  </a:lnTo>
                  <a:lnTo>
                    <a:pt x="10620096" y="3381375"/>
                  </a:lnTo>
                  <a:lnTo>
                    <a:pt x="10620096" y="3371850"/>
                  </a:lnTo>
                  <a:close/>
                </a:path>
                <a:path w="11430000" h="3381375">
                  <a:moveTo>
                    <a:pt x="10629900" y="0"/>
                  </a:moveTo>
                  <a:lnTo>
                    <a:pt x="10601325" y="0"/>
                  </a:lnTo>
                  <a:lnTo>
                    <a:pt x="10601325" y="9525"/>
                  </a:lnTo>
                  <a:lnTo>
                    <a:pt x="10629900" y="9525"/>
                  </a:lnTo>
                  <a:lnTo>
                    <a:pt x="10629900" y="0"/>
                  </a:lnTo>
                  <a:close/>
                </a:path>
                <a:path w="11430000" h="3381375">
                  <a:moveTo>
                    <a:pt x="10667721" y="3371850"/>
                  </a:moveTo>
                  <a:lnTo>
                    <a:pt x="10639146" y="3371850"/>
                  </a:lnTo>
                  <a:lnTo>
                    <a:pt x="10639146" y="3381375"/>
                  </a:lnTo>
                  <a:lnTo>
                    <a:pt x="10667721" y="3381375"/>
                  </a:lnTo>
                  <a:lnTo>
                    <a:pt x="10667721" y="3371850"/>
                  </a:lnTo>
                  <a:close/>
                </a:path>
                <a:path w="11430000" h="3381375">
                  <a:moveTo>
                    <a:pt x="10677525" y="0"/>
                  </a:moveTo>
                  <a:lnTo>
                    <a:pt x="10648950" y="0"/>
                  </a:lnTo>
                  <a:lnTo>
                    <a:pt x="10648950" y="9525"/>
                  </a:lnTo>
                  <a:lnTo>
                    <a:pt x="10677525" y="9525"/>
                  </a:lnTo>
                  <a:lnTo>
                    <a:pt x="10677525" y="0"/>
                  </a:lnTo>
                  <a:close/>
                </a:path>
                <a:path w="11430000" h="3381375">
                  <a:moveTo>
                    <a:pt x="10715346" y="3371850"/>
                  </a:moveTo>
                  <a:lnTo>
                    <a:pt x="10686771" y="3371850"/>
                  </a:lnTo>
                  <a:lnTo>
                    <a:pt x="10686771" y="3381375"/>
                  </a:lnTo>
                  <a:lnTo>
                    <a:pt x="10715346" y="3381375"/>
                  </a:lnTo>
                  <a:lnTo>
                    <a:pt x="10715346" y="3371850"/>
                  </a:lnTo>
                  <a:close/>
                </a:path>
                <a:path w="11430000" h="3381375">
                  <a:moveTo>
                    <a:pt x="10725150" y="0"/>
                  </a:moveTo>
                  <a:lnTo>
                    <a:pt x="10696575" y="0"/>
                  </a:lnTo>
                  <a:lnTo>
                    <a:pt x="10696575" y="9525"/>
                  </a:lnTo>
                  <a:lnTo>
                    <a:pt x="10725150" y="9525"/>
                  </a:lnTo>
                  <a:lnTo>
                    <a:pt x="10725150" y="0"/>
                  </a:lnTo>
                  <a:close/>
                </a:path>
                <a:path w="11430000" h="3381375">
                  <a:moveTo>
                    <a:pt x="10762971" y="3371850"/>
                  </a:moveTo>
                  <a:lnTo>
                    <a:pt x="10734396" y="3371850"/>
                  </a:lnTo>
                  <a:lnTo>
                    <a:pt x="10734396" y="3381375"/>
                  </a:lnTo>
                  <a:lnTo>
                    <a:pt x="10762971" y="3381375"/>
                  </a:lnTo>
                  <a:lnTo>
                    <a:pt x="10762971" y="3371850"/>
                  </a:lnTo>
                  <a:close/>
                </a:path>
                <a:path w="11430000" h="3381375">
                  <a:moveTo>
                    <a:pt x="10772775" y="0"/>
                  </a:moveTo>
                  <a:lnTo>
                    <a:pt x="10744200" y="0"/>
                  </a:lnTo>
                  <a:lnTo>
                    <a:pt x="10744200" y="9525"/>
                  </a:lnTo>
                  <a:lnTo>
                    <a:pt x="10772775" y="9525"/>
                  </a:lnTo>
                  <a:lnTo>
                    <a:pt x="10772775" y="0"/>
                  </a:lnTo>
                  <a:close/>
                </a:path>
                <a:path w="11430000" h="3381375">
                  <a:moveTo>
                    <a:pt x="10810596" y="3371850"/>
                  </a:moveTo>
                  <a:lnTo>
                    <a:pt x="10782021" y="3371850"/>
                  </a:lnTo>
                  <a:lnTo>
                    <a:pt x="10782021" y="3381375"/>
                  </a:lnTo>
                  <a:lnTo>
                    <a:pt x="10810596" y="3381375"/>
                  </a:lnTo>
                  <a:lnTo>
                    <a:pt x="10810596" y="3371850"/>
                  </a:lnTo>
                  <a:close/>
                </a:path>
                <a:path w="11430000" h="3381375">
                  <a:moveTo>
                    <a:pt x="10820400" y="0"/>
                  </a:moveTo>
                  <a:lnTo>
                    <a:pt x="10791825" y="0"/>
                  </a:lnTo>
                  <a:lnTo>
                    <a:pt x="10791825" y="9525"/>
                  </a:lnTo>
                  <a:lnTo>
                    <a:pt x="10820400" y="9525"/>
                  </a:lnTo>
                  <a:lnTo>
                    <a:pt x="10820400" y="0"/>
                  </a:lnTo>
                  <a:close/>
                </a:path>
                <a:path w="11430000" h="3381375">
                  <a:moveTo>
                    <a:pt x="10858221" y="3371850"/>
                  </a:moveTo>
                  <a:lnTo>
                    <a:pt x="10829646" y="3371850"/>
                  </a:lnTo>
                  <a:lnTo>
                    <a:pt x="10829646" y="3381375"/>
                  </a:lnTo>
                  <a:lnTo>
                    <a:pt x="10858221" y="3381375"/>
                  </a:lnTo>
                  <a:lnTo>
                    <a:pt x="10858221" y="3371850"/>
                  </a:lnTo>
                  <a:close/>
                </a:path>
                <a:path w="11430000" h="3381375">
                  <a:moveTo>
                    <a:pt x="10868025" y="0"/>
                  </a:moveTo>
                  <a:lnTo>
                    <a:pt x="10839450" y="0"/>
                  </a:lnTo>
                  <a:lnTo>
                    <a:pt x="10839450" y="9525"/>
                  </a:lnTo>
                  <a:lnTo>
                    <a:pt x="10868025" y="9525"/>
                  </a:lnTo>
                  <a:lnTo>
                    <a:pt x="10868025" y="0"/>
                  </a:lnTo>
                  <a:close/>
                </a:path>
                <a:path w="11430000" h="3381375">
                  <a:moveTo>
                    <a:pt x="10905846" y="3371850"/>
                  </a:moveTo>
                  <a:lnTo>
                    <a:pt x="10877271" y="3371850"/>
                  </a:lnTo>
                  <a:lnTo>
                    <a:pt x="10877271" y="3381375"/>
                  </a:lnTo>
                  <a:lnTo>
                    <a:pt x="10905846" y="3381375"/>
                  </a:lnTo>
                  <a:lnTo>
                    <a:pt x="10905846" y="3371850"/>
                  </a:lnTo>
                  <a:close/>
                </a:path>
                <a:path w="11430000" h="3381375">
                  <a:moveTo>
                    <a:pt x="10915650" y="0"/>
                  </a:moveTo>
                  <a:lnTo>
                    <a:pt x="10887075" y="0"/>
                  </a:lnTo>
                  <a:lnTo>
                    <a:pt x="10887075" y="9525"/>
                  </a:lnTo>
                  <a:lnTo>
                    <a:pt x="10915650" y="9525"/>
                  </a:lnTo>
                  <a:lnTo>
                    <a:pt x="10915650" y="0"/>
                  </a:lnTo>
                  <a:close/>
                </a:path>
                <a:path w="11430000" h="3381375">
                  <a:moveTo>
                    <a:pt x="10953471" y="3371850"/>
                  </a:moveTo>
                  <a:lnTo>
                    <a:pt x="10924896" y="3371850"/>
                  </a:lnTo>
                  <a:lnTo>
                    <a:pt x="10924896" y="3381375"/>
                  </a:lnTo>
                  <a:lnTo>
                    <a:pt x="10953471" y="3381375"/>
                  </a:lnTo>
                  <a:lnTo>
                    <a:pt x="10953471" y="3371850"/>
                  </a:lnTo>
                  <a:close/>
                </a:path>
                <a:path w="11430000" h="3381375">
                  <a:moveTo>
                    <a:pt x="10963275" y="0"/>
                  </a:moveTo>
                  <a:lnTo>
                    <a:pt x="10934700" y="0"/>
                  </a:lnTo>
                  <a:lnTo>
                    <a:pt x="10934700" y="9525"/>
                  </a:lnTo>
                  <a:lnTo>
                    <a:pt x="10963275" y="9525"/>
                  </a:lnTo>
                  <a:lnTo>
                    <a:pt x="10963275" y="0"/>
                  </a:lnTo>
                  <a:close/>
                </a:path>
                <a:path w="11430000" h="3381375">
                  <a:moveTo>
                    <a:pt x="11001096" y="3371850"/>
                  </a:moveTo>
                  <a:lnTo>
                    <a:pt x="10972521" y="3371850"/>
                  </a:lnTo>
                  <a:lnTo>
                    <a:pt x="10972521" y="3381375"/>
                  </a:lnTo>
                  <a:lnTo>
                    <a:pt x="11001096" y="3381375"/>
                  </a:lnTo>
                  <a:lnTo>
                    <a:pt x="11001096" y="3371850"/>
                  </a:lnTo>
                  <a:close/>
                </a:path>
                <a:path w="11430000" h="3381375">
                  <a:moveTo>
                    <a:pt x="11010900" y="0"/>
                  </a:moveTo>
                  <a:lnTo>
                    <a:pt x="10982325" y="0"/>
                  </a:lnTo>
                  <a:lnTo>
                    <a:pt x="10982325" y="9525"/>
                  </a:lnTo>
                  <a:lnTo>
                    <a:pt x="11010900" y="9525"/>
                  </a:lnTo>
                  <a:lnTo>
                    <a:pt x="11010900" y="0"/>
                  </a:lnTo>
                  <a:close/>
                </a:path>
                <a:path w="11430000" h="3381375">
                  <a:moveTo>
                    <a:pt x="11048721" y="3371850"/>
                  </a:moveTo>
                  <a:lnTo>
                    <a:pt x="11020146" y="3371850"/>
                  </a:lnTo>
                  <a:lnTo>
                    <a:pt x="11020146" y="3381375"/>
                  </a:lnTo>
                  <a:lnTo>
                    <a:pt x="11048721" y="3381375"/>
                  </a:lnTo>
                  <a:lnTo>
                    <a:pt x="11048721" y="3371850"/>
                  </a:lnTo>
                  <a:close/>
                </a:path>
                <a:path w="11430000" h="3381375">
                  <a:moveTo>
                    <a:pt x="11058525" y="0"/>
                  </a:moveTo>
                  <a:lnTo>
                    <a:pt x="11029950" y="0"/>
                  </a:lnTo>
                  <a:lnTo>
                    <a:pt x="11029950" y="9525"/>
                  </a:lnTo>
                  <a:lnTo>
                    <a:pt x="11058525" y="9525"/>
                  </a:lnTo>
                  <a:lnTo>
                    <a:pt x="11058525" y="0"/>
                  </a:lnTo>
                  <a:close/>
                </a:path>
                <a:path w="11430000" h="3381375">
                  <a:moveTo>
                    <a:pt x="11096346" y="3371850"/>
                  </a:moveTo>
                  <a:lnTo>
                    <a:pt x="11067771" y="3371850"/>
                  </a:lnTo>
                  <a:lnTo>
                    <a:pt x="11067771" y="3381375"/>
                  </a:lnTo>
                  <a:lnTo>
                    <a:pt x="11096346" y="3381375"/>
                  </a:lnTo>
                  <a:lnTo>
                    <a:pt x="11096346" y="3371850"/>
                  </a:lnTo>
                  <a:close/>
                </a:path>
                <a:path w="11430000" h="3381375">
                  <a:moveTo>
                    <a:pt x="11106150" y="0"/>
                  </a:moveTo>
                  <a:lnTo>
                    <a:pt x="11077575" y="0"/>
                  </a:lnTo>
                  <a:lnTo>
                    <a:pt x="11077575" y="9525"/>
                  </a:lnTo>
                  <a:lnTo>
                    <a:pt x="11106150" y="9525"/>
                  </a:lnTo>
                  <a:lnTo>
                    <a:pt x="11106150" y="0"/>
                  </a:lnTo>
                  <a:close/>
                </a:path>
                <a:path w="11430000" h="3381375">
                  <a:moveTo>
                    <a:pt x="11143971" y="3371850"/>
                  </a:moveTo>
                  <a:lnTo>
                    <a:pt x="11115396" y="3371850"/>
                  </a:lnTo>
                  <a:lnTo>
                    <a:pt x="11115396" y="3381375"/>
                  </a:lnTo>
                  <a:lnTo>
                    <a:pt x="11143971" y="3381375"/>
                  </a:lnTo>
                  <a:lnTo>
                    <a:pt x="11143971" y="3371850"/>
                  </a:lnTo>
                  <a:close/>
                </a:path>
                <a:path w="11430000" h="3381375">
                  <a:moveTo>
                    <a:pt x="11153775" y="0"/>
                  </a:moveTo>
                  <a:lnTo>
                    <a:pt x="11125200" y="0"/>
                  </a:lnTo>
                  <a:lnTo>
                    <a:pt x="1112520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  <a:path w="11430000" h="3381375">
                  <a:moveTo>
                    <a:pt x="11191596" y="3371850"/>
                  </a:moveTo>
                  <a:lnTo>
                    <a:pt x="11163021" y="3371850"/>
                  </a:lnTo>
                  <a:lnTo>
                    <a:pt x="11163021" y="3381375"/>
                  </a:lnTo>
                  <a:lnTo>
                    <a:pt x="11191596" y="3381375"/>
                  </a:lnTo>
                  <a:lnTo>
                    <a:pt x="11191596" y="3371850"/>
                  </a:lnTo>
                  <a:close/>
                </a:path>
                <a:path w="11430000" h="3381375">
                  <a:moveTo>
                    <a:pt x="11201400" y="0"/>
                  </a:moveTo>
                  <a:lnTo>
                    <a:pt x="11172825" y="0"/>
                  </a:lnTo>
                  <a:lnTo>
                    <a:pt x="11172825" y="9525"/>
                  </a:lnTo>
                  <a:lnTo>
                    <a:pt x="11201400" y="9525"/>
                  </a:lnTo>
                  <a:lnTo>
                    <a:pt x="11201400" y="0"/>
                  </a:lnTo>
                  <a:close/>
                </a:path>
                <a:path w="11430000" h="3381375">
                  <a:moveTo>
                    <a:pt x="11239221" y="3371850"/>
                  </a:moveTo>
                  <a:lnTo>
                    <a:pt x="11210646" y="3371850"/>
                  </a:lnTo>
                  <a:lnTo>
                    <a:pt x="11210646" y="3381375"/>
                  </a:lnTo>
                  <a:lnTo>
                    <a:pt x="11239221" y="3381375"/>
                  </a:lnTo>
                  <a:lnTo>
                    <a:pt x="11239221" y="3371850"/>
                  </a:lnTo>
                  <a:close/>
                </a:path>
                <a:path w="11430000" h="3381375">
                  <a:moveTo>
                    <a:pt x="11249025" y="0"/>
                  </a:moveTo>
                  <a:lnTo>
                    <a:pt x="11220450" y="0"/>
                  </a:lnTo>
                  <a:lnTo>
                    <a:pt x="11220450" y="9525"/>
                  </a:lnTo>
                  <a:lnTo>
                    <a:pt x="11249025" y="9525"/>
                  </a:lnTo>
                  <a:lnTo>
                    <a:pt x="11249025" y="0"/>
                  </a:lnTo>
                  <a:close/>
                </a:path>
                <a:path w="11430000" h="3381375">
                  <a:moveTo>
                    <a:pt x="11286846" y="3371850"/>
                  </a:moveTo>
                  <a:lnTo>
                    <a:pt x="11258271" y="3371850"/>
                  </a:lnTo>
                  <a:lnTo>
                    <a:pt x="11258271" y="3381375"/>
                  </a:lnTo>
                  <a:lnTo>
                    <a:pt x="11286846" y="3381375"/>
                  </a:lnTo>
                  <a:lnTo>
                    <a:pt x="11286846" y="3371850"/>
                  </a:lnTo>
                  <a:close/>
                </a:path>
                <a:path w="11430000" h="3381375">
                  <a:moveTo>
                    <a:pt x="11296650" y="0"/>
                  </a:moveTo>
                  <a:lnTo>
                    <a:pt x="11268075" y="0"/>
                  </a:lnTo>
                  <a:lnTo>
                    <a:pt x="11268075" y="9525"/>
                  </a:lnTo>
                  <a:lnTo>
                    <a:pt x="11296650" y="9525"/>
                  </a:lnTo>
                  <a:lnTo>
                    <a:pt x="11296650" y="0"/>
                  </a:lnTo>
                  <a:close/>
                </a:path>
                <a:path w="11430000" h="3381375">
                  <a:moveTo>
                    <a:pt x="11334471" y="3371850"/>
                  </a:moveTo>
                  <a:lnTo>
                    <a:pt x="11305896" y="3371850"/>
                  </a:lnTo>
                  <a:lnTo>
                    <a:pt x="11305896" y="3381375"/>
                  </a:lnTo>
                  <a:lnTo>
                    <a:pt x="11334471" y="3381375"/>
                  </a:lnTo>
                  <a:lnTo>
                    <a:pt x="11334471" y="3371850"/>
                  </a:lnTo>
                  <a:close/>
                </a:path>
                <a:path w="11430000" h="3381375">
                  <a:moveTo>
                    <a:pt x="11344275" y="0"/>
                  </a:moveTo>
                  <a:lnTo>
                    <a:pt x="11315700" y="0"/>
                  </a:lnTo>
                  <a:lnTo>
                    <a:pt x="11315700" y="9525"/>
                  </a:lnTo>
                  <a:lnTo>
                    <a:pt x="11344275" y="9525"/>
                  </a:lnTo>
                  <a:lnTo>
                    <a:pt x="11344275" y="0"/>
                  </a:lnTo>
                  <a:close/>
                </a:path>
                <a:path w="11430000" h="3381375">
                  <a:moveTo>
                    <a:pt x="11381575" y="3376079"/>
                  </a:moveTo>
                  <a:lnTo>
                    <a:pt x="11378108" y="3367214"/>
                  </a:lnTo>
                  <a:lnTo>
                    <a:pt x="11373129" y="3369005"/>
                  </a:lnTo>
                  <a:lnTo>
                    <a:pt x="11366818" y="3370592"/>
                  </a:lnTo>
                  <a:lnTo>
                    <a:pt x="11360379" y="3371532"/>
                  </a:lnTo>
                  <a:lnTo>
                    <a:pt x="11353800" y="3371850"/>
                  </a:lnTo>
                  <a:lnTo>
                    <a:pt x="11353521" y="3371850"/>
                  </a:lnTo>
                  <a:lnTo>
                    <a:pt x="11353521" y="3381375"/>
                  </a:lnTo>
                  <a:lnTo>
                    <a:pt x="11353813" y="3381375"/>
                  </a:lnTo>
                  <a:lnTo>
                    <a:pt x="11361318" y="3381019"/>
                  </a:lnTo>
                  <a:lnTo>
                    <a:pt x="11368672" y="3379927"/>
                  </a:lnTo>
                  <a:lnTo>
                    <a:pt x="11375898" y="3378123"/>
                  </a:lnTo>
                  <a:lnTo>
                    <a:pt x="11381575" y="3376079"/>
                  </a:lnTo>
                  <a:close/>
                </a:path>
                <a:path w="11430000" h="3381375">
                  <a:moveTo>
                    <a:pt x="11390401" y="9398"/>
                  </a:moveTo>
                  <a:lnTo>
                    <a:pt x="11362982" y="609"/>
                  </a:lnTo>
                  <a:lnTo>
                    <a:pt x="11361826" y="10058"/>
                  </a:lnTo>
                  <a:lnTo>
                    <a:pt x="11366818" y="10795"/>
                  </a:lnTo>
                  <a:lnTo>
                    <a:pt x="11373129" y="12382"/>
                  </a:lnTo>
                  <a:lnTo>
                    <a:pt x="11379314" y="14605"/>
                  </a:lnTo>
                  <a:lnTo>
                    <a:pt x="11385271" y="17411"/>
                  </a:lnTo>
                  <a:lnTo>
                    <a:pt x="11385817" y="17741"/>
                  </a:lnTo>
                  <a:lnTo>
                    <a:pt x="11390401" y="9398"/>
                  </a:lnTo>
                  <a:close/>
                </a:path>
                <a:path w="11430000" h="3381375">
                  <a:moveTo>
                    <a:pt x="11418087" y="3345992"/>
                  </a:moveTo>
                  <a:lnTo>
                    <a:pt x="11410048" y="3340900"/>
                  </a:lnTo>
                  <a:lnTo>
                    <a:pt x="11409248" y="3342233"/>
                  </a:lnTo>
                  <a:lnTo>
                    <a:pt x="11405375" y="3347453"/>
                  </a:lnTo>
                  <a:lnTo>
                    <a:pt x="11400955" y="3352330"/>
                  </a:lnTo>
                  <a:lnTo>
                    <a:pt x="11396078" y="3356749"/>
                  </a:lnTo>
                  <a:lnTo>
                    <a:pt x="11392687" y="3359264"/>
                  </a:lnTo>
                  <a:lnTo>
                    <a:pt x="11398250" y="3366986"/>
                  </a:lnTo>
                  <a:lnTo>
                    <a:pt x="11402124" y="3364115"/>
                  </a:lnTo>
                  <a:lnTo>
                    <a:pt x="11407686" y="3359061"/>
                  </a:lnTo>
                  <a:lnTo>
                    <a:pt x="11412741" y="3353498"/>
                  </a:lnTo>
                  <a:lnTo>
                    <a:pt x="11417173" y="3347516"/>
                  </a:lnTo>
                  <a:lnTo>
                    <a:pt x="11418087" y="3345992"/>
                  </a:lnTo>
                  <a:close/>
                </a:path>
                <a:path w="11430000" h="3381375">
                  <a:moveTo>
                    <a:pt x="11422761" y="43992"/>
                  </a:moveTo>
                  <a:lnTo>
                    <a:pt x="11405946" y="20739"/>
                  </a:lnTo>
                  <a:lnTo>
                    <a:pt x="11399418" y="27673"/>
                  </a:lnTo>
                  <a:lnTo>
                    <a:pt x="11400955" y="29057"/>
                  </a:lnTo>
                  <a:lnTo>
                    <a:pt x="11405311" y="33858"/>
                  </a:lnTo>
                  <a:lnTo>
                    <a:pt x="11409248" y="39154"/>
                  </a:lnTo>
                  <a:lnTo>
                    <a:pt x="11412601" y="44742"/>
                  </a:lnTo>
                  <a:lnTo>
                    <a:pt x="11414150" y="48018"/>
                  </a:lnTo>
                  <a:lnTo>
                    <a:pt x="11422761" y="43992"/>
                  </a:lnTo>
                  <a:close/>
                </a:path>
                <a:path w="11430000" h="3381375">
                  <a:moveTo>
                    <a:pt x="11430000" y="3300552"/>
                  </a:moveTo>
                  <a:lnTo>
                    <a:pt x="11420475" y="3300552"/>
                  </a:lnTo>
                  <a:lnTo>
                    <a:pt x="11420475" y="3305175"/>
                  </a:lnTo>
                  <a:lnTo>
                    <a:pt x="11420158" y="3311753"/>
                  </a:lnTo>
                  <a:lnTo>
                    <a:pt x="11419205" y="3318192"/>
                  </a:lnTo>
                  <a:lnTo>
                    <a:pt x="11417630" y="3324504"/>
                  </a:lnTo>
                  <a:lnTo>
                    <a:pt x="11417186" y="3325723"/>
                  </a:lnTo>
                  <a:lnTo>
                    <a:pt x="11426241" y="3328657"/>
                  </a:lnTo>
                  <a:lnTo>
                    <a:pt x="11426749" y="3327273"/>
                  </a:lnTo>
                  <a:lnTo>
                    <a:pt x="11428552" y="3320046"/>
                  </a:lnTo>
                  <a:lnTo>
                    <a:pt x="11429644" y="3312693"/>
                  </a:lnTo>
                  <a:lnTo>
                    <a:pt x="11430000" y="3305175"/>
                  </a:lnTo>
                  <a:lnTo>
                    <a:pt x="11430000" y="3300552"/>
                  </a:lnTo>
                  <a:close/>
                </a:path>
                <a:path w="11430000" h="3381375">
                  <a:moveTo>
                    <a:pt x="11430000" y="3252927"/>
                  </a:moveTo>
                  <a:lnTo>
                    <a:pt x="11420475" y="3252927"/>
                  </a:lnTo>
                  <a:lnTo>
                    <a:pt x="11420475" y="3281502"/>
                  </a:lnTo>
                  <a:lnTo>
                    <a:pt x="11430000" y="3281502"/>
                  </a:lnTo>
                  <a:lnTo>
                    <a:pt x="11430000" y="3252927"/>
                  </a:lnTo>
                  <a:close/>
                </a:path>
                <a:path w="11430000" h="3381375">
                  <a:moveTo>
                    <a:pt x="11430000" y="3205302"/>
                  </a:moveTo>
                  <a:lnTo>
                    <a:pt x="11420475" y="3205302"/>
                  </a:lnTo>
                  <a:lnTo>
                    <a:pt x="11420475" y="3233877"/>
                  </a:lnTo>
                  <a:lnTo>
                    <a:pt x="11430000" y="3233877"/>
                  </a:lnTo>
                  <a:lnTo>
                    <a:pt x="11430000" y="3205302"/>
                  </a:lnTo>
                  <a:close/>
                </a:path>
                <a:path w="11430000" h="3381375">
                  <a:moveTo>
                    <a:pt x="11430000" y="3157677"/>
                  </a:moveTo>
                  <a:lnTo>
                    <a:pt x="11420475" y="3157677"/>
                  </a:lnTo>
                  <a:lnTo>
                    <a:pt x="11420475" y="3186252"/>
                  </a:lnTo>
                  <a:lnTo>
                    <a:pt x="11430000" y="3186252"/>
                  </a:lnTo>
                  <a:lnTo>
                    <a:pt x="11430000" y="3157677"/>
                  </a:lnTo>
                  <a:close/>
                </a:path>
                <a:path w="11430000" h="3381375">
                  <a:moveTo>
                    <a:pt x="11430000" y="3110052"/>
                  </a:moveTo>
                  <a:lnTo>
                    <a:pt x="11420475" y="3110052"/>
                  </a:lnTo>
                  <a:lnTo>
                    <a:pt x="11420475" y="3138627"/>
                  </a:lnTo>
                  <a:lnTo>
                    <a:pt x="11430000" y="3138627"/>
                  </a:lnTo>
                  <a:lnTo>
                    <a:pt x="11430000" y="3110052"/>
                  </a:lnTo>
                  <a:close/>
                </a:path>
                <a:path w="11430000" h="3381375">
                  <a:moveTo>
                    <a:pt x="11430000" y="3062427"/>
                  </a:moveTo>
                  <a:lnTo>
                    <a:pt x="11420475" y="3062427"/>
                  </a:lnTo>
                  <a:lnTo>
                    <a:pt x="11420475" y="3091002"/>
                  </a:lnTo>
                  <a:lnTo>
                    <a:pt x="11430000" y="3091002"/>
                  </a:lnTo>
                  <a:lnTo>
                    <a:pt x="11430000" y="3062427"/>
                  </a:lnTo>
                  <a:close/>
                </a:path>
                <a:path w="11430000" h="3381375">
                  <a:moveTo>
                    <a:pt x="11430000" y="3014802"/>
                  </a:moveTo>
                  <a:lnTo>
                    <a:pt x="11420475" y="3014802"/>
                  </a:lnTo>
                  <a:lnTo>
                    <a:pt x="11420475" y="3043377"/>
                  </a:lnTo>
                  <a:lnTo>
                    <a:pt x="11430000" y="3043377"/>
                  </a:lnTo>
                  <a:lnTo>
                    <a:pt x="11430000" y="3014802"/>
                  </a:lnTo>
                  <a:close/>
                </a:path>
                <a:path w="11430000" h="3381375">
                  <a:moveTo>
                    <a:pt x="11430000" y="2967177"/>
                  </a:moveTo>
                  <a:lnTo>
                    <a:pt x="11420475" y="2967177"/>
                  </a:lnTo>
                  <a:lnTo>
                    <a:pt x="11420475" y="2995752"/>
                  </a:lnTo>
                  <a:lnTo>
                    <a:pt x="11430000" y="2995752"/>
                  </a:lnTo>
                  <a:lnTo>
                    <a:pt x="11430000" y="2967177"/>
                  </a:lnTo>
                  <a:close/>
                </a:path>
                <a:path w="11430000" h="3381375">
                  <a:moveTo>
                    <a:pt x="11430000" y="2919552"/>
                  </a:moveTo>
                  <a:lnTo>
                    <a:pt x="11420475" y="2919552"/>
                  </a:lnTo>
                  <a:lnTo>
                    <a:pt x="11420475" y="2948127"/>
                  </a:lnTo>
                  <a:lnTo>
                    <a:pt x="11430000" y="2948127"/>
                  </a:lnTo>
                  <a:lnTo>
                    <a:pt x="11430000" y="2919552"/>
                  </a:lnTo>
                  <a:close/>
                </a:path>
                <a:path w="11430000" h="3381375">
                  <a:moveTo>
                    <a:pt x="11430000" y="2871927"/>
                  </a:moveTo>
                  <a:lnTo>
                    <a:pt x="11420475" y="2871927"/>
                  </a:lnTo>
                  <a:lnTo>
                    <a:pt x="11420475" y="2900502"/>
                  </a:lnTo>
                  <a:lnTo>
                    <a:pt x="11430000" y="2900502"/>
                  </a:lnTo>
                  <a:lnTo>
                    <a:pt x="11430000" y="2871927"/>
                  </a:lnTo>
                  <a:close/>
                </a:path>
                <a:path w="11430000" h="3381375">
                  <a:moveTo>
                    <a:pt x="11430000" y="2824302"/>
                  </a:moveTo>
                  <a:lnTo>
                    <a:pt x="11420475" y="2824302"/>
                  </a:lnTo>
                  <a:lnTo>
                    <a:pt x="11420475" y="2852877"/>
                  </a:lnTo>
                  <a:lnTo>
                    <a:pt x="11430000" y="2852877"/>
                  </a:lnTo>
                  <a:lnTo>
                    <a:pt x="11430000" y="2824302"/>
                  </a:lnTo>
                  <a:close/>
                </a:path>
                <a:path w="11430000" h="3381375">
                  <a:moveTo>
                    <a:pt x="11430000" y="2776677"/>
                  </a:moveTo>
                  <a:lnTo>
                    <a:pt x="11420475" y="2776677"/>
                  </a:lnTo>
                  <a:lnTo>
                    <a:pt x="11420475" y="2805252"/>
                  </a:lnTo>
                  <a:lnTo>
                    <a:pt x="11430000" y="2805252"/>
                  </a:lnTo>
                  <a:lnTo>
                    <a:pt x="11430000" y="2776677"/>
                  </a:lnTo>
                  <a:close/>
                </a:path>
                <a:path w="11430000" h="3381375">
                  <a:moveTo>
                    <a:pt x="11430000" y="2729052"/>
                  </a:moveTo>
                  <a:lnTo>
                    <a:pt x="11420475" y="2729052"/>
                  </a:lnTo>
                  <a:lnTo>
                    <a:pt x="11420475" y="2757627"/>
                  </a:lnTo>
                  <a:lnTo>
                    <a:pt x="11430000" y="2757627"/>
                  </a:lnTo>
                  <a:lnTo>
                    <a:pt x="11430000" y="2729052"/>
                  </a:lnTo>
                  <a:close/>
                </a:path>
                <a:path w="11430000" h="3381375">
                  <a:moveTo>
                    <a:pt x="11430000" y="2681427"/>
                  </a:moveTo>
                  <a:lnTo>
                    <a:pt x="11420475" y="2681427"/>
                  </a:lnTo>
                  <a:lnTo>
                    <a:pt x="11420475" y="2710002"/>
                  </a:lnTo>
                  <a:lnTo>
                    <a:pt x="11430000" y="2710002"/>
                  </a:lnTo>
                  <a:lnTo>
                    <a:pt x="11430000" y="2681427"/>
                  </a:lnTo>
                  <a:close/>
                </a:path>
                <a:path w="11430000" h="3381375">
                  <a:moveTo>
                    <a:pt x="11430000" y="2633802"/>
                  </a:moveTo>
                  <a:lnTo>
                    <a:pt x="11420475" y="2633802"/>
                  </a:lnTo>
                  <a:lnTo>
                    <a:pt x="11420475" y="2662377"/>
                  </a:lnTo>
                  <a:lnTo>
                    <a:pt x="11430000" y="2662377"/>
                  </a:lnTo>
                  <a:lnTo>
                    <a:pt x="11430000" y="2633802"/>
                  </a:lnTo>
                  <a:close/>
                </a:path>
                <a:path w="11430000" h="3381375">
                  <a:moveTo>
                    <a:pt x="11430000" y="2586177"/>
                  </a:moveTo>
                  <a:lnTo>
                    <a:pt x="11420475" y="2586177"/>
                  </a:lnTo>
                  <a:lnTo>
                    <a:pt x="11420475" y="2614752"/>
                  </a:lnTo>
                  <a:lnTo>
                    <a:pt x="11430000" y="2614752"/>
                  </a:lnTo>
                  <a:lnTo>
                    <a:pt x="11430000" y="2586177"/>
                  </a:lnTo>
                  <a:close/>
                </a:path>
                <a:path w="11430000" h="3381375">
                  <a:moveTo>
                    <a:pt x="11430000" y="2538552"/>
                  </a:moveTo>
                  <a:lnTo>
                    <a:pt x="11420475" y="2538552"/>
                  </a:lnTo>
                  <a:lnTo>
                    <a:pt x="11420475" y="2567127"/>
                  </a:lnTo>
                  <a:lnTo>
                    <a:pt x="11430000" y="2567127"/>
                  </a:lnTo>
                  <a:lnTo>
                    <a:pt x="11430000" y="2538552"/>
                  </a:lnTo>
                  <a:close/>
                </a:path>
                <a:path w="11430000" h="3381375">
                  <a:moveTo>
                    <a:pt x="11430000" y="2490927"/>
                  </a:moveTo>
                  <a:lnTo>
                    <a:pt x="11420475" y="2490927"/>
                  </a:lnTo>
                  <a:lnTo>
                    <a:pt x="11420475" y="2519502"/>
                  </a:lnTo>
                  <a:lnTo>
                    <a:pt x="11430000" y="2519502"/>
                  </a:lnTo>
                  <a:lnTo>
                    <a:pt x="11430000" y="2490927"/>
                  </a:lnTo>
                  <a:close/>
                </a:path>
                <a:path w="11430000" h="3381375">
                  <a:moveTo>
                    <a:pt x="11430000" y="2443302"/>
                  </a:moveTo>
                  <a:lnTo>
                    <a:pt x="11420475" y="2443302"/>
                  </a:lnTo>
                  <a:lnTo>
                    <a:pt x="11420475" y="2471877"/>
                  </a:lnTo>
                  <a:lnTo>
                    <a:pt x="11430000" y="2471877"/>
                  </a:lnTo>
                  <a:lnTo>
                    <a:pt x="11430000" y="2443302"/>
                  </a:lnTo>
                  <a:close/>
                </a:path>
                <a:path w="11430000" h="3381375">
                  <a:moveTo>
                    <a:pt x="11430000" y="2395677"/>
                  </a:moveTo>
                  <a:lnTo>
                    <a:pt x="11420475" y="2395677"/>
                  </a:lnTo>
                  <a:lnTo>
                    <a:pt x="11420475" y="2424252"/>
                  </a:lnTo>
                  <a:lnTo>
                    <a:pt x="11430000" y="2424252"/>
                  </a:lnTo>
                  <a:lnTo>
                    <a:pt x="11430000" y="2395677"/>
                  </a:lnTo>
                  <a:close/>
                </a:path>
                <a:path w="11430000" h="3381375">
                  <a:moveTo>
                    <a:pt x="11430000" y="2348052"/>
                  </a:moveTo>
                  <a:lnTo>
                    <a:pt x="11420475" y="2348052"/>
                  </a:lnTo>
                  <a:lnTo>
                    <a:pt x="11420475" y="2376627"/>
                  </a:lnTo>
                  <a:lnTo>
                    <a:pt x="11430000" y="2376627"/>
                  </a:lnTo>
                  <a:lnTo>
                    <a:pt x="11430000" y="2348052"/>
                  </a:lnTo>
                  <a:close/>
                </a:path>
                <a:path w="11430000" h="3381375">
                  <a:moveTo>
                    <a:pt x="11430000" y="2300427"/>
                  </a:moveTo>
                  <a:lnTo>
                    <a:pt x="11420475" y="2300427"/>
                  </a:lnTo>
                  <a:lnTo>
                    <a:pt x="11420475" y="2329002"/>
                  </a:lnTo>
                  <a:lnTo>
                    <a:pt x="11430000" y="2329002"/>
                  </a:lnTo>
                  <a:lnTo>
                    <a:pt x="11430000" y="2300427"/>
                  </a:lnTo>
                  <a:close/>
                </a:path>
                <a:path w="11430000" h="3381375">
                  <a:moveTo>
                    <a:pt x="11430000" y="2252802"/>
                  </a:moveTo>
                  <a:lnTo>
                    <a:pt x="11420475" y="2252802"/>
                  </a:lnTo>
                  <a:lnTo>
                    <a:pt x="11420475" y="2281377"/>
                  </a:lnTo>
                  <a:lnTo>
                    <a:pt x="11430000" y="2281377"/>
                  </a:lnTo>
                  <a:lnTo>
                    <a:pt x="11430000" y="2252802"/>
                  </a:lnTo>
                  <a:close/>
                </a:path>
                <a:path w="11430000" h="3381375">
                  <a:moveTo>
                    <a:pt x="11430000" y="2205177"/>
                  </a:moveTo>
                  <a:lnTo>
                    <a:pt x="11420475" y="2205177"/>
                  </a:lnTo>
                  <a:lnTo>
                    <a:pt x="11420475" y="2233752"/>
                  </a:lnTo>
                  <a:lnTo>
                    <a:pt x="11430000" y="2233752"/>
                  </a:lnTo>
                  <a:lnTo>
                    <a:pt x="11430000" y="2205177"/>
                  </a:lnTo>
                  <a:close/>
                </a:path>
                <a:path w="11430000" h="3381375">
                  <a:moveTo>
                    <a:pt x="11430000" y="2157552"/>
                  </a:moveTo>
                  <a:lnTo>
                    <a:pt x="11420475" y="2157552"/>
                  </a:lnTo>
                  <a:lnTo>
                    <a:pt x="11420475" y="2186127"/>
                  </a:lnTo>
                  <a:lnTo>
                    <a:pt x="11430000" y="2186127"/>
                  </a:lnTo>
                  <a:lnTo>
                    <a:pt x="11430000" y="2157552"/>
                  </a:lnTo>
                  <a:close/>
                </a:path>
                <a:path w="11430000" h="3381375">
                  <a:moveTo>
                    <a:pt x="11430000" y="2109927"/>
                  </a:moveTo>
                  <a:lnTo>
                    <a:pt x="11420475" y="2109927"/>
                  </a:lnTo>
                  <a:lnTo>
                    <a:pt x="11420475" y="2138502"/>
                  </a:lnTo>
                  <a:lnTo>
                    <a:pt x="11430000" y="2138502"/>
                  </a:lnTo>
                  <a:lnTo>
                    <a:pt x="11430000" y="2109927"/>
                  </a:lnTo>
                  <a:close/>
                </a:path>
                <a:path w="11430000" h="3381375">
                  <a:moveTo>
                    <a:pt x="11430000" y="2062302"/>
                  </a:moveTo>
                  <a:lnTo>
                    <a:pt x="11420475" y="2062302"/>
                  </a:lnTo>
                  <a:lnTo>
                    <a:pt x="11420475" y="2090877"/>
                  </a:lnTo>
                  <a:lnTo>
                    <a:pt x="11430000" y="2090877"/>
                  </a:lnTo>
                  <a:lnTo>
                    <a:pt x="11430000" y="2062302"/>
                  </a:lnTo>
                  <a:close/>
                </a:path>
                <a:path w="11430000" h="3381375">
                  <a:moveTo>
                    <a:pt x="11430000" y="2014677"/>
                  </a:moveTo>
                  <a:lnTo>
                    <a:pt x="11420475" y="2014677"/>
                  </a:lnTo>
                  <a:lnTo>
                    <a:pt x="11420475" y="2043252"/>
                  </a:lnTo>
                  <a:lnTo>
                    <a:pt x="11430000" y="2043252"/>
                  </a:lnTo>
                  <a:lnTo>
                    <a:pt x="11430000" y="2014677"/>
                  </a:lnTo>
                  <a:close/>
                </a:path>
                <a:path w="11430000" h="3381375">
                  <a:moveTo>
                    <a:pt x="11430000" y="1967052"/>
                  </a:moveTo>
                  <a:lnTo>
                    <a:pt x="11420475" y="1967052"/>
                  </a:lnTo>
                  <a:lnTo>
                    <a:pt x="11420475" y="1995627"/>
                  </a:lnTo>
                  <a:lnTo>
                    <a:pt x="11430000" y="1995627"/>
                  </a:lnTo>
                  <a:lnTo>
                    <a:pt x="11430000" y="1967052"/>
                  </a:lnTo>
                  <a:close/>
                </a:path>
                <a:path w="11430000" h="3381375">
                  <a:moveTo>
                    <a:pt x="11430000" y="1919427"/>
                  </a:moveTo>
                  <a:lnTo>
                    <a:pt x="11420475" y="1919427"/>
                  </a:lnTo>
                  <a:lnTo>
                    <a:pt x="11420475" y="1948002"/>
                  </a:lnTo>
                  <a:lnTo>
                    <a:pt x="11430000" y="1948002"/>
                  </a:lnTo>
                  <a:lnTo>
                    <a:pt x="11430000" y="1919427"/>
                  </a:lnTo>
                  <a:close/>
                </a:path>
                <a:path w="11430000" h="3381375">
                  <a:moveTo>
                    <a:pt x="11430000" y="1871802"/>
                  </a:moveTo>
                  <a:lnTo>
                    <a:pt x="11420475" y="1871802"/>
                  </a:lnTo>
                  <a:lnTo>
                    <a:pt x="11420475" y="1900377"/>
                  </a:lnTo>
                  <a:lnTo>
                    <a:pt x="11430000" y="1900377"/>
                  </a:lnTo>
                  <a:lnTo>
                    <a:pt x="11430000" y="1871802"/>
                  </a:lnTo>
                  <a:close/>
                </a:path>
                <a:path w="11430000" h="3381375">
                  <a:moveTo>
                    <a:pt x="11430000" y="1824177"/>
                  </a:moveTo>
                  <a:lnTo>
                    <a:pt x="11420475" y="1824177"/>
                  </a:lnTo>
                  <a:lnTo>
                    <a:pt x="11420475" y="1852752"/>
                  </a:lnTo>
                  <a:lnTo>
                    <a:pt x="11430000" y="1852752"/>
                  </a:lnTo>
                  <a:lnTo>
                    <a:pt x="11430000" y="1824177"/>
                  </a:lnTo>
                  <a:close/>
                </a:path>
                <a:path w="11430000" h="3381375">
                  <a:moveTo>
                    <a:pt x="11430000" y="1776552"/>
                  </a:moveTo>
                  <a:lnTo>
                    <a:pt x="11420475" y="1776552"/>
                  </a:lnTo>
                  <a:lnTo>
                    <a:pt x="11420475" y="1805127"/>
                  </a:lnTo>
                  <a:lnTo>
                    <a:pt x="11430000" y="1805127"/>
                  </a:lnTo>
                  <a:lnTo>
                    <a:pt x="11430000" y="1776552"/>
                  </a:lnTo>
                  <a:close/>
                </a:path>
                <a:path w="11430000" h="3381375">
                  <a:moveTo>
                    <a:pt x="11430000" y="1728927"/>
                  </a:moveTo>
                  <a:lnTo>
                    <a:pt x="11420475" y="1728927"/>
                  </a:lnTo>
                  <a:lnTo>
                    <a:pt x="11420475" y="1757502"/>
                  </a:lnTo>
                  <a:lnTo>
                    <a:pt x="11430000" y="1757502"/>
                  </a:lnTo>
                  <a:lnTo>
                    <a:pt x="11430000" y="1728927"/>
                  </a:lnTo>
                  <a:close/>
                </a:path>
                <a:path w="11430000" h="3381375">
                  <a:moveTo>
                    <a:pt x="11430000" y="1681302"/>
                  </a:moveTo>
                  <a:lnTo>
                    <a:pt x="11420475" y="1681302"/>
                  </a:lnTo>
                  <a:lnTo>
                    <a:pt x="11420475" y="1709877"/>
                  </a:lnTo>
                  <a:lnTo>
                    <a:pt x="11430000" y="1709877"/>
                  </a:lnTo>
                  <a:lnTo>
                    <a:pt x="11430000" y="1681302"/>
                  </a:lnTo>
                  <a:close/>
                </a:path>
                <a:path w="11430000" h="3381375">
                  <a:moveTo>
                    <a:pt x="11430000" y="1633677"/>
                  </a:moveTo>
                  <a:lnTo>
                    <a:pt x="11420475" y="1633677"/>
                  </a:lnTo>
                  <a:lnTo>
                    <a:pt x="11420475" y="1662252"/>
                  </a:lnTo>
                  <a:lnTo>
                    <a:pt x="11430000" y="1662252"/>
                  </a:lnTo>
                  <a:lnTo>
                    <a:pt x="11430000" y="1633677"/>
                  </a:lnTo>
                  <a:close/>
                </a:path>
                <a:path w="11430000" h="3381375">
                  <a:moveTo>
                    <a:pt x="11430000" y="1586052"/>
                  </a:moveTo>
                  <a:lnTo>
                    <a:pt x="11420475" y="1586052"/>
                  </a:lnTo>
                  <a:lnTo>
                    <a:pt x="11420475" y="1614627"/>
                  </a:lnTo>
                  <a:lnTo>
                    <a:pt x="11430000" y="1614627"/>
                  </a:lnTo>
                  <a:lnTo>
                    <a:pt x="11430000" y="1586052"/>
                  </a:lnTo>
                  <a:close/>
                </a:path>
                <a:path w="11430000" h="3381375">
                  <a:moveTo>
                    <a:pt x="11430000" y="1538427"/>
                  </a:moveTo>
                  <a:lnTo>
                    <a:pt x="11420475" y="1538427"/>
                  </a:lnTo>
                  <a:lnTo>
                    <a:pt x="11420475" y="1567002"/>
                  </a:lnTo>
                  <a:lnTo>
                    <a:pt x="11430000" y="1567002"/>
                  </a:lnTo>
                  <a:lnTo>
                    <a:pt x="11430000" y="1538427"/>
                  </a:lnTo>
                  <a:close/>
                </a:path>
                <a:path w="11430000" h="3381375">
                  <a:moveTo>
                    <a:pt x="11430000" y="1490802"/>
                  </a:moveTo>
                  <a:lnTo>
                    <a:pt x="11420475" y="1490802"/>
                  </a:lnTo>
                  <a:lnTo>
                    <a:pt x="11420475" y="1519377"/>
                  </a:lnTo>
                  <a:lnTo>
                    <a:pt x="11430000" y="1519377"/>
                  </a:lnTo>
                  <a:lnTo>
                    <a:pt x="11430000" y="1490802"/>
                  </a:lnTo>
                  <a:close/>
                </a:path>
                <a:path w="11430000" h="3381375">
                  <a:moveTo>
                    <a:pt x="11430000" y="1443177"/>
                  </a:moveTo>
                  <a:lnTo>
                    <a:pt x="11420475" y="1443177"/>
                  </a:lnTo>
                  <a:lnTo>
                    <a:pt x="11420475" y="1471752"/>
                  </a:lnTo>
                  <a:lnTo>
                    <a:pt x="11430000" y="1471752"/>
                  </a:lnTo>
                  <a:lnTo>
                    <a:pt x="11430000" y="1443177"/>
                  </a:lnTo>
                  <a:close/>
                </a:path>
                <a:path w="11430000" h="3381375">
                  <a:moveTo>
                    <a:pt x="11430000" y="1395552"/>
                  </a:moveTo>
                  <a:lnTo>
                    <a:pt x="11420475" y="1395552"/>
                  </a:lnTo>
                  <a:lnTo>
                    <a:pt x="11420475" y="1424127"/>
                  </a:lnTo>
                  <a:lnTo>
                    <a:pt x="11430000" y="1424127"/>
                  </a:lnTo>
                  <a:lnTo>
                    <a:pt x="11430000" y="1395552"/>
                  </a:lnTo>
                  <a:close/>
                </a:path>
                <a:path w="11430000" h="3381375">
                  <a:moveTo>
                    <a:pt x="11430000" y="1347927"/>
                  </a:moveTo>
                  <a:lnTo>
                    <a:pt x="11420475" y="1347927"/>
                  </a:lnTo>
                  <a:lnTo>
                    <a:pt x="11420475" y="1376502"/>
                  </a:lnTo>
                  <a:lnTo>
                    <a:pt x="11430000" y="1376502"/>
                  </a:lnTo>
                  <a:lnTo>
                    <a:pt x="11430000" y="1347927"/>
                  </a:lnTo>
                  <a:close/>
                </a:path>
                <a:path w="11430000" h="3381375">
                  <a:moveTo>
                    <a:pt x="11430000" y="1300302"/>
                  </a:moveTo>
                  <a:lnTo>
                    <a:pt x="11420475" y="1300302"/>
                  </a:lnTo>
                  <a:lnTo>
                    <a:pt x="11420475" y="1328877"/>
                  </a:lnTo>
                  <a:lnTo>
                    <a:pt x="11430000" y="1328877"/>
                  </a:lnTo>
                  <a:lnTo>
                    <a:pt x="11430000" y="1300302"/>
                  </a:lnTo>
                  <a:close/>
                </a:path>
                <a:path w="11430000" h="3381375">
                  <a:moveTo>
                    <a:pt x="11430000" y="1252677"/>
                  </a:moveTo>
                  <a:lnTo>
                    <a:pt x="11420475" y="1252677"/>
                  </a:lnTo>
                  <a:lnTo>
                    <a:pt x="11420475" y="1281252"/>
                  </a:lnTo>
                  <a:lnTo>
                    <a:pt x="11430000" y="1281252"/>
                  </a:lnTo>
                  <a:lnTo>
                    <a:pt x="11430000" y="1252677"/>
                  </a:lnTo>
                  <a:close/>
                </a:path>
                <a:path w="11430000" h="3381375">
                  <a:moveTo>
                    <a:pt x="11430000" y="1205052"/>
                  </a:moveTo>
                  <a:lnTo>
                    <a:pt x="11420475" y="1205052"/>
                  </a:lnTo>
                  <a:lnTo>
                    <a:pt x="11420475" y="1233627"/>
                  </a:lnTo>
                  <a:lnTo>
                    <a:pt x="11430000" y="1233627"/>
                  </a:lnTo>
                  <a:lnTo>
                    <a:pt x="11430000" y="1205052"/>
                  </a:lnTo>
                  <a:close/>
                </a:path>
                <a:path w="11430000" h="3381375">
                  <a:moveTo>
                    <a:pt x="11430000" y="1157427"/>
                  </a:moveTo>
                  <a:lnTo>
                    <a:pt x="11420475" y="1157427"/>
                  </a:lnTo>
                  <a:lnTo>
                    <a:pt x="11420475" y="1186002"/>
                  </a:lnTo>
                  <a:lnTo>
                    <a:pt x="11430000" y="1186002"/>
                  </a:lnTo>
                  <a:lnTo>
                    <a:pt x="11430000" y="1157427"/>
                  </a:lnTo>
                  <a:close/>
                </a:path>
                <a:path w="11430000" h="3381375">
                  <a:moveTo>
                    <a:pt x="11430000" y="1109802"/>
                  </a:moveTo>
                  <a:lnTo>
                    <a:pt x="11420475" y="1109802"/>
                  </a:lnTo>
                  <a:lnTo>
                    <a:pt x="11420475" y="1138377"/>
                  </a:lnTo>
                  <a:lnTo>
                    <a:pt x="11430000" y="1138377"/>
                  </a:lnTo>
                  <a:lnTo>
                    <a:pt x="11430000" y="1109802"/>
                  </a:lnTo>
                  <a:close/>
                </a:path>
                <a:path w="11430000" h="3381375">
                  <a:moveTo>
                    <a:pt x="11430000" y="1062177"/>
                  </a:moveTo>
                  <a:lnTo>
                    <a:pt x="11420475" y="1062177"/>
                  </a:lnTo>
                  <a:lnTo>
                    <a:pt x="11420475" y="1090752"/>
                  </a:lnTo>
                  <a:lnTo>
                    <a:pt x="11430000" y="1090752"/>
                  </a:lnTo>
                  <a:lnTo>
                    <a:pt x="11430000" y="1062177"/>
                  </a:lnTo>
                  <a:close/>
                </a:path>
                <a:path w="11430000" h="3381375">
                  <a:moveTo>
                    <a:pt x="11430000" y="1014552"/>
                  </a:moveTo>
                  <a:lnTo>
                    <a:pt x="11420475" y="1014552"/>
                  </a:lnTo>
                  <a:lnTo>
                    <a:pt x="11420475" y="1043127"/>
                  </a:lnTo>
                  <a:lnTo>
                    <a:pt x="11430000" y="1043127"/>
                  </a:lnTo>
                  <a:lnTo>
                    <a:pt x="11430000" y="1014552"/>
                  </a:lnTo>
                  <a:close/>
                </a:path>
                <a:path w="11430000" h="3381375">
                  <a:moveTo>
                    <a:pt x="11430000" y="966927"/>
                  </a:moveTo>
                  <a:lnTo>
                    <a:pt x="11420475" y="966927"/>
                  </a:lnTo>
                  <a:lnTo>
                    <a:pt x="11420475" y="995502"/>
                  </a:lnTo>
                  <a:lnTo>
                    <a:pt x="11430000" y="995502"/>
                  </a:lnTo>
                  <a:lnTo>
                    <a:pt x="11430000" y="966927"/>
                  </a:lnTo>
                  <a:close/>
                </a:path>
                <a:path w="11430000" h="3381375">
                  <a:moveTo>
                    <a:pt x="11430000" y="919302"/>
                  </a:moveTo>
                  <a:lnTo>
                    <a:pt x="11420475" y="919302"/>
                  </a:lnTo>
                  <a:lnTo>
                    <a:pt x="11420475" y="947877"/>
                  </a:lnTo>
                  <a:lnTo>
                    <a:pt x="11430000" y="947877"/>
                  </a:lnTo>
                  <a:lnTo>
                    <a:pt x="11430000" y="919302"/>
                  </a:lnTo>
                  <a:close/>
                </a:path>
                <a:path w="11430000" h="3381375">
                  <a:moveTo>
                    <a:pt x="11430000" y="871677"/>
                  </a:moveTo>
                  <a:lnTo>
                    <a:pt x="11420475" y="871677"/>
                  </a:lnTo>
                  <a:lnTo>
                    <a:pt x="11420475" y="900252"/>
                  </a:lnTo>
                  <a:lnTo>
                    <a:pt x="11430000" y="900252"/>
                  </a:lnTo>
                  <a:lnTo>
                    <a:pt x="11430000" y="871677"/>
                  </a:lnTo>
                  <a:close/>
                </a:path>
                <a:path w="11430000" h="3381375">
                  <a:moveTo>
                    <a:pt x="11430000" y="824052"/>
                  </a:moveTo>
                  <a:lnTo>
                    <a:pt x="11420475" y="824052"/>
                  </a:lnTo>
                  <a:lnTo>
                    <a:pt x="11420475" y="852627"/>
                  </a:lnTo>
                  <a:lnTo>
                    <a:pt x="11430000" y="852627"/>
                  </a:lnTo>
                  <a:lnTo>
                    <a:pt x="11430000" y="824052"/>
                  </a:lnTo>
                  <a:close/>
                </a:path>
                <a:path w="11430000" h="3381375">
                  <a:moveTo>
                    <a:pt x="11430000" y="776427"/>
                  </a:moveTo>
                  <a:lnTo>
                    <a:pt x="11420475" y="776427"/>
                  </a:lnTo>
                  <a:lnTo>
                    <a:pt x="11420475" y="805002"/>
                  </a:lnTo>
                  <a:lnTo>
                    <a:pt x="11430000" y="805002"/>
                  </a:lnTo>
                  <a:lnTo>
                    <a:pt x="11430000" y="776427"/>
                  </a:lnTo>
                  <a:close/>
                </a:path>
                <a:path w="11430000" h="3381375">
                  <a:moveTo>
                    <a:pt x="11430000" y="728802"/>
                  </a:moveTo>
                  <a:lnTo>
                    <a:pt x="11420475" y="728802"/>
                  </a:lnTo>
                  <a:lnTo>
                    <a:pt x="11420475" y="757377"/>
                  </a:lnTo>
                  <a:lnTo>
                    <a:pt x="11430000" y="757377"/>
                  </a:lnTo>
                  <a:lnTo>
                    <a:pt x="11430000" y="728802"/>
                  </a:lnTo>
                  <a:close/>
                </a:path>
                <a:path w="11430000" h="3381375">
                  <a:moveTo>
                    <a:pt x="11430000" y="681177"/>
                  </a:moveTo>
                  <a:lnTo>
                    <a:pt x="11420475" y="681177"/>
                  </a:lnTo>
                  <a:lnTo>
                    <a:pt x="11420475" y="709752"/>
                  </a:lnTo>
                  <a:lnTo>
                    <a:pt x="11430000" y="709752"/>
                  </a:lnTo>
                  <a:lnTo>
                    <a:pt x="11430000" y="681177"/>
                  </a:lnTo>
                  <a:close/>
                </a:path>
                <a:path w="11430000" h="3381375">
                  <a:moveTo>
                    <a:pt x="11430000" y="633552"/>
                  </a:moveTo>
                  <a:lnTo>
                    <a:pt x="11420475" y="633552"/>
                  </a:lnTo>
                  <a:lnTo>
                    <a:pt x="11420475" y="662127"/>
                  </a:lnTo>
                  <a:lnTo>
                    <a:pt x="11430000" y="662127"/>
                  </a:lnTo>
                  <a:lnTo>
                    <a:pt x="11430000" y="633552"/>
                  </a:lnTo>
                  <a:close/>
                </a:path>
                <a:path w="11430000" h="3381375">
                  <a:moveTo>
                    <a:pt x="11430000" y="585927"/>
                  </a:moveTo>
                  <a:lnTo>
                    <a:pt x="11420475" y="585927"/>
                  </a:lnTo>
                  <a:lnTo>
                    <a:pt x="11420475" y="614502"/>
                  </a:lnTo>
                  <a:lnTo>
                    <a:pt x="11430000" y="614502"/>
                  </a:lnTo>
                  <a:lnTo>
                    <a:pt x="11430000" y="585927"/>
                  </a:lnTo>
                  <a:close/>
                </a:path>
                <a:path w="11430000" h="3381375">
                  <a:moveTo>
                    <a:pt x="11430000" y="538302"/>
                  </a:moveTo>
                  <a:lnTo>
                    <a:pt x="11420475" y="538302"/>
                  </a:lnTo>
                  <a:lnTo>
                    <a:pt x="11420475" y="566877"/>
                  </a:lnTo>
                  <a:lnTo>
                    <a:pt x="11430000" y="566877"/>
                  </a:lnTo>
                  <a:lnTo>
                    <a:pt x="11430000" y="538302"/>
                  </a:lnTo>
                  <a:close/>
                </a:path>
                <a:path w="11430000" h="3381375">
                  <a:moveTo>
                    <a:pt x="11430000" y="490677"/>
                  </a:moveTo>
                  <a:lnTo>
                    <a:pt x="11420475" y="490677"/>
                  </a:lnTo>
                  <a:lnTo>
                    <a:pt x="11420475" y="519252"/>
                  </a:lnTo>
                  <a:lnTo>
                    <a:pt x="11430000" y="519252"/>
                  </a:lnTo>
                  <a:lnTo>
                    <a:pt x="11430000" y="490677"/>
                  </a:lnTo>
                  <a:close/>
                </a:path>
                <a:path w="11430000" h="3381375">
                  <a:moveTo>
                    <a:pt x="11430000" y="443052"/>
                  </a:moveTo>
                  <a:lnTo>
                    <a:pt x="11420475" y="443052"/>
                  </a:lnTo>
                  <a:lnTo>
                    <a:pt x="11420475" y="471627"/>
                  </a:lnTo>
                  <a:lnTo>
                    <a:pt x="11430000" y="471627"/>
                  </a:lnTo>
                  <a:lnTo>
                    <a:pt x="11430000" y="443052"/>
                  </a:lnTo>
                  <a:close/>
                </a:path>
                <a:path w="11430000" h="3381375">
                  <a:moveTo>
                    <a:pt x="11430000" y="395427"/>
                  </a:moveTo>
                  <a:lnTo>
                    <a:pt x="11420475" y="395427"/>
                  </a:lnTo>
                  <a:lnTo>
                    <a:pt x="11420475" y="424002"/>
                  </a:lnTo>
                  <a:lnTo>
                    <a:pt x="11430000" y="424002"/>
                  </a:lnTo>
                  <a:lnTo>
                    <a:pt x="11430000" y="395427"/>
                  </a:lnTo>
                  <a:close/>
                </a:path>
                <a:path w="11430000" h="3381375">
                  <a:moveTo>
                    <a:pt x="11430000" y="347802"/>
                  </a:moveTo>
                  <a:lnTo>
                    <a:pt x="11420475" y="347802"/>
                  </a:lnTo>
                  <a:lnTo>
                    <a:pt x="11420475" y="376377"/>
                  </a:lnTo>
                  <a:lnTo>
                    <a:pt x="11430000" y="376377"/>
                  </a:lnTo>
                  <a:lnTo>
                    <a:pt x="11430000" y="347802"/>
                  </a:lnTo>
                  <a:close/>
                </a:path>
                <a:path w="11430000" h="3381375">
                  <a:moveTo>
                    <a:pt x="11430000" y="300177"/>
                  </a:moveTo>
                  <a:lnTo>
                    <a:pt x="11420475" y="300177"/>
                  </a:lnTo>
                  <a:lnTo>
                    <a:pt x="11420475" y="328752"/>
                  </a:lnTo>
                  <a:lnTo>
                    <a:pt x="11430000" y="328752"/>
                  </a:lnTo>
                  <a:lnTo>
                    <a:pt x="11430000" y="300177"/>
                  </a:lnTo>
                  <a:close/>
                </a:path>
                <a:path w="11430000" h="3381375">
                  <a:moveTo>
                    <a:pt x="11430000" y="252552"/>
                  </a:moveTo>
                  <a:lnTo>
                    <a:pt x="11420475" y="252552"/>
                  </a:lnTo>
                  <a:lnTo>
                    <a:pt x="11420475" y="281127"/>
                  </a:lnTo>
                  <a:lnTo>
                    <a:pt x="11430000" y="281127"/>
                  </a:lnTo>
                  <a:lnTo>
                    <a:pt x="11430000" y="252552"/>
                  </a:lnTo>
                  <a:close/>
                </a:path>
                <a:path w="11430000" h="3381375">
                  <a:moveTo>
                    <a:pt x="11430000" y="204927"/>
                  </a:moveTo>
                  <a:lnTo>
                    <a:pt x="11420475" y="204927"/>
                  </a:lnTo>
                  <a:lnTo>
                    <a:pt x="11420475" y="233502"/>
                  </a:lnTo>
                  <a:lnTo>
                    <a:pt x="11430000" y="233502"/>
                  </a:lnTo>
                  <a:lnTo>
                    <a:pt x="11430000" y="204927"/>
                  </a:lnTo>
                  <a:close/>
                </a:path>
                <a:path w="11430000" h="3381375">
                  <a:moveTo>
                    <a:pt x="11430000" y="157302"/>
                  </a:moveTo>
                  <a:lnTo>
                    <a:pt x="11420475" y="157302"/>
                  </a:lnTo>
                  <a:lnTo>
                    <a:pt x="11420475" y="185877"/>
                  </a:lnTo>
                  <a:lnTo>
                    <a:pt x="11430000" y="185877"/>
                  </a:lnTo>
                  <a:lnTo>
                    <a:pt x="11430000" y="157302"/>
                  </a:lnTo>
                  <a:close/>
                </a:path>
                <a:path w="11430000" h="3381375">
                  <a:moveTo>
                    <a:pt x="11430000" y="109677"/>
                  </a:moveTo>
                  <a:lnTo>
                    <a:pt x="11420475" y="109677"/>
                  </a:lnTo>
                  <a:lnTo>
                    <a:pt x="11420475" y="138252"/>
                  </a:lnTo>
                  <a:lnTo>
                    <a:pt x="11430000" y="138252"/>
                  </a:lnTo>
                  <a:lnTo>
                    <a:pt x="11430000" y="109677"/>
                  </a:lnTo>
                  <a:close/>
                </a:path>
                <a:path w="11430000" h="3381375">
                  <a:moveTo>
                    <a:pt x="11430000" y="76200"/>
                  </a:moveTo>
                  <a:lnTo>
                    <a:pt x="11429644" y="68694"/>
                  </a:lnTo>
                  <a:lnTo>
                    <a:pt x="11428717" y="62471"/>
                  </a:lnTo>
                  <a:lnTo>
                    <a:pt x="11419357" y="64185"/>
                  </a:lnTo>
                  <a:lnTo>
                    <a:pt x="11420158" y="69634"/>
                  </a:lnTo>
                  <a:lnTo>
                    <a:pt x="11420475" y="76200"/>
                  </a:lnTo>
                  <a:lnTo>
                    <a:pt x="11420475" y="90627"/>
                  </a:lnTo>
                  <a:lnTo>
                    <a:pt x="11430000" y="90627"/>
                  </a:lnTo>
                  <a:lnTo>
                    <a:pt x="11430000" y="7620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27704" y="2289048"/>
              <a:ext cx="4737100" cy="3042285"/>
            </a:xfrm>
            <a:custGeom>
              <a:avLst/>
              <a:gdLst/>
              <a:ahLst/>
              <a:cxnLst/>
              <a:rect l="l" t="t" r="r" b="b"/>
              <a:pathLst>
                <a:path w="4737100" h="3042285">
                  <a:moveTo>
                    <a:pt x="4736592" y="3041904"/>
                  </a:moveTo>
                  <a:lnTo>
                    <a:pt x="0" y="3041904"/>
                  </a:lnTo>
                  <a:lnTo>
                    <a:pt x="0" y="0"/>
                  </a:lnTo>
                  <a:lnTo>
                    <a:pt x="4736592" y="0"/>
                  </a:lnTo>
                  <a:lnTo>
                    <a:pt x="4736592" y="44576"/>
                  </a:lnTo>
                  <a:lnTo>
                    <a:pt x="129920" y="44576"/>
                  </a:lnTo>
                  <a:lnTo>
                    <a:pt x="120418" y="45448"/>
                  </a:lnTo>
                  <a:lnTo>
                    <a:pt x="85783" y="73919"/>
                  </a:lnTo>
                  <a:lnTo>
                    <a:pt x="82295" y="92201"/>
                  </a:lnTo>
                  <a:lnTo>
                    <a:pt x="82295" y="2873501"/>
                  </a:lnTo>
                  <a:lnTo>
                    <a:pt x="103580" y="2913280"/>
                  </a:lnTo>
                  <a:lnTo>
                    <a:pt x="129920" y="2921126"/>
                  </a:lnTo>
                  <a:lnTo>
                    <a:pt x="4736592" y="2921126"/>
                  </a:lnTo>
                  <a:lnTo>
                    <a:pt x="4736592" y="3041904"/>
                  </a:lnTo>
                  <a:close/>
                </a:path>
                <a:path w="4737100" h="3042285">
                  <a:moveTo>
                    <a:pt x="4736592" y="2921126"/>
                  </a:moveTo>
                  <a:lnTo>
                    <a:pt x="4606670" y="2921126"/>
                  </a:lnTo>
                  <a:lnTo>
                    <a:pt x="4616172" y="2920254"/>
                  </a:lnTo>
                  <a:lnTo>
                    <a:pt x="4624952" y="2917639"/>
                  </a:lnTo>
                  <a:lnTo>
                    <a:pt x="4653423" y="2883003"/>
                  </a:lnTo>
                  <a:lnTo>
                    <a:pt x="4654295" y="2873501"/>
                  </a:lnTo>
                  <a:lnTo>
                    <a:pt x="4654295" y="92201"/>
                  </a:lnTo>
                  <a:lnTo>
                    <a:pt x="4633010" y="52422"/>
                  </a:lnTo>
                  <a:lnTo>
                    <a:pt x="4606670" y="44576"/>
                  </a:lnTo>
                  <a:lnTo>
                    <a:pt x="4736592" y="44576"/>
                  </a:lnTo>
                  <a:lnTo>
                    <a:pt x="4736592" y="292112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05237" y="2328862"/>
              <a:ext cx="4581525" cy="2886075"/>
            </a:xfrm>
            <a:custGeom>
              <a:avLst/>
              <a:gdLst/>
              <a:ahLst/>
              <a:cxnLst/>
              <a:rect l="l" t="t" r="r" b="b"/>
              <a:pathLst>
                <a:path w="4581525" h="2886075">
                  <a:moveTo>
                    <a:pt x="4532576" y="2886074"/>
                  </a:moveTo>
                  <a:lnTo>
                    <a:pt x="48947" y="2886074"/>
                  </a:lnTo>
                  <a:lnTo>
                    <a:pt x="45541" y="2885739"/>
                  </a:lnTo>
                  <a:lnTo>
                    <a:pt x="10739" y="2865651"/>
                  </a:lnTo>
                  <a:lnTo>
                    <a:pt x="0" y="2837127"/>
                  </a:lnTo>
                  <a:lnTo>
                    <a:pt x="0" y="2833687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4532576" y="0"/>
                  </a:lnTo>
                  <a:lnTo>
                    <a:pt x="4568611" y="17776"/>
                  </a:lnTo>
                  <a:lnTo>
                    <a:pt x="4581524" y="48947"/>
                  </a:lnTo>
                  <a:lnTo>
                    <a:pt x="4581524" y="2837127"/>
                  </a:lnTo>
                  <a:lnTo>
                    <a:pt x="4563747" y="2873163"/>
                  </a:lnTo>
                  <a:lnTo>
                    <a:pt x="4535982" y="2885739"/>
                  </a:lnTo>
                  <a:lnTo>
                    <a:pt x="4532576" y="2886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05237" y="2328862"/>
              <a:ext cx="4581525" cy="2886075"/>
            </a:xfrm>
            <a:custGeom>
              <a:avLst/>
              <a:gdLst/>
              <a:ahLst/>
              <a:cxnLst/>
              <a:rect l="l" t="t" r="r" b="b"/>
              <a:pathLst>
                <a:path w="4581525" h="2886075">
                  <a:moveTo>
                    <a:pt x="0" y="28336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0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1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4529137" y="0"/>
                  </a:lnTo>
                  <a:lnTo>
                    <a:pt x="4532576" y="0"/>
                  </a:lnTo>
                  <a:lnTo>
                    <a:pt x="4535982" y="335"/>
                  </a:lnTo>
                  <a:lnTo>
                    <a:pt x="4570783" y="20422"/>
                  </a:lnTo>
                  <a:lnTo>
                    <a:pt x="4581524" y="52387"/>
                  </a:lnTo>
                  <a:lnTo>
                    <a:pt x="4581524" y="2833687"/>
                  </a:lnTo>
                  <a:lnTo>
                    <a:pt x="4581524" y="2837127"/>
                  </a:lnTo>
                  <a:lnTo>
                    <a:pt x="4581188" y="2840533"/>
                  </a:lnTo>
                  <a:lnTo>
                    <a:pt x="4580516" y="2843907"/>
                  </a:lnTo>
                  <a:lnTo>
                    <a:pt x="4579845" y="2847280"/>
                  </a:lnTo>
                  <a:lnTo>
                    <a:pt x="4558240" y="2877245"/>
                  </a:lnTo>
                  <a:lnTo>
                    <a:pt x="4555380" y="2879156"/>
                  </a:lnTo>
                  <a:lnTo>
                    <a:pt x="4552361" y="2880770"/>
                  </a:lnTo>
                  <a:lnTo>
                    <a:pt x="4549183" y="2882086"/>
                  </a:lnTo>
                  <a:lnTo>
                    <a:pt x="4546005" y="2883403"/>
                  </a:lnTo>
                  <a:lnTo>
                    <a:pt x="4542730" y="2884396"/>
                  </a:lnTo>
                  <a:lnTo>
                    <a:pt x="4539356" y="2885068"/>
                  </a:lnTo>
                  <a:lnTo>
                    <a:pt x="4535982" y="2885739"/>
                  </a:lnTo>
                  <a:lnTo>
                    <a:pt x="4532576" y="2886074"/>
                  </a:lnTo>
                  <a:lnTo>
                    <a:pt x="4529137" y="2886074"/>
                  </a:lnTo>
                  <a:lnTo>
                    <a:pt x="52387" y="2886074"/>
                  </a:lnTo>
                  <a:lnTo>
                    <a:pt x="48947" y="2886074"/>
                  </a:lnTo>
                  <a:lnTo>
                    <a:pt x="45541" y="2885739"/>
                  </a:lnTo>
                  <a:lnTo>
                    <a:pt x="15343" y="2870730"/>
                  </a:lnTo>
                  <a:lnTo>
                    <a:pt x="12911" y="2868297"/>
                  </a:lnTo>
                  <a:lnTo>
                    <a:pt x="0" y="2837127"/>
                  </a:lnTo>
                  <a:lnTo>
                    <a:pt x="0" y="2833687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48124" y="2752724"/>
              <a:ext cx="1657350" cy="228600"/>
            </a:xfrm>
            <a:custGeom>
              <a:avLst/>
              <a:gdLst/>
              <a:ahLst/>
              <a:cxnLst/>
              <a:rect l="l" t="t" r="r" b="b"/>
              <a:pathLst>
                <a:path w="1657350" h="228600">
                  <a:moveTo>
                    <a:pt x="1624302" y="228599"/>
                  </a:moveTo>
                  <a:lnTo>
                    <a:pt x="33047" y="228599"/>
                  </a:lnTo>
                  <a:lnTo>
                    <a:pt x="28187" y="227633"/>
                  </a:lnTo>
                  <a:lnTo>
                    <a:pt x="966" y="200412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624302" y="0"/>
                  </a:lnTo>
                  <a:lnTo>
                    <a:pt x="1656382" y="28187"/>
                  </a:lnTo>
                  <a:lnTo>
                    <a:pt x="1657349" y="33047"/>
                  </a:lnTo>
                  <a:lnTo>
                    <a:pt x="1657349" y="195552"/>
                  </a:lnTo>
                  <a:lnTo>
                    <a:pt x="1629161" y="227633"/>
                  </a:lnTo>
                  <a:lnTo>
                    <a:pt x="1624302" y="2285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52886" y="2757487"/>
              <a:ext cx="1647825" cy="219075"/>
            </a:xfrm>
            <a:custGeom>
              <a:avLst/>
              <a:gdLst/>
              <a:ahLst/>
              <a:cxnLst/>
              <a:rect l="l" t="t" r="r" b="b"/>
              <a:pathLst>
                <a:path w="1647825" h="219075">
                  <a:moveTo>
                    <a:pt x="0" y="1857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614487" y="0"/>
                  </a:lnTo>
                  <a:lnTo>
                    <a:pt x="1618907" y="0"/>
                  </a:lnTo>
                  <a:lnTo>
                    <a:pt x="1623160" y="845"/>
                  </a:lnTo>
                  <a:lnTo>
                    <a:pt x="1627244" y="2537"/>
                  </a:lnTo>
                  <a:lnTo>
                    <a:pt x="1631328" y="4229"/>
                  </a:lnTo>
                  <a:lnTo>
                    <a:pt x="1634934" y="6637"/>
                  </a:lnTo>
                  <a:lnTo>
                    <a:pt x="1638060" y="9763"/>
                  </a:lnTo>
                  <a:lnTo>
                    <a:pt x="1641186" y="12889"/>
                  </a:lnTo>
                  <a:lnTo>
                    <a:pt x="1643594" y="16495"/>
                  </a:lnTo>
                  <a:lnTo>
                    <a:pt x="1645286" y="20579"/>
                  </a:lnTo>
                  <a:lnTo>
                    <a:pt x="1646978" y="24663"/>
                  </a:lnTo>
                  <a:lnTo>
                    <a:pt x="1647824" y="28916"/>
                  </a:lnTo>
                  <a:lnTo>
                    <a:pt x="1647825" y="33337"/>
                  </a:lnTo>
                  <a:lnTo>
                    <a:pt x="1647825" y="185737"/>
                  </a:lnTo>
                  <a:lnTo>
                    <a:pt x="1647824" y="190158"/>
                  </a:lnTo>
                  <a:lnTo>
                    <a:pt x="1646978" y="194410"/>
                  </a:lnTo>
                  <a:lnTo>
                    <a:pt x="1645286" y="198494"/>
                  </a:lnTo>
                  <a:lnTo>
                    <a:pt x="1643594" y="202579"/>
                  </a:lnTo>
                  <a:lnTo>
                    <a:pt x="1618907" y="219074"/>
                  </a:lnTo>
                  <a:lnTo>
                    <a:pt x="1614487" y="219074"/>
                  </a:lnTo>
                  <a:lnTo>
                    <a:pt x="33337" y="219074"/>
                  </a:lnTo>
                  <a:lnTo>
                    <a:pt x="28916" y="219074"/>
                  </a:lnTo>
                  <a:lnTo>
                    <a:pt x="24663" y="218229"/>
                  </a:lnTo>
                  <a:lnTo>
                    <a:pt x="20579" y="216537"/>
                  </a:lnTo>
                  <a:lnTo>
                    <a:pt x="16495" y="214845"/>
                  </a:lnTo>
                  <a:lnTo>
                    <a:pt x="12889" y="212436"/>
                  </a:lnTo>
                  <a:lnTo>
                    <a:pt x="9764" y="209310"/>
                  </a:lnTo>
                  <a:lnTo>
                    <a:pt x="6637" y="206184"/>
                  </a:lnTo>
                  <a:lnTo>
                    <a:pt x="4229" y="202579"/>
                  </a:lnTo>
                  <a:lnTo>
                    <a:pt x="2537" y="198494"/>
                  </a:lnTo>
                  <a:lnTo>
                    <a:pt x="845" y="194410"/>
                  </a:lnTo>
                  <a:lnTo>
                    <a:pt x="0" y="190158"/>
                  </a:lnTo>
                  <a:lnTo>
                    <a:pt x="0" y="185737"/>
                  </a:lnTo>
                </a:path>
              </a:pathLst>
            </a:custGeom>
            <a:ln w="9524">
              <a:solidFill>
                <a:srgbClr val="E8D5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1974" y="3552824"/>
              <a:ext cx="1095375" cy="228600"/>
            </a:xfrm>
            <a:custGeom>
              <a:avLst/>
              <a:gdLst/>
              <a:ahLst/>
              <a:cxnLst/>
              <a:rect l="l" t="t" r="r" b="b"/>
              <a:pathLst>
                <a:path w="1095375" h="228600">
                  <a:moveTo>
                    <a:pt x="1062327" y="228599"/>
                  </a:moveTo>
                  <a:lnTo>
                    <a:pt x="33047" y="228599"/>
                  </a:lnTo>
                  <a:lnTo>
                    <a:pt x="28187" y="227632"/>
                  </a:lnTo>
                  <a:lnTo>
                    <a:pt x="966" y="200411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062327" y="0"/>
                  </a:lnTo>
                  <a:lnTo>
                    <a:pt x="1094407" y="28187"/>
                  </a:lnTo>
                  <a:lnTo>
                    <a:pt x="1095374" y="33047"/>
                  </a:lnTo>
                  <a:lnTo>
                    <a:pt x="1095374" y="195552"/>
                  </a:lnTo>
                  <a:lnTo>
                    <a:pt x="1067186" y="227632"/>
                  </a:lnTo>
                  <a:lnTo>
                    <a:pt x="1062327" y="2285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76736" y="3557587"/>
              <a:ext cx="1085850" cy="219075"/>
            </a:xfrm>
            <a:custGeom>
              <a:avLst/>
              <a:gdLst/>
              <a:ahLst/>
              <a:cxnLst/>
              <a:rect l="l" t="t" r="r" b="b"/>
              <a:pathLst>
                <a:path w="1085850" h="219075">
                  <a:moveTo>
                    <a:pt x="0" y="1857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052512" y="0"/>
                  </a:lnTo>
                  <a:lnTo>
                    <a:pt x="1056932" y="0"/>
                  </a:lnTo>
                  <a:lnTo>
                    <a:pt x="1061185" y="845"/>
                  </a:lnTo>
                  <a:lnTo>
                    <a:pt x="1083311" y="20579"/>
                  </a:lnTo>
                  <a:lnTo>
                    <a:pt x="1085004" y="24663"/>
                  </a:lnTo>
                  <a:lnTo>
                    <a:pt x="1085850" y="28916"/>
                  </a:lnTo>
                  <a:lnTo>
                    <a:pt x="1085850" y="33337"/>
                  </a:lnTo>
                  <a:lnTo>
                    <a:pt x="1085850" y="185737"/>
                  </a:lnTo>
                  <a:lnTo>
                    <a:pt x="1085850" y="190157"/>
                  </a:lnTo>
                  <a:lnTo>
                    <a:pt x="1085004" y="194410"/>
                  </a:lnTo>
                  <a:lnTo>
                    <a:pt x="1083311" y="198494"/>
                  </a:lnTo>
                  <a:lnTo>
                    <a:pt x="1081620" y="202578"/>
                  </a:lnTo>
                  <a:lnTo>
                    <a:pt x="1052512" y="219074"/>
                  </a:lnTo>
                  <a:lnTo>
                    <a:pt x="33337" y="219074"/>
                  </a:lnTo>
                  <a:lnTo>
                    <a:pt x="9764" y="209310"/>
                  </a:lnTo>
                  <a:lnTo>
                    <a:pt x="6637" y="206183"/>
                  </a:lnTo>
                  <a:lnTo>
                    <a:pt x="4229" y="202578"/>
                  </a:lnTo>
                  <a:lnTo>
                    <a:pt x="2537" y="198494"/>
                  </a:lnTo>
                  <a:lnTo>
                    <a:pt x="845" y="194410"/>
                  </a:lnTo>
                  <a:lnTo>
                    <a:pt x="0" y="190157"/>
                  </a:lnTo>
                  <a:lnTo>
                    <a:pt x="0" y="185737"/>
                  </a:lnTo>
                </a:path>
              </a:pathLst>
            </a:custGeom>
            <a:ln w="9524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43548" y="3552824"/>
              <a:ext cx="1181100" cy="228600"/>
            </a:xfrm>
            <a:custGeom>
              <a:avLst/>
              <a:gdLst/>
              <a:ahLst/>
              <a:cxnLst/>
              <a:rect l="l" t="t" r="r" b="b"/>
              <a:pathLst>
                <a:path w="1181100" h="228600">
                  <a:moveTo>
                    <a:pt x="1148052" y="228599"/>
                  </a:moveTo>
                  <a:lnTo>
                    <a:pt x="33047" y="228599"/>
                  </a:lnTo>
                  <a:lnTo>
                    <a:pt x="28187" y="227632"/>
                  </a:lnTo>
                  <a:lnTo>
                    <a:pt x="966" y="200411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148052" y="0"/>
                  </a:lnTo>
                  <a:lnTo>
                    <a:pt x="1180133" y="28187"/>
                  </a:lnTo>
                  <a:lnTo>
                    <a:pt x="1181099" y="33047"/>
                  </a:lnTo>
                  <a:lnTo>
                    <a:pt x="1181099" y="195552"/>
                  </a:lnTo>
                  <a:lnTo>
                    <a:pt x="1152912" y="227632"/>
                  </a:lnTo>
                  <a:lnTo>
                    <a:pt x="1148052" y="2285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48311" y="3557587"/>
              <a:ext cx="1171575" cy="219075"/>
            </a:xfrm>
            <a:custGeom>
              <a:avLst/>
              <a:gdLst/>
              <a:ahLst/>
              <a:cxnLst/>
              <a:rect l="l" t="t" r="r" b="b"/>
              <a:pathLst>
                <a:path w="1171575" h="219075">
                  <a:moveTo>
                    <a:pt x="0" y="1857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138237" y="0"/>
                  </a:lnTo>
                  <a:lnTo>
                    <a:pt x="1142658" y="0"/>
                  </a:lnTo>
                  <a:lnTo>
                    <a:pt x="1146910" y="845"/>
                  </a:lnTo>
                  <a:lnTo>
                    <a:pt x="1150994" y="2537"/>
                  </a:lnTo>
                  <a:lnTo>
                    <a:pt x="1155078" y="4229"/>
                  </a:lnTo>
                  <a:lnTo>
                    <a:pt x="1158684" y="6637"/>
                  </a:lnTo>
                  <a:lnTo>
                    <a:pt x="1161810" y="9763"/>
                  </a:lnTo>
                  <a:lnTo>
                    <a:pt x="1164936" y="12889"/>
                  </a:lnTo>
                  <a:lnTo>
                    <a:pt x="1171575" y="33337"/>
                  </a:lnTo>
                  <a:lnTo>
                    <a:pt x="1171575" y="185737"/>
                  </a:lnTo>
                  <a:lnTo>
                    <a:pt x="1146910" y="218228"/>
                  </a:lnTo>
                  <a:lnTo>
                    <a:pt x="1138237" y="219074"/>
                  </a:lnTo>
                  <a:lnTo>
                    <a:pt x="33338" y="219074"/>
                  </a:lnTo>
                  <a:lnTo>
                    <a:pt x="9764" y="209310"/>
                  </a:lnTo>
                  <a:lnTo>
                    <a:pt x="6637" y="206183"/>
                  </a:lnTo>
                  <a:lnTo>
                    <a:pt x="4228" y="202578"/>
                  </a:lnTo>
                  <a:lnTo>
                    <a:pt x="2537" y="198494"/>
                  </a:lnTo>
                  <a:lnTo>
                    <a:pt x="845" y="194410"/>
                  </a:lnTo>
                  <a:lnTo>
                    <a:pt x="0" y="190157"/>
                  </a:lnTo>
                  <a:lnTo>
                    <a:pt x="0" y="185737"/>
                  </a:lnTo>
                </a:path>
              </a:pathLst>
            </a:custGeom>
            <a:ln w="9524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106713" y="2722294"/>
            <a:ext cx="4045585" cy="143446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  <a:tabLst>
                <a:tab pos="1679575" algn="l"/>
              </a:tabLst>
            </a:pPr>
            <a:r>
              <a:rPr sz="1050" b="1" spc="170" dirty="0">
                <a:solidFill>
                  <a:srgbClr val="7C3AEC"/>
                </a:solidFill>
                <a:latin typeface="Times New Roman"/>
                <a:cs typeface="Times New Roman"/>
              </a:rPr>
              <a:t>«interface»</a:t>
            </a:r>
            <a:r>
              <a:rPr sz="1050" b="1" spc="39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b="1" spc="95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1000" b="1" spc="95" dirty="0">
                <a:solidFill>
                  <a:srgbClr val="7C3AEC"/>
                </a:solidFill>
                <a:latin typeface="Times New Roman"/>
                <a:cs typeface="Times New Roman"/>
              </a:rPr>
              <a:t>&lt;</a:t>
            </a:r>
            <a:r>
              <a:rPr sz="1050" b="1" spc="95" dirty="0">
                <a:solidFill>
                  <a:srgbClr val="7C3AEC"/>
                </a:solidFill>
                <a:latin typeface="Times New Roman"/>
                <a:cs typeface="Times New Roman"/>
              </a:rPr>
              <a:t>E&gt;</a:t>
            </a:r>
            <a:r>
              <a:rPr sz="1050" b="1" dirty="0">
                <a:solidFill>
                  <a:srgbClr val="7C3AEC"/>
                </a:solidFill>
                <a:latin typeface="Times New Roman"/>
                <a:cs typeface="Times New Roman"/>
              </a:rPr>
              <a:t>	</a:t>
            </a:r>
            <a:r>
              <a:rPr sz="950" i="1" dirty="0">
                <a:solidFill>
                  <a:srgbClr val="64738B"/>
                </a:solidFill>
                <a:latin typeface="Times New Roman"/>
                <a:cs typeface="Times New Roman"/>
              </a:rPr>
              <a:t>←</a:t>
            </a:r>
            <a:r>
              <a:rPr sz="950" i="1" spc="395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64738B"/>
                </a:solidFill>
                <a:latin typeface="Times New Roman"/>
                <a:cs typeface="Times New Roman"/>
              </a:rPr>
              <a:t>Programmer</a:t>
            </a:r>
            <a:r>
              <a:rPr sz="1100" i="1" spc="360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64738B"/>
                </a:solidFill>
                <a:latin typeface="Times New Roman"/>
                <a:cs typeface="Times New Roman"/>
              </a:rPr>
              <a:t>vers</a:t>
            </a:r>
            <a:r>
              <a:rPr sz="1100" i="1" spc="360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64738B"/>
                </a:solidFill>
                <a:latin typeface="Times New Roman"/>
                <a:cs typeface="Times New Roman"/>
              </a:rPr>
              <a:t>l'interface</a:t>
            </a:r>
            <a:r>
              <a:rPr sz="1100" i="1" spc="360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64738B"/>
                </a:solidFill>
                <a:latin typeface="Times New Roman"/>
                <a:cs typeface="Times New Roman"/>
              </a:rPr>
              <a:t>!</a:t>
            </a:r>
            <a:endParaRPr sz="1100">
              <a:latin typeface="Times New Roman"/>
              <a:cs typeface="Times New Roman"/>
            </a:endParaRPr>
          </a:p>
          <a:p>
            <a:pPr marL="1465580">
              <a:lnSpc>
                <a:spcPct val="100000"/>
              </a:lnSpc>
              <a:spcBef>
                <a:spcPts val="305"/>
              </a:spcBef>
            </a:pPr>
            <a:r>
              <a:rPr sz="1050" spc="8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1050">
              <a:latin typeface="Arial"/>
              <a:cs typeface="Arial"/>
            </a:endParaRPr>
          </a:p>
          <a:p>
            <a:pPr marL="825500">
              <a:lnSpc>
                <a:spcPct val="100000"/>
              </a:lnSpc>
              <a:spcBef>
                <a:spcPts val="315"/>
              </a:spcBef>
            </a:pPr>
            <a:r>
              <a:rPr sz="1050" spc="-10" dirty="0">
                <a:solidFill>
                  <a:srgbClr val="334054"/>
                </a:solidFill>
                <a:latin typeface="Arial"/>
                <a:cs typeface="Arial"/>
              </a:rPr>
              <a:t>┌───────┴───────┐</a:t>
            </a:r>
            <a:endParaRPr sz="1050">
              <a:latin typeface="Arial"/>
              <a:cs typeface="Arial"/>
            </a:endParaRPr>
          </a:p>
          <a:p>
            <a:pPr marL="825500">
              <a:lnSpc>
                <a:spcPct val="100000"/>
              </a:lnSpc>
              <a:spcBef>
                <a:spcPts val="315"/>
              </a:spcBef>
              <a:tabLst>
                <a:tab pos="2157730" algn="l"/>
              </a:tabLst>
            </a:pPr>
            <a:r>
              <a:rPr sz="1050" spc="-50" dirty="0">
                <a:solidFill>
                  <a:srgbClr val="334054"/>
                </a:solidFill>
                <a:latin typeface="Arial"/>
                <a:cs typeface="Arial"/>
              </a:rPr>
              <a:t>▼</a:t>
            </a:r>
            <a:r>
              <a:rPr sz="1050" dirty="0">
                <a:solidFill>
                  <a:srgbClr val="334054"/>
                </a:solidFill>
                <a:latin typeface="Arial"/>
                <a:cs typeface="Arial"/>
              </a:rPr>
              <a:t>	</a:t>
            </a:r>
            <a:r>
              <a:rPr sz="1050" spc="-50" dirty="0">
                <a:solidFill>
                  <a:srgbClr val="334054"/>
                </a:solidFill>
                <a:latin typeface="Arial"/>
                <a:cs typeface="Arial"/>
              </a:rPr>
              <a:t>▼</a:t>
            </a:r>
            <a:endParaRPr sz="1050">
              <a:latin typeface="Arial"/>
              <a:cs typeface="Arial"/>
            </a:endParaRPr>
          </a:p>
          <a:p>
            <a:pPr marL="332740">
              <a:lnSpc>
                <a:spcPct val="100000"/>
              </a:lnSpc>
              <a:spcBef>
                <a:spcPts val="315"/>
              </a:spcBef>
              <a:tabLst>
                <a:tab pos="1506220" algn="l"/>
              </a:tabLst>
            </a:pPr>
            <a:r>
              <a:rPr sz="1050" b="1" spc="85" dirty="0">
                <a:solidFill>
                  <a:srgbClr val="2562EB"/>
                </a:solidFill>
                <a:latin typeface="Times New Roman"/>
                <a:cs typeface="Times New Roman"/>
              </a:rPr>
              <a:t>ArrayList</a:t>
            </a:r>
            <a:r>
              <a:rPr sz="1000" b="1" spc="85" dirty="0">
                <a:solidFill>
                  <a:srgbClr val="2562EB"/>
                </a:solidFill>
                <a:latin typeface="Times New Roman"/>
                <a:cs typeface="Times New Roman"/>
              </a:rPr>
              <a:t>&lt;</a:t>
            </a:r>
            <a:r>
              <a:rPr sz="1050" b="1" spc="85" dirty="0">
                <a:solidFill>
                  <a:srgbClr val="2562EB"/>
                </a:solidFill>
                <a:latin typeface="Times New Roman"/>
                <a:cs typeface="Times New Roman"/>
              </a:rPr>
              <a:t>E&gt;</a:t>
            </a:r>
            <a:r>
              <a:rPr sz="1050" b="1" dirty="0">
                <a:solidFill>
                  <a:srgbClr val="2562EB"/>
                </a:solidFill>
                <a:latin typeface="Times New Roman"/>
                <a:cs typeface="Times New Roman"/>
              </a:rPr>
              <a:t>	</a:t>
            </a:r>
            <a:r>
              <a:rPr sz="1050" b="1" spc="90" dirty="0">
                <a:solidFill>
                  <a:srgbClr val="2562EB"/>
                </a:solidFill>
                <a:latin typeface="Times New Roman"/>
                <a:cs typeface="Times New Roman"/>
              </a:rPr>
              <a:t>LinkedList</a:t>
            </a:r>
            <a:r>
              <a:rPr sz="1000" b="1" spc="90" dirty="0">
                <a:solidFill>
                  <a:srgbClr val="2562EB"/>
                </a:solidFill>
                <a:latin typeface="Times New Roman"/>
                <a:cs typeface="Times New Roman"/>
              </a:rPr>
              <a:t>&lt;</a:t>
            </a:r>
            <a:r>
              <a:rPr sz="1050" b="1" spc="90" dirty="0">
                <a:solidFill>
                  <a:srgbClr val="2562EB"/>
                </a:solidFill>
                <a:latin typeface="Times New Roman"/>
                <a:cs typeface="Times New Roman"/>
              </a:rPr>
              <a:t>E&gt;</a:t>
            </a:r>
            <a:endParaRPr sz="105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  <a:spcBef>
                <a:spcPts val="315"/>
              </a:spcBef>
              <a:tabLst>
                <a:tab pos="1777364" algn="l"/>
              </a:tabLst>
            </a:pPr>
            <a:r>
              <a:rPr sz="1050" spc="-10" dirty="0">
                <a:solidFill>
                  <a:srgbClr val="334054"/>
                </a:solidFill>
                <a:latin typeface="Arial"/>
                <a:cs typeface="Arial"/>
              </a:rPr>
              <a:t>┌──────────────┐</a:t>
            </a:r>
            <a:r>
              <a:rPr sz="1050" dirty="0">
                <a:solidFill>
                  <a:srgbClr val="334054"/>
                </a:solidFill>
                <a:latin typeface="Arial"/>
                <a:cs typeface="Arial"/>
              </a:rPr>
              <a:t>	</a:t>
            </a:r>
            <a:r>
              <a:rPr sz="1050" spc="-10" dirty="0">
                <a:solidFill>
                  <a:srgbClr val="334054"/>
                </a:solidFill>
                <a:latin typeface="Arial"/>
                <a:cs typeface="Arial"/>
              </a:rPr>
              <a:t>┌──────────────┐</a:t>
            </a:r>
            <a:endParaRPr sz="1050">
              <a:latin typeface="Arial"/>
              <a:cs typeface="Arial"/>
            </a:endParaRPr>
          </a:p>
          <a:p>
            <a:pPr marL="105410">
              <a:lnSpc>
                <a:spcPct val="100000"/>
              </a:lnSpc>
              <a:spcBef>
                <a:spcPts val="215"/>
              </a:spcBef>
              <a:tabLst>
                <a:tab pos="1160145" algn="l"/>
                <a:tab pos="1574800" algn="l"/>
                <a:tab pos="2762885" algn="l"/>
              </a:tabLst>
            </a:pPr>
            <a:r>
              <a:rPr sz="1050" spc="8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r>
              <a:rPr sz="1050" spc="3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50" spc="95" dirty="0">
                <a:solidFill>
                  <a:srgbClr val="334054"/>
                </a:solidFill>
                <a:latin typeface="Times New Roman"/>
                <a:cs typeface="Times New Roman"/>
              </a:rPr>
              <a:t>[A][B][C]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50" spc="340" dirty="0">
                <a:solidFill>
                  <a:srgbClr val="334054"/>
                </a:solidFill>
                <a:latin typeface="Times New Roman"/>
                <a:cs typeface="Times New Roman"/>
              </a:rPr>
              <a:t>. </a:t>
            </a:r>
            <a:r>
              <a:rPr sz="1050" spc="3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r>
              <a:rPr sz="1050" dirty="0">
                <a:solidFill>
                  <a:srgbClr val="334054"/>
                </a:solidFill>
                <a:latin typeface="Arial"/>
                <a:cs typeface="Arial"/>
              </a:rPr>
              <a:t>	</a:t>
            </a:r>
            <a:r>
              <a:rPr sz="1050" spc="8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r>
              <a:rPr sz="1050" spc="3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50" spc="35" dirty="0">
                <a:solidFill>
                  <a:srgbClr val="334054"/>
                </a:solidFill>
                <a:latin typeface="Times New Roman"/>
                <a:cs typeface="Times New Roman"/>
              </a:rPr>
              <a:t>[A]</a:t>
            </a:r>
            <a:r>
              <a:rPr sz="1050" spc="35" dirty="0">
                <a:solidFill>
                  <a:srgbClr val="334054"/>
                </a:solidFill>
                <a:latin typeface="Arial Unicode MS"/>
                <a:cs typeface="Arial Unicode MS"/>
              </a:rPr>
              <a:t>⇄</a:t>
            </a:r>
            <a:r>
              <a:rPr sz="1150" spc="35" dirty="0">
                <a:solidFill>
                  <a:srgbClr val="334054"/>
                </a:solidFill>
                <a:latin typeface="Times New Roman"/>
                <a:cs typeface="Times New Roman"/>
              </a:rPr>
              <a:t>[B]</a:t>
            </a:r>
            <a:r>
              <a:rPr sz="1050" spc="35" dirty="0">
                <a:solidFill>
                  <a:srgbClr val="334054"/>
                </a:solidFill>
                <a:latin typeface="Arial Unicode MS"/>
                <a:cs typeface="Arial Unicode MS"/>
              </a:rPr>
              <a:t>⇄</a:t>
            </a:r>
            <a:r>
              <a:rPr sz="1150" spc="35" dirty="0">
                <a:solidFill>
                  <a:srgbClr val="334054"/>
                </a:solidFill>
                <a:latin typeface="Times New Roman"/>
                <a:cs typeface="Times New Roman"/>
              </a:rPr>
              <a:t>[C]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050" spc="3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00057" y="4143083"/>
            <a:ext cx="1545590" cy="61404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50" spc="-10" dirty="0">
                <a:solidFill>
                  <a:srgbClr val="334054"/>
                </a:solidFill>
                <a:latin typeface="Arial"/>
                <a:cs typeface="Arial"/>
              </a:rPr>
              <a:t>└──────────────┘</a:t>
            </a:r>
            <a:endParaRPr sz="105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215"/>
              </a:spcBef>
            </a:pPr>
            <a:r>
              <a:rPr sz="1150" spc="114" dirty="0">
                <a:solidFill>
                  <a:srgbClr val="334054"/>
                </a:solidFill>
                <a:latin typeface="Times New Roman"/>
                <a:cs typeface="Times New Roman"/>
              </a:rPr>
              <a:t>(Tableau</a:t>
            </a:r>
            <a:r>
              <a:rPr sz="11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110" dirty="0">
                <a:solidFill>
                  <a:srgbClr val="334054"/>
                </a:solidFill>
                <a:latin typeface="Times New Roman"/>
                <a:cs typeface="Times New Roman"/>
              </a:rPr>
              <a:t>qui</a:t>
            </a:r>
            <a:endParaRPr sz="1150">
              <a:latin typeface="Times New Roman"/>
              <a:cs typeface="Times New Roman"/>
            </a:endParaRPr>
          </a:p>
          <a:p>
            <a:pPr marL="172085">
              <a:lnSpc>
                <a:spcPct val="100000"/>
              </a:lnSpc>
              <a:spcBef>
                <a:spcPts val="195"/>
              </a:spcBef>
            </a:pPr>
            <a:r>
              <a:rPr sz="1150" spc="145" dirty="0">
                <a:solidFill>
                  <a:srgbClr val="334054"/>
                </a:solidFill>
                <a:latin typeface="Times New Roman"/>
                <a:cs typeface="Times New Roman"/>
              </a:rPr>
              <a:t>se</a:t>
            </a:r>
            <a:r>
              <a:rPr sz="11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105" dirty="0">
                <a:solidFill>
                  <a:srgbClr val="334054"/>
                </a:solidFill>
                <a:latin typeface="Times New Roman"/>
                <a:cs typeface="Times New Roman"/>
              </a:rPr>
              <a:t>redimensionne)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00250" y="4143083"/>
            <a:ext cx="1609090" cy="614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1120">
              <a:lnSpc>
                <a:spcPct val="115599"/>
              </a:lnSpc>
              <a:spcBef>
                <a:spcPts val="105"/>
              </a:spcBef>
            </a:pPr>
            <a:r>
              <a:rPr sz="1050" spc="-10" dirty="0">
                <a:solidFill>
                  <a:srgbClr val="334054"/>
                </a:solidFill>
                <a:latin typeface="Arial"/>
                <a:cs typeface="Arial"/>
              </a:rPr>
              <a:t>└──────────────┘ </a:t>
            </a:r>
            <a:r>
              <a:rPr sz="1150" spc="105" dirty="0">
                <a:solidFill>
                  <a:srgbClr val="334054"/>
                </a:solidFill>
                <a:latin typeface="Times New Roman"/>
                <a:cs typeface="Times New Roman"/>
              </a:rPr>
              <a:t>(Chaîne</a:t>
            </a:r>
            <a:r>
              <a:rPr sz="1150" spc="3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334054"/>
                </a:solidFill>
                <a:latin typeface="Times New Roman"/>
                <a:cs typeface="Times New Roman"/>
              </a:rPr>
              <a:t>de</a:t>
            </a:r>
            <a:r>
              <a:rPr sz="1150" spc="500" dirty="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sz="1150" spc="135" dirty="0">
                <a:solidFill>
                  <a:srgbClr val="334054"/>
                </a:solidFill>
                <a:latin typeface="Times New Roman"/>
                <a:cs typeface="Times New Roman"/>
              </a:rPr>
              <a:t>maillons)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8" name="object 38"/>
            <p:cNvSpPr/>
            <p:nvPr/>
          </p:nvSpPr>
          <p:spPr>
            <a:xfrm>
              <a:off x="3409949" y="6800849"/>
              <a:ext cx="8782050" cy="57150"/>
            </a:xfrm>
            <a:custGeom>
              <a:avLst/>
              <a:gdLst/>
              <a:ahLst/>
              <a:cxnLst/>
              <a:rect l="l" t="t" r="r" b="b"/>
              <a:pathLst>
                <a:path w="8782050" h="57150">
                  <a:moveTo>
                    <a:pt x="0" y="57149"/>
                  </a:moveTo>
                  <a:lnTo>
                    <a:pt x="8782049" y="57149"/>
                  </a:lnTo>
                  <a:lnTo>
                    <a:pt x="87820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6800849"/>
              <a:ext cx="3409950" cy="57150"/>
            </a:xfrm>
            <a:custGeom>
              <a:avLst/>
              <a:gdLst/>
              <a:ahLst/>
              <a:cxnLst/>
              <a:rect l="l" t="t" r="r" b="b"/>
              <a:pathLst>
                <a:path w="3409950" h="57150">
                  <a:moveTo>
                    <a:pt x="34099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3409949" y="0"/>
                  </a:lnTo>
                  <a:lnTo>
                    <a:pt x="34099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1600258" y="6551215"/>
            <a:ext cx="366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16/57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ArrayList</a:t>
            </a:r>
            <a:r>
              <a:rPr spc="-155" dirty="0"/>
              <a:t> </a:t>
            </a:r>
            <a:r>
              <a:rPr spc="-150" dirty="0"/>
              <a:t>vs </a:t>
            </a:r>
            <a:r>
              <a:rPr spc="-170" dirty="0"/>
              <a:t>LinkedList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848" y="1042416"/>
            <a:ext cx="11576685" cy="3517900"/>
            <a:chOff x="307848" y="1042416"/>
            <a:chExt cx="11576685" cy="3517900"/>
          </a:xfrm>
        </p:grpSpPr>
        <p:sp>
          <p:nvSpPr>
            <p:cNvPr id="4" name="object 4"/>
            <p:cNvSpPr/>
            <p:nvPr/>
          </p:nvSpPr>
          <p:spPr>
            <a:xfrm>
              <a:off x="335280" y="1051560"/>
              <a:ext cx="11521440" cy="3459479"/>
            </a:xfrm>
            <a:custGeom>
              <a:avLst/>
              <a:gdLst/>
              <a:ahLst/>
              <a:cxnLst/>
              <a:rect l="l" t="t" r="r" b="b"/>
              <a:pathLst>
                <a:path w="11521440" h="3459479">
                  <a:moveTo>
                    <a:pt x="11521440" y="3459480"/>
                  </a:moveTo>
                  <a:lnTo>
                    <a:pt x="0" y="3459480"/>
                  </a:lnTo>
                  <a:lnTo>
                    <a:pt x="0" y="0"/>
                  </a:lnTo>
                  <a:lnTo>
                    <a:pt x="11521440" y="0"/>
                  </a:lnTo>
                  <a:lnTo>
                    <a:pt x="11521440" y="24764"/>
                  </a:lnTo>
                  <a:lnTo>
                    <a:pt x="160019" y="24764"/>
                  </a:lnTo>
                  <a:lnTo>
                    <a:pt x="148760" y="25308"/>
                  </a:lnTo>
                  <a:lnTo>
                    <a:pt x="106084" y="38276"/>
                  </a:lnTo>
                  <a:lnTo>
                    <a:pt x="71620" y="66588"/>
                  </a:lnTo>
                  <a:lnTo>
                    <a:pt x="50613" y="105934"/>
                  </a:lnTo>
                  <a:lnTo>
                    <a:pt x="45719" y="139064"/>
                  </a:lnTo>
                  <a:lnTo>
                    <a:pt x="45719" y="3282314"/>
                  </a:lnTo>
                  <a:lnTo>
                    <a:pt x="54420" y="3326054"/>
                  </a:lnTo>
                  <a:lnTo>
                    <a:pt x="79197" y="3363136"/>
                  </a:lnTo>
                  <a:lnTo>
                    <a:pt x="116279" y="3387913"/>
                  </a:lnTo>
                  <a:lnTo>
                    <a:pt x="160019" y="3396614"/>
                  </a:lnTo>
                  <a:lnTo>
                    <a:pt x="11521440" y="3396614"/>
                  </a:lnTo>
                  <a:lnTo>
                    <a:pt x="11521440" y="3459480"/>
                  </a:lnTo>
                  <a:close/>
                </a:path>
                <a:path w="11521440" h="3459479">
                  <a:moveTo>
                    <a:pt x="11521440" y="3396614"/>
                  </a:moveTo>
                  <a:lnTo>
                    <a:pt x="11361419" y="3396614"/>
                  </a:lnTo>
                  <a:lnTo>
                    <a:pt x="11372678" y="3396070"/>
                  </a:lnTo>
                  <a:lnTo>
                    <a:pt x="11383721" y="3394439"/>
                  </a:lnTo>
                  <a:lnTo>
                    <a:pt x="11424932" y="3377369"/>
                  </a:lnTo>
                  <a:lnTo>
                    <a:pt x="11456473" y="3345828"/>
                  </a:lnTo>
                  <a:lnTo>
                    <a:pt x="11473543" y="3304617"/>
                  </a:lnTo>
                  <a:lnTo>
                    <a:pt x="11475719" y="3282314"/>
                  </a:lnTo>
                  <a:lnTo>
                    <a:pt x="11475719" y="139064"/>
                  </a:lnTo>
                  <a:lnTo>
                    <a:pt x="11467018" y="95323"/>
                  </a:lnTo>
                  <a:lnTo>
                    <a:pt x="11442241" y="58242"/>
                  </a:lnTo>
                  <a:lnTo>
                    <a:pt x="11405159" y="33465"/>
                  </a:lnTo>
                  <a:lnTo>
                    <a:pt x="11361419" y="24764"/>
                  </a:lnTo>
                  <a:lnTo>
                    <a:pt x="11521440" y="24764"/>
                  </a:lnTo>
                  <a:lnTo>
                    <a:pt x="11521440" y="339661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7848" y="1042416"/>
              <a:ext cx="11576685" cy="3517900"/>
            </a:xfrm>
            <a:custGeom>
              <a:avLst/>
              <a:gdLst/>
              <a:ahLst/>
              <a:cxnLst/>
              <a:rect l="l" t="t" r="r" b="b"/>
              <a:pathLst>
                <a:path w="11576685" h="3517900">
                  <a:moveTo>
                    <a:pt x="11576304" y="3517392"/>
                  </a:moveTo>
                  <a:lnTo>
                    <a:pt x="0" y="3517392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33908"/>
                  </a:lnTo>
                  <a:lnTo>
                    <a:pt x="187451" y="33908"/>
                  </a:lnTo>
                  <a:lnTo>
                    <a:pt x="176192" y="34452"/>
                  </a:lnTo>
                  <a:lnTo>
                    <a:pt x="133516" y="47420"/>
                  </a:lnTo>
                  <a:lnTo>
                    <a:pt x="99052" y="75732"/>
                  </a:lnTo>
                  <a:lnTo>
                    <a:pt x="78045" y="115078"/>
                  </a:lnTo>
                  <a:lnTo>
                    <a:pt x="73151" y="148208"/>
                  </a:lnTo>
                  <a:lnTo>
                    <a:pt x="73151" y="3291458"/>
                  </a:lnTo>
                  <a:lnTo>
                    <a:pt x="81852" y="3335198"/>
                  </a:lnTo>
                  <a:lnTo>
                    <a:pt x="106629" y="3372280"/>
                  </a:lnTo>
                  <a:lnTo>
                    <a:pt x="143711" y="3397057"/>
                  </a:lnTo>
                  <a:lnTo>
                    <a:pt x="187451" y="3405758"/>
                  </a:lnTo>
                  <a:lnTo>
                    <a:pt x="11576304" y="3405758"/>
                  </a:lnTo>
                  <a:lnTo>
                    <a:pt x="11576304" y="3517392"/>
                  </a:lnTo>
                  <a:close/>
                </a:path>
                <a:path w="11576685" h="3517900">
                  <a:moveTo>
                    <a:pt x="11576304" y="3405758"/>
                  </a:moveTo>
                  <a:lnTo>
                    <a:pt x="11388851" y="3405758"/>
                  </a:lnTo>
                  <a:lnTo>
                    <a:pt x="11400110" y="3405214"/>
                  </a:lnTo>
                  <a:lnTo>
                    <a:pt x="11411153" y="3403583"/>
                  </a:lnTo>
                  <a:lnTo>
                    <a:pt x="11452364" y="3386513"/>
                  </a:lnTo>
                  <a:lnTo>
                    <a:pt x="11483905" y="3354972"/>
                  </a:lnTo>
                  <a:lnTo>
                    <a:pt x="11500975" y="3313761"/>
                  </a:lnTo>
                  <a:lnTo>
                    <a:pt x="11503151" y="3291458"/>
                  </a:lnTo>
                  <a:lnTo>
                    <a:pt x="11503151" y="148208"/>
                  </a:lnTo>
                  <a:lnTo>
                    <a:pt x="11494450" y="104467"/>
                  </a:lnTo>
                  <a:lnTo>
                    <a:pt x="11469673" y="67386"/>
                  </a:lnTo>
                  <a:lnTo>
                    <a:pt x="11432591" y="42609"/>
                  </a:lnTo>
                  <a:lnTo>
                    <a:pt x="11388851" y="33908"/>
                  </a:lnTo>
                  <a:lnTo>
                    <a:pt x="11576304" y="33908"/>
                  </a:lnTo>
                  <a:lnTo>
                    <a:pt x="11576304" y="340575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1081087"/>
              <a:ext cx="11420475" cy="3362325"/>
            </a:xfrm>
            <a:custGeom>
              <a:avLst/>
              <a:gdLst/>
              <a:ahLst/>
              <a:cxnLst/>
              <a:rect l="l" t="t" r="r" b="b"/>
              <a:pathLst>
                <a:path w="11420475" h="3362325">
                  <a:moveTo>
                    <a:pt x="0" y="32527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1310936" y="0"/>
                  </a:lnTo>
                  <a:lnTo>
                    <a:pt x="11318127" y="0"/>
                  </a:lnTo>
                  <a:lnTo>
                    <a:pt x="11325250" y="701"/>
                  </a:lnTo>
                  <a:lnTo>
                    <a:pt x="11365811" y="14464"/>
                  </a:lnTo>
                  <a:lnTo>
                    <a:pt x="11398016" y="42701"/>
                  </a:lnTo>
                  <a:lnTo>
                    <a:pt x="11416964" y="81113"/>
                  </a:lnTo>
                  <a:lnTo>
                    <a:pt x="11418368" y="88167"/>
                  </a:lnTo>
                  <a:lnTo>
                    <a:pt x="11419771" y="95221"/>
                  </a:lnTo>
                  <a:lnTo>
                    <a:pt x="11420472" y="102345"/>
                  </a:lnTo>
                  <a:lnTo>
                    <a:pt x="11420474" y="109537"/>
                  </a:lnTo>
                  <a:lnTo>
                    <a:pt x="11420474" y="3252787"/>
                  </a:lnTo>
                  <a:lnTo>
                    <a:pt x="11420472" y="3259979"/>
                  </a:lnTo>
                  <a:lnTo>
                    <a:pt x="11419771" y="3267102"/>
                  </a:lnTo>
                  <a:lnTo>
                    <a:pt x="11418368" y="3274156"/>
                  </a:lnTo>
                  <a:lnTo>
                    <a:pt x="11416964" y="3281210"/>
                  </a:lnTo>
                  <a:lnTo>
                    <a:pt x="11414887" y="3288060"/>
                  </a:lnTo>
                  <a:lnTo>
                    <a:pt x="11412135" y="3294704"/>
                  </a:lnTo>
                  <a:lnTo>
                    <a:pt x="11409382" y="3301349"/>
                  </a:lnTo>
                  <a:lnTo>
                    <a:pt x="11383305" y="3335326"/>
                  </a:lnTo>
                  <a:lnTo>
                    <a:pt x="11352853" y="3353985"/>
                  </a:lnTo>
                  <a:lnTo>
                    <a:pt x="11346208" y="3356738"/>
                  </a:lnTo>
                  <a:lnTo>
                    <a:pt x="11310936" y="3362324"/>
                  </a:lnTo>
                  <a:lnTo>
                    <a:pt x="109537" y="3362324"/>
                  </a:lnTo>
                  <a:lnTo>
                    <a:pt x="67619" y="3353985"/>
                  </a:lnTo>
                  <a:lnTo>
                    <a:pt x="60974" y="3351233"/>
                  </a:lnTo>
                  <a:lnTo>
                    <a:pt x="26997" y="3325155"/>
                  </a:lnTo>
                  <a:lnTo>
                    <a:pt x="18460" y="3313642"/>
                  </a:lnTo>
                  <a:lnTo>
                    <a:pt x="14464" y="3307662"/>
                  </a:lnTo>
                  <a:lnTo>
                    <a:pt x="11090" y="3301349"/>
                  </a:lnTo>
                  <a:lnTo>
                    <a:pt x="8338" y="3294704"/>
                  </a:lnTo>
                  <a:lnTo>
                    <a:pt x="5585" y="3288060"/>
                  </a:lnTo>
                  <a:lnTo>
                    <a:pt x="3507" y="3281210"/>
                  </a:lnTo>
                  <a:lnTo>
                    <a:pt x="2104" y="3274156"/>
                  </a:lnTo>
                  <a:lnTo>
                    <a:pt x="701" y="3267102"/>
                  </a:lnTo>
                  <a:lnTo>
                    <a:pt x="0" y="3259979"/>
                  </a:lnTo>
                  <a:lnTo>
                    <a:pt x="0" y="3252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0512" y="1085849"/>
              <a:ext cx="11410950" cy="504825"/>
            </a:xfrm>
            <a:custGeom>
              <a:avLst/>
              <a:gdLst/>
              <a:ahLst/>
              <a:cxnLst/>
              <a:rect l="l" t="t" r="r" b="b"/>
              <a:pathLst>
                <a:path w="11410950" h="504825">
                  <a:moveTo>
                    <a:pt x="11410950" y="104775"/>
                  </a:moveTo>
                  <a:lnTo>
                    <a:pt x="11402974" y="64681"/>
                  </a:lnTo>
                  <a:lnTo>
                    <a:pt x="11380267" y="30695"/>
                  </a:lnTo>
                  <a:lnTo>
                    <a:pt x="11346269" y="7975"/>
                  </a:lnTo>
                  <a:lnTo>
                    <a:pt x="11306175" y="0"/>
                  </a:lnTo>
                  <a:lnTo>
                    <a:pt x="6848475" y="0"/>
                  </a:lnTo>
                  <a:lnTo>
                    <a:pt x="2286000" y="0"/>
                  </a:lnTo>
                  <a:lnTo>
                    <a:pt x="104775" y="0"/>
                  </a:lnTo>
                  <a:lnTo>
                    <a:pt x="94462" y="508"/>
                  </a:lnTo>
                  <a:lnTo>
                    <a:pt x="55346" y="12395"/>
                  </a:lnTo>
                  <a:lnTo>
                    <a:pt x="23749" y="38341"/>
                  </a:lnTo>
                  <a:lnTo>
                    <a:pt x="4495" y="74409"/>
                  </a:lnTo>
                  <a:lnTo>
                    <a:pt x="0" y="104775"/>
                  </a:lnTo>
                  <a:lnTo>
                    <a:pt x="0" y="504825"/>
                  </a:lnTo>
                  <a:lnTo>
                    <a:pt x="2286000" y="504825"/>
                  </a:lnTo>
                  <a:lnTo>
                    <a:pt x="6848475" y="504825"/>
                  </a:lnTo>
                  <a:lnTo>
                    <a:pt x="11410950" y="504825"/>
                  </a:lnTo>
                  <a:lnTo>
                    <a:pt x="11410950" y="104775"/>
                  </a:lnTo>
                  <a:close/>
                </a:path>
              </a:pathLst>
            </a:custGeom>
            <a:solidFill>
              <a:srgbClr val="1D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0512" y="2162174"/>
              <a:ext cx="11410950" cy="1714500"/>
            </a:xfrm>
            <a:custGeom>
              <a:avLst/>
              <a:gdLst/>
              <a:ahLst/>
              <a:cxnLst/>
              <a:rect l="l" t="t" r="r" b="b"/>
              <a:pathLst>
                <a:path w="11410950" h="1714500">
                  <a:moveTo>
                    <a:pt x="11410950" y="1143000"/>
                  </a:moveTo>
                  <a:lnTo>
                    <a:pt x="6848475" y="1143000"/>
                  </a:lnTo>
                  <a:lnTo>
                    <a:pt x="2286000" y="1143000"/>
                  </a:lnTo>
                  <a:lnTo>
                    <a:pt x="0" y="1143000"/>
                  </a:lnTo>
                  <a:lnTo>
                    <a:pt x="0" y="1714500"/>
                  </a:lnTo>
                  <a:lnTo>
                    <a:pt x="2286000" y="1714500"/>
                  </a:lnTo>
                  <a:lnTo>
                    <a:pt x="6848475" y="1714500"/>
                  </a:lnTo>
                  <a:lnTo>
                    <a:pt x="11410950" y="1714500"/>
                  </a:lnTo>
                  <a:lnTo>
                    <a:pt x="11410950" y="1143000"/>
                  </a:lnTo>
                  <a:close/>
                </a:path>
                <a:path w="11410950" h="1714500">
                  <a:moveTo>
                    <a:pt x="11410950" y="0"/>
                  </a:moveTo>
                  <a:lnTo>
                    <a:pt x="6848475" y="0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571500"/>
                  </a:lnTo>
                  <a:lnTo>
                    <a:pt x="2286000" y="571500"/>
                  </a:lnTo>
                  <a:lnTo>
                    <a:pt x="6848475" y="571500"/>
                  </a:lnTo>
                  <a:lnTo>
                    <a:pt x="11410950" y="571500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0512" y="2152649"/>
              <a:ext cx="11410950" cy="1724025"/>
            </a:xfrm>
            <a:custGeom>
              <a:avLst/>
              <a:gdLst/>
              <a:ahLst/>
              <a:cxnLst/>
              <a:rect l="l" t="t" r="r" b="b"/>
              <a:pathLst>
                <a:path w="11410950" h="1724025">
                  <a:moveTo>
                    <a:pt x="11410950" y="1714500"/>
                  </a:moveTo>
                  <a:lnTo>
                    <a:pt x="6848475" y="1714500"/>
                  </a:lnTo>
                  <a:lnTo>
                    <a:pt x="2286000" y="1714500"/>
                  </a:lnTo>
                  <a:lnTo>
                    <a:pt x="0" y="1714500"/>
                  </a:lnTo>
                  <a:lnTo>
                    <a:pt x="0" y="1724025"/>
                  </a:lnTo>
                  <a:lnTo>
                    <a:pt x="2286000" y="1724025"/>
                  </a:lnTo>
                  <a:lnTo>
                    <a:pt x="6848475" y="1724025"/>
                  </a:lnTo>
                  <a:lnTo>
                    <a:pt x="11410950" y="1724025"/>
                  </a:lnTo>
                  <a:lnTo>
                    <a:pt x="11410950" y="1714500"/>
                  </a:lnTo>
                  <a:close/>
                </a:path>
                <a:path w="11410950" h="1724025">
                  <a:moveTo>
                    <a:pt x="11410950" y="1143000"/>
                  </a:moveTo>
                  <a:lnTo>
                    <a:pt x="6848475" y="1143000"/>
                  </a:lnTo>
                  <a:lnTo>
                    <a:pt x="2286000" y="1143000"/>
                  </a:lnTo>
                  <a:lnTo>
                    <a:pt x="0" y="1143000"/>
                  </a:lnTo>
                  <a:lnTo>
                    <a:pt x="0" y="1152525"/>
                  </a:lnTo>
                  <a:lnTo>
                    <a:pt x="2286000" y="1152525"/>
                  </a:lnTo>
                  <a:lnTo>
                    <a:pt x="6848475" y="1152525"/>
                  </a:lnTo>
                  <a:lnTo>
                    <a:pt x="11410950" y="1152525"/>
                  </a:lnTo>
                  <a:lnTo>
                    <a:pt x="11410950" y="1143000"/>
                  </a:lnTo>
                  <a:close/>
                </a:path>
                <a:path w="11410950" h="1724025">
                  <a:moveTo>
                    <a:pt x="11410950" y="571500"/>
                  </a:moveTo>
                  <a:lnTo>
                    <a:pt x="6848475" y="571500"/>
                  </a:lnTo>
                  <a:lnTo>
                    <a:pt x="2286000" y="571500"/>
                  </a:lnTo>
                  <a:lnTo>
                    <a:pt x="0" y="571500"/>
                  </a:lnTo>
                  <a:lnTo>
                    <a:pt x="0" y="581025"/>
                  </a:lnTo>
                  <a:lnTo>
                    <a:pt x="2286000" y="581025"/>
                  </a:lnTo>
                  <a:lnTo>
                    <a:pt x="6848475" y="581025"/>
                  </a:lnTo>
                  <a:lnTo>
                    <a:pt x="11410950" y="581025"/>
                  </a:lnTo>
                  <a:lnTo>
                    <a:pt x="11410950" y="571500"/>
                  </a:lnTo>
                  <a:close/>
                </a:path>
                <a:path w="11410950" h="1724025">
                  <a:moveTo>
                    <a:pt x="11410950" y="0"/>
                  </a:moveTo>
                  <a:lnTo>
                    <a:pt x="6848475" y="0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2286000" y="9525"/>
                  </a:lnTo>
                  <a:lnTo>
                    <a:pt x="6848475" y="9525"/>
                  </a:lnTo>
                  <a:lnTo>
                    <a:pt x="11410950" y="9525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6424" y="1218359"/>
            <a:ext cx="848994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05" dirty="0">
                <a:solidFill>
                  <a:srgbClr val="FFFFFF"/>
                </a:solidFill>
                <a:latin typeface="Arial"/>
                <a:cs typeface="Arial"/>
              </a:rPr>
              <a:t>OPÉRATION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01255" y="1263649"/>
            <a:ext cx="4773930" cy="755650"/>
            <a:chOff x="2901255" y="1263649"/>
            <a:chExt cx="4773930" cy="75565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1255" y="1269999"/>
              <a:ext cx="171450" cy="1524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8691" y="1263649"/>
              <a:ext cx="206375" cy="1619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09887" y="1728787"/>
              <a:ext cx="1666875" cy="285750"/>
            </a:xfrm>
            <a:custGeom>
              <a:avLst/>
              <a:gdLst/>
              <a:ahLst/>
              <a:cxnLst/>
              <a:rect l="l" t="t" r="r" b="b"/>
              <a:pathLst>
                <a:path w="1666875" h="285750">
                  <a:moveTo>
                    <a:pt x="1523999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6" y="257628"/>
                  </a:lnTo>
                  <a:lnTo>
                    <a:pt x="28120" y="227992"/>
                  </a:lnTo>
                  <a:lnTo>
                    <a:pt x="8347" y="191000"/>
                  </a:lnTo>
                  <a:lnTo>
                    <a:pt x="171" y="149894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523999" y="0"/>
                  </a:lnTo>
                  <a:lnTo>
                    <a:pt x="1565474" y="6150"/>
                  </a:lnTo>
                  <a:lnTo>
                    <a:pt x="1603376" y="24078"/>
                  </a:lnTo>
                  <a:lnTo>
                    <a:pt x="1634444" y="52234"/>
                  </a:lnTo>
                  <a:lnTo>
                    <a:pt x="1655998" y="88198"/>
                  </a:lnTo>
                  <a:lnTo>
                    <a:pt x="1666188" y="128870"/>
                  </a:lnTo>
                  <a:lnTo>
                    <a:pt x="1666874" y="142874"/>
                  </a:lnTo>
                  <a:lnTo>
                    <a:pt x="1666703" y="149894"/>
                  </a:lnTo>
                  <a:lnTo>
                    <a:pt x="1658525" y="191000"/>
                  </a:lnTo>
                  <a:lnTo>
                    <a:pt x="1638753" y="227992"/>
                  </a:lnTo>
                  <a:lnTo>
                    <a:pt x="1609117" y="257628"/>
                  </a:lnTo>
                  <a:lnTo>
                    <a:pt x="1572124" y="277401"/>
                  </a:lnTo>
                  <a:lnTo>
                    <a:pt x="1531018" y="285578"/>
                  </a:lnTo>
                  <a:lnTo>
                    <a:pt x="1523999" y="2857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09887" y="1728787"/>
              <a:ext cx="1666875" cy="285750"/>
            </a:xfrm>
            <a:custGeom>
              <a:avLst/>
              <a:gdLst/>
              <a:ahLst/>
              <a:cxnLst/>
              <a:rect l="l" t="t" r="r" b="b"/>
              <a:pathLst>
                <a:path w="1666875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523999" y="0"/>
                  </a:lnTo>
                  <a:lnTo>
                    <a:pt x="1565474" y="6150"/>
                  </a:lnTo>
                  <a:lnTo>
                    <a:pt x="1603376" y="24078"/>
                  </a:lnTo>
                  <a:lnTo>
                    <a:pt x="1634444" y="52234"/>
                  </a:lnTo>
                  <a:lnTo>
                    <a:pt x="1655998" y="88198"/>
                  </a:lnTo>
                  <a:lnTo>
                    <a:pt x="1666188" y="128870"/>
                  </a:lnTo>
                  <a:lnTo>
                    <a:pt x="1666874" y="142874"/>
                  </a:lnTo>
                  <a:lnTo>
                    <a:pt x="1666703" y="149894"/>
                  </a:lnTo>
                  <a:lnTo>
                    <a:pt x="1658525" y="191000"/>
                  </a:lnTo>
                  <a:lnTo>
                    <a:pt x="1638753" y="227992"/>
                  </a:lnTo>
                  <a:lnTo>
                    <a:pt x="1609117" y="257628"/>
                  </a:lnTo>
                  <a:lnTo>
                    <a:pt x="1572124" y="277401"/>
                  </a:lnTo>
                  <a:lnTo>
                    <a:pt x="1531018" y="285578"/>
                  </a:lnTo>
                  <a:lnTo>
                    <a:pt x="1523999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6030" y="1806574"/>
              <a:ext cx="133350" cy="13652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161952" y="1218359"/>
            <a:ext cx="81788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05" dirty="0">
                <a:solidFill>
                  <a:srgbClr val="FFFFFF"/>
                </a:solidFill>
                <a:latin typeface="Arial"/>
                <a:cs typeface="Arial"/>
              </a:rPr>
              <a:t>ARRAYLIST</a:t>
            </a:r>
            <a:endParaRPr sz="1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69076" y="1218359"/>
            <a:ext cx="85598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85" dirty="0">
                <a:solidFill>
                  <a:srgbClr val="FFFFFF"/>
                </a:solidFill>
                <a:latin typeface="Arial"/>
                <a:cs typeface="Arial"/>
              </a:rPr>
              <a:t>LINKEDLIST</a:t>
            </a:r>
            <a:endParaRPr sz="1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6424" y="1775523"/>
            <a:ext cx="505459" cy="200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200" dirty="0">
                <a:solidFill>
                  <a:srgbClr val="334054"/>
                </a:solidFill>
                <a:latin typeface="Times New Roman"/>
                <a:cs typeface="Times New Roman"/>
              </a:rPr>
              <a:t>get(i)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83830" y="1751759"/>
            <a:ext cx="130619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25" b="1" spc="97" baseline="2415" dirty="0">
                <a:solidFill>
                  <a:srgbClr val="15803C"/>
                </a:solidFill>
                <a:latin typeface="Times New Roman"/>
                <a:cs typeface="Times New Roman"/>
              </a:rPr>
              <a:t>O(1)</a:t>
            </a:r>
            <a:r>
              <a:rPr sz="1725" b="1" spc="270" baseline="2415" dirty="0">
                <a:solidFill>
                  <a:srgbClr val="15803C"/>
                </a:solidFill>
                <a:latin typeface="Times New Roman"/>
                <a:cs typeface="Times New Roman"/>
              </a:rPr>
              <a:t> </a:t>
            </a:r>
            <a:r>
              <a:rPr sz="1200" b="1" spc="85" dirty="0">
                <a:solidFill>
                  <a:srgbClr val="15803C"/>
                </a:solidFill>
                <a:latin typeface="Arial"/>
                <a:cs typeface="Arial"/>
              </a:rPr>
              <a:t>-</a:t>
            </a:r>
            <a:r>
              <a:rPr sz="1200" b="1" spc="-6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50" b="1" spc="-114" dirty="0">
                <a:solidFill>
                  <a:srgbClr val="15803C"/>
                </a:solidFill>
                <a:latin typeface="Arial"/>
                <a:cs typeface="Arial"/>
              </a:rPr>
              <a:t>Accès</a:t>
            </a:r>
            <a:r>
              <a:rPr sz="1250" b="1" spc="-7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50" b="1" spc="-70" dirty="0">
                <a:solidFill>
                  <a:srgbClr val="15803C"/>
                </a:solidFill>
                <a:latin typeface="Arial"/>
                <a:cs typeface="Arial"/>
              </a:rPr>
              <a:t>direct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467599" y="1724024"/>
            <a:ext cx="1752600" cy="295275"/>
            <a:chOff x="7467599" y="1724024"/>
            <a:chExt cx="1752600" cy="295275"/>
          </a:xfrm>
        </p:grpSpPr>
        <p:sp>
          <p:nvSpPr>
            <p:cNvPr id="22" name="object 22"/>
            <p:cNvSpPr/>
            <p:nvPr/>
          </p:nvSpPr>
          <p:spPr>
            <a:xfrm>
              <a:off x="7472361" y="1728787"/>
              <a:ext cx="1743075" cy="285750"/>
            </a:xfrm>
            <a:custGeom>
              <a:avLst/>
              <a:gdLst/>
              <a:ahLst/>
              <a:cxnLst/>
              <a:rect l="l" t="t" r="r" b="b"/>
              <a:pathLst>
                <a:path w="1743075" h="285750">
                  <a:moveTo>
                    <a:pt x="1600199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7" y="257628"/>
                  </a:lnTo>
                  <a:lnTo>
                    <a:pt x="28120" y="227992"/>
                  </a:lnTo>
                  <a:lnTo>
                    <a:pt x="8347" y="191000"/>
                  </a:lnTo>
                  <a:lnTo>
                    <a:pt x="171" y="149894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600199" y="0"/>
                  </a:lnTo>
                  <a:lnTo>
                    <a:pt x="1641673" y="6150"/>
                  </a:lnTo>
                  <a:lnTo>
                    <a:pt x="1679575" y="24078"/>
                  </a:lnTo>
                  <a:lnTo>
                    <a:pt x="1710643" y="52234"/>
                  </a:lnTo>
                  <a:lnTo>
                    <a:pt x="1732197" y="88198"/>
                  </a:lnTo>
                  <a:lnTo>
                    <a:pt x="1742387" y="128870"/>
                  </a:lnTo>
                  <a:lnTo>
                    <a:pt x="1743074" y="142874"/>
                  </a:lnTo>
                  <a:lnTo>
                    <a:pt x="1742902" y="149894"/>
                  </a:lnTo>
                  <a:lnTo>
                    <a:pt x="1734725" y="191000"/>
                  </a:lnTo>
                  <a:lnTo>
                    <a:pt x="1714952" y="227992"/>
                  </a:lnTo>
                  <a:lnTo>
                    <a:pt x="1685316" y="257628"/>
                  </a:lnTo>
                  <a:lnTo>
                    <a:pt x="1648323" y="277401"/>
                  </a:lnTo>
                  <a:lnTo>
                    <a:pt x="1607218" y="285578"/>
                  </a:lnTo>
                  <a:lnTo>
                    <a:pt x="1600199" y="28574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72361" y="1728787"/>
              <a:ext cx="1743075" cy="285750"/>
            </a:xfrm>
            <a:custGeom>
              <a:avLst/>
              <a:gdLst/>
              <a:ahLst/>
              <a:cxnLst/>
              <a:rect l="l" t="t" r="r" b="b"/>
              <a:pathLst>
                <a:path w="1743075" h="285750">
                  <a:moveTo>
                    <a:pt x="0" y="142874"/>
                  </a:moveTo>
                  <a:lnTo>
                    <a:pt x="6149" y="101399"/>
                  </a:lnTo>
                  <a:lnTo>
                    <a:pt x="24077" y="63497"/>
                  </a:lnTo>
                  <a:lnTo>
                    <a:pt x="52235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600199" y="0"/>
                  </a:lnTo>
                  <a:lnTo>
                    <a:pt x="1641673" y="6150"/>
                  </a:lnTo>
                  <a:lnTo>
                    <a:pt x="1679575" y="24078"/>
                  </a:lnTo>
                  <a:lnTo>
                    <a:pt x="1710643" y="52234"/>
                  </a:lnTo>
                  <a:lnTo>
                    <a:pt x="1732197" y="88198"/>
                  </a:lnTo>
                  <a:lnTo>
                    <a:pt x="1742387" y="128870"/>
                  </a:lnTo>
                  <a:lnTo>
                    <a:pt x="1743074" y="142874"/>
                  </a:lnTo>
                  <a:lnTo>
                    <a:pt x="1742902" y="149894"/>
                  </a:lnTo>
                  <a:lnTo>
                    <a:pt x="1734725" y="191000"/>
                  </a:lnTo>
                  <a:lnTo>
                    <a:pt x="1714952" y="227992"/>
                  </a:lnTo>
                  <a:lnTo>
                    <a:pt x="1685316" y="257628"/>
                  </a:lnTo>
                  <a:lnTo>
                    <a:pt x="1648323" y="277401"/>
                  </a:lnTo>
                  <a:lnTo>
                    <a:pt x="1607218" y="285578"/>
                  </a:lnTo>
                  <a:lnTo>
                    <a:pt x="1600199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70290" y="1806574"/>
              <a:ext cx="133350" cy="1365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748091" y="1751759"/>
            <a:ext cx="138493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25" b="1" spc="75" baseline="2415" dirty="0">
                <a:solidFill>
                  <a:srgbClr val="B91B1B"/>
                </a:solidFill>
                <a:latin typeface="Times New Roman"/>
                <a:cs typeface="Times New Roman"/>
              </a:rPr>
              <a:t>O(n)</a:t>
            </a:r>
            <a:r>
              <a:rPr sz="1725" b="1" spc="262" baseline="2415" dirty="0">
                <a:solidFill>
                  <a:srgbClr val="B91B1B"/>
                </a:solidFill>
                <a:latin typeface="Times New Roman"/>
                <a:cs typeface="Times New Roman"/>
              </a:rPr>
              <a:t> </a:t>
            </a:r>
            <a:r>
              <a:rPr sz="1200" b="1" spc="85" dirty="0">
                <a:solidFill>
                  <a:srgbClr val="B91B1B"/>
                </a:solidFill>
                <a:latin typeface="Arial"/>
                <a:cs typeface="Arial"/>
              </a:rPr>
              <a:t>-</a:t>
            </a:r>
            <a:r>
              <a:rPr sz="1200" b="1" spc="-60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250" b="1" spc="-105" dirty="0">
                <a:solidFill>
                  <a:srgbClr val="B91B1B"/>
                </a:solidFill>
                <a:latin typeface="Arial"/>
                <a:cs typeface="Arial"/>
              </a:rPr>
              <a:t>Doit</a:t>
            </a:r>
            <a:r>
              <a:rPr sz="1250" b="1" spc="-75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250" b="1" spc="-90" dirty="0">
                <a:solidFill>
                  <a:srgbClr val="B91B1B"/>
                </a:solidFill>
                <a:latin typeface="Arial"/>
                <a:cs typeface="Arial"/>
              </a:rPr>
              <a:t>parcourir</a:t>
            </a:r>
            <a:endParaRPr sz="12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6424" y="2316162"/>
            <a:ext cx="84328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135" dirty="0">
                <a:solidFill>
                  <a:srgbClr val="334054"/>
                </a:solidFill>
                <a:latin typeface="Times New Roman"/>
                <a:cs typeface="Times New Roman"/>
              </a:rPr>
              <a:t>add(e)</a:t>
            </a:r>
            <a:r>
              <a:rPr sz="1150" spc="6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(fin)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905124" y="2295524"/>
            <a:ext cx="1695450" cy="295275"/>
            <a:chOff x="2905124" y="2295524"/>
            <a:chExt cx="1695450" cy="295275"/>
          </a:xfrm>
        </p:grpSpPr>
        <p:sp>
          <p:nvSpPr>
            <p:cNvPr id="28" name="object 28"/>
            <p:cNvSpPr/>
            <p:nvPr/>
          </p:nvSpPr>
          <p:spPr>
            <a:xfrm>
              <a:off x="2909887" y="2300287"/>
              <a:ext cx="1685925" cy="285750"/>
            </a:xfrm>
            <a:custGeom>
              <a:avLst/>
              <a:gdLst/>
              <a:ahLst/>
              <a:cxnLst/>
              <a:rect l="l" t="t" r="r" b="b"/>
              <a:pathLst>
                <a:path w="1685925" h="285750">
                  <a:moveTo>
                    <a:pt x="1543049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6" y="257628"/>
                  </a:lnTo>
                  <a:lnTo>
                    <a:pt x="28120" y="227992"/>
                  </a:lnTo>
                  <a:lnTo>
                    <a:pt x="8347" y="191000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543049" y="0"/>
                  </a:lnTo>
                  <a:lnTo>
                    <a:pt x="1584524" y="6150"/>
                  </a:lnTo>
                  <a:lnTo>
                    <a:pt x="1622426" y="24078"/>
                  </a:lnTo>
                  <a:lnTo>
                    <a:pt x="1653494" y="52234"/>
                  </a:lnTo>
                  <a:lnTo>
                    <a:pt x="1675048" y="88199"/>
                  </a:lnTo>
                  <a:lnTo>
                    <a:pt x="1685238" y="128870"/>
                  </a:lnTo>
                  <a:lnTo>
                    <a:pt x="1685924" y="142874"/>
                  </a:lnTo>
                  <a:lnTo>
                    <a:pt x="1685753" y="149893"/>
                  </a:lnTo>
                  <a:lnTo>
                    <a:pt x="1677576" y="190999"/>
                  </a:lnTo>
                  <a:lnTo>
                    <a:pt x="1657803" y="227992"/>
                  </a:lnTo>
                  <a:lnTo>
                    <a:pt x="1628167" y="257628"/>
                  </a:lnTo>
                  <a:lnTo>
                    <a:pt x="1591174" y="277401"/>
                  </a:lnTo>
                  <a:lnTo>
                    <a:pt x="1550068" y="285578"/>
                  </a:lnTo>
                  <a:lnTo>
                    <a:pt x="1543049" y="2857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09887" y="2300287"/>
              <a:ext cx="1685925" cy="285750"/>
            </a:xfrm>
            <a:custGeom>
              <a:avLst/>
              <a:gdLst/>
              <a:ahLst/>
              <a:cxnLst/>
              <a:rect l="l" t="t" r="r" b="b"/>
              <a:pathLst>
                <a:path w="1685925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543049" y="0"/>
                  </a:lnTo>
                  <a:lnTo>
                    <a:pt x="1584524" y="6150"/>
                  </a:lnTo>
                  <a:lnTo>
                    <a:pt x="1622426" y="24078"/>
                  </a:lnTo>
                  <a:lnTo>
                    <a:pt x="1653494" y="52234"/>
                  </a:lnTo>
                  <a:lnTo>
                    <a:pt x="1675048" y="88199"/>
                  </a:lnTo>
                  <a:lnTo>
                    <a:pt x="1685238" y="128870"/>
                  </a:lnTo>
                  <a:lnTo>
                    <a:pt x="1685924" y="142874"/>
                  </a:lnTo>
                  <a:lnTo>
                    <a:pt x="1685753" y="149893"/>
                  </a:lnTo>
                  <a:lnTo>
                    <a:pt x="1677576" y="190999"/>
                  </a:lnTo>
                  <a:lnTo>
                    <a:pt x="1657803" y="227992"/>
                  </a:lnTo>
                  <a:lnTo>
                    <a:pt x="1628167" y="257628"/>
                  </a:lnTo>
                  <a:lnTo>
                    <a:pt x="1591174" y="277401"/>
                  </a:lnTo>
                  <a:lnTo>
                    <a:pt x="1550068" y="285578"/>
                  </a:lnTo>
                  <a:lnTo>
                    <a:pt x="1543049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6030" y="2378074"/>
              <a:ext cx="133350" cy="13652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183830" y="2323259"/>
            <a:ext cx="132905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25" b="1" spc="97" baseline="2415" dirty="0">
                <a:solidFill>
                  <a:srgbClr val="15803C"/>
                </a:solidFill>
                <a:latin typeface="Times New Roman"/>
                <a:cs typeface="Times New Roman"/>
              </a:rPr>
              <a:t>O(1)</a:t>
            </a:r>
            <a:r>
              <a:rPr sz="1725" b="1" spc="262" baseline="2415" dirty="0">
                <a:solidFill>
                  <a:srgbClr val="15803C"/>
                </a:solidFill>
                <a:latin typeface="Times New Roman"/>
                <a:cs typeface="Times New Roman"/>
              </a:rPr>
              <a:t> </a:t>
            </a:r>
            <a:r>
              <a:rPr sz="1200" b="1" spc="95" dirty="0">
                <a:solidFill>
                  <a:srgbClr val="15803C"/>
                </a:solidFill>
                <a:latin typeface="Arial"/>
                <a:cs typeface="Arial"/>
              </a:rPr>
              <a:t>*</a:t>
            </a:r>
            <a:r>
              <a:rPr sz="1200" b="1" spc="-6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00" b="1" spc="85" dirty="0">
                <a:solidFill>
                  <a:srgbClr val="15803C"/>
                </a:solidFill>
                <a:latin typeface="Arial"/>
                <a:cs typeface="Arial"/>
              </a:rPr>
              <a:t>-</a:t>
            </a:r>
            <a:r>
              <a:rPr sz="1200" b="1" spc="-6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50" b="1" spc="-114" dirty="0">
                <a:solidFill>
                  <a:srgbClr val="15803C"/>
                </a:solidFill>
                <a:latin typeface="Arial"/>
                <a:cs typeface="Arial"/>
              </a:rPr>
              <a:t>Très</a:t>
            </a:r>
            <a:r>
              <a:rPr sz="1250" b="1" spc="-7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50" b="1" spc="-80" dirty="0">
                <a:solidFill>
                  <a:srgbClr val="15803C"/>
                </a:solidFill>
                <a:latin typeface="Arial"/>
                <a:cs typeface="Arial"/>
              </a:rPr>
              <a:t>rapide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467599" y="2295524"/>
            <a:ext cx="1314450" cy="295275"/>
            <a:chOff x="7467599" y="2295524"/>
            <a:chExt cx="1314450" cy="295275"/>
          </a:xfrm>
        </p:grpSpPr>
        <p:sp>
          <p:nvSpPr>
            <p:cNvPr id="33" name="object 33"/>
            <p:cNvSpPr/>
            <p:nvPr/>
          </p:nvSpPr>
          <p:spPr>
            <a:xfrm>
              <a:off x="7472361" y="2300287"/>
              <a:ext cx="1304925" cy="285750"/>
            </a:xfrm>
            <a:custGeom>
              <a:avLst/>
              <a:gdLst/>
              <a:ahLst/>
              <a:cxnLst/>
              <a:rect l="l" t="t" r="r" b="b"/>
              <a:pathLst>
                <a:path w="1304925" h="285750">
                  <a:moveTo>
                    <a:pt x="1162049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7" y="257628"/>
                  </a:lnTo>
                  <a:lnTo>
                    <a:pt x="28120" y="227992"/>
                  </a:lnTo>
                  <a:lnTo>
                    <a:pt x="8347" y="191000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162049" y="0"/>
                  </a:lnTo>
                  <a:lnTo>
                    <a:pt x="1203523" y="6150"/>
                  </a:lnTo>
                  <a:lnTo>
                    <a:pt x="1241425" y="24078"/>
                  </a:lnTo>
                  <a:lnTo>
                    <a:pt x="1272493" y="52234"/>
                  </a:lnTo>
                  <a:lnTo>
                    <a:pt x="1294048" y="88199"/>
                  </a:lnTo>
                  <a:lnTo>
                    <a:pt x="1304238" y="128870"/>
                  </a:lnTo>
                  <a:lnTo>
                    <a:pt x="1304924" y="142874"/>
                  </a:lnTo>
                  <a:lnTo>
                    <a:pt x="1304752" y="149893"/>
                  </a:lnTo>
                  <a:lnTo>
                    <a:pt x="1296575" y="190999"/>
                  </a:lnTo>
                  <a:lnTo>
                    <a:pt x="1276802" y="227992"/>
                  </a:lnTo>
                  <a:lnTo>
                    <a:pt x="1247166" y="257628"/>
                  </a:lnTo>
                  <a:lnTo>
                    <a:pt x="1210174" y="277401"/>
                  </a:lnTo>
                  <a:lnTo>
                    <a:pt x="1169068" y="285578"/>
                  </a:lnTo>
                  <a:lnTo>
                    <a:pt x="1162049" y="2857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72361" y="2300287"/>
              <a:ext cx="1304925" cy="285750"/>
            </a:xfrm>
            <a:custGeom>
              <a:avLst/>
              <a:gdLst/>
              <a:ahLst/>
              <a:cxnLst/>
              <a:rect l="l" t="t" r="r" b="b"/>
              <a:pathLst>
                <a:path w="1304925" h="285750">
                  <a:moveTo>
                    <a:pt x="0" y="142874"/>
                  </a:moveTo>
                  <a:lnTo>
                    <a:pt x="6149" y="101399"/>
                  </a:lnTo>
                  <a:lnTo>
                    <a:pt x="24077" y="63497"/>
                  </a:lnTo>
                  <a:lnTo>
                    <a:pt x="52235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162049" y="0"/>
                  </a:lnTo>
                  <a:lnTo>
                    <a:pt x="1203523" y="6150"/>
                  </a:lnTo>
                  <a:lnTo>
                    <a:pt x="1241425" y="24078"/>
                  </a:lnTo>
                  <a:lnTo>
                    <a:pt x="1272493" y="52234"/>
                  </a:lnTo>
                  <a:lnTo>
                    <a:pt x="1294048" y="88199"/>
                  </a:lnTo>
                  <a:lnTo>
                    <a:pt x="1304238" y="128870"/>
                  </a:lnTo>
                  <a:lnTo>
                    <a:pt x="1304924" y="142874"/>
                  </a:lnTo>
                  <a:lnTo>
                    <a:pt x="1304752" y="149893"/>
                  </a:lnTo>
                  <a:lnTo>
                    <a:pt x="1296575" y="190999"/>
                  </a:lnTo>
                  <a:lnTo>
                    <a:pt x="1276802" y="227992"/>
                  </a:lnTo>
                  <a:lnTo>
                    <a:pt x="1247166" y="257628"/>
                  </a:lnTo>
                  <a:lnTo>
                    <a:pt x="1210174" y="277401"/>
                  </a:lnTo>
                  <a:lnTo>
                    <a:pt x="1169068" y="285578"/>
                  </a:lnTo>
                  <a:lnTo>
                    <a:pt x="1162049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0290" y="2378074"/>
              <a:ext cx="133350" cy="136525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748091" y="2323259"/>
            <a:ext cx="94170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25" b="1" spc="97" baseline="2415" dirty="0">
                <a:solidFill>
                  <a:srgbClr val="15803C"/>
                </a:solidFill>
                <a:latin typeface="Times New Roman"/>
                <a:cs typeface="Times New Roman"/>
              </a:rPr>
              <a:t>O(1)</a:t>
            </a:r>
            <a:r>
              <a:rPr sz="1725" b="1" spc="254" baseline="2415" dirty="0">
                <a:solidFill>
                  <a:srgbClr val="15803C"/>
                </a:solidFill>
                <a:latin typeface="Times New Roman"/>
                <a:cs typeface="Times New Roman"/>
              </a:rPr>
              <a:t> </a:t>
            </a:r>
            <a:r>
              <a:rPr sz="1200" b="1" spc="85" dirty="0">
                <a:solidFill>
                  <a:srgbClr val="15803C"/>
                </a:solidFill>
                <a:latin typeface="Arial"/>
                <a:cs typeface="Arial"/>
              </a:rPr>
              <a:t>-</a:t>
            </a:r>
            <a:r>
              <a:rPr sz="1200" b="1" spc="-6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50" b="1" spc="-110" dirty="0">
                <a:solidFill>
                  <a:srgbClr val="15803C"/>
                </a:solidFill>
                <a:latin typeface="Arial"/>
                <a:cs typeface="Arial"/>
              </a:rPr>
              <a:t>Rapide</a:t>
            </a:r>
            <a:endParaRPr sz="12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6424" y="2887662"/>
            <a:ext cx="132334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185" dirty="0">
                <a:solidFill>
                  <a:srgbClr val="334054"/>
                </a:solidFill>
                <a:latin typeface="Times New Roman"/>
                <a:cs typeface="Times New Roman"/>
              </a:rPr>
              <a:t>add(i,</a:t>
            </a:r>
            <a:r>
              <a:rPr sz="11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180" dirty="0">
                <a:solidFill>
                  <a:srgbClr val="334054"/>
                </a:solidFill>
                <a:latin typeface="Times New Roman"/>
                <a:cs typeface="Times New Roman"/>
              </a:rPr>
              <a:t>e)</a:t>
            </a:r>
            <a:r>
              <a:rPr sz="1150" spc="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(milieu)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905124" y="2867024"/>
            <a:ext cx="2105025" cy="295275"/>
            <a:chOff x="2905124" y="2867024"/>
            <a:chExt cx="2105025" cy="295275"/>
          </a:xfrm>
        </p:grpSpPr>
        <p:sp>
          <p:nvSpPr>
            <p:cNvPr id="39" name="object 39"/>
            <p:cNvSpPr/>
            <p:nvPr/>
          </p:nvSpPr>
          <p:spPr>
            <a:xfrm>
              <a:off x="2909887" y="2871787"/>
              <a:ext cx="2095500" cy="285750"/>
            </a:xfrm>
            <a:custGeom>
              <a:avLst/>
              <a:gdLst/>
              <a:ahLst/>
              <a:cxnLst/>
              <a:rect l="l" t="t" r="r" b="b"/>
              <a:pathLst>
                <a:path w="2095500" h="285750">
                  <a:moveTo>
                    <a:pt x="1952624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6" y="257628"/>
                  </a:lnTo>
                  <a:lnTo>
                    <a:pt x="28120" y="227992"/>
                  </a:lnTo>
                  <a:lnTo>
                    <a:pt x="8347" y="191000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952624" y="0"/>
                  </a:lnTo>
                  <a:lnTo>
                    <a:pt x="1994099" y="6150"/>
                  </a:lnTo>
                  <a:lnTo>
                    <a:pt x="2032001" y="24078"/>
                  </a:lnTo>
                  <a:lnTo>
                    <a:pt x="2063069" y="52234"/>
                  </a:lnTo>
                  <a:lnTo>
                    <a:pt x="2084623" y="88198"/>
                  </a:lnTo>
                  <a:lnTo>
                    <a:pt x="2094813" y="128870"/>
                  </a:lnTo>
                  <a:lnTo>
                    <a:pt x="2095499" y="142874"/>
                  </a:lnTo>
                  <a:lnTo>
                    <a:pt x="2095327" y="149893"/>
                  </a:lnTo>
                  <a:lnTo>
                    <a:pt x="2087150" y="191000"/>
                  </a:lnTo>
                  <a:lnTo>
                    <a:pt x="2067378" y="227992"/>
                  </a:lnTo>
                  <a:lnTo>
                    <a:pt x="2037742" y="257628"/>
                  </a:lnTo>
                  <a:lnTo>
                    <a:pt x="2000749" y="277401"/>
                  </a:lnTo>
                  <a:lnTo>
                    <a:pt x="1959643" y="285578"/>
                  </a:lnTo>
                  <a:lnTo>
                    <a:pt x="1952624" y="28574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09887" y="2871787"/>
              <a:ext cx="2095500" cy="285750"/>
            </a:xfrm>
            <a:custGeom>
              <a:avLst/>
              <a:gdLst/>
              <a:ahLst/>
              <a:cxnLst/>
              <a:rect l="l" t="t" r="r" b="b"/>
              <a:pathLst>
                <a:path w="2095500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952624" y="0"/>
                  </a:lnTo>
                  <a:lnTo>
                    <a:pt x="1994099" y="6150"/>
                  </a:lnTo>
                  <a:lnTo>
                    <a:pt x="2032001" y="24078"/>
                  </a:lnTo>
                  <a:lnTo>
                    <a:pt x="2063069" y="52234"/>
                  </a:lnTo>
                  <a:lnTo>
                    <a:pt x="2084623" y="88198"/>
                  </a:lnTo>
                  <a:lnTo>
                    <a:pt x="2094813" y="128870"/>
                  </a:lnTo>
                  <a:lnTo>
                    <a:pt x="2095499" y="142874"/>
                  </a:lnTo>
                  <a:lnTo>
                    <a:pt x="2095327" y="149893"/>
                  </a:lnTo>
                  <a:lnTo>
                    <a:pt x="2087150" y="191000"/>
                  </a:lnTo>
                  <a:lnTo>
                    <a:pt x="2067378" y="227992"/>
                  </a:lnTo>
                  <a:lnTo>
                    <a:pt x="2037742" y="257628"/>
                  </a:lnTo>
                  <a:lnTo>
                    <a:pt x="2000749" y="277401"/>
                  </a:lnTo>
                  <a:lnTo>
                    <a:pt x="1959643" y="285578"/>
                  </a:lnTo>
                  <a:lnTo>
                    <a:pt x="1952624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6030" y="2949574"/>
              <a:ext cx="133350" cy="13652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3183830" y="2894759"/>
            <a:ext cx="173228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25" b="1" spc="75" baseline="2415" dirty="0">
                <a:solidFill>
                  <a:srgbClr val="B91B1B"/>
                </a:solidFill>
                <a:latin typeface="Times New Roman"/>
                <a:cs typeface="Times New Roman"/>
              </a:rPr>
              <a:t>O(n)</a:t>
            </a:r>
            <a:r>
              <a:rPr sz="1725" b="1" spc="292" baseline="2415" dirty="0">
                <a:solidFill>
                  <a:srgbClr val="B91B1B"/>
                </a:solidFill>
                <a:latin typeface="Times New Roman"/>
                <a:cs typeface="Times New Roman"/>
              </a:rPr>
              <a:t> </a:t>
            </a:r>
            <a:r>
              <a:rPr sz="1200" b="1" spc="85" dirty="0">
                <a:solidFill>
                  <a:srgbClr val="B91B1B"/>
                </a:solidFill>
                <a:latin typeface="Arial"/>
                <a:cs typeface="Arial"/>
              </a:rPr>
              <a:t>-</a:t>
            </a:r>
            <a:r>
              <a:rPr sz="1200" b="1" spc="-50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250" b="1" spc="-105" dirty="0">
                <a:solidFill>
                  <a:srgbClr val="B91B1B"/>
                </a:solidFill>
                <a:latin typeface="Arial"/>
                <a:cs typeface="Arial"/>
              </a:rPr>
              <a:t>Décalages</a:t>
            </a:r>
            <a:r>
              <a:rPr sz="1250" b="1" spc="-65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250" b="1" spc="-90" dirty="0">
                <a:solidFill>
                  <a:srgbClr val="B91B1B"/>
                </a:solidFill>
                <a:latin typeface="Arial"/>
                <a:cs typeface="Arial"/>
              </a:rPr>
              <a:t>coûteux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467599" y="2867024"/>
            <a:ext cx="2009775" cy="295275"/>
            <a:chOff x="7467599" y="2867024"/>
            <a:chExt cx="2009775" cy="295275"/>
          </a:xfrm>
        </p:grpSpPr>
        <p:sp>
          <p:nvSpPr>
            <p:cNvPr id="44" name="object 44"/>
            <p:cNvSpPr/>
            <p:nvPr/>
          </p:nvSpPr>
          <p:spPr>
            <a:xfrm>
              <a:off x="7472361" y="2871787"/>
              <a:ext cx="2000250" cy="285750"/>
            </a:xfrm>
            <a:custGeom>
              <a:avLst/>
              <a:gdLst/>
              <a:ahLst/>
              <a:cxnLst/>
              <a:rect l="l" t="t" r="r" b="b"/>
              <a:pathLst>
                <a:path w="2000250" h="285750">
                  <a:moveTo>
                    <a:pt x="1857374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7" y="257628"/>
                  </a:lnTo>
                  <a:lnTo>
                    <a:pt x="28120" y="227992"/>
                  </a:lnTo>
                  <a:lnTo>
                    <a:pt x="8347" y="191000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857374" y="0"/>
                  </a:lnTo>
                  <a:lnTo>
                    <a:pt x="1898848" y="6150"/>
                  </a:lnTo>
                  <a:lnTo>
                    <a:pt x="1936750" y="24078"/>
                  </a:lnTo>
                  <a:lnTo>
                    <a:pt x="1967818" y="52234"/>
                  </a:lnTo>
                  <a:lnTo>
                    <a:pt x="1989373" y="88198"/>
                  </a:lnTo>
                  <a:lnTo>
                    <a:pt x="1999563" y="128870"/>
                  </a:lnTo>
                  <a:lnTo>
                    <a:pt x="2000249" y="142874"/>
                  </a:lnTo>
                  <a:lnTo>
                    <a:pt x="2000077" y="149893"/>
                  </a:lnTo>
                  <a:lnTo>
                    <a:pt x="1991900" y="191000"/>
                  </a:lnTo>
                  <a:lnTo>
                    <a:pt x="1972127" y="227992"/>
                  </a:lnTo>
                  <a:lnTo>
                    <a:pt x="1942492" y="257628"/>
                  </a:lnTo>
                  <a:lnTo>
                    <a:pt x="1905499" y="277401"/>
                  </a:lnTo>
                  <a:lnTo>
                    <a:pt x="1864393" y="285578"/>
                  </a:lnTo>
                  <a:lnTo>
                    <a:pt x="1857374" y="2857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72361" y="2871787"/>
              <a:ext cx="2000250" cy="285750"/>
            </a:xfrm>
            <a:custGeom>
              <a:avLst/>
              <a:gdLst/>
              <a:ahLst/>
              <a:cxnLst/>
              <a:rect l="l" t="t" r="r" b="b"/>
              <a:pathLst>
                <a:path w="2000250" h="285750">
                  <a:moveTo>
                    <a:pt x="0" y="142874"/>
                  </a:moveTo>
                  <a:lnTo>
                    <a:pt x="6149" y="101399"/>
                  </a:lnTo>
                  <a:lnTo>
                    <a:pt x="24077" y="63497"/>
                  </a:lnTo>
                  <a:lnTo>
                    <a:pt x="52235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857374" y="0"/>
                  </a:lnTo>
                  <a:lnTo>
                    <a:pt x="1898848" y="6150"/>
                  </a:lnTo>
                  <a:lnTo>
                    <a:pt x="1936750" y="24078"/>
                  </a:lnTo>
                  <a:lnTo>
                    <a:pt x="1967818" y="52234"/>
                  </a:lnTo>
                  <a:lnTo>
                    <a:pt x="1989373" y="88198"/>
                  </a:lnTo>
                  <a:lnTo>
                    <a:pt x="1999563" y="128870"/>
                  </a:lnTo>
                  <a:lnTo>
                    <a:pt x="2000249" y="142874"/>
                  </a:lnTo>
                  <a:lnTo>
                    <a:pt x="2000077" y="149893"/>
                  </a:lnTo>
                  <a:lnTo>
                    <a:pt x="1991900" y="191000"/>
                  </a:lnTo>
                  <a:lnTo>
                    <a:pt x="1972127" y="227992"/>
                  </a:lnTo>
                  <a:lnTo>
                    <a:pt x="1942492" y="257628"/>
                  </a:lnTo>
                  <a:lnTo>
                    <a:pt x="1905499" y="277401"/>
                  </a:lnTo>
                  <a:lnTo>
                    <a:pt x="1864393" y="285578"/>
                  </a:lnTo>
                  <a:lnTo>
                    <a:pt x="1857374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0290" y="2949574"/>
              <a:ext cx="133350" cy="136525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748091" y="2894759"/>
            <a:ext cx="163893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25" b="1" spc="97" baseline="2415" dirty="0">
                <a:solidFill>
                  <a:srgbClr val="15803C"/>
                </a:solidFill>
                <a:latin typeface="Times New Roman"/>
                <a:cs typeface="Times New Roman"/>
              </a:rPr>
              <a:t>O(1)</a:t>
            </a:r>
            <a:r>
              <a:rPr sz="1725" b="1" spc="262" baseline="2415" dirty="0">
                <a:solidFill>
                  <a:srgbClr val="15803C"/>
                </a:solidFill>
                <a:latin typeface="Times New Roman"/>
                <a:cs typeface="Times New Roman"/>
              </a:rPr>
              <a:t> </a:t>
            </a:r>
            <a:r>
              <a:rPr sz="1200" b="1" spc="95" dirty="0">
                <a:solidFill>
                  <a:srgbClr val="15803C"/>
                </a:solidFill>
                <a:latin typeface="Arial"/>
                <a:cs typeface="Arial"/>
              </a:rPr>
              <a:t>**</a:t>
            </a:r>
            <a:r>
              <a:rPr sz="1200" b="1" spc="-6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00" b="1" spc="85" dirty="0">
                <a:solidFill>
                  <a:srgbClr val="15803C"/>
                </a:solidFill>
                <a:latin typeface="Arial"/>
                <a:cs typeface="Arial"/>
              </a:rPr>
              <a:t>-</a:t>
            </a:r>
            <a:r>
              <a:rPr sz="1200" b="1" spc="-5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50" b="1" spc="-100" dirty="0">
                <a:solidFill>
                  <a:srgbClr val="15803C"/>
                </a:solidFill>
                <a:latin typeface="Arial"/>
                <a:cs typeface="Arial"/>
              </a:rPr>
              <a:t>Juste</a:t>
            </a:r>
            <a:r>
              <a:rPr sz="1250" b="1" spc="-7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50" b="1" spc="-110" dirty="0">
                <a:solidFill>
                  <a:srgbClr val="15803C"/>
                </a:solidFill>
                <a:latin typeface="Arial"/>
                <a:cs typeface="Arial"/>
              </a:rPr>
              <a:t>des</a:t>
            </a:r>
            <a:r>
              <a:rPr sz="1250" b="1" spc="-75" dirty="0">
                <a:solidFill>
                  <a:srgbClr val="15803C"/>
                </a:solidFill>
                <a:latin typeface="Arial"/>
                <a:cs typeface="Arial"/>
              </a:rPr>
              <a:t> liens</a:t>
            </a:r>
            <a:endParaRPr sz="12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6424" y="3459162"/>
            <a:ext cx="65786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Mémoire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905124" y="3438524"/>
            <a:ext cx="2171700" cy="295275"/>
            <a:chOff x="2905124" y="3438524"/>
            <a:chExt cx="2171700" cy="295275"/>
          </a:xfrm>
        </p:grpSpPr>
        <p:sp>
          <p:nvSpPr>
            <p:cNvPr id="50" name="object 50"/>
            <p:cNvSpPr/>
            <p:nvPr/>
          </p:nvSpPr>
          <p:spPr>
            <a:xfrm>
              <a:off x="2909887" y="3443287"/>
              <a:ext cx="2162175" cy="285750"/>
            </a:xfrm>
            <a:custGeom>
              <a:avLst/>
              <a:gdLst/>
              <a:ahLst/>
              <a:cxnLst/>
              <a:rect l="l" t="t" r="r" b="b"/>
              <a:pathLst>
                <a:path w="2162175" h="285750">
                  <a:moveTo>
                    <a:pt x="2019299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6" y="257628"/>
                  </a:lnTo>
                  <a:lnTo>
                    <a:pt x="28120" y="227992"/>
                  </a:lnTo>
                  <a:lnTo>
                    <a:pt x="8347" y="190999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2019299" y="0"/>
                  </a:lnTo>
                  <a:lnTo>
                    <a:pt x="2060774" y="6150"/>
                  </a:lnTo>
                  <a:lnTo>
                    <a:pt x="2098676" y="24078"/>
                  </a:lnTo>
                  <a:lnTo>
                    <a:pt x="2129744" y="52234"/>
                  </a:lnTo>
                  <a:lnTo>
                    <a:pt x="2151298" y="88198"/>
                  </a:lnTo>
                  <a:lnTo>
                    <a:pt x="2161488" y="128870"/>
                  </a:lnTo>
                  <a:lnTo>
                    <a:pt x="2162174" y="142874"/>
                  </a:lnTo>
                  <a:lnTo>
                    <a:pt x="2162002" y="149893"/>
                  </a:lnTo>
                  <a:lnTo>
                    <a:pt x="2153825" y="190999"/>
                  </a:lnTo>
                  <a:lnTo>
                    <a:pt x="2134053" y="227992"/>
                  </a:lnTo>
                  <a:lnTo>
                    <a:pt x="2104417" y="257628"/>
                  </a:lnTo>
                  <a:lnTo>
                    <a:pt x="2067424" y="277401"/>
                  </a:lnTo>
                  <a:lnTo>
                    <a:pt x="2026318" y="285578"/>
                  </a:lnTo>
                  <a:lnTo>
                    <a:pt x="2019299" y="2857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909887" y="3443287"/>
              <a:ext cx="2162175" cy="285750"/>
            </a:xfrm>
            <a:custGeom>
              <a:avLst/>
              <a:gdLst/>
              <a:ahLst/>
              <a:cxnLst/>
              <a:rect l="l" t="t" r="r" b="b"/>
              <a:pathLst>
                <a:path w="2162175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2019299" y="0"/>
                  </a:lnTo>
                  <a:lnTo>
                    <a:pt x="2060774" y="6150"/>
                  </a:lnTo>
                  <a:lnTo>
                    <a:pt x="2098676" y="24078"/>
                  </a:lnTo>
                  <a:lnTo>
                    <a:pt x="2129744" y="52234"/>
                  </a:lnTo>
                  <a:lnTo>
                    <a:pt x="2151298" y="88198"/>
                  </a:lnTo>
                  <a:lnTo>
                    <a:pt x="2161488" y="128870"/>
                  </a:lnTo>
                  <a:lnTo>
                    <a:pt x="2162174" y="142874"/>
                  </a:lnTo>
                  <a:lnTo>
                    <a:pt x="2162002" y="149893"/>
                  </a:lnTo>
                  <a:lnTo>
                    <a:pt x="2153825" y="190999"/>
                  </a:lnTo>
                  <a:lnTo>
                    <a:pt x="2134053" y="227992"/>
                  </a:lnTo>
                  <a:lnTo>
                    <a:pt x="2104417" y="257628"/>
                  </a:lnTo>
                  <a:lnTo>
                    <a:pt x="2067424" y="277401"/>
                  </a:lnTo>
                  <a:lnTo>
                    <a:pt x="2026318" y="285578"/>
                  </a:lnTo>
                  <a:lnTo>
                    <a:pt x="2019299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6030" y="3521074"/>
              <a:ext cx="133350" cy="136525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3183830" y="3466259"/>
            <a:ext cx="180022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14" dirty="0">
                <a:solidFill>
                  <a:srgbClr val="15803C"/>
                </a:solidFill>
                <a:latin typeface="Arial"/>
                <a:cs typeface="Arial"/>
              </a:rPr>
              <a:t>Compacte</a:t>
            </a:r>
            <a:r>
              <a:rPr sz="1250" b="1" spc="-5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00" b="1" spc="-80" dirty="0">
                <a:solidFill>
                  <a:srgbClr val="15803C"/>
                </a:solidFill>
                <a:latin typeface="Arial"/>
                <a:cs typeface="Arial"/>
              </a:rPr>
              <a:t>(</a:t>
            </a:r>
            <a:r>
              <a:rPr sz="1250" b="1" spc="-80" dirty="0">
                <a:solidFill>
                  <a:srgbClr val="15803C"/>
                </a:solidFill>
                <a:latin typeface="Arial"/>
                <a:cs typeface="Arial"/>
              </a:rPr>
              <a:t>juste</a:t>
            </a:r>
            <a:r>
              <a:rPr sz="1250" b="1" spc="-5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50" b="1" spc="-80" dirty="0">
                <a:solidFill>
                  <a:srgbClr val="15803C"/>
                </a:solidFill>
                <a:latin typeface="Arial"/>
                <a:cs typeface="Arial"/>
              </a:rPr>
              <a:t>le</a:t>
            </a:r>
            <a:r>
              <a:rPr sz="1250" b="1" spc="-5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50" b="1" spc="-65" dirty="0">
                <a:solidFill>
                  <a:srgbClr val="15803C"/>
                </a:solidFill>
                <a:latin typeface="Arial"/>
                <a:cs typeface="Arial"/>
              </a:rPr>
              <a:t>tableau</a:t>
            </a:r>
            <a:r>
              <a:rPr sz="1200" b="1" spc="-65" dirty="0">
                <a:solidFill>
                  <a:srgbClr val="15803C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467599" y="3438524"/>
            <a:ext cx="2219325" cy="295275"/>
            <a:chOff x="7467599" y="3438524"/>
            <a:chExt cx="2219325" cy="295275"/>
          </a:xfrm>
        </p:grpSpPr>
        <p:sp>
          <p:nvSpPr>
            <p:cNvPr id="55" name="object 55"/>
            <p:cNvSpPr/>
            <p:nvPr/>
          </p:nvSpPr>
          <p:spPr>
            <a:xfrm>
              <a:off x="7472361" y="3443287"/>
              <a:ext cx="2209800" cy="285750"/>
            </a:xfrm>
            <a:custGeom>
              <a:avLst/>
              <a:gdLst/>
              <a:ahLst/>
              <a:cxnLst/>
              <a:rect l="l" t="t" r="r" b="b"/>
              <a:pathLst>
                <a:path w="2209800" h="285750">
                  <a:moveTo>
                    <a:pt x="2066924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7" y="257628"/>
                  </a:lnTo>
                  <a:lnTo>
                    <a:pt x="28120" y="227992"/>
                  </a:lnTo>
                  <a:lnTo>
                    <a:pt x="8347" y="190999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2066924" y="0"/>
                  </a:lnTo>
                  <a:lnTo>
                    <a:pt x="2108398" y="6150"/>
                  </a:lnTo>
                  <a:lnTo>
                    <a:pt x="2146300" y="24078"/>
                  </a:lnTo>
                  <a:lnTo>
                    <a:pt x="2177369" y="52234"/>
                  </a:lnTo>
                  <a:lnTo>
                    <a:pt x="2198922" y="88198"/>
                  </a:lnTo>
                  <a:lnTo>
                    <a:pt x="2209112" y="128870"/>
                  </a:lnTo>
                  <a:lnTo>
                    <a:pt x="2209799" y="142874"/>
                  </a:lnTo>
                  <a:lnTo>
                    <a:pt x="2209627" y="149893"/>
                  </a:lnTo>
                  <a:lnTo>
                    <a:pt x="2201450" y="190999"/>
                  </a:lnTo>
                  <a:lnTo>
                    <a:pt x="2181677" y="227992"/>
                  </a:lnTo>
                  <a:lnTo>
                    <a:pt x="2152041" y="257628"/>
                  </a:lnTo>
                  <a:lnTo>
                    <a:pt x="2115048" y="277401"/>
                  </a:lnTo>
                  <a:lnTo>
                    <a:pt x="2073943" y="285578"/>
                  </a:lnTo>
                  <a:lnTo>
                    <a:pt x="2066924" y="28574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472361" y="3443287"/>
              <a:ext cx="2209800" cy="285750"/>
            </a:xfrm>
            <a:custGeom>
              <a:avLst/>
              <a:gdLst/>
              <a:ahLst/>
              <a:cxnLst/>
              <a:rect l="l" t="t" r="r" b="b"/>
              <a:pathLst>
                <a:path w="2209800" h="285750">
                  <a:moveTo>
                    <a:pt x="0" y="142874"/>
                  </a:moveTo>
                  <a:lnTo>
                    <a:pt x="6149" y="101399"/>
                  </a:lnTo>
                  <a:lnTo>
                    <a:pt x="24077" y="63497"/>
                  </a:lnTo>
                  <a:lnTo>
                    <a:pt x="52235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2066924" y="0"/>
                  </a:lnTo>
                  <a:lnTo>
                    <a:pt x="2108398" y="6150"/>
                  </a:lnTo>
                  <a:lnTo>
                    <a:pt x="2146300" y="24078"/>
                  </a:lnTo>
                  <a:lnTo>
                    <a:pt x="2177369" y="52234"/>
                  </a:lnTo>
                  <a:lnTo>
                    <a:pt x="2198922" y="88198"/>
                  </a:lnTo>
                  <a:lnTo>
                    <a:pt x="2209112" y="128870"/>
                  </a:lnTo>
                  <a:lnTo>
                    <a:pt x="2209799" y="142874"/>
                  </a:lnTo>
                  <a:lnTo>
                    <a:pt x="2209627" y="149893"/>
                  </a:lnTo>
                  <a:lnTo>
                    <a:pt x="2201450" y="190999"/>
                  </a:lnTo>
                  <a:lnTo>
                    <a:pt x="2181677" y="227992"/>
                  </a:lnTo>
                  <a:lnTo>
                    <a:pt x="2152041" y="257628"/>
                  </a:lnTo>
                  <a:lnTo>
                    <a:pt x="2115048" y="277401"/>
                  </a:lnTo>
                  <a:lnTo>
                    <a:pt x="2073943" y="285578"/>
                  </a:lnTo>
                  <a:lnTo>
                    <a:pt x="2066924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70290" y="3521074"/>
              <a:ext cx="133350" cy="136525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7748091" y="3466259"/>
            <a:ext cx="1844039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25" dirty="0">
                <a:solidFill>
                  <a:srgbClr val="B91B1B"/>
                </a:solidFill>
                <a:latin typeface="Arial"/>
                <a:cs typeface="Arial"/>
              </a:rPr>
              <a:t>Lourde</a:t>
            </a:r>
            <a:r>
              <a:rPr sz="1250" b="1" spc="-60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200" b="1" spc="-90" dirty="0">
                <a:solidFill>
                  <a:srgbClr val="B91B1B"/>
                </a:solidFill>
                <a:latin typeface="Arial"/>
                <a:cs typeface="Arial"/>
              </a:rPr>
              <a:t>(</a:t>
            </a:r>
            <a:r>
              <a:rPr sz="1250" b="1" spc="-90" dirty="0">
                <a:solidFill>
                  <a:srgbClr val="B91B1B"/>
                </a:solidFill>
                <a:latin typeface="Arial"/>
                <a:cs typeface="Arial"/>
              </a:rPr>
              <a:t>objets</a:t>
            </a:r>
            <a:r>
              <a:rPr sz="1250" b="1" spc="-60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250" b="1" spc="-114" dirty="0">
                <a:solidFill>
                  <a:srgbClr val="B91B1B"/>
                </a:solidFill>
                <a:latin typeface="Arial"/>
                <a:cs typeface="Arial"/>
              </a:rPr>
              <a:t>Node</a:t>
            </a:r>
            <a:r>
              <a:rPr sz="1250" b="1" spc="-60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B91B1B"/>
                </a:solidFill>
                <a:latin typeface="Arial"/>
                <a:cs typeface="Arial"/>
              </a:rPr>
              <a:t>+</a:t>
            </a:r>
            <a:r>
              <a:rPr sz="1200" b="1" spc="-45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250" b="1" spc="-65" dirty="0">
                <a:solidFill>
                  <a:srgbClr val="B91B1B"/>
                </a:solidFill>
                <a:latin typeface="Arial"/>
                <a:cs typeface="Arial"/>
              </a:rPr>
              <a:t>liens</a:t>
            </a:r>
            <a:r>
              <a:rPr sz="1200" b="1" spc="-65" dirty="0">
                <a:solidFill>
                  <a:srgbClr val="B91B1B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06424" y="4030662"/>
            <a:ext cx="85344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65" dirty="0">
                <a:solidFill>
                  <a:srgbClr val="334054"/>
                </a:solidFill>
                <a:latin typeface="Arial"/>
                <a:cs typeface="Arial"/>
              </a:rPr>
              <a:t>Cache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334054"/>
                </a:solidFill>
                <a:latin typeface="Arial"/>
                <a:cs typeface="Arial"/>
              </a:rPr>
              <a:t>CPU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905124" y="4010024"/>
            <a:ext cx="2343150" cy="295275"/>
            <a:chOff x="2905124" y="4010024"/>
            <a:chExt cx="2343150" cy="295275"/>
          </a:xfrm>
        </p:grpSpPr>
        <p:sp>
          <p:nvSpPr>
            <p:cNvPr id="61" name="object 61"/>
            <p:cNvSpPr/>
            <p:nvPr/>
          </p:nvSpPr>
          <p:spPr>
            <a:xfrm>
              <a:off x="2909887" y="4014787"/>
              <a:ext cx="2333625" cy="285750"/>
            </a:xfrm>
            <a:custGeom>
              <a:avLst/>
              <a:gdLst/>
              <a:ahLst/>
              <a:cxnLst/>
              <a:rect l="l" t="t" r="r" b="b"/>
              <a:pathLst>
                <a:path w="2333625" h="285750">
                  <a:moveTo>
                    <a:pt x="2190749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6" y="257628"/>
                  </a:lnTo>
                  <a:lnTo>
                    <a:pt x="28120" y="227992"/>
                  </a:lnTo>
                  <a:lnTo>
                    <a:pt x="8347" y="190999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2190749" y="0"/>
                  </a:lnTo>
                  <a:lnTo>
                    <a:pt x="2232223" y="6150"/>
                  </a:lnTo>
                  <a:lnTo>
                    <a:pt x="2270125" y="24078"/>
                  </a:lnTo>
                  <a:lnTo>
                    <a:pt x="2301194" y="52234"/>
                  </a:lnTo>
                  <a:lnTo>
                    <a:pt x="2322748" y="88198"/>
                  </a:lnTo>
                  <a:lnTo>
                    <a:pt x="2332938" y="128870"/>
                  </a:lnTo>
                  <a:lnTo>
                    <a:pt x="2333624" y="142874"/>
                  </a:lnTo>
                  <a:lnTo>
                    <a:pt x="2333452" y="149893"/>
                  </a:lnTo>
                  <a:lnTo>
                    <a:pt x="2325275" y="190999"/>
                  </a:lnTo>
                  <a:lnTo>
                    <a:pt x="2305502" y="227992"/>
                  </a:lnTo>
                  <a:lnTo>
                    <a:pt x="2275867" y="257628"/>
                  </a:lnTo>
                  <a:lnTo>
                    <a:pt x="2238874" y="277400"/>
                  </a:lnTo>
                  <a:lnTo>
                    <a:pt x="2197768" y="285578"/>
                  </a:lnTo>
                  <a:lnTo>
                    <a:pt x="2190749" y="2857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909887" y="4014787"/>
              <a:ext cx="2333625" cy="285750"/>
            </a:xfrm>
            <a:custGeom>
              <a:avLst/>
              <a:gdLst/>
              <a:ahLst/>
              <a:cxnLst/>
              <a:rect l="l" t="t" r="r" b="b"/>
              <a:pathLst>
                <a:path w="2333625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2190749" y="0"/>
                  </a:lnTo>
                  <a:lnTo>
                    <a:pt x="2232223" y="6150"/>
                  </a:lnTo>
                  <a:lnTo>
                    <a:pt x="2270125" y="24078"/>
                  </a:lnTo>
                  <a:lnTo>
                    <a:pt x="2301194" y="52234"/>
                  </a:lnTo>
                  <a:lnTo>
                    <a:pt x="2322748" y="88198"/>
                  </a:lnTo>
                  <a:lnTo>
                    <a:pt x="2332938" y="128870"/>
                  </a:lnTo>
                  <a:lnTo>
                    <a:pt x="2333624" y="142874"/>
                  </a:lnTo>
                  <a:lnTo>
                    <a:pt x="2333452" y="149893"/>
                  </a:lnTo>
                  <a:lnTo>
                    <a:pt x="2325275" y="190999"/>
                  </a:lnTo>
                  <a:lnTo>
                    <a:pt x="2305502" y="227992"/>
                  </a:lnTo>
                  <a:lnTo>
                    <a:pt x="2275867" y="257628"/>
                  </a:lnTo>
                  <a:lnTo>
                    <a:pt x="2238874" y="277400"/>
                  </a:lnTo>
                  <a:lnTo>
                    <a:pt x="2197768" y="285578"/>
                  </a:lnTo>
                  <a:lnTo>
                    <a:pt x="2190749" y="285749"/>
                  </a:lnTo>
                  <a:lnTo>
                    <a:pt x="142874" y="285749"/>
                  </a:ln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6030" y="4092574"/>
              <a:ext cx="133350" cy="136525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3183830" y="4037759"/>
            <a:ext cx="1977389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05" dirty="0">
                <a:solidFill>
                  <a:srgbClr val="15803C"/>
                </a:solidFill>
                <a:latin typeface="Arial"/>
                <a:cs typeface="Arial"/>
              </a:rPr>
              <a:t>Excellent</a:t>
            </a:r>
            <a:r>
              <a:rPr sz="1250" b="1" spc="-3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00" b="1" spc="-105" dirty="0">
                <a:solidFill>
                  <a:srgbClr val="15803C"/>
                </a:solidFill>
                <a:latin typeface="Arial"/>
                <a:cs typeface="Arial"/>
              </a:rPr>
              <a:t>(</a:t>
            </a:r>
            <a:r>
              <a:rPr sz="1250" b="1" spc="-105" dirty="0">
                <a:solidFill>
                  <a:srgbClr val="15803C"/>
                </a:solidFill>
                <a:latin typeface="Arial"/>
                <a:cs typeface="Arial"/>
              </a:rPr>
              <a:t>données</a:t>
            </a:r>
            <a:r>
              <a:rPr sz="1250" b="1" spc="-3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250" b="1" spc="-85" dirty="0">
                <a:solidFill>
                  <a:srgbClr val="15803C"/>
                </a:solidFill>
                <a:latin typeface="Arial"/>
                <a:cs typeface="Arial"/>
              </a:rPr>
              <a:t>contiguës</a:t>
            </a:r>
            <a:r>
              <a:rPr sz="1200" b="1" spc="-85" dirty="0">
                <a:solidFill>
                  <a:srgbClr val="15803C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7467599" y="4010024"/>
            <a:ext cx="2314575" cy="295275"/>
            <a:chOff x="7467599" y="4010024"/>
            <a:chExt cx="2314575" cy="295275"/>
          </a:xfrm>
        </p:grpSpPr>
        <p:sp>
          <p:nvSpPr>
            <p:cNvPr id="66" name="object 66"/>
            <p:cNvSpPr/>
            <p:nvPr/>
          </p:nvSpPr>
          <p:spPr>
            <a:xfrm>
              <a:off x="7472361" y="4014787"/>
              <a:ext cx="2305050" cy="285750"/>
            </a:xfrm>
            <a:custGeom>
              <a:avLst/>
              <a:gdLst/>
              <a:ahLst/>
              <a:cxnLst/>
              <a:rect l="l" t="t" r="r" b="b"/>
              <a:pathLst>
                <a:path w="2305050" h="285750">
                  <a:moveTo>
                    <a:pt x="2162174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7" y="257628"/>
                  </a:lnTo>
                  <a:lnTo>
                    <a:pt x="28120" y="227992"/>
                  </a:lnTo>
                  <a:lnTo>
                    <a:pt x="8347" y="190999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2162174" y="0"/>
                  </a:lnTo>
                  <a:lnTo>
                    <a:pt x="2203648" y="6150"/>
                  </a:lnTo>
                  <a:lnTo>
                    <a:pt x="2241550" y="24078"/>
                  </a:lnTo>
                  <a:lnTo>
                    <a:pt x="2272618" y="52234"/>
                  </a:lnTo>
                  <a:lnTo>
                    <a:pt x="2294172" y="88198"/>
                  </a:lnTo>
                  <a:lnTo>
                    <a:pt x="2304362" y="128870"/>
                  </a:lnTo>
                  <a:lnTo>
                    <a:pt x="2305049" y="142874"/>
                  </a:lnTo>
                  <a:lnTo>
                    <a:pt x="2304877" y="149893"/>
                  </a:lnTo>
                  <a:lnTo>
                    <a:pt x="2296700" y="190999"/>
                  </a:lnTo>
                  <a:lnTo>
                    <a:pt x="2276927" y="227992"/>
                  </a:lnTo>
                  <a:lnTo>
                    <a:pt x="2247291" y="257628"/>
                  </a:lnTo>
                  <a:lnTo>
                    <a:pt x="2210299" y="277400"/>
                  </a:lnTo>
                  <a:lnTo>
                    <a:pt x="2169193" y="285578"/>
                  </a:lnTo>
                  <a:lnTo>
                    <a:pt x="2162174" y="28574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72361" y="4014787"/>
              <a:ext cx="2305050" cy="285750"/>
            </a:xfrm>
            <a:custGeom>
              <a:avLst/>
              <a:gdLst/>
              <a:ahLst/>
              <a:cxnLst/>
              <a:rect l="l" t="t" r="r" b="b"/>
              <a:pathLst>
                <a:path w="2305050" h="285750">
                  <a:moveTo>
                    <a:pt x="0" y="142874"/>
                  </a:moveTo>
                  <a:lnTo>
                    <a:pt x="6149" y="101399"/>
                  </a:lnTo>
                  <a:lnTo>
                    <a:pt x="24077" y="63497"/>
                  </a:lnTo>
                  <a:lnTo>
                    <a:pt x="52235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2162174" y="0"/>
                  </a:lnTo>
                  <a:lnTo>
                    <a:pt x="2203648" y="6150"/>
                  </a:lnTo>
                  <a:lnTo>
                    <a:pt x="2241550" y="24078"/>
                  </a:lnTo>
                  <a:lnTo>
                    <a:pt x="2272618" y="52234"/>
                  </a:lnTo>
                  <a:lnTo>
                    <a:pt x="2294172" y="88198"/>
                  </a:lnTo>
                  <a:lnTo>
                    <a:pt x="2304362" y="128870"/>
                  </a:lnTo>
                  <a:lnTo>
                    <a:pt x="2305049" y="142874"/>
                  </a:lnTo>
                  <a:lnTo>
                    <a:pt x="2304877" y="149893"/>
                  </a:lnTo>
                  <a:lnTo>
                    <a:pt x="2296700" y="190999"/>
                  </a:lnTo>
                  <a:lnTo>
                    <a:pt x="2276927" y="227992"/>
                  </a:lnTo>
                  <a:lnTo>
                    <a:pt x="2247291" y="257628"/>
                  </a:lnTo>
                  <a:lnTo>
                    <a:pt x="2210299" y="277400"/>
                  </a:lnTo>
                  <a:lnTo>
                    <a:pt x="2169193" y="285578"/>
                  </a:lnTo>
                  <a:lnTo>
                    <a:pt x="2162174" y="285749"/>
                  </a:lnTo>
                  <a:lnTo>
                    <a:pt x="142874" y="285749"/>
                  </a:ln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70290" y="4092574"/>
              <a:ext cx="133350" cy="136525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7748091" y="4037759"/>
            <a:ext cx="194691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10" dirty="0">
                <a:solidFill>
                  <a:srgbClr val="B91B1B"/>
                </a:solidFill>
                <a:latin typeface="Arial"/>
                <a:cs typeface="Arial"/>
              </a:rPr>
              <a:t>Moyen</a:t>
            </a:r>
            <a:r>
              <a:rPr sz="1250" b="1" spc="-50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200" b="1" spc="-85" dirty="0">
                <a:solidFill>
                  <a:srgbClr val="B91B1B"/>
                </a:solidFill>
                <a:latin typeface="Arial"/>
                <a:cs typeface="Arial"/>
              </a:rPr>
              <a:t>(</a:t>
            </a:r>
            <a:r>
              <a:rPr sz="1250" b="1" spc="-85" dirty="0">
                <a:solidFill>
                  <a:srgbClr val="B91B1B"/>
                </a:solidFill>
                <a:latin typeface="Arial"/>
                <a:cs typeface="Arial"/>
              </a:rPr>
              <a:t>éparpillé</a:t>
            </a:r>
            <a:r>
              <a:rPr sz="1250" b="1" spc="-45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250" b="1" spc="-105" dirty="0">
                <a:solidFill>
                  <a:srgbClr val="B91B1B"/>
                </a:solidFill>
                <a:latin typeface="Arial"/>
                <a:cs typeface="Arial"/>
              </a:rPr>
              <a:t>en</a:t>
            </a:r>
            <a:r>
              <a:rPr sz="1250" b="1" spc="-45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250" b="1" spc="-95" dirty="0">
                <a:solidFill>
                  <a:srgbClr val="B91B1B"/>
                </a:solidFill>
                <a:latin typeface="Arial"/>
                <a:cs typeface="Arial"/>
              </a:rPr>
              <a:t>mémoire</a:t>
            </a:r>
            <a:r>
              <a:rPr sz="1200" b="1" spc="-95" dirty="0">
                <a:solidFill>
                  <a:srgbClr val="B91B1B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380999" y="4733924"/>
            <a:ext cx="11430000" cy="742950"/>
            <a:chOff x="380999" y="4733924"/>
            <a:chExt cx="11430000" cy="742950"/>
          </a:xfrm>
        </p:grpSpPr>
        <p:sp>
          <p:nvSpPr>
            <p:cNvPr id="71" name="object 71"/>
            <p:cNvSpPr/>
            <p:nvPr/>
          </p:nvSpPr>
          <p:spPr>
            <a:xfrm>
              <a:off x="404812" y="4733924"/>
              <a:ext cx="11406505" cy="742950"/>
            </a:xfrm>
            <a:custGeom>
              <a:avLst/>
              <a:gdLst/>
              <a:ahLst/>
              <a:cxnLst/>
              <a:rect l="l" t="t" r="r" b="b"/>
              <a:pathLst>
                <a:path w="11406505" h="742950">
                  <a:moveTo>
                    <a:pt x="11334989" y="742949"/>
                  </a:moveTo>
                  <a:lnTo>
                    <a:pt x="0" y="742949"/>
                  </a:lnTo>
                  <a:lnTo>
                    <a:pt x="0" y="0"/>
                  </a:lnTo>
                  <a:lnTo>
                    <a:pt x="11334989" y="0"/>
                  </a:lnTo>
                  <a:lnTo>
                    <a:pt x="11339945" y="488"/>
                  </a:lnTo>
                  <a:lnTo>
                    <a:pt x="11376481" y="15621"/>
                  </a:lnTo>
                  <a:lnTo>
                    <a:pt x="11402300" y="51661"/>
                  </a:lnTo>
                  <a:lnTo>
                    <a:pt x="11406186" y="71196"/>
                  </a:lnTo>
                  <a:lnTo>
                    <a:pt x="11406186" y="671753"/>
                  </a:lnTo>
                  <a:lnTo>
                    <a:pt x="11390564" y="713243"/>
                  </a:lnTo>
                  <a:lnTo>
                    <a:pt x="11354524" y="739063"/>
                  </a:lnTo>
                  <a:lnTo>
                    <a:pt x="11334989" y="74294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0999" y="4733924"/>
              <a:ext cx="47625" cy="742950"/>
            </a:xfrm>
            <a:custGeom>
              <a:avLst/>
              <a:gdLst/>
              <a:ahLst/>
              <a:cxnLst/>
              <a:rect l="l" t="t" r="r" b="b"/>
              <a:pathLst>
                <a:path w="47625" h="742950">
                  <a:moveTo>
                    <a:pt x="0" y="74294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742949"/>
                  </a:lnTo>
                  <a:lnTo>
                    <a:pt x="0" y="74294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5474" y="4991099"/>
              <a:ext cx="158750" cy="228600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920750" y="4842192"/>
            <a:ext cx="10902950" cy="8813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08940">
              <a:lnSpc>
                <a:spcPct val="111100"/>
              </a:lnSpc>
              <a:spcBef>
                <a:spcPts val="90"/>
              </a:spcBef>
            </a:pPr>
            <a:r>
              <a:rPr sz="1350" spc="-114" dirty="0">
                <a:solidFill>
                  <a:srgbClr val="993312"/>
                </a:solidFill>
                <a:latin typeface="Arial"/>
                <a:cs typeface="Arial"/>
              </a:rPr>
              <a:t>En</a:t>
            </a:r>
            <a:r>
              <a:rPr sz="135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993312"/>
                </a:solidFill>
                <a:latin typeface="Arial"/>
                <a:cs typeface="Arial"/>
              </a:rPr>
              <a:t>pratique</a:t>
            </a:r>
            <a:r>
              <a:rPr sz="135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35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993312"/>
                </a:solidFill>
                <a:latin typeface="Arial"/>
                <a:cs typeface="Arial"/>
              </a:rPr>
              <a:t>Utilisez</a:t>
            </a:r>
            <a:r>
              <a:rPr sz="135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b="1" spc="-70" dirty="0">
                <a:solidFill>
                  <a:srgbClr val="993312"/>
                </a:solidFill>
                <a:latin typeface="Arial"/>
                <a:cs typeface="Arial"/>
              </a:rPr>
              <a:t>ArrayList</a:t>
            </a:r>
            <a:r>
              <a:rPr sz="1350" b="1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par</a:t>
            </a:r>
            <a:r>
              <a:rPr sz="135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défaut</a:t>
            </a:r>
            <a:r>
              <a:rPr sz="135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993312"/>
                </a:solidFill>
                <a:latin typeface="Arial"/>
                <a:cs typeface="Arial"/>
              </a:rPr>
              <a:t>(95%</a:t>
            </a:r>
            <a:r>
              <a:rPr sz="135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993312"/>
                </a:solidFill>
                <a:latin typeface="Arial"/>
                <a:cs typeface="Arial"/>
              </a:rPr>
              <a:t>des</a:t>
            </a:r>
            <a:r>
              <a:rPr sz="135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993312"/>
                </a:solidFill>
                <a:latin typeface="Arial"/>
                <a:cs typeface="Arial"/>
              </a:rPr>
              <a:t>cas).</a:t>
            </a:r>
            <a:r>
              <a:rPr sz="135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993312"/>
                </a:solidFill>
                <a:latin typeface="Arial"/>
                <a:cs typeface="Arial"/>
              </a:rPr>
              <a:t>Réservez</a:t>
            </a:r>
            <a:r>
              <a:rPr sz="1350" spc="-35" dirty="0">
                <a:solidFill>
                  <a:srgbClr val="993312"/>
                </a:solidFill>
                <a:latin typeface="Arial"/>
                <a:cs typeface="Arial"/>
              </a:rPr>
              <a:t> LinkedList</a:t>
            </a:r>
            <a:r>
              <a:rPr sz="1350" spc="-30" dirty="0">
                <a:solidFill>
                  <a:srgbClr val="993312"/>
                </a:solidFill>
                <a:latin typeface="Arial"/>
                <a:cs typeface="Arial"/>
              </a:rPr>
              <a:t> uniquement</a:t>
            </a:r>
            <a:r>
              <a:rPr sz="135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993312"/>
                </a:solidFill>
                <a:latin typeface="Arial"/>
                <a:cs typeface="Arial"/>
              </a:rPr>
              <a:t>si</a:t>
            </a:r>
            <a:r>
              <a:rPr sz="135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993312"/>
                </a:solidFill>
                <a:latin typeface="Arial"/>
                <a:cs typeface="Arial"/>
              </a:rPr>
              <a:t>vous</a:t>
            </a:r>
            <a:r>
              <a:rPr sz="135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faites</a:t>
            </a:r>
            <a:r>
              <a:rPr sz="135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993312"/>
                </a:solidFill>
                <a:latin typeface="Arial"/>
                <a:cs typeface="Arial"/>
              </a:rPr>
              <a:t>beaucoup</a:t>
            </a:r>
            <a:r>
              <a:rPr sz="135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d'insertions/suppressions</a:t>
            </a:r>
            <a:r>
              <a:rPr sz="135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993312"/>
                </a:solidFill>
                <a:latin typeface="Arial"/>
                <a:cs typeface="Arial"/>
              </a:rPr>
              <a:t>en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début</a:t>
            </a:r>
            <a:r>
              <a:rPr sz="135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993312"/>
                </a:solidFill>
                <a:latin typeface="Arial"/>
                <a:cs typeface="Arial"/>
              </a:rPr>
              <a:t>ou</a:t>
            </a:r>
            <a:r>
              <a:rPr sz="1350" spc="-5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993312"/>
                </a:solidFill>
                <a:latin typeface="Arial"/>
                <a:cs typeface="Arial"/>
              </a:rPr>
              <a:t>milieu</a:t>
            </a:r>
            <a:r>
              <a:rPr sz="1350" spc="-5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993312"/>
                </a:solidFill>
                <a:latin typeface="Arial"/>
                <a:cs typeface="Arial"/>
              </a:rPr>
              <a:t>de</a:t>
            </a:r>
            <a:r>
              <a:rPr sz="1350" spc="-5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993312"/>
                </a:solidFill>
                <a:latin typeface="Arial"/>
                <a:cs typeface="Arial"/>
              </a:rPr>
              <a:t>liste.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Arial"/>
              <a:cs typeface="Arial"/>
            </a:endParaRPr>
          </a:p>
          <a:p>
            <a:pPr marL="6480810">
              <a:lnSpc>
                <a:spcPct val="100000"/>
              </a:lnSpc>
            </a:pPr>
            <a:r>
              <a:rPr sz="950" dirty="0">
                <a:solidFill>
                  <a:srgbClr val="94A2B8"/>
                </a:solidFill>
                <a:latin typeface="Arial"/>
                <a:cs typeface="Arial"/>
              </a:rPr>
              <a:t>*</a:t>
            </a:r>
            <a:r>
              <a:rPr sz="950" spc="-30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35" dirty="0">
                <a:solidFill>
                  <a:srgbClr val="94A2B8"/>
                </a:solidFill>
                <a:latin typeface="Arial"/>
                <a:cs typeface="Arial"/>
              </a:rPr>
              <a:t>Amorti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 (parfois </a:t>
            </a:r>
            <a:r>
              <a:rPr sz="950" spc="-45" dirty="0">
                <a:solidFill>
                  <a:srgbClr val="94A2B8"/>
                </a:solidFill>
                <a:latin typeface="Arial"/>
                <a:cs typeface="Arial"/>
              </a:rPr>
              <a:t>redimensionnement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94A2B8"/>
                </a:solidFill>
                <a:latin typeface="Arial"/>
                <a:cs typeface="Arial"/>
              </a:rPr>
              <a:t>O(n))</a:t>
            </a:r>
            <a:r>
              <a:rPr sz="950" spc="220" dirty="0">
                <a:solidFill>
                  <a:srgbClr val="94A2B8"/>
                </a:solidFill>
                <a:latin typeface="Arial"/>
                <a:cs typeface="Arial"/>
              </a:rPr>
              <a:t>  </a:t>
            </a:r>
            <a:r>
              <a:rPr sz="950" dirty="0">
                <a:solidFill>
                  <a:srgbClr val="94A2B8"/>
                </a:solidFill>
                <a:latin typeface="Arial"/>
                <a:cs typeface="Arial"/>
              </a:rPr>
              <a:t>**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70" dirty="0">
                <a:solidFill>
                  <a:srgbClr val="94A2B8"/>
                </a:solidFill>
                <a:latin typeface="Arial"/>
                <a:cs typeface="Arial"/>
              </a:rPr>
              <a:t>Si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40" dirty="0">
                <a:solidFill>
                  <a:srgbClr val="94A2B8"/>
                </a:solidFill>
                <a:latin typeface="Arial"/>
                <a:cs typeface="Arial"/>
              </a:rPr>
              <a:t>on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75" dirty="0">
                <a:solidFill>
                  <a:srgbClr val="94A2B8"/>
                </a:solidFill>
                <a:latin typeface="Arial"/>
                <a:cs typeface="Arial"/>
              </a:rPr>
              <a:t>a</a:t>
            </a:r>
            <a:r>
              <a:rPr sz="950" spc="-30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40" dirty="0">
                <a:solidFill>
                  <a:srgbClr val="94A2B8"/>
                </a:solidFill>
                <a:latin typeface="Arial"/>
                <a:cs typeface="Arial"/>
              </a:rPr>
              <a:t>déjà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20" dirty="0">
                <a:solidFill>
                  <a:srgbClr val="94A2B8"/>
                </a:solidFill>
                <a:latin typeface="Arial"/>
                <a:cs typeface="Arial"/>
              </a:rPr>
              <a:t>l'itérateur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75" dirty="0">
                <a:solidFill>
                  <a:srgbClr val="94A2B8"/>
                </a:solidFill>
                <a:latin typeface="Arial"/>
                <a:cs typeface="Arial"/>
              </a:rPr>
              <a:t>à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45" dirty="0">
                <a:solidFill>
                  <a:srgbClr val="94A2B8"/>
                </a:solidFill>
                <a:latin typeface="Arial"/>
                <a:cs typeface="Arial"/>
              </a:rPr>
              <a:t>la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40" dirty="0">
                <a:solidFill>
                  <a:srgbClr val="94A2B8"/>
                </a:solidFill>
                <a:latin typeface="Arial"/>
                <a:cs typeface="Arial"/>
              </a:rPr>
              <a:t>bonne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94A2B8"/>
                </a:solidFill>
                <a:latin typeface="Arial"/>
                <a:cs typeface="Arial"/>
              </a:rPr>
              <a:t>position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76" name="object 76"/>
            <p:cNvSpPr/>
            <p:nvPr/>
          </p:nvSpPr>
          <p:spPr>
            <a:xfrm>
              <a:off x="3629024" y="6800849"/>
              <a:ext cx="8562975" cy="57150"/>
            </a:xfrm>
            <a:custGeom>
              <a:avLst/>
              <a:gdLst/>
              <a:ahLst/>
              <a:cxnLst/>
              <a:rect l="l" t="t" r="r" b="b"/>
              <a:pathLst>
                <a:path w="8562975" h="57150">
                  <a:moveTo>
                    <a:pt x="0" y="57149"/>
                  </a:moveTo>
                  <a:lnTo>
                    <a:pt x="8562974" y="57149"/>
                  </a:lnTo>
                  <a:lnTo>
                    <a:pt x="85629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0" y="6800849"/>
              <a:ext cx="3629025" cy="57150"/>
            </a:xfrm>
            <a:custGeom>
              <a:avLst/>
              <a:gdLst/>
              <a:ahLst/>
              <a:cxnLst/>
              <a:rect l="l" t="t" r="r" b="b"/>
              <a:pathLst>
                <a:path w="3629025" h="57150">
                  <a:moveTo>
                    <a:pt x="36290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3629024" y="0"/>
                  </a:lnTo>
                  <a:lnTo>
                    <a:pt x="36290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11600258" y="6551215"/>
            <a:ext cx="366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17/57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List</a:t>
            </a:r>
            <a:r>
              <a:rPr spc="-145" dirty="0"/>
              <a:t> </a:t>
            </a:r>
            <a:r>
              <a:rPr spc="-130" dirty="0"/>
              <a:t>:</a:t>
            </a:r>
            <a:r>
              <a:rPr spc="-145" dirty="0"/>
              <a:t> </a:t>
            </a:r>
            <a:r>
              <a:rPr spc="-165" dirty="0"/>
              <a:t>opérations</a:t>
            </a:r>
            <a:r>
              <a:rPr spc="-145" dirty="0"/>
              <a:t> </a:t>
            </a:r>
            <a:r>
              <a:rPr spc="-95" dirty="0"/>
              <a:t>(partie</a:t>
            </a:r>
            <a:r>
              <a:rPr spc="-140" dirty="0"/>
              <a:t> </a:t>
            </a:r>
            <a:r>
              <a:rPr spc="-280" dirty="0"/>
              <a:t>1)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4933949"/>
            <a:ext cx="8572500" cy="771525"/>
            <a:chOff x="1809749" y="4933949"/>
            <a:chExt cx="8572500" cy="771525"/>
          </a:xfrm>
        </p:grpSpPr>
        <p:sp>
          <p:nvSpPr>
            <p:cNvPr id="4" name="object 4"/>
            <p:cNvSpPr/>
            <p:nvPr/>
          </p:nvSpPr>
          <p:spPr>
            <a:xfrm>
              <a:off x="1814512" y="4938712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8496227" y="761999"/>
                  </a:moveTo>
                  <a:lnTo>
                    <a:pt x="66746" y="761999"/>
                  </a:lnTo>
                  <a:lnTo>
                    <a:pt x="62101" y="761542"/>
                  </a:lnTo>
                  <a:lnTo>
                    <a:pt x="24240" y="744392"/>
                  </a:lnTo>
                  <a:lnTo>
                    <a:pt x="2287" y="709099"/>
                  </a:lnTo>
                  <a:lnTo>
                    <a:pt x="0" y="695253"/>
                  </a:lnTo>
                  <a:lnTo>
                    <a:pt x="0" y="690562"/>
                  </a:lnTo>
                  <a:lnTo>
                    <a:pt x="0" y="66747"/>
                  </a:lnTo>
                  <a:lnTo>
                    <a:pt x="14645" y="27847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3"/>
                  </a:lnTo>
                  <a:lnTo>
                    <a:pt x="8562973" y="66747"/>
                  </a:lnTo>
                  <a:lnTo>
                    <a:pt x="8562973" y="695253"/>
                  </a:lnTo>
                  <a:lnTo>
                    <a:pt x="8548327" y="734150"/>
                  </a:lnTo>
                  <a:lnTo>
                    <a:pt x="8514540" y="758356"/>
                  </a:lnTo>
                  <a:lnTo>
                    <a:pt x="8500872" y="761542"/>
                  </a:lnTo>
                  <a:lnTo>
                    <a:pt x="8496227" y="7619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4938712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0" y="690562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7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05473" y="1372"/>
                  </a:lnTo>
                  <a:lnTo>
                    <a:pt x="8510074" y="2287"/>
                  </a:lnTo>
                  <a:lnTo>
                    <a:pt x="8531223" y="12038"/>
                  </a:lnTo>
                  <a:lnTo>
                    <a:pt x="8535124" y="14645"/>
                  </a:lnTo>
                  <a:lnTo>
                    <a:pt x="8559330" y="48433"/>
                  </a:lnTo>
                  <a:lnTo>
                    <a:pt x="8562974" y="71437"/>
                  </a:lnTo>
                  <a:lnTo>
                    <a:pt x="8562974" y="690562"/>
                  </a:lnTo>
                  <a:lnTo>
                    <a:pt x="8557535" y="717899"/>
                  </a:lnTo>
                  <a:lnTo>
                    <a:pt x="8555739" y="722233"/>
                  </a:lnTo>
                  <a:lnTo>
                    <a:pt x="8553538" y="726350"/>
                  </a:lnTo>
                  <a:lnTo>
                    <a:pt x="8550933" y="730250"/>
                  </a:lnTo>
                  <a:lnTo>
                    <a:pt x="8548327" y="734150"/>
                  </a:lnTo>
                  <a:lnTo>
                    <a:pt x="8531223" y="749959"/>
                  </a:lnTo>
                  <a:lnTo>
                    <a:pt x="8527324" y="752566"/>
                  </a:lnTo>
                  <a:lnTo>
                    <a:pt x="8523206" y="754766"/>
                  </a:lnTo>
                  <a:lnTo>
                    <a:pt x="8518873" y="756561"/>
                  </a:lnTo>
                  <a:lnTo>
                    <a:pt x="8514540" y="758356"/>
                  </a:lnTo>
                  <a:lnTo>
                    <a:pt x="8510074" y="759711"/>
                  </a:lnTo>
                  <a:lnTo>
                    <a:pt x="8505473" y="760626"/>
                  </a:lnTo>
                  <a:lnTo>
                    <a:pt x="8500872" y="761542"/>
                  </a:lnTo>
                  <a:lnTo>
                    <a:pt x="8496227" y="761999"/>
                  </a:lnTo>
                  <a:lnTo>
                    <a:pt x="8491536" y="761999"/>
                  </a:lnTo>
                  <a:lnTo>
                    <a:pt x="71437" y="761999"/>
                  </a:lnTo>
                  <a:lnTo>
                    <a:pt x="66746" y="761999"/>
                  </a:lnTo>
                  <a:lnTo>
                    <a:pt x="62101" y="761542"/>
                  </a:lnTo>
                  <a:lnTo>
                    <a:pt x="57500" y="760626"/>
                  </a:lnTo>
                  <a:lnTo>
                    <a:pt x="52900" y="759711"/>
                  </a:lnTo>
                  <a:lnTo>
                    <a:pt x="48433" y="758356"/>
                  </a:lnTo>
                  <a:lnTo>
                    <a:pt x="44099" y="756561"/>
                  </a:lnTo>
                  <a:lnTo>
                    <a:pt x="39765" y="754766"/>
                  </a:lnTo>
                  <a:lnTo>
                    <a:pt x="35649" y="752566"/>
                  </a:lnTo>
                  <a:lnTo>
                    <a:pt x="31749" y="749959"/>
                  </a:lnTo>
                  <a:lnTo>
                    <a:pt x="27848" y="747353"/>
                  </a:lnTo>
                  <a:lnTo>
                    <a:pt x="24240" y="744392"/>
                  </a:lnTo>
                  <a:lnTo>
                    <a:pt x="20923" y="741075"/>
                  </a:lnTo>
                  <a:lnTo>
                    <a:pt x="17606" y="737759"/>
                  </a:lnTo>
                  <a:lnTo>
                    <a:pt x="14645" y="734150"/>
                  </a:lnTo>
                  <a:lnTo>
                    <a:pt x="12039" y="730250"/>
                  </a:lnTo>
                  <a:lnTo>
                    <a:pt x="9433" y="726350"/>
                  </a:lnTo>
                  <a:lnTo>
                    <a:pt x="7232" y="722233"/>
                  </a:lnTo>
                  <a:lnTo>
                    <a:pt x="5437" y="717899"/>
                  </a:lnTo>
                  <a:lnTo>
                    <a:pt x="3642" y="713566"/>
                  </a:lnTo>
                  <a:lnTo>
                    <a:pt x="2287" y="709099"/>
                  </a:lnTo>
                  <a:lnTo>
                    <a:pt x="1372" y="704499"/>
                  </a:lnTo>
                  <a:lnTo>
                    <a:pt x="457" y="699899"/>
                  </a:lnTo>
                  <a:lnTo>
                    <a:pt x="0" y="695253"/>
                  </a:lnTo>
                  <a:lnTo>
                    <a:pt x="0" y="690562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9774" y="5213349"/>
              <a:ext cx="190500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30449" y="5030489"/>
            <a:ext cx="77685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Note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D40AF"/>
                </a:solidFill>
                <a:latin typeface="Arial"/>
                <a:cs typeface="Arial"/>
              </a:rPr>
              <a:t>: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Contrairement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aux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tableaux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40AF"/>
                </a:solidFill>
                <a:latin typeface="Monaco"/>
                <a:cs typeface="Monaco"/>
              </a:rPr>
              <a:t>[]</a:t>
            </a:r>
            <a:r>
              <a:rPr sz="1300" dirty="0">
                <a:solidFill>
                  <a:srgbClr val="1D40AF"/>
                </a:solidFill>
                <a:latin typeface="Arial"/>
                <a:cs typeface="Arial"/>
              </a:rPr>
              <a:t>,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1D40AF"/>
                </a:solidFill>
                <a:latin typeface="Arial"/>
                <a:cs typeface="Arial"/>
              </a:rPr>
              <a:t>une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40AF"/>
                </a:solidFill>
                <a:latin typeface="Monaco"/>
                <a:cs typeface="Monaco"/>
              </a:rPr>
              <a:t>List</a:t>
            </a:r>
            <a:r>
              <a:rPr sz="1100" spc="-330" dirty="0">
                <a:solidFill>
                  <a:srgbClr val="1D40AF"/>
                </a:solidFill>
                <a:latin typeface="Monaco"/>
                <a:cs typeface="Monaco"/>
              </a:rPr>
              <a:t> 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gère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1D40AF"/>
                </a:solidFill>
                <a:latin typeface="Arial"/>
                <a:cs typeface="Arial"/>
              </a:rPr>
              <a:t>sa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taille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dynamiquement.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L'accès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par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index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avec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40AF"/>
                </a:solidFill>
                <a:latin typeface="Monaco"/>
                <a:cs typeface="Monaco"/>
              </a:rPr>
              <a:t>get(i)</a:t>
            </a:r>
            <a:r>
              <a:rPr sz="1100" spc="-325" dirty="0">
                <a:solidFill>
                  <a:srgbClr val="1D40AF"/>
                </a:solidFill>
                <a:latin typeface="Monaco"/>
                <a:cs typeface="Monaco"/>
              </a:rPr>
              <a:t> </a:t>
            </a: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est 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instantané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1D40AF"/>
                </a:solidFill>
                <a:latin typeface="Arial"/>
                <a:cs typeface="Arial"/>
              </a:rPr>
              <a:t>(O(1))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pour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1D40AF"/>
                </a:solidFill>
                <a:latin typeface="Arial"/>
                <a:cs typeface="Arial"/>
              </a:rPr>
              <a:t>une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40AF"/>
                </a:solidFill>
                <a:latin typeface="Monaco"/>
                <a:cs typeface="Monaco"/>
              </a:rPr>
              <a:t>ArrayList</a:t>
            </a:r>
            <a:r>
              <a:rPr sz="1300" spc="-10" dirty="0">
                <a:solidFill>
                  <a:srgbClr val="1D40AF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862327"/>
            <a:ext cx="8717280" cy="2944495"/>
            <a:chOff x="1737360" y="1862327"/>
            <a:chExt cx="8717280" cy="2944495"/>
          </a:xfrm>
        </p:grpSpPr>
        <p:sp>
          <p:nvSpPr>
            <p:cNvPr id="9" name="object 9"/>
            <p:cNvSpPr/>
            <p:nvPr/>
          </p:nvSpPr>
          <p:spPr>
            <a:xfrm>
              <a:off x="1737360" y="1862327"/>
              <a:ext cx="8717280" cy="2944495"/>
            </a:xfrm>
            <a:custGeom>
              <a:avLst/>
              <a:gdLst/>
              <a:ahLst/>
              <a:cxnLst/>
              <a:rect l="l" t="t" r="r" b="b"/>
              <a:pathLst>
                <a:path w="8717280" h="2944495">
                  <a:moveTo>
                    <a:pt x="8717280" y="2944368"/>
                  </a:moveTo>
                  <a:lnTo>
                    <a:pt x="0" y="2944368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2671"/>
                  </a:lnTo>
                  <a:lnTo>
                    <a:pt x="129539" y="42671"/>
                  </a:lnTo>
                  <a:lnTo>
                    <a:pt x="120037" y="43543"/>
                  </a:lnTo>
                  <a:lnTo>
                    <a:pt x="85402" y="72014"/>
                  </a:lnTo>
                  <a:lnTo>
                    <a:pt x="81914" y="90296"/>
                  </a:lnTo>
                  <a:lnTo>
                    <a:pt x="81914" y="2776346"/>
                  </a:lnTo>
                  <a:lnTo>
                    <a:pt x="103199" y="2816125"/>
                  </a:lnTo>
                  <a:lnTo>
                    <a:pt x="129539" y="2823971"/>
                  </a:lnTo>
                  <a:lnTo>
                    <a:pt x="8717280" y="2823971"/>
                  </a:lnTo>
                  <a:lnTo>
                    <a:pt x="8717280" y="2944368"/>
                  </a:lnTo>
                  <a:close/>
                </a:path>
                <a:path w="8717280" h="2944495">
                  <a:moveTo>
                    <a:pt x="8717280" y="2823971"/>
                  </a:moveTo>
                  <a:lnTo>
                    <a:pt x="8587739" y="2823971"/>
                  </a:lnTo>
                  <a:lnTo>
                    <a:pt x="8597241" y="2823099"/>
                  </a:lnTo>
                  <a:lnTo>
                    <a:pt x="8606022" y="2820484"/>
                  </a:lnTo>
                  <a:lnTo>
                    <a:pt x="8634492" y="2785849"/>
                  </a:lnTo>
                  <a:lnTo>
                    <a:pt x="8635364" y="2776346"/>
                  </a:lnTo>
                  <a:lnTo>
                    <a:pt x="8635364" y="90296"/>
                  </a:lnTo>
                  <a:lnTo>
                    <a:pt x="8614080" y="50518"/>
                  </a:lnTo>
                  <a:lnTo>
                    <a:pt x="8587739" y="42671"/>
                  </a:lnTo>
                  <a:lnTo>
                    <a:pt x="8717280" y="42671"/>
                  </a:lnTo>
                  <a:lnTo>
                    <a:pt x="8717280" y="282397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895474"/>
              <a:ext cx="8553450" cy="2800350"/>
            </a:xfrm>
            <a:custGeom>
              <a:avLst/>
              <a:gdLst/>
              <a:ahLst/>
              <a:cxnLst/>
              <a:rect l="l" t="t" r="r" b="b"/>
              <a:pathLst>
                <a:path w="8553450" h="2800350">
                  <a:moveTo>
                    <a:pt x="8500051" y="2800349"/>
                  </a:moveTo>
                  <a:lnTo>
                    <a:pt x="33047" y="2800349"/>
                  </a:lnTo>
                  <a:lnTo>
                    <a:pt x="28187" y="2798899"/>
                  </a:lnTo>
                  <a:lnTo>
                    <a:pt x="966" y="2758068"/>
                  </a:lnTo>
                  <a:lnTo>
                    <a:pt x="0" y="2750778"/>
                  </a:lnTo>
                  <a:lnTo>
                    <a:pt x="0" y="274319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1"/>
                  </a:lnTo>
                  <a:lnTo>
                    <a:pt x="8553449" y="53397"/>
                  </a:lnTo>
                  <a:lnTo>
                    <a:pt x="8553449" y="2746952"/>
                  </a:lnTo>
                  <a:lnTo>
                    <a:pt x="8534055" y="2786263"/>
                  </a:lnTo>
                  <a:lnTo>
                    <a:pt x="8503768" y="2799983"/>
                  </a:lnTo>
                  <a:lnTo>
                    <a:pt x="8500051" y="28003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895474"/>
              <a:ext cx="52069" cy="2800350"/>
            </a:xfrm>
            <a:custGeom>
              <a:avLst/>
              <a:gdLst/>
              <a:ahLst/>
              <a:cxnLst/>
              <a:rect l="l" t="t" r="r" b="b"/>
              <a:pathLst>
                <a:path w="52069" h="2800350">
                  <a:moveTo>
                    <a:pt x="51889" y="2800349"/>
                  </a:moveTo>
                  <a:lnTo>
                    <a:pt x="49571" y="2800349"/>
                  </a:lnTo>
                  <a:lnTo>
                    <a:pt x="42283" y="2798898"/>
                  </a:lnTo>
                  <a:lnTo>
                    <a:pt x="7250" y="2772070"/>
                  </a:lnTo>
                  <a:lnTo>
                    <a:pt x="0" y="275077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2743199"/>
                  </a:lnTo>
                  <a:lnTo>
                    <a:pt x="43679" y="2783610"/>
                  </a:lnTo>
                  <a:lnTo>
                    <a:pt x="47399" y="2794769"/>
                  </a:lnTo>
                  <a:lnTo>
                    <a:pt x="51889" y="28003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5095" y="2043118"/>
            <a:ext cx="5295900" cy="2446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360" marR="1639570">
              <a:lnSpc>
                <a:spcPct val="119000"/>
              </a:lnSpc>
              <a:spcBef>
                <a:spcPts val="95"/>
              </a:spcBef>
              <a:tabLst>
                <a:tab pos="304165" algn="l"/>
              </a:tabLst>
            </a:pPr>
            <a:r>
              <a:rPr sz="1050" spc="5" dirty="0">
                <a:solidFill>
                  <a:srgbClr val="CBD5E1"/>
                </a:solidFill>
                <a:latin typeface="Times New Roman"/>
                <a:cs typeface="Times New Roman"/>
              </a:rPr>
              <a:t>1</a:t>
            </a: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3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etudiants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ArrayList</a:t>
            </a:r>
            <a:r>
              <a:rPr sz="1050" spc="33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spc="18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(); </a:t>
            </a:r>
            <a:r>
              <a:rPr sz="1050" spc="5" dirty="0">
                <a:solidFill>
                  <a:srgbClr val="CBD5E1"/>
                </a:solidFill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3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Ajouter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80"/>
              </a:spcBef>
              <a:buClr>
                <a:srgbClr val="CBD5E1"/>
              </a:buClr>
              <a:buAutoNum type="arabicPlain" startAt="3"/>
              <a:tabLst>
                <a:tab pos="304165" algn="l"/>
                <a:tab pos="304800" algn="l"/>
                <a:tab pos="1790064" algn="l"/>
              </a:tabLst>
            </a:pP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add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(e1);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ajoute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en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95" dirty="0">
                <a:solidFill>
                  <a:srgbClr val="94A2B8"/>
                </a:solidFill>
                <a:latin typeface="Times New Roman"/>
                <a:cs typeface="Times New Roman"/>
              </a:rPr>
              <a:t>fin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liste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(O(1))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05"/>
              </a:spcBef>
              <a:buClr>
                <a:srgbClr val="CBD5E1"/>
              </a:buClr>
              <a:buAutoNum type="arabicPlain" startAt="3"/>
              <a:tabLst>
                <a:tab pos="304165" algn="l"/>
                <a:tab pos="304800" algn="l"/>
                <a:tab pos="2012950" algn="l"/>
              </a:tabLst>
            </a:pP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60" dirty="0">
                <a:solidFill>
                  <a:srgbClr val="DA2677"/>
                </a:solidFill>
                <a:latin typeface="Times New Roman"/>
                <a:cs typeface="Times New Roman"/>
              </a:rPr>
              <a:t>add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60" dirty="0">
                <a:solidFill>
                  <a:srgbClr val="0890B1"/>
                </a:solidFill>
                <a:latin typeface="Times New Roman"/>
                <a:cs typeface="Times New Roman"/>
              </a:rPr>
              <a:t>0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e2);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insérer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à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l'index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0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(décalage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→</a:t>
            </a:r>
            <a:r>
              <a:rPr sz="95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O(n))</a:t>
            </a:r>
            <a:endParaRPr sz="11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229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6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7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Lire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Modifier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80"/>
              </a:spcBef>
              <a:buClr>
                <a:srgbClr val="CBD5E1"/>
              </a:buClr>
              <a:buAutoNum type="arabicPlain" startAt="7"/>
              <a:tabLst>
                <a:tab pos="304165" algn="l"/>
                <a:tab pos="304800" algn="l"/>
                <a:tab pos="2681605" algn="l"/>
              </a:tabLst>
            </a:pP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2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x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70" dirty="0">
                <a:solidFill>
                  <a:srgbClr val="DA2677"/>
                </a:solidFill>
                <a:latin typeface="Times New Roman"/>
                <a:cs typeface="Times New Roman"/>
              </a:rPr>
              <a:t>get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70" dirty="0">
                <a:solidFill>
                  <a:srgbClr val="0890B1"/>
                </a:solidFill>
                <a:latin typeface="Times New Roman"/>
                <a:cs typeface="Times New Roman"/>
              </a:rPr>
              <a:t>0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0" dirty="0">
                <a:solidFill>
                  <a:srgbClr val="94A2B8"/>
                </a:solidFill>
                <a:latin typeface="Times New Roman"/>
                <a:cs typeface="Times New Roman"/>
              </a:rPr>
              <a:t>lire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l'élément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à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l'index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0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(O(1))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05"/>
              </a:spcBef>
              <a:buClr>
                <a:srgbClr val="CBD5E1"/>
              </a:buClr>
              <a:buAutoNum type="arabicPlain" startAt="7"/>
              <a:tabLst>
                <a:tab pos="304165" algn="l"/>
                <a:tab pos="304800" algn="l"/>
                <a:tab pos="2012950" algn="l"/>
              </a:tabLst>
            </a:pPr>
            <a:r>
              <a:rPr sz="1050" spc="18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85" dirty="0">
                <a:solidFill>
                  <a:srgbClr val="DA2677"/>
                </a:solidFill>
                <a:latin typeface="Times New Roman"/>
                <a:cs typeface="Times New Roman"/>
              </a:rPr>
              <a:t>set</a:t>
            </a:r>
            <a:r>
              <a:rPr sz="1050" spc="18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85" dirty="0">
                <a:solidFill>
                  <a:srgbClr val="0890B1"/>
                </a:solidFill>
                <a:latin typeface="Times New Roman"/>
                <a:cs typeface="Times New Roman"/>
              </a:rPr>
              <a:t>0</a:t>
            </a:r>
            <a:r>
              <a:rPr sz="1050" spc="185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e3);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remplacer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l'élément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à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l'index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11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5" dirty="0">
                <a:solidFill>
                  <a:srgbClr val="94A2B8"/>
                </a:solidFill>
                <a:latin typeface="Times New Roman"/>
                <a:cs typeface="Times New Roman"/>
              </a:rPr>
              <a:t>Informations</a:t>
            </a:r>
            <a:endParaRPr sz="11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180"/>
              </a:spcBef>
              <a:buClr>
                <a:srgbClr val="CBD5E1"/>
              </a:buClr>
              <a:buSzPct val="105000"/>
              <a:buFont typeface="Times New Roman"/>
              <a:buAutoNum type="arabicPlain" startAt="11"/>
              <a:tabLst>
                <a:tab pos="304165" algn="l"/>
                <a:tab pos="304800" algn="l"/>
                <a:tab pos="2681605" algn="l"/>
              </a:tabLst>
            </a:pPr>
            <a:r>
              <a:rPr sz="1000" b="1" spc="190" dirty="0">
                <a:solidFill>
                  <a:srgbClr val="2562EB"/>
                </a:solidFill>
                <a:latin typeface="Times New Roman"/>
                <a:cs typeface="Times New Roman"/>
              </a:rPr>
              <a:t>int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229" dirty="0">
                <a:solidFill>
                  <a:srgbClr val="334054"/>
                </a:solidFill>
                <a:latin typeface="Times New Roman"/>
                <a:cs typeface="Times New Roman"/>
              </a:rPr>
              <a:t>taille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size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nombre</a:t>
            </a:r>
            <a:r>
              <a:rPr sz="1100" i="1" spc="37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d'éléments</a:t>
            </a:r>
            <a:r>
              <a:rPr sz="1100" i="1" spc="3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actuels</a:t>
            </a:r>
            <a:endParaRPr sz="11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105"/>
              </a:spcBef>
              <a:buClr>
                <a:srgbClr val="CBD5E1"/>
              </a:buClr>
              <a:buSzPct val="105000"/>
              <a:buFont typeface="Times New Roman"/>
              <a:buAutoNum type="arabicPlain" startAt="11"/>
              <a:tabLst>
                <a:tab pos="304165" algn="l"/>
                <a:tab pos="304800" algn="l"/>
                <a:tab pos="3053080" algn="l"/>
                <a:tab pos="4390390" algn="l"/>
              </a:tabLst>
            </a:pPr>
            <a:r>
              <a:rPr sz="1000" b="1" spc="105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1000" b="1" spc="33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vide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45" dirty="0">
                <a:solidFill>
                  <a:srgbClr val="DA2677"/>
                </a:solidFill>
                <a:latin typeface="Times New Roman"/>
                <a:cs typeface="Times New Roman"/>
              </a:rPr>
              <a:t>isEmpty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true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size()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	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=</a:t>
            </a:r>
            <a:r>
              <a:rPr sz="950" i="1" spc="2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29774" y="1895474"/>
            <a:ext cx="752475" cy="238125"/>
          </a:xfrm>
          <a:custGeom>
            <a:avLst/>
            <a:gdLst/>
            <a:ahLst/>
            <a:cxnLst/>
            <a:rect l="l" t="t" r="r" b="b"/>
            <a:pathLst>
              <a:path w="752475" h="238125">
                <a:moveTo>
                  <a:pt x="752474" y="238124"/>
                </a:moveTo>
                <a:lnTo>
                  <a:pt x="53397" y="238124"/>
                </a:lnTo>
                <a:lnTo>
                  <a:pt x="14084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699077" y="0"/>
                </a:lnTo>
                <a:lnTo>
                  <a:pt x="702794" y="365"/>
                </a:lnTo>
                <a:lnTo>
                  <a:pt x="738387" y="19391"/>
                </a:lnTo>
                <a:lnTo>
                  <a:pt x="752474" y="53397"/>
                </a:lnTo>
                <a:lnTo>
                  <a:pt x="752474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708454" y="1926523"/>
            <a:ext cx="59118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70" dirty="0">
                <a:solidFill>
                  <a:srgbClr val="64738B"/>
                </a:solidFill>
                <a:latin typeface="Times New Roman"/>
                <a:cs typeface="Times New Roman"/>
              </a:rPr>
              <a:t>Main.java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3838574" y="6800849"/>
              <a:ext cx="8353425" cy="57150"/>
            </a:xfrm>
            <a:custGeom>
              <a:avLst/>
              <a:gdLst/>
              <a:ahLst/>
              <a:cxnLst/>
              <a:rect l="l" t="t" r="r" b="b"/>
              <a:pathLst>
                <a:path w="8353425" h="57150">
                  <a:moveTo>
                    <a:pt x="0" y="57149"/>
                  </a:moveTo>
                  <a:lnTo>
                    <a:pt x="8353424" y="57149"/>
                  </a:lnTo>
                  <a:lnTo>
                    <a:pt x="83534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3838575" cy="57150"/>
            </a:xfrm>
            <a:custGeom>
              <a:avLst/>
              <a:gdLst/>
              <a:ahLst/>
              <a:cxnLst/>
              <a:rect l="l" t="t" r="r" b="b"/>
              <a:pathLst>
                <a:path w="3838575" h="57150">
                  <a:moveTo>
                    <a:pt x="38385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3838574" y="0"/>
                  </a:lnTo>
                  <a:lnTo>
                    <a:pt x="38385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600258" y="6551215"/>
            <a:ext cx="366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18/57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List</a:t>
            </a:r>
            <a:r>
              <a:rPr spc="-155" dirty="0"/>
              <a:t> </a:t>
            </a:r>
            <a:r>
              <a:rPr spc="-130" dirty="0"/>
              <a:t>:</a:t>
            </a:r>
            <a:r>
              <a:rPr spc="-150" dirty="0"/>
              <a:t> </a:t>
            </a:r>
            <a:r>
              <a:rPr spc="-170" dirty="0"/>
              <a:t>Opérations</a:t>
            </a:r>
            <a:r>
              <a:rPr spc="-150" dirty="0"/>
              <a:t> </a:t>
            </a:r>
            <a:r>
              <a:rPr spc="-95" dirty="0"/>
              <a:t>(partie</a:t>
            </a:r>
            <a:r>
              <a:rPr spc="-155" dirty="0"/>
              <a:t> </a:t>
            </a:r>
            <a:r>
              <a:rPr spc="-25" dirty="0"/>
              <a:t>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4914900"/>
            <a:ext cx="8572500" cy="990600"/>
            <a:chOff x="1809749" y="4914900"/>
            <a:chExt cx="8572500" cy="990600"/>
          </a:xfrm>
        </p:grpSpPr>
        <p:sp>
          <p:nvSpPr>
            <p:cNvPr id="4" name="object 4"/>
            <p:cNvSpPr/>
            <p:nvPr/>
          </p:nvSpPr>
          <p:spPr>
            <a:xfrm>
              <a:off x="1828799" y="4919662"/>
              <a:ext cx="8549005" cy="981075"/>
            </a:xfrm>
            <a:custGeom>
              <a:avLst/>
              <a:gdLst/>
              <a:ahLst/>
              <a:cxnLst/>
              <a:rect l="l" t="t" r="r" b="b"/>
              <a:pathLst>
                <a:path w="8549005" h="981075">
                  <a:moveTo>
                    <a:pt x="8481939" y="981074"/>
                  </a:moveTo>
                  <a:lnTo>
                    <a:pt x="53397" y="981074"/>
                  </a:lnTo>
                  <a:lnTo>
                    <a:pt x="49681" y="980616"/>
                  </a:lnTo>
                  <a:lnTo>
                    <a:pt x="14085" y="956833"/>
                  </a:lnTo>
                  <a:lnTo>
                    <a:pt x="366" y="918973"/>
                  </a:lnTo>
                  <a:lnTo>
                    <a:pt x="0" y="914328"/>
                  </a:lnTo>
                  <a:lnTo>
                    <a:pt x="0" y="909637"/>
                  </a:lnTo>
                  <a:lnTo>
                    <a:pt x="0" y="66746"/>
                  </a:lnTo>
                  <a:lnTo>
                    <a:pt x="11716" y="27848"/>
                  </a:lnTo>
                  <a:lnTo>
                    <a:pt x="42320" y="2287"/>
                  </a:lnTo>
                  <a:lnTo>
                    <a:pt x="53397" y="0"/>
                  </a:lnTo>
                  <a:lnTo>
                    <a:pt x="8481939" y="0"/>
                  </a:lnTo>
                  <a:lnTo>
                    <a:pt x="8520837" y="14645"/>
                  </a:lnTo>
                  <a:lnTo>
                    <a:pt x="8545043" y="48433"/>
                  </a:lnTo>
                  <a:lnTo>
                    <a:pt x="8548685" y="66746"/>
                  </a:lnTo>
                  <a:lnTo>
                    <a:pt x="8548685" y="914328"/>
                  </a:lnTo>
                  <a:lnTo>
                    <a:pt x="8534040" y="953225"/>
                  </a:lnTo>
                  <a:lnTo>
                    <a:pt x="8500252" y="977430"/>
                  </a:lnTo>
                  <a:lnTo>
                    <a:pt x="8486584" y="980616"/>
                  </a:lnTo>
                  <a:lnTo>
                    <a:pt x="8481939" y="981074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48459" y="4914900"/>
              <a:ext cx="8534400" cy="990600"/>
            </a:xfrm>
            <a:custGeom>
              <a:avLst/>
              <a:gdLst/>
              <a:ahLst/>
              <a:cxnLst/>
              <a:rect l="l" t="t" r="r" b="b"/>
              <a:pathLst>
                <a:path w="8534400" h="990600">
                  <a:moveTo>
                    <a:pt x="8533778" y="76200"/>
                  </a:moveTo>
                  <a:lnTo>
                    <a:pt x="8520989" y="33934"/>
                  </a:lnTo>
                  <a:lnTo>
                    <a:pt x="8511908" y="22834"/>
                  </a:lnTo>
                  <a:lnTo>
                    <a:pt x="8472449" y="1460"/>
                  </a:lnTo>
                  <a:lnTo>
                    <a:pt x="8457578" y="0"/>
                  </a:lnTo>
                  <a:lnTo>
                    <a:pt x="37477" y="0"/>
                  </a:lnTo>
                  <a:lnTo>
                    <a:pt x="0" y="9918"/>
                  </a:lnTo>
                  <a:lnTo>
                    <a:pt x="21831" y="15379"/>
                  </a:lnTo>
                  <a:lnTo>
                    <a:pt x="27571" y="11226"/>
                  </a:lnTo>
                  <a:lnTo>
                    <a:pt x="32435" y="9525"/>
                  </a:lnTo>
                  <a:lnTo>
                    <a:pt x="8457578" y="9525"/>
                  </a:lnTo>
                  <a:lnTo>
                    <a:pt x="8464156" y="9842"/>
                  </a:lnTo>
                  <a:lnTo>
                    <a:pt x="8499856" y="24638"/>
                  </a:lnTo>
                  <a:lnTo>
                    <a:pt x="8505177" y="29552"/>
                  </a:lnTo>
                  <a:lnTo>
                    <a:pt x="8509089" y="33858"/>
                  </a:lnTo>
                  <a:lnTo>
                    <a:pt x="8523935" y="69634"/>
                  </a:lnTo>
                  <a:lnTo>
                    <a:pt x="8524253" y="76200"/>
                  </a:lnTo>
                  <a:lnTo>
                    <a:pt x="8524253" y="914412"/>
                  </a:lnTo>
                  <a:lnTo>
                    <a:pt x="8513026" y="951458"/>
                  </a:lnTo>
                  <a:lnTo>
                    <a:pt x="8505177" y="961047"/>
                  </a:lnTo>
                  <a:lnTo>
                    <a:pt x="8504733" y="961555"/>
                  </a:lnTo>
                  <a:lnTo>
                    <a:pt x="8470595" y="979817"/>
                  </a:lnTo>
                  <a:lnTo>
                    <a:pt x="8457578" y="981075"/>
                  </a:lnTo>
                  <a:lnTo>
                    <a:pt x="32435" y="981075"/>
                  </a:lnTo>
                  <a:lnTo>
                    <a:pt x="27571" y="979385"/>
                  </a:lnTo>
                  <a:lnTo>
                    <a:pt x="21831" y="975233"/>
                  </a:lnTo>
                  <a:lnTo>
                    <a:pt x="0" y="980681"/>
                  </a:lnTo>
                  <a:lnTo>
                    <a:pt x="37477" y="990600"/>
                  </a:lnTo>
                  <a:lnTo>
                    <a:pt x="8457590" y="990600"/>
                  </a:lnTo>
                  <a:lnTo>
                    <a:pt x="8494408" y="981075"/>
                  </a:lnTo>
                  <a:lnTo>
                    <a:pt x="8499919" y="977773"/>
                  </a:lnTo>
                  <a:lnTo>
                    <a:pt x="8527986" y="943571"/>
                  </a:lnTo>
                  <a:lnTo>
                    <a:pt x="8533778" y="914412"/>
                  </a:lnTo>
                  <a:lnTo>
                    <a:pt x="8533778" y="76200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09749" y="4924650"/>
              <a:ext cx="60960" cy="971550"/>
            </a:xfrm>
            <a:custGeom>
              <a:avLst/>
              <a:gdLst/>
              <a:ahLst/>
              <a:cxnLst/>
              <a:rect l="l" t="t" r="r" b="b"/>
              <a:pathLst>
                <a:path w="60960" h="971550">
                  <a:moveTo>
                    <a:pt x="39002" y="971098"/>
                  </a:moveTo>
                  <a:lnTo>
                    <a:pt x="9007" y="940606"/>
                  </a:lnTo>
                  <a:lnTo>
                    <a:pt x="0" y="904649"/>
                  </a:lnTo>
                  <a:lnTo>
                    <a:pt x="0" y="66449"/>
                  </a:lnTo>
                  <a:lnTo>
                    <a:pt x="12829" y="24106"/>
                  </a:lnTo>
                  <a:lnTo>
                    <a:pt x="39001" y="0"/>
                  </a:lnTo>
                  <a:lnTo>
                    <a:pt x="60794" y="5448"/>
                  </a:lnTo>
                  <a:lnTo>
                    <a:pt x="56951" y="8233"/>
                  </a:lnTo>
                  <a:lnTo>
                    <a:pt x="52831" y="13050"/>
                  </a:lnTo>
                  <a:lnTo>
                    <a:pt x="38824" y="53438"/>
                  </a:lnTo>
                  <a:lnTo>
                    <a:pt x="38099" y="66449"/>
                  </a:lnTo>
                  <a:lnTo>
                    <a:pt x="38099" y="904649"/>
                  </a:lnTo>
                  <a:lnTo>
                    <a:pt x="45686" y="945542"/>
                  </a:lnTo>
                  <a:lnTo>
                    <a:pt x="60795" y="965650"/>
                  </a:lnTo>
                  <a:lnTo>
                    <a:pt x="39002" y="97109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5174" y="5321299"/>
              <a:ext cx="196850" cy="1682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359024" y="5001914"/>
            <a:ext cx="7567295" cy="730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17800"/>
              </a:lnSpc>
              <a:spcBef>
                <a:spcPts val="135"/>
              </a:spcBef>
            </a:pP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Attention</a:t>
            </a:r>
            <a:r>
              <a:rPr sz="1300" spc="-6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1B1B"/>
                </a:solidFill>
                <a:latin typeface="Arial"/>
                <a:cs typeface="Arial"/>
              </a:rPr>
              <a:t>:</a:t>
            </a:r>
            <a:r>
              <a:rPr sz="1300" spc="-9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remove(Object)</a:t>
            </a:r>
            <a:r>
              <a:rPr sz="1300" dirty="0">
                <a:solidFill>
                  <a:srgbClr val="991B1B"/>
                </a:solidFill>
                <a:latin typeface="Arial"/>
                <a:cs typeface="Arial"/>
              </a:rPr>
              <a:t>,</a:t>
            </a:r>
            <a:r>
              <a:rPr sz="1300" spc="-5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contains(Object)</a:t>
            </a:r>
            <a:r>
              <a:rPr sz="1100" spc="-165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300" spc="-30" dirty="0">
                <a:solidFill>
                  <a:srgbClr val="991B1B"/>
                </a:solidFill>
                <a:latin typeface="Arial"/>
                <a:cs typeface="Arial"/>
              </a:rPr>
              <a:t>et</a:t>
            </a:r>
            <a:r>
              <a:rPr sz="1300" spc="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indexOf(Object)</a:t>
            </a:r>
            <a:r>
              <a:rPr sz="1100" spc="-165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300" spc="-45" dirty="0">
                <a:solidFill>
                  <a:srgbClr val="991B1B"/>
                </a:solidFill>
                <a:latin typeface="Arial"/>
                <a:cs typeface="Arial"/>
              </a:rPr>
              <a:t>dépendent</a:t>
            </a:r>
            <a:r>
              <a:rPr sz="1300" spc="1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1B1B"/>
                </a:solidFill>
                <a:latin typeface="Arial"/>
                <a:cs typeface="Arial"/>
              </a:rPr>
              <a:t>entièrement</a:t>
            </a:r>
            <a:r>
              <a:rPr sz="1300" spc="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991B1B"/>
                </a:solidFill>
                <a:latin typeface="Arial"/>
                <a:cs typeface="Arial"/>
              </a:rPr>
              <a:t>de</a:t>
            </a:r>
            <a:r>
              <a:rPr sz="1300" spc="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991B1B"/>
                </a:solidFill>
                <a:latin typeface="Arial"/>
                <a:cs typeface="Arial"/>
              </a:rPr>
              <a:t>la</a:t>
            </a:r>
            <a:r>
              <a:rPr sz="1300" spc="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1B1B"/>
                </a:solidFill>
                <a:latin typeface="Arial"/>
                <a:cs typeface="Arial"/>
              </a:rPr>
              <a:t>méthode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equals()</a:t>
            </a:r>
            <a:r>
              <a:rPr sz="1300" dirty="0">
                <a:solidFill>
                  <a:srgbClr val="991B1B"/>
                </a:solidFill>
                <a:latin typeface="Arial"/>
                <a:cs typeface="Arial"/>
              </a:rPr>
              <a:t>.</a:t>
            </a:r>
            <a:r>
              <a:rPr sz="1300" spc="-9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105" dirty="0">
                <a:solidFill>
                  <a:srgbClr val="991B1B"/>
                </a:solidFill>
                <a:latin typeface="Arial"/>
                <a:cs typeface="Arial"/>
              </a:rPr>
              <a:t>Sans</a:t>
            </a:r>
            <a:r>
              <a:rPr sz="1300" spc="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1B1B"/>
                </a:solidFill>
                <a:latin typeface="Arial"/>
                <a:cs typeface="Arial"/>
              </a:rPr>
              <a:t>redéfinition</a:t>
            </a:r>
            <a:r>
              <a:rPr sz="1300" spc="-4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1B1B"/>
                </a:solidFill>
                <a:latin typeface="Arial"/>
                <a:cs typeface="Arial"/>
              </a:rPr>
              <a:t>(override),</a:t>
            </a:r>
            <a:r>
              <a:rPr sz="130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1B1B"/>
                </a:solidFill>
                <a:latin typeface="Arial"/>
                <a:cs typeface="Arial"/>
              </a:rPr>
              <a:t>Java</a:t>
            </a:r>
            <a:r>
              <a:rPr sz="1300" spc="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1B1B"/>
                </a:solidFill>
                <a:latin typeface="Arial"/>
                <a:cs typeface="Arial"/>
              </a:rPr>
              <a:t>compare</a:t>
            </a:r>
            <a:r>
              <a:rPr sz="1300" spc="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1B1B"/>
                </a:solidFill>
                <a:latin typeface="Arial"/>
                <a:cs typeface="Arial"/>
              </a:rPr>
              <a:t>les</a:t>
            </a:r>
            <a:r>
              <a:rPr sz="1300" spc="1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1B1B"/>
                </a:solidFill>
                <a:latin typeface="Arial"/>
                <a:cs typeface="Arial"/>
              </a:rPr>
              <a:t>références</a:t>
            </a:r>
            <a:r>
              <a:rPr sz="1300" spc="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1B1B"/>
                </a:solidFill>
                <a:latin typeface="Arial"/>
                <a:cs typeface="Arial"/>
              </a:rPr>
              <a:t>mémoire,</a:t>
            </a:r>
            <a:r>
              <a:rPr sz="130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1B1B"/>
                </a:solidFill>
                <a:latin typeface="Arial"/>
                <a:cs typeface="Arial"/>
              </a:rPr>
              <a:t>ce</a:t>
            </a:r>
            <a:r>
              <a:rPr sz="1300" spc="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1B1B"/>
                </a:solidFill>
                <a:latin typeface="Arial"/>
                <a:cs typeface="Arial"/>
              </a:rPr>
              <a:t>qui</a:t>
            </a:r>
            <a:r>
              <a:rPr sz="1300" spc="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1B1B"/>
                </a:solidFill>
                <a:latin typeface="Arial"/>
                <a:cs typeface="Arial"/>
              </a:rPr>
              <a:t>donne</a:t>
            </a:r>
            <a:r>
              <a:rPr sz="1300" spc="1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1B1B"/>
                </a:solidFill>
                <a:latin typeface="Arial"/>
                <a:cs typeface="Arial"/>
              </a:rPr>
              <a:t>souvent</a:t>
            </a:r>
            <a:r>
              <a:rPr sz="1300" spc="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1B1B"/>
                </a:solidFill>
                <a:latin typeface="Monaco"/>
                <a:cs typeface="Monaco"/>
              </a:rPr>
              <a:t>false</a:t>
            </a:r>
            <a:r>
              <a:rPr sz="1100" spc="-130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300" spc="-25" dirty="0">
                <a:solidFill>
                  <a:srgbClr val="991B1B"/>
                </a:solidFill>
                <a:latin typeface="Arial"/>
                <a:cs typeface="Arial"/>
              </a:rPr>
              <a:t>de </a:t>
            </a:r>
            <a:r>
              <a:rPr sz="1300" spc="-60" dirty="0">
                <a:solidFill>
                  <a:srgbClr val="991B1B"/>
                </a:solidFill>
                <a:latin typeface="Arial"/>
                <a:cs typeface="Arial"/>
              </a:rPr>
              <a:t>manière</a:t>
            </a:r>
            <a:r>
              <a:rPr sz="1300" spc="-2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1B1B"/>
                </a:solidFill>
                <a:latin typeface="Arial"/>
                <a:cs typeface="Arial"/>
              </a:rPr>
              <a:t>inattendue</a:t>
            </a:r>
            <a:r>
              <a:rPr sz="1300" spc="-1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1B1B"/>
                </a:solidFill>
                <a:latin typeface="Arial"/>
                <a:cs typeface="Arial"/>
              </a:rPr>
              <a:t>!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37360" y="1661160"/>
            <a:ext cx="8717280" cy="3127375"/>
            <a:chOff x="1737360" y="1661160"/>
            <a:chExt cx="8717280" cy="3127375"/>
          </a:xfrm>
        </p:grpSpPr>
        <p:sp>
          <p:nvSpPr>
            <p:cNvPr id="10" name="object 10"/>
            <p:cNvSpPr/>
            <p:nvPr/>
          </p:nvSpPr>
          <p:spPr>
            <a:xfrm>
              <a:off x="1737360" y="1661160"/>
              <a:ext cx="8717280" cy="3127375"/>
            </a:xfrm>
            <a:custGeom>
              <a:avLst/>
              <a:gdLst/>
              <a:ahLst/>
              <a:cxnLst/>
              <a:rect l="l" t="t" r="r" b="b"/>
              <a:pathLst>
                <a:path w="8717280" h="3127375">
                  <a:moveTo>
                    <a:pt x="8717280" y="3127248"/>
                  </a:moveTo>
                  <a:lnTo>
                    <a:pt x="0" y="3127248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3814"/>
                  </a:lnTo>
                  <a:lnTo>
                    <a:pt x="129539" y="43814"/>
                  </a:lnTo>
                  <a:lnTo>
                    <a:pt x="120037" y="44686"/>
                  </a:lnTo>
                  <a:lnTo>
                    <a:pt x="85402" y="73157"/>
                  </a:lnTo>
                  <a:lnTo>
                    <a:pt x="81914" y="91439"/>
                  </a:lnTo>
                  <a:lnTo>
                    <a:pt x="81914" y="2958464"/>
                  </a:lnTo>
                  <a:lnTo>
                    <a:pt x="103199" y="2998243"/>
                  </a:lnTo>
                  <a:lnTo>
                    <a:pt x="129539" y="3006089"/>
                  </a:lnTo>
                  <a:lnTo>
                    <a:pt x="8717280" y="3006089"/>
                  </a:lnTo>
                  <a:lnTo>
                    <a:pt x="8717280" y="3127248"/>
                  </a:lnTo>
                  <a:close/>
                </a:path>
                <a:path w="8717280" h="3127375">
                  <a:moveTo>
                    <a:pt x="8717280" y="3006089"/>
                  </a:moveTo>
                  <a:lnTo>
                    <a:pt x="8587739" y="3006089"/>
                  </a:lnTo>
                  <a:lnTo>
                    <a:pt x="8597241" y="3005217"/>
                  </a:lnTo>
                  <a:lnTo>
                    <a:pt x="8606022" y="3002602"/>
                  </a:lnTo>
                  <a:lnTo>
                    <a:pt x="8634492" y="2967967"/>
                  </a:lnTo>
                  <a:lnTo>
                    <a:pt x="8635364" y="2958464"/>
                  </a:lnTo>
                  <a:lnTo>
                    <a:pt x="8635364" y="91439"/>
                  </a:lnTo>
                  <a:lnTo>
                    <a:pt x="8614080" y="51661"/>
                  </a:lnTo>
                  <a:lnTo>
                    <a:pt x="8587739" y="43814"/>
                  </a:lnTo>
                  <a:lnTo>
                    <a:pt x="8717280" y="43814"/>
                  </a:lnTo>
                  <a:lnTo>
                    <a:pt x="8717280" y="300608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8799" y="1695449"/>
              <a:ext cx="8553450" cy="2981325"/>
            </a:xfrm>
            <a:custGeom>
              <a:avLst/>
              <a:gdLst/>
              <a:ahLst/>
              <a:cxnLst/>
              <a:rect l="l" t="t" r="r" b="b"/>
              <a:pathLst>
                <a:path w="8553450" h="2981325">
                  <a:moveTo>
                    <a:pt x="8500051" y="2981324"/>
                  </a:moveTo>
                  <a:lnTo>
                    <a:pt x="33047" y="2981324"/>
                  </a:lnTo>
                  <a:lnTo>
                    <a:pt x="28187" y="2979874"/>
                  </a:lnTo>
                  <a:lnTo>
                    <a:pt x="966" y="2939043"/>
                  </a:lnTo>
                  <a:lnTo>
                    <a:pt x="0" y="2931753"/>
                  </a:lnTo>
                  <a:lnTo>
                    <a:pt x="0" y="292417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2927927"/>
                  </a:lnTo>
                  <a:lnTo>
                    <a:pt x="8534055" y="2967239"/>
                  </a:lnTo>
                  <a:lnTo>
                    <a:pt x="8503768" y="2980958"/>
                  </a:lnTo>
                  <a:lnTo>
                    <a:pt x="8500051" y="29813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09749" y="1695449"/>
              <a:ext cx="52069" cy="2981325"/>
            </a:xfrm>
            <a:custGeom>
              <a:avLst/>
              <a:gdLst/>
              <a:ahLst/>
              <a:cxnLst/>
              <a:rect l="l" t="t" r="r" b="b"/>
              <a:pathLst>
                <a:path w="52069" h="2981325">
                  <a:moveTo>
                    <a:pt x="51889" y="2981324"/>
                  </a:moveTo>
                  <a:lnTo>
                    <a:pt x="49571" y="2981324"/>
                  </a:lnTo>
                  <a:lnTo>
                    <a:pt x="42281" y="2979874"/>
                  </a:lnTo>
                  <a:lnTo>
                    <a:pt x="7250" y="2953045"/>
                  </a:lnTo>
                  <a:lnTo>
                    <a:pt x="0" y="2931754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2924174"/>
                  </a:lnTo>
                  <a:lnTo>
                    <a:pt x="43679" y="2964585"/>
                  </a:lnTo>
                  <a:lnTo>
                    <a:pt x="47399" y="2975744"/>
                  </a:lnTo>
                  <a:lnTo>
                    <a:pt x="51889" y="29813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115095" y="1843924"/>
            <a:ext cx="6558280" cy="26352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78460" indent="-292735">
              <a:lnSpc>
                <a:spcPct val="100000"/>
              </a:lnSpc>
              <a:spcBef>
                <a:spcPts val="28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5" dirty="0">
                <a:solidFill>
                  <a:srgbClr val="94A2B8"/>
                </a:solidFill>
                <a:latin typeface="Times New Roman"/>
                <a:cs typeface="Times New Roman"/>
              </a:rPr>
              <a:t>Supprimer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80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04165" algn="l"/>
                <a:tab pos="304800" algn="l"/>
                <a:tab pos="3350260" algn="l"/>
              </a:tabLst>
            </a:pPr>
            <a:r>
              <a:rPr sz="1000" b="1" spc="110" dirty="0">
                <a:solidFill>
                  <a:srgbClr val="2562EB"/>
                </a:solidFill>
                <a:latin typeface="Times New Roman"/>
                <a:cs typeface="Times New Roman"/>
              </a:rPr>
              <a:t>Etudiant</a:t>
            </a:r>
            <a:r>
              <a:rPr sz="1000" b="1" spc="33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removed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remove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(0);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index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(retourne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l'élément)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05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04165" algn="l"/>
                <a:tab pos="304800" algn="l"/>
                <a:tab pos="3498850" algn="l"/>
              </a:tabLst>
            </a:pPr>
            <a:r>
              <a:rPr sz="1000" b="1" spc="105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isRemoved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remove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(e1);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objet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0" dirty="0">
                <a:solidFill>
                  <a:srgbClr val="94A2B8"/>
                </a:solidFill>
                <a:latin typeface="Times New Roman"/>
                <a:cs typeface="Times New Roman"/>
              </a:rPr>
              <a:t>(utilise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equals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!)</a:t>
            </a:r>
            <a:endParaRPr sz="11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229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5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Chercher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80"/>
              </a:spcBef>
              <a:buClr>
                <a:srgbClr val="CBD5E1"/>
              </a:buClr>
              <a:buSzPct val="105000"/>
              <a:buFont typeface="Times New Roman"/>
              <a:buAutoNum type="arabicPlain" startAt="5"/>
              <a:tabLst>
                <a:tab pos="304165" algn="l"/>
                <a:tab pos="304800" algn="l"/>
                <a:tab pos="3498850" algn="l"/>
              </a:tabLst>
            </a:pPr>
            <a:r>
              <a:rPr sz="1000" b="1" spc="105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1000" b="1" spc="33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present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5" dirty="0">
                <a:solidFill>
                  <a:srgbClr val="DA2677"/>
                </a:solidFill>
                <a:latin typeface="Times New Roman"/>
                <a:cs typeface="Times New Roman"/>
              </a:rPr>
              <a:t>contains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(e1);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true/false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0" dirty="0">
                <a:solidFill>
                  <a:srgbClr val="94A2B8"/>
                </a:solidFill>
                <a:latin typeface="Times New Roman"/>
                <a:cs typeface="Times New Roman"/>
              </a:rPr>
              <a:t>(utilise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equals)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05"/>
              </a:spcBef>
              <a:buClr>
                <a:srgbClr val="CBD5E1"/>
              </a:buClr>
              <a:buSzPct val="105000"/>
              <a:buFont typeface="Times New Roman"/>
              <a:buAutoNum type="arabicPlain" startAt="5"/>
              <a:tabLst>
                <a:tab pos="304165" algn="l"/>
                <a:tab pos="304800" algn="l"/>
                <a:tab pos="3201670" algn="l"/>
              </a:tabLst>
            </a:pPr>
            <a:r>
              <a:rPr sz="1000" b="1" spc="190" dirty="0">
                <a:solidFill>
                  <a:srgbClr val="2562EB"/>
                </a:solidFill>
                <a:latin typeface="Times New Roman"/>
                <a:cs typeface="Times New Roman"/>
              </a:rPr>
              <a:t>int</a:t>
            </a:r>
            <a:r>
              <a:rPr sz="1000" b="1" spc="33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position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40" dirty="0">
                <a:solidFill>
                  <a:srgbClr val="DA2677"/>
                </a:solidFill>
                <a:latin typeface="Times New Roman"/>
                <a:cs typeface="Times New Roman"/>
              </a:rPr>
              <a:t>indexOf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(e1);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premier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indice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ou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-</a:t>
            </a:r>
            <a:r>
              <a:rPr sz="11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229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8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9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Vider</a:t>
            </a:r>
            <a:endParaRPr sz="11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180"/>
              </a:spcBef>
              <a:buClr>
                <a:srgbClr val="CBD5E1"/>
              </a:buClr>
              <a:buAutoNum type="arabicPlain" startAt="9"/>
              <a:tabLst>
                <a:tab pos="304165" algn="l"/>
                <a:tab pos="304800" algn="l"/>
                <a:tab pos="1790064" algn="l"/>
              </a:tabLst>
            </a:pPr>
            <a:r>
              <a:rPr sz="1050" spc="17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75" dirty="0">
                <a:solidFill>
                  <a:srgbClr val="DA2677"/>
                </a:solidFill>
                <a:latin typeface="Times New Roman"/>
                <a:cs typeface="Times New Roman"/>
              </a:rPr>
              <a:t>clear</a:t>
            </a:r>
            <a:r>
              <a:rPr sz="1050" spc="175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supprime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tout,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size()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devient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11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40"/>
              </a:spcBef>
              <a:buClr>
                <a:srgbClr val="CBD5E1"/>
              </a:buClr>
              <a:buSzPct val="95454"/>
              <a:buFont typeface="Times New Roman"/>
              <a:buAutoNum type="arabicPlain" startAt="12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94A2B8"/>
                </a:solidFill>
                <a:latin typeface="Apple Color Emoji"/>
                <a:cs typeface="Apple Color Emoji"/>
              </a:rPr>
              <a:t>⚠</a:t>
            </a:r>
            <a:r>
              <a:rPr sz="1150" spc="-555" dirty="0">
                <a:solidFill>
                  <a:srgbClr val="94A2B8"/>
                </a:solidFill>
                <a:latin typeface="Apple Color Emoji"/>
                <a:cs typeface="Apple Color Emoji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Piège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classique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145"/>
              </a:spcBef>
              <a:buClr>
                <a:srgbClr val="CBD5E1"/>
              </a:buClr>
              <a:buSzPct val="105000"/>
              <a:buFont typeface="Times New Roman"/>
              <a:buAutoNum type="arabicPlain" startAt="12"/>
              <a:tabLst>
                <a:tab pos="304165" algn="l"/>
                <a:tab pos="304800" algn="l"/>
              </a:tabLst>
            </a:pPr>
            <a:r>
              <a:rPr sz="1000" b="1" spc="110" dirty="0">
                <a:solidFill>
                  <a:srgbClr val="2562EB"/>
                </a:solidFill>
                <a:latin typeface="Times New Roman"/>
                <a:cs typeface="Times New Roman"/>
              </a:rPr>
              <a:t>Etudiant</a:t>
            </a:r>
            <a:r>
              <a:rPr sz="100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clone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100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00" b="1" spc="105" dirty="0">
                <a:solidFill>
                  <a:srgbClr val="2562EB"/>
                </a:solidFill>
                <a:latin typeface="Times New Roman"/>
                <a:cs typeface="Times New Roman"/>
              </a:rPr>
              <a:t>Etudiant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05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16A24A"/>
                </a:solidFill>
                <a:latin typeface="Times New Roman"/>
                <a:cs typeface="Times New Roman"/>
              </a:rPr>
              <a:t>"Ndiaye"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14.5);</a:t>
            </a:r>
            <a:endParaRPr sz="105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105000"/>
              <a:buFont typeface="Times New Roman"/>
              <a:buAutoNum type="arabicPlain" startAt="12"/>
              <a:tabLst>
                <a:tab pos="304165" algn="l"/>
                <a:tab pos="304800" algn="l"/>
                <a:tab pos="3647440" algn="l"/>
              </a:tabLst>
            </a:pPr>
            <a:r>
              <a:rPr sz="1000" b="1" spc="105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exists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5" dirty="0">
                <a:solidFill>
                  <a:srgbClr val="DA2677"/>
                </a:solidFill>
                <a:latin typeface="Times New Roman"/>
                <a:cs typeface="Times New Roman"/>
              </a:rPr>
              <a:t>contains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(clone);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true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95" dirty="0">
                <a:solidFill>
                  <a:srgbClr val="94A2B8"/>
                </a:solidFill>
                <a:latin typeface="Times New Roman"/>
                <a:cs typeface="Times New Roman"/>
              </a:rPr>
              <a:t>SEULEMENT</a:t>
            </a:r>
            <a:r>
              <a:rPr sz="11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equals()</a:t>
            </a:r>
            <a:r>
              <a:rPr sz="11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est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défini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629774" y="1695449"/>
            <a:ext cx="752475" cy="238125"/>
          </a:xfrm>
          <a:custGeom>
            <a:avLst/>
            <a:gdLst/>
            <a:ahLst/>
            <a:cxnLst/>
            <a:rect l="l" t="t" r="r" b="b"/>
            <a:pathLst>
              <a:path w="752475" h="238125">
                <a:moveTo>
                  <a:pt x="752474" y="238124"/>
                </a:moveTo>
                <a:lnTo>
                  <a:pt x="53397" y="238124"/>
                </a:lnTo>
                <a:lnTo>
                  <a:pt x="14084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699077" y="0"/>
                </a:lnTo>
                <a:lnTo>
                  <a:pt x="702794" y="365"/>
                </a:lnTo>
                <a:lnTo>
                  <a:pt x="738387" y="19392"/>
                </a:lnTo>
                <a:lnTo>
                  <a:pt x="752474" y="53397"/>
                </a:lnTo>
                <a:lnTo>
                  <a:pt x="752474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708454" y="1726498"/>
            <a:ext cx="59118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70" dirty="0">
                <a:solidFill>
                  <a:srgbClr val="64738B"/>
                </a:solidFill>
                <a:latin typeface="Times New Roman"/>
                <a:cs typeface="Times New Roman"/>
              </a:rPr>
              <a:t>Main.java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7" name="object 17"/>
            <p:cNvSpPr/>
            <p:nvPr/>
          </p:nvSpPr>
          <p:spPr>
            <a:xfrm>
              <a:off x="4057649" y="6800849"/>
              <a:ext cx="8134350" cy="57150"/>
            </a:xfrm>
            <a:custGeom>
              <a:avLst/>
              <a:gdLst/>
              <a:ahLst/>
              <a:cxnLst/>
              <a:rect l="l" t="t" r="r" b="b"/>
              <a:pathLst>
                <a:path w="8134350" h="57150">
                  <a:moveTo>
                    <a:pt x="0" y="57149"/>
                  </a:moveTo>
                  <a:lnTo>
                    <a:pt x="8134349" y="57149"/>
                  </a:lnTo>
                  <a:lnTo>
                    <a:pt x="81343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800849"/>
              <a:ext cx="4057650" cy="57150"/>
            </a:xfrm>
            <a:custGeom>
              <a:avLst/>
              <a:gdLst/>
              <a:ahLst/>
              <a:cxnLst/>
              <a:rect l="l" t="t" r="r" b="b"/>
              <a:pathLst>
                <a:path w="4057650" h="57150">
                  <a:moveTo>
                    <a:pt x="40576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4057649" y="0"/>
                  </a:lnTo>
                  <a:lnTo>
                    <a:pt x="40576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600258" y="6551215"/>
            <a:ext cx="366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19/57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515493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List</a:t>
            </a:r>
            <a:r>
              <a:rPr spc="-155" dirty="0"/>
              <a:t> </a:t>
            </a:r>
            <a:r>
              <a:rPr spc="-130" dirty="0"/>
              <a:t>:</a:t>
            </a:r>
            <a:r>
              <a:rPr spc="-155" dirty="0"/>
              <a:t> </a:t>
            </a:r>
            <a:r>
              <a:rPr spc="-170" dirty="0"/>
              <a:t>parcours</a:t>
            </a:r>
            <a:r>
              <a:rPr spc="-155" dirty="0"/>
              <a:t> </a:t>
            </a:r>
            <a:r>
              <a:rPr spc="-125" dirty="0"/>
              <a:t>for</a:t>
            </a:r>
            <a:r>
              <a:rPr spc="-155" dirty="0"/>
              <a:t> </a:t>
            </a:r>
            <a:r>
              <a:rPr spc="-165" dirty="0"/>
              <a:t>indexé</a:t>
            </a:r>
            <a:r>
              <a:rPr spc="-155" dirty="0"/>
              <a:t> </a:t>
            </a:r>
            <a:r>
              <a:rPr spc="-150" dirty="0"/>
              <a:t>vs</a:t>
            </a:r>
            <a:r>
              <a:rPr spc="-155" dirty="0"/>
              <a:t> </a:t>
            </a:r>
            <a:r>
              <a:rPr spc="-70" dirty="0"/>
              <a:t>for-</a:t>
            </a:r>
            <a:r>
              <a:rPr spc="-80" dirty="0"/>
              <a:t>each</a:t>
            </a:r>
          </a:p>
        </p:txBody>
      </p:sp>
      <p:sp>
        <p:nvSpPr>
          <p:cNvPr id="3" name="object 3"/>
          <p:cNvSpPr/>
          <p:nvPr/>
        </p:nvSpPr>
        <p:spPr>
          <a:xfrm>
            <a:off x="380999" y="1514474"/>
            <a:ext cx="5572125" cy="19050"/>
          </a:xfrm>
          <a:custGeom>
            <a:avLst/>
            <a:gdLst/>
            <a:ahLst/>
            <a:cxnLst/>
            <a:rect l="l" t="t" r="r" b="b"/>
            <a:pathLst>
              <a:path w="5572125" h="19050">
                <a:moveTo>
                  <a:pt x="5572124" y="19049"/>
                </a:moveTo>
                <a:lnTo>
                  <a:pt x="0" y="19049"/>
                </a:lnTo>
                <a:lnTo>
                  <a:pt x="0" y="0"/>
                </a:lnTo>
                <a:lnTo>
                  <a:pt x="5572124" y="0"/>
                </a:lnTo>
                <a:lnTo>
                  <a:pt x="5572124" y="1904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80999" y="1076324"/>
            <a:ext cx="342900" cy="342900"/>
            <a:chOff x="380999" y="1076324"/>
            <a:chExt cx="342900" cy="342900"/>
          </a:xfrm>
        </p:grpSpPr>
        <p:sp>
          <p:nvSpPr>
            <p:cNvPr id="5" name="object 5"/>
            <p:cNvSpPr/>
            <p:nvPr/>
          </p:nvSpPr>
          <p:spPr>
            <a:xfrm>
              <a:off x="380999" y="10763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89502" y="342899"/>
                  </a:moveTo>
                  <a:lnTo>
                    <a:pt x="53397" y="342899"/>
                  </a:lnTo>
                  <a:lnTo>
                    <a:pt x="49681" y="342533"/>
                  </a:lnTo>
                  <a:lnTo>
                    <a:pt x="14085" y="323507"/>
                  </a:lnTo>
                  <a:lnTo>
                    <a:pt x="0" y="289502"/>
                  </a:lnTo>
                  <a:lnTo>
                    <a:pt x="0" y="28574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289502" y="0"/>
                  </a:lnTo>
                  <a:lnTo>
                    <a:pt x="328814" y="19392"/>
                  </a:lnTo>
                  <a:lnTo>
                    <a:pt x="342899" y="53397"/>
                  </a:lnTo>
                  <a:lnTo>
                    <a:pt x="342899" y="289502"/>
                  </a:lnTo>
                  <a:lnTo>
                    <a:pt x="323507" y="328814"/>
                  </a:lnTo>
                  <a:lnTo>
                    <a:pt x="293218" y="342533"/>
                  </a:lnTo>
                  <a:lnTo>
                    <a:pt x="289502" y="3428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99" y="1158874"/>
              <a:ext cx="190500" cy="1682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06449" y="1103510"/>
            <a:ext cx="174815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40" dirty="0">
                <a:solidFill>
                  <a:srgbClr val="334054"/>
                </a:solidFill>
                <a:latin typeface="Arial"/>
                <a:cs typeface="Arial"/>
              </a:rPr>
              <a:t>1.</a:t>
            </a:r>
            <a:r>
              <a:rPr sz="1550" b="1" spc="-1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20" dirty="0">
                <a:solidFill>
                  <a:srgbClr val="334054"/>
                </a:solidFill>
                <a:latin typeface="Arial"/>
                <a:cs typeface="Arial"/>
              </a:rPr>
              <a:t>Boucle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70" dirty="0">
                <a:solidFill>
                  <a:srgbClr val="334054"/>
                </a:solidFill>
                <a:latin typeface="Arial"/>
                <a:cs typeface="Arial"/>
              </a:rPr>
              <a:t>for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75" dirty="0">
                <a:solidFill>
                  <a:srgbClr val="334054"/>
                </a:solidFill>
                <a:latin typeface="Arial"/>
                <a:cs typeface="Arial"/>
              </a:rPr>
              <a:t>indexée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7848" y="1642872"/>
            <a:ext cx="5718175" cy="3898900"/>
            <a:chOff x="307848" y="1642872"/>
            <a:chExt cx="5718175" cy="3898900"/>
          </a:xfrm>
        </p:grpSpPr>
        <p:sp>
          <p:nvSpPr>
            <p:cNvPr id="9" name="object 9"/>
            <p:cNvSpPr/>
            <p:nvPr/>
          </p:nvSpPr>
          <p:spPr>
            <a:xfrm>
              <a:off x="307848" y="1642872"/>
              <a:ext cx="5718175" cy="3898900"/>
            </a:xfrm>
            <a:custGeom>
              <a:avLst/>
              <a:gdLst/>
              <a:ahLst/>
              <a:cxnLst/>
              <a:rect l="l" t="t" r="r" b="b"/>
              <a:pathLst>
                <a:path w="5718175" h="3898900">
                  <a:moveTo>
                    <a:pt x="5718048" y="3898392"/>
                  </a:moveTo>
                  <a:lnTo>
                    <a:pt x="0" y="3898392"/>
                  </a:lnTo>
                  <a:lnTo>
                    <a:pt x="0" y="0"/>
                  </a:lnTo>
                  <a:lnTo>
                    <a:pt x="5718048" y="0"/>
                  </a:lnTo>
                  <a:lnTo>
                    <a:pt x="5718048" y="43052"/>
                  </a:lnTo>
                  <a:lnTo>
                    <a:pt x="130301" y="43052"/>
                  </a:lnTo>
                  <a:lnTo>
                    <a:pt x="120799" y="43924"/>
                  </a:lnTo>
                  <a:lnTo>
                    <a:pt x="86164" y="72395"/>
                  </a:lnTo>
                  <a:lnTo>
                    <a:pt x="82676" y="90677"/>
                  </a:lnTo>
                  <a:lnTo>
                    <a:pt x="82676" y="3729227"/>
                  </a:lnTo>
                  <a:lnTo>
                    <a:pt x="103961" y="3769006"/>
                  </a:lnTo>
                  <a:lnTo>
                    <a:pt x="130301" y="3776852"/>
                  </a:lnTo>
                  <a:lnTo>
                    <a:pt x="5718048" y="3776852"/>
                  </a:lnTo>
                  <a:lnTo>
                    <a:pt x="5718048" y="3898392"/>
                  </a:lnTo>
                  <a:close/>
                </a:path>
                <a:path w="5718175" h="3898900">
                  <a:moveTo>
                    <a:pt x="5718048" y="3776852"/>
                  </a:moveTo>
                  <a:lnTo>
                    <a:pt x="5588126" y="3776852"/>
                  </a:lnTo>
                  <a:lnTo>
                    <a:pt x="5597628" y="3775980"/>
                  </a:lnTo>
                  <a:lnTo>
                    <a:pt x="5606408" y="3773365"/>
                  </a:lnTo>
                  <a:lnTo>
                    <a:pt x="5634879" y="3738729"/>
                  </a:lnTo>
                  <a:lnTo>
                    <a:pt x="5635751" y="3729227"/>
                  </a:lnTo>
                  <a:lnTo>
                    <a:pt x="5635751" y="90677"/>
                  </a:lnTo>
                  <a:lnTo>
                    <a:pt x="5614466" y="50899"/>
                  </a:lnTo>
                  <a:lnTo>
                    <a:pt x="5588126" y="43052"/>
                  </a:lnTo>
                  <a:lnTo>
                    <a:pt x="5718048" y="43052"/>
                  </a:lnTo>
                  <a:lnTo>
                    <a:pt x="5718048" y="377685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0049" y="1676399"/>
              <a:ext cx="5553075" cy="3752850"/>
            </a:xfrm>
            <a:custGeom>
              <a:avLst/>
              <a:gdLst/>
              <a:ahLst/>
              <a:cxnLst/>
              <a:rect l="l" t="t" r="r" b="b"/>
              <a:pathLst>
                <a:path w="5553075" h="3752850">
                  <a:moveTo>
                    <a:pt x="5499677" y="3752849"/>
                  </a:moveTo>
                  <a:lnTo>
                    <a:pt x="33047" y="3752849"/>
                  </a:lnTo>
                  <a:lnTo>
                    <a:pt x="4833" y="3724571"/>
                  </a:lnTo>
                  <a:lnTo>
                    <a:pt x="0" y="3703278"/>
                  </a:lnTo>
                  <a:lnTo>
                    <a:pt x="0" y="369569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499677" y="0"/>
                  </a:lnTo>
                  <a:lnTo>
                    <a:pt x="5538988" y="19392"/>
                  </a:lnTo>
                  <a:lnTo>
                    <a:pt x="5553074" y="53397"/>
                  </a:lnTo>
                  <a:lnTo>
                    <a:pt x="5553074" y="3699452"/>
                  </a:lnTo>
                  <a:lnTo>
                    <a:pt x="5533682" y="3738763"/>
                  </a:lnTo>
                  <a:lnTo>
                    <a:pt x="5503393" y="3752483"/>
                  </a:lnTo>
                  <a:lnTo>
                    <a:pt x="5499677" y="37528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0999" y="1676399"/>
              <a:ext cx="52069" cy="3752850"/>
            </a:xfrm>
            <a:custGeom>
              <a:avLst/>
              <a:gdLst/>
              <a:ahLst/>
              <a:cxnLst/>
              <a:rect l="l" t="t" r="r" b="b"/>
              <a:pathLst>
                <a:path w="52070" h="3752850">
                  <a:moveTo>
                    <a:pt x="51889" y="3752849"/>
                  </a:moveTo>
                  <a:lnTo>
                    <a:pt x="49571" y="3752849"/>
                  </a:lnTo>
                  <a:lnTo>
                    <a:pt x="42281" y="3751399"/>
                  </a:lnTo>
                  <a:lnTo>
                    <a:pt x="7250" y="3724570"/>
                  </a:lnTo>
                  <a:lnTo>
                    <a:pt x="0" y="370327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695699"/>
                  </a:lnTo>
                  <a:lnTo>
                    <a:pt x="43679" y="3736110"/>
                  </a:lnTo>
                  <a:lnTo>
                    <a:pt x="47399" y="3747269"/>
                  </a:lnTo>
                  <a:lnTo>
                    <a:pt x="51889" y="37528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83734" y="3263149"/>
            <a:ext cx="2105660" cy="4064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Possible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modifier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case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25" dirty="0">
                <a:solidFill>
                  <a:srgbClr val="94A2B8"/>
                </a:solidFill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  <a:tabLst>
                <a:tab pos="157226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etudiants.set(i,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	</a:t>
            </a:r>
            <a:r>
              <a:rPr sz="1100" i="1" spc="220" dirty="0">
                <a:solidFill>
                  <a:srgbClr val="94A2B8"/>
                </a:solidFill>
                <a:latin typeface="Times New Roman"/>
                <a:cs typeface="Times New Roman"/>
              </a:rPr>
              <a:t>.);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4015" y="1772242"/>
            <a:ext cx="3515995" cy="20777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07340" indent="-233045">
              <a:lnSpc>
                <a:spcPct val="100000"/>
              </a:lnSpc>
              <a:spcBef>
                <a:spcPts val="320"/>
              </a:spcBef>
              <a:buClr>
                <a:srgbClr val="CBD5E1"/>
              </a:buClr>
              <a:buSzPct val="81818"/>
              <a:buFont typeface="Times New Roman"/>
              <a:buAutoNum type="arabicPlain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Accès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position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0" dirty="0">
                <a:solidFill>
                  <a:srgbClr val="94A2B8"/>
                </a:solidFill>
                <a:latin typeface="Times New Roman"/>
                <a:cs typeface="Times New Roman"/>
              </a:rPr>
              <a:t>(i)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90000"/>
              <a:buFont typeface="Times New Roman"/>
              <a:buAutoNum type="arabicPlain"/>
              <a:tabLst>
                <a:tab pos="234315" algn="l"/>
              </a:tabLst>
            </a:pPr>
            <a:r>
              <a:rPr sz="1000" b="1" spc="155" dirty="0">
                <a:solidFill>
                  <a:srgbClr val="2562EB"/>
                </a:solidFill>
                <a:latin typeface="Times New Roman"/>
                <a:cs typeface="Times New Roman"/>
              </a:rPr>
              <a:t>for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00" b="1" spc="200" dirty="0">
                <a:solidFill>
                  <a:srgbClr val="2562EB"/>
                </a:solidFill>
                <a:latin typeface="Times New Roman"/>
                <a:cs typeface="Times New Roman"/>
              </a:rPr>
              <a:t>int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i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70" dirty="0">
                <a:solidFill>
                  <a:srgbClr val="0890B1"/>
                </a:solidFill>
                <a:latin typeface="Times New Roman"/>
                <a:cs typeface="Times New Roman"/>
              </a:rPr>
              <a:t>0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i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9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90" dirty="0">
                <a:solidFill>
                  <a:srgbClr val="334054"/>
                </a:solidFill>
                <a:latin typeface="Times New Roman"/>
                <a:cs typeface="Times New Roman"/>
              </a:rPr>
              <a:t>etudiants.size();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i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4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07975" indent="-233679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85714"/>
              <a:buAutoNum type="arabicPlain"/>
              <a:tabLst>
                <a:tab pos="307975" algn="l"/>
                <a:tab pos="308610" algn="l"/>
              </a:tabLst>
            </a:pP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2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etudiants.get(i);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90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4</a:t>
            </a:r>
            <a:endParaRPr sz="900">
              <a:latin typeface="Times New Roman"/>
              <a:cs typeface="Times New Roman"/>
            </a:endParaRPr>
          </a:p>
          <a:p>
            <a:pPr marL="307975" indent="-233679">
              <a:lnSpc>
                <a:spcPct val="100000"/>
              </a:lnSpc>
              <a:spcBef>
                <a:spcPts val="195"/>
              </a:spcBef>
              <a:buClr>
                <a:srgbClr val="CBD5E1"/>
              </a:buClr>
              <a:buSzPct val="85714"/>
              <a:buAutoNum type="arabicPlain" startAt="5"/>
              <a:tabLst>
                <a:tab pos="307975" algn="l"/>
                <a:tab pos="308610" algn="l"/>
              </a:tabLst>
            </a:pP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.out.println(</a:t>
            </a:r>
            <a:endParaRPr sz="105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85714"/>
              <a:buAutoNum type="arabicPlain" startAt="5"/>
              <a:tabLst>
                <a:tab pos="307340" algn="l"/>
                <a:tab pos="308610" algn="l"/>
              </a:tabLst>
            </a:pP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i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35" dirty="0">
                <a:solidFill>
                  <a:srgbClr val="16A24A"/>
                </a:solidFill>
                <a:latin typeface="Times New Roman"/>
                <a:cs typeface="Times New Roman"/>
              </a:rPr>
              <a:t>".</a:t>
            </a:r>
            <a:r>
              <a:rPr sz="1050" spc="32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1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e.getNom()</a:t>
            </a:r>
            <a:endParaRPr sz="105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85714"/>
              <a:buAutoNum type="arabicPlain" startAt="5"/>
              <a:tabLst>
                <a:tab pos="307340" algn="l"/>
                <a:tab pos="308610" algn="l"/>
              </a:tabLst>
            </a:pPr>
            <a:r>
              <a:rPr sz="1050" spc="235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90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8</a:t>
            </a:r>
            <a:endParaRPr sz="9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9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00" spc="-25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CBD5E1"/>
                </a:solidFill>
                <a:latin typeface="Times New Roman"/>
                <a:cs typeface="Times New Roman"/>
              </a:rPr>
              <a:t>11</a:t>
            </a:r>
            <a:r>
              <a:rPr sz="900" spc="195" dirty="0">
                <a:solidFill>
                  <a:srgbClr val="CBD5E1"/>
                </a:solidFill>
                <a:latin typeface="Times New Roman"/>
                <a:cs typeface="Times New Roman"/>
              </a:rPr>
              <a:t> 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0999" y="5572124"/>
            <a:ext cx="1447800" cy="266700"/>
            <a:chOff x="380999" y="5572124"/>
            <a:chExt cx="1447800" cy="266700"/>
          </a:xfrm>
        </p:grpSpPr>
        <p:sp>
          <p:nvSpPr>
            <p:cNvPr id="15" name="object 15"/>
            <p:cNvSpPr/>
            <p:nvPr/>
          </p:nvSpPr>
          <p:spPr>
            <a:xfrm>
              <a:off x="385762" y="5576887"/>
              <a:ext cx="1438275" cy="257175"/>
            </a:xfrm>
            <a:custGeom>
              <a:avLst/>
              <a:gdLst/>
              <a:ahLst/>
              <a:cxnLst/>
              <a:rect l="l" t="t" r="r" b="b"/>
              <a:pathLst>
                <a:path w="1438275" h="257175">
                  <a:moveTo>
                    <a:pt x="1409358" y="257174"/>
                  </a:moveTo>
                  <a:lnTo>
                    <a:pt x="28916" y="257174"/>
                  </a:lnTo>
                  <a:lnTo>
                    <a:pt x="24664" y="256328"/>
                  </a:lnTo>
                  <a:lnTo>
                    <a:pt x="0" y="228257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409358" y="0"/>
                  </a:lnTo>
                  <a:lnTo>
                    <a:pt x="1438274" y="28916"/>
                  </a:lnTo>
                  <a:lnTo>
                    <a:pt x="1438274" y="228257"/>
                  </a:lnTo>
                  <a:lnTo>
                    <a:pt x="1413610" y="256328"/>
                  </a:lnTo>
                  <a:lnTo>
                    <a:pt x="1409358" y="25717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5762" y="5576887"/>
              <a:ext cx="1438275" cy="257175"/>
            </a:xfrm>
            <a:custGeom>
              <a:avLst/>
              <a:gdLst/>
              <a:ahLst/>
              <a:cxnLst/>
              <a:rect l="l" t="t" r="r" b="b"/>
              <a:pathLst>
                <a:path w="1438275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8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404937" y="0"/>
                  </a:lnTo>
                  <a:lnTo>
                    <a:pt x="1409358" y="0"/>
                  </a:lnTo>
                  <a:lnTo>
                    <a:pt x="1413610" y="845"/>
                  </a:lnTo>
                  <a:lnTo>
                    <a:pt x="1438274" y="33337"/>
                  </a:lnTo>
                  <a:lnTo>
                    <a:pt x="1438274" y="223837"/>
                  </a:lnTo>
                  <a:lnTo>
                    <a:pt x="1417694" y="254636"/>
                  </a:lnTo>
                  <a:lnTo>
                    <a:pt x="1413610" y="256328"/>
                  </a:lnTo>
                  <a:lnTo>
                    <a:pt x="1409358" y="257174"/>
                  </a:lnTo>
                  <a:lnTo>
                    <a:pt x="1404937" y="257174"/>
                  </a:lnTo>
                  <a:lnTo>
                    <a:pt x="33337" y="257174"/>
                  </a:lnTo>
                  <a:lnTo>
                    <a:pt x="28916" y="257174"/>
                  </a:lnTo>
                  <a:lnTo>
                    <a:pt x="24664" y="256328"/>
                  </a:lnTo>
                  <a:lnTo>
                    <a:pt x="20579" y="254636"/>
                  </a:lnTo>
                  <a:lnTo>
                    <a:pt x="16495" y="252945"/>
                  </a:lnTo>
                  <a:lnTo>
                    <a:pt x="0" y="228257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8299" y="5598715"/>
            <a:ext cx="3582670" cy="8743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90"/>
              </a:spcBef>
            </a:pPr>
            <a:r>
              <a:rPr sz="1050" b="1" spc="-70" dirty="0">
                <a:solidFill>
                  <a:srgbClr val="1D40AF"/>
                </a:solidFill>
                <a:latin typeface="Arial"/>
                <a:cs typeface="Arial"/>
              </a:rPr>
              <a:t>QUAND</a:t>
            </a:r>
            <a:r>
              <a:rPr sz="1050" b="1" spc="2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050" b="1" spc="-60" dirty="0">
                <a:solidFill>
                  <a:srgbClr val="1D40AF"/>
                </a:solidFill>
                <a:latin typeface="Arial"/>
                <a:cs typeface="Arial"/>
              </a:rPr>
              <a:t>L'UTILISER</a:t>
            </a:r>
            <a:r>
              <a:rPr sz="1050" b="1" spc="2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1D40AF"/>
                </a:solidFill>
                <a:latin typeface="Arial"/>
                <a:cs typeface="Arial"/>
              </a:rPr>
              <a:t>?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buChar char="•"/>
              <a:tabLst>
                <a:tab pos="125730" algn="l"/>
              </a:tabLst>
            </a:pPr>
            <a:r>
              <a:rPr sz="1200" spc="-80" dirty="0">
                <a:solidFill>
                  <a:srgbClr val="465469"/>
                </a:solidFill>
                <a:latin typeface="Arial"/>
                <a:cs typeface="Arial"/>
              </a:rPr>
              <a:t>Si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465469"/>
                </a:solidFill>
                <a:latin typeface="Arial"/>
                <a:cs typeface="Arial"/>
              </a:rPr>
              <a:t>avez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besoin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connaître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465469"/>
                </a:solidFill>
                <a:latin typeface="Arial"/>
                <a:cs typeface="Arial"/>
              </a:rPr>
              <a:t>position</a:t>
            </a:r>
            <a:r>
              <a:rPr sz="1200" b="1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(index).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ts val="1430"/>
              </a:lnSpc>
              <a:spcBef>
                <a:spcPts val="60"/>
              </a:spcBef>
              <a:buChar char="•"/>
              <a:tabLst>
                <a:tab pos="125730" algn="l"/>
              </a:tabLst>
            </a:pPr>
            <a:r>
              <a:rPr sz="1200" spc="-80" dirty="0">
                <a:solidFill>
                  <a:srgbClr val="465469"/>
                </a:solidFill>
                <a:latin typeface="Arial"/>
                <a:cs typeface="Arial"/>
              </a:rPr>
              <a:t>Si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sz="1200" spc="-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devez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remplacer</a:t>
            </a:r>
            <a:r>
              <a:rPr sz="1200" spc="-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élément</a:t>
            </a:r>
            <a:r>
              <a:rPr sz="1200" spc="-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sz="1200" spc="-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index</a:t>
            </a:r>
            <a:r>
              <a:rPr sz="1200" spc="-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précis.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ts val="1430"/>
              </a:lnSpc>
              <a:buChar char="•"/>
              <a:tabLst>
                <a:tab pos="125730" algn="l"/>
              </a:tabLst>
            </a:pPr>
            <a:r>
              <a:rPr sz="1200" spc="-80" dirty="0">
                <a:solidFill>
                  <a:srgbClr val="465469"/>
                </a:solidFill>
                <a:latin typeface="Arial"/>
                <a:cs typeface="Arial"/>
              </a:rPr>
              <a:t>Si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voulez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parcourir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l'envers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ou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sauts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(i+=2).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38874" y="1514474"/>
            <a:ext cx="5572125" cy="19050"/>
          </a:xfrm>
          <a:custGeom>
            <a:avLst/>
            <a:gdLst/>
            <a:ahLst/>
            <a:cxnLst/>
            <a:rect l="l" t="t" r="r" b="b"/>
            <a:pathLst>
              <a:path w="5572125" h="19050">
                <a:moveTo>
                  <a:pt x="5572124" y="19049"/>
                </a:moveTo>
                <a:lnTo>
                  <a:pt x="0" y="19049"/>
                </a:lnTo>
                <a:lnTo>
                  <a:pt x="0" y="0"/>
                </a:lnTo>
                <a:lnTo>
                  <a:pt x="5572124" y="0"/>
                </a:lnTo>
                <a:lnTo>
                  <a:pt x="5572124" y="1904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238873" y="1076324"/>
            <a:ext cx="342900" cy="342900"/>
            <a:chOff x="6238873" y="1076324"/>
            <a:chExt cx="342900" cy="342900"/>
          </a:xfrm>
        </p:grpSpPr>
        <p:sp>
          <p:nvSpPr>
            <p:cNvPr id="20" name="object 20"/>
            <p:cNvSpPr/>
            <p:nvPr/>
          </p:nvSpPr>
          <p:spPr>
            <a:xfrm>
              <a:off x="6238873" y="10763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89503" y="342899"/>
                  </a:moveTo>
                  <a:lnTo>
                    <a:pt x="53397" y="342899"/>
                  </a:lnTo>
                  <a:lnTo>
                    <a:pt x="49681" y="342533"/>
                  </a:lnTo>
                  <a:lnTo>
                    <a:pt x="14085" y="323507"/>
                  </a:lnTo>
                  <a:lnTo>
                    <a:pt x="0" y="289502"/>
                  </a:lnTo>
                  <a:lnTo>
                    <a:pt x="0" y="28574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289503" y="0"/>
                  </a:lnTo>
                  <a:lnTo>
                    <a:pt x="328814" y="19392"/>
                  </a:lnTo>
                  <a:lnTo>
                    <a:pt x="342900" y="53397"/>
                  </a:lnTo>
                  <a:lnTo>
                    <a:pt x="342900" y="289502"/>
                  </a:lnTo>
                  <a:lnTo>
                    <a:pt x="323508" y="328814"/>
                  </a:lnTo>
                  <a:lnTo>
                    <a:pt x="293219" y="342533"/>
                  </a:lnTo>
                  <a:lnTo>
                    <a:pt x="289503" y="3428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5074" y="1171574"/>
              <a:ext cx="190500" cy="14287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664325" y="1103510"/>
            <a:ext cx="285115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0" dirty="0">
                <a:solidFill>
                  <a:srgbClr val="334054"/>
                </a:solidFill>
                <a:latin typeface="Arial"/>
                <a:cs typeface="Arial"/>
              </a:rPr>
              <a:t>2.</a:t>
            </a:r>
            <a:r>
              <a:rPr sz="1550" b="1" spc="-114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20" dirty="0">
                <a:solidFill>
                  <a:srgbClr val="334054"/>
                </a:solidFill>
                <a:latin typeface="Arial"/>
                <a:cs typeface="Arial"/>
              </a:rPr>
              <a:t>Boucle</a:t>
            </a:r>
            <a:r>
              <a:rPr sz="1550" b="1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40" dirty="0">
                <a:solidFill>
                  <a:srgbClr val="334054"/>
                </a:solidFill>
                <a:latin typeface="Arial"/>
                <a:cs typeface="Arial"/>
              </a:rPr>
              <a:t>for-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each</a:t>
            </a:r>
            <a:r>
              <a:rPr sz="155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05" dirty="0">
                <a:solidFill>
                  <a:srgbClr val="334054"/>
                </a:solidFill>
                <a:latin typeface="Arial"/>
                <a:cs typeface="Arial"/>
              </a:rPr>
              <a:t>(Enhanced</a:t>
            </a:r>
            <a:r>
              <a:rPr sz="1550" b="1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334054"/>
                </a:solidFill>
                <a:latin typeface="Arial"/>
                <a:cs typeface="Arial"/>
              </a:rPr>
              <a:t>for)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66104" y="1642872"/>
            <a:ext cx="5718175" cy="3877310"/>
            <a:chOff x="6166104" y="1642872"/>
            <a:chExt cx="5718175" cy="3877310"/>
          </a:xfrm>
        </p:grpSpPr>
        <p:sp>
          <p:nvSpPr>
            <p:cNvPr id="24" name="object 24"/>
            <p:cNvSpPr/>
            <p:nvPr/>
          </p:nvSpPr>
          <p:spPr>
            <a:xfrm>
              <a:off x="6166104" y="1642872"/>
              <a:ext cx="5718175" cy="3877310"/>
            </a:xfrm>
            <a:custGeom>
              <a:avLst/>
              <a:gdLst/>
              <a:ahLst/>
              <a:cxnLst/>
              <a:rect l="l" t="t" r="r" b="b"/>
              <a:pathLst>
                <a:path w="5718175" h="3877310">
                  <a:moveTo>
                    <a:pt x="5718048" y="3877056"/>
                  </a:moveTo>
                  <a:lnTo>
                    <a:pt x="0" y="3877056"/>
                  </a:lnTo>
                  <a:lnTo>
                    <a:pt x="0" y="0"/>
                  </a:lnTo>
                  <a:lnTo>
                    <a:pt x="5718048" y="0"/>
                  </a:lnTo>
                  <a:lnTo>
                    <a:pt x="5718048" y="43052"/>
                  </a:lnTo>
                  <a:lnTo>
                    <a:pt x="129920" y="43052"/>
                  </a:lnTo>
                  <a:lnTo>
                    <a:pt x="120418" y="43924"/>
                  </a:lnTo>
                  <a:lnTo>
                    <a:pt x="85782" y="72395"/>
                  </a:lnTo>
                  <a:lnTo>
                    <a:pt x="82295" y="90677"/>
                  </a:lnTo>
                  <a:lnTo>
                    <a:pt x="82295" y="3710177"/>
                  </a:lnTo>
                  <a:lnTo>
                    <a:pt x="103580" y="3749956"/>
                  </a:lnTo>
                  <a:lnTo>
                    <a:pt x="129920" y="3757802"/>
                  </a:lnTo>
                  <a:lnTo>
                    <a:pt x="5718048" y="3757802"/>
                  </a:lnTo>
                  <a:lnTo>
                    <a:pt x="5718048" y="3877056"/>
                  </a:lnTo>
                  <a:close/>
                </a:path>
                <a:path w="5718175" h="3877310">
                  <a:moveTo>
                    <a:pt x="5718048" y="3757802"/>
                  </a:moveTo>
                  <a:lnTo>
                    <a:pt x="5587745" y="3757802"/>
                  </a:lnTo>
                  <a:lnTo>
                    <a:pt x="5597247" y="3756930"/>
                  </a:lnTo>
                  <a:lnTo>
                    <a:pt x="5606027" y="3754315"/>
                  </a:lnTo>
                  <a:lnTo>
                    <a:pt x="5634498" y="3719679"/>
                  </a:lnTo>
                  <a:lnTo>
                    <a:pt x="5635370" y="3710177"/>
                  </a:lnTo>
                  <a:lnTo>
                    <a:pt x="5635370" y="90677"/>
                  </a:lnTo>
                  <a:lnTo>
                    <a:pt x="5614085" y="50899"/>
                  </a:lnTo>
                  <a:lnTo>
                    <a:pt x="5587745" y="43052"/>
                  </a:lnTo>
                  <a:lnTo>
                    <a:pt x="5718048" y="43052"/>
                  </a:lnTo>
                  <a:lnTo>
                    <a:pt x="5718048" y="375780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57923" y="1676399"/>
              <a:ext cx="5553075" cy="3733800"/>
            </a:xfrm>
            <a:custGeom>
              <a:avLst/>
              <a:gdLst/>
              <a:ahLst/>
              <a:cxnLst/>
              <a:rect l="l" t="t" r="r" b="b"/>
              <a:pathLst>
                <a:path w="5553075" h="3733800">
                  <a:moveTo>
                    <a:pt x="5499677" y="3733799"/>
                  </a:moveTo>
                  <a:lnTo>
                    <a:pt x="33047" y="3733799"/>
                  </a:lnTo>
                  <a:lnTo>
                    <a:pt x="28187" y="3732349"/>
                  </a:lnTo>
                  <a:lnTo>
                    <a:pt x="966" y="3691517"/>
                  </a:lnTo>
                  <a:lnTo>
                    <a:pt x="0" y="3684227"/>
                  </a:lnTo>
                  <a:lnTo>
                    <a:pt x="0" y="36766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499677" y="0"/>
                  </a:lnTo>
                  <a:lnTo>
                    <a:pt x="5538989" y="19392"/>
                  </a:lnTo>
                  <a:lnTo>
                    <a:pt x="5553075" y="53397"/>
                  </a:lnTo>
                  <a:lnTo>
                    <a:pt x="5553075" y="3680402"/>
                  </a:lnTo>
                  <a:lnTo>
                    <a:pt x="5533682" y="3719713"/>
                  </a:lnTo>
                  <a:lnTo>
                    <a:pt x="5503393" y="3733433"/>
                  </a:lnTo>
                  <a:lnTo>
                    <a:pt x="5499677" y="3733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38874" y="1676399"/>
              <a:ext cx="52069" cy="3733800"/>
            </a:xfrm>
            <a:custGeom>
              <a:avLst/>
              <a:gdLst/>
              <a:ahLst/>
              <a:cxnLst/>
              <a:rect l="l" t="t" r="r" b="b"/>
              <a:pathLst>
                <a:path w="52070" h="3733800">
                  <a:moveTo>
                    <a:pt x="51889" y="3733799"/>
                  </a:moveTo>
                  <a:lnTo>
                    <a:pt x="49570" y="3733799"/>
                  </a:lnTo>
                  <a:lnTo>
                    <a:pt x="42280" y="3732349"/>
                  </a:lnTo>
                  <a:lnTo>
                    <a:pt x="7249" y="3705520"/>
                  </a:lnTo>
                  <a:lnTo>
                    <a:pt x="0" y="3684229"/>
                  </a:lnTo>
                  <a:lnTo>
                    <a:pt x="0" y="49569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51889" y="0"/>
                  </a:lnTo>
                  <a:lnTo>
                    <a:pt x="47398" y="5579"/>
                  </a:lnTo>
                  <a:lnTo>
                    <a:pt x="43678" y="16738"/>
                  </a:lnTo>
                  <a:lnTo>
                    <a:pt x="41237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676649"/>
                  </a:lnTo>
                  <a:lnTo>
                    <a:pt x="43678" y="3717060"/>
                  </a:lnTo>
                  <a:lnTo>
                    <a:pt x="47398" y="3728219"/>
                  </a:lnTo>
                  <a:lnTo>
                    <a:pt x="51889" y="3733799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841608" y="3094653"/>
            <a:ext cx="2632075" cy="575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94A2B8"/>
                </a:solidFill>
                <a:latin typeface="Apple Color Emoji"/>
                <a:cs typeface="Apple Color Emoji"/>
              </a:rPr>
              <a:t>⚠</a:t>
            </a:r>
            <a:r>
              <a:rPr sz="1150" spc="-535" dirty="0">
                <a:solidFill>
                  <a:srgbClr val="94A2B8"/>
                </a:solidFill>
                <a:latin typeface="Apple Color Emoji"/>
                <a:cs typeface="Apple Color Emoji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Pas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d'accès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à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l'index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94A2B8"/>
                </a:solidFill>
                <a:latin typeface="Apple Color Emoji"/>
                <a:cs typeface="Apple Color Emoji"/>
              </a:rPr>
              <a:t>⚠</a:t>
            </a:r>
            <a:r>
              <a:rPr sz="1150" spc="-555" dirty="0">
                <a:solidFill>
                  <a:srgbClr val="94A2B8"/>
                </a:solidFill>
                <a:latin typeface="Apple Color Emoji"/>
                <a:cs typeface="Apple Color Emoji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Interdit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supprimer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(remove)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ici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sans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0" dirty="0">
                <a:solidFill>
                  <a:srgbClr val="94A2B8"/>
                </a:solidFill>
                <a:latin typeface="Times New Roman"/>
                <a:cs typeface="Times New Roman"/>
              </a:rPr>
              <a:t>Iterator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!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71889" y="1772242"/>
            <a:ext cx="2475865" cy="20777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07340" indent="-233045">
              <a:lnSpc>
                <a:spcPct val="100000"/>
              </a:lnSpc>
              <a:spcBef>
                <a:spcPts val="320"/>
              </a:spcBef>
              <a:buClr>
                <a:srgbClr val="CBD5E1"/>
              </a:buClr>
              <a:buSzPct val="81818"/>
              <a:buFont typeface="Times New Roman"/>
              <a:buAutoNum type="arabicPlain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Lecture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séquentielle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simple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90000"/>
              <a:buFont typeface="Times New Roman"/>
              <a:buAutoNum type="arabicPlain"/>
              <a:tabLst>
                <a:tab pos="234315" algn="l"/>
              </a:tabLst>
            </a:pPr>
            <a:r>
              <a:rPr sz="1000" b="1" spc="155" dirty="0">
                <a:solidFill>
                  <a:srgbClr val="2562EB"/>
                </a:solidFill>
                <a:latin typeface="Times New Roman"/>
                <a:cs typeface="Times New Roman"/>
              </a:rPr>
              <a:t>for</a:t>
            </a:r>
            <a:r>
              <a:rPr sz="1000" b="1" spc="35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4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etudiants)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15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3</a:t>
            </a:r>
            <a:endParaRPr sz="900">
              <a:latin typeface="Times New Roman"/>
              <a:cs typeface="Times New Roman"/>
            </a:endParaRPr>
          </a:p>
          <a:p>
            <a:pPr marL="307975" indent="-233679">
              <a:lnSpc>
                <a:spcPct val="100000"/>
              </a:lnSpc>
              <a:spcBef>
                <a:spcPts val="270"/>
              </a:spcBef>
              <a:buClr>
                <a:srgbClr val="CBD5E1"/>
              </a:buClr>
              <a:buSzPct val="85714"/>
              <a:buAutoNum type="arabicPlain" startAt="4"/>
              <a:tabLst>
                <a:tab pos="307975" algn="l"/>
                <a:tab pos="308610" algn="l"/>
              </a:tabLst>
            </a:pP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.out.println(</a:t>
            </a:r>
            <a:endParaRPr sz="105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85714"/>
              <a:buAutoNum type="arabicPlain" startAt="4"/>
              <a:tabLst>
                <a:tab pos="307340" algn="l"/>
                <a:tab pos="308610" algn="l"/>
              </a:tabLst>
            </a:pP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e.getNom()</a:t>
            </a:r>
            <a:endParaRPr sz="105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85714"/>
              <a:buAutoNum type="arabicPlain" startAt="4"/>
              <a:tabLst>
                <a:tab pos="307340" algn="l"/>
                <a:tab pos="308610" algn="l"/>
              </a:tabLst>
            </a:pPr>
            <a:r>
              <a:rPr sz="1050" spc="235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15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7</a:t>
            </a:r>
            <a:endParaRPr sz="9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420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8</a:t>
            </a:r>
            <a:endParaRPr sz="9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9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00" spc="-25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CBD5E1"/>
                </a:solidFill>
                <a:latin typeface="Times New Roman"/>
                <a:cs typeface="Times New Roman"/>
              </a:rPr>
              <a:t>11</a:t>
            </a:r>
            <a:r>
              <a:rPr sz="900" spc="195" dirty="0">
                <a:solidFill>
                  <a:srgbClr val="CBD5E1"/>
                </a:solidFill>
                <a:latin typeface="Times New Roman"/>
                <a:cs typeface="Times New Roman"/>
              </a:rPr>
              <a:t> 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38873" y="5553074"/>
            <a:ext cx="1447800" cy="266700"/>
            <a:chOff x="6238873" y="5553074"/>
            <a:chExt cx="1447800" cy="266700"/>
          </a:xfrm>
        </p:grpSpPr>
        <p:sp>
          <p:nvSpPr>
            <p:cNvPr id="30" name="object 30"/>
            <p:cNvSpPr/>
            <p:nvPr/>
          </p:nvSpPr>
          <p:spPr>
            <a:xfrm>
              <a:off x="6243636" y="5557837"/>
              <a:ext cx="1438275" cy="257175"/>
            </a:xfrm>
            <a:custGeom>
              <a:avLst/>
              <a:gdLst/>
              <a:ahLst/>
              <a:cxnLst/>
              <a:rect l="l" t="t" r="r" b="b"/>
              <a:pathLst>
                <a:path w="1438275" h="257175">
                  <a:moveTo>
                    <a:pt x="1409358" y="257174"/>
                  </a:moveTo>
                  <a:lnTo>
                    <a:pt x="28916" y="257174"/>
                  </a:lnTo>
                  <a:lnTo>
                    <a:pt x="24663" y="256329"/>
                  </a:lnTo>
                  <a:lnTo>
                    <a:pt x="0" y="228258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409358" y="0"/>
                  </a:lnTo>
                  <a:lnTo>
                    <a:pt x="1438274" y="28916"/>
                  </a:lnTo>
                  <a:lnTo>
                    <a:pt x="1438274" y="228258"/>
                  </a:lnTo>
                  <a:lnTo>
                    <a:pt x="1413610" y="256329"/>
                  </a:lnTo>
                  <a:lnTo>
                    <a:pt x="1409358" y="25717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43636" y="5557837"/>
              <a:ext cx="1438275" cy="257175"/>
            </a:xfrm>
            <a:custGeom>
              <a:avLst/>
              <a:gdLst/>
              <a:ahLst/>
              <a:cxnLst/>
              <a:rect l="l" t="t" r="r" b="b"/>
              <a:pathLst>
                <a:path w="1438275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404937" y="0"/>
                  </a:lnTo>
                  <a:lnTo>
                    <a:pt x="1409358" y="0"/>
                  </a:lnTo>
                  <a:lnTo>
                    <a:pt x="1413610" y="845"/>
                  </a:lnTo>
                  <a:lnTo>
                    <a:pt x="1417694" y="2537"/>
                  </a:lnTo>
                  <a:lnTo>
                    <a:pt x="1421778" y="4229"/>
                  </a:lnTo>
                  <a:lnTo>
                    <a:pt x="1425384" y="6637"/>
                  </a:lnTo>
                  <a:lnTo>
                    <a:pt x="1428510" y="9763"/>
                  </a:lnTo>
                  <a:lnTo>
                    <a:pt x="1431636" y="12889"/>
                  </a:lnTo>
                  <a:lnTo>
                    <a:pt x="1434045" y="16494"/>
                  </a:lnTo>
                  <a:lnTo>
                    <a:pt x="1435736" y="20579"/>
                  </a:lnTo>
                  <a:lnTo>
                    <a:pt x="1437428" y="24663"/>
                  </a:lnTo>
                  <a:lnTo>
                    <a:pt x="1438274" y="28916"/>
                  </a:lnTo>
                  <a:lnTo>
                    <a:pt x="1438275" y="33337"/>
                  </a:lnTo>
                  <a:lnTo>
                    <a:pt x="1438275" y="223837"/>
                  </a:lnTo>
                  <a:lnTo>
                    <a:pt x="1417695" y="254636"/>
                  </a:lnTo>
                  <a:lnTo>
                    <a:pt x="1413610" y="256329"/>
                  </a:lnTo>
                  <a:lnTo>
                    <a:pt x="1409358" y="257174"/>
                  </a:lnTo>
                  <a:lnTo>
                    <a:pt x="1404937" y="257174"/>
                  </a:lnTo>
                  <a:lnTo>
                    <a:pt x="33338" y="257174"/>
                  </a:lnTo>
                  <a:lnTo>
                    <a:pt x="28916" y="257174"/>
                  </a:lnTo>
                  <a:lnTo>
                    <a:pt x="24663" y="256329"/>
                  </a:lnTo>
                  <a:lnTo>
                    <a:pt x="20579" y="254636"/>
                  </a:lnTo>
                  <a:lnTo>
                    <a:pt x="16494" y="252945"/>
                  </a:lnTo>
                  <a:lnTo>
                    <a:pt x="12889" y="250536"/>
                  </a:lnTo>
                  <a:lnTo>
                    <a:pt x="9764" y="247410"/>
                  </a:lnTo>
                  <a:lnTo>
                    <a:pt x="6638" y="244284"/>
                  </a:lnTo>
                  <a:lnTo>
                    <a:pt x="4229" y="240678"/>
                  </a:lnTo>
                  <a:lnTo>
                    <a:pt x="2537" y="236594"/>
                  </a:lnTo>
                  <a:lnTo>
                    <a:pt x="845" y="232510"/>
                  </a:lnTo>
                  <a:lnTo>
                    <a:pt x="0" y="228258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DBF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330949" y="5579665"/>
            <a:ext cx="126238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b="1" spc="-70" dirty="0">
                <a:solidFill>
                  <a:srgbClr val="15803C"/>
                </a:solidFill>
                <a:latin typeface="Arial"/>
                <a:cs typeface="Arial"/>
              </a:rPr>
              <a:t>QUAND</a:t>
            </a:r>
            <a:r>
              <a:rPr sz="1050" b="1" spc="2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050" b="1" spc="-60" dirty="0">
                <a:solidFill>
                  <a:srgbClr val="15803C"/>
                </a:solidFill>
                <a:latin typeface="Arial"/>
                <a:cs typeface="Arial"/>
              </a:rPr>
              <a:t>L'UTILISER</a:t>
            </a:r>
            <a:r>
              <a:rPr sz="1050" b="1" spc="2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050" b="1" spc="-60" dirty="0">
                <a:solidFill>
                  <a:srgbClr val="15803C"/>
                </a:solidFill>
                <a:latin typeface="Arial"/>
                <a:cs typeface="Arial"/>
              </a:rPr>
              <a:t>?</a:t>
            </a:r>
            <a:endParaRPr sz="1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26174" y="5871963"/>
            <a:ext cx="3371850" cy="5822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115"/>
              </a:spcBef>
              <a:buChar char="•"/>
              <a:tabLst>
                <a:tab pos="125730" algn="l"/>
              </a:tabLst>
            </a:pPr>
            <a:r>
              <a:rPr sz="1200" spc="-80" dirty="0">
                <a:solidFill>
                  <a:srgbClr val="465469"/>
                </a:solidFill>
                <a:latin typeface="Arial"/>
                <a:cs typeface="Arial"/>
              </a:rPr>
              <a:t>Dans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65469"/>
                </a:solidFill>
                <a:latin typeface="Arial"/>
                <a:cs typeface="Arial"/>
              </a:rPr>
              <a:t>90%</a:t>
            </a:r>
            <a:r>
              <a:rPr sz="1200" b="1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spc="-75" dirty="0">
                <a:solidFill>
                  <a:srgbClr val="465469"/>
                </a:solidFill>
                <a:latin typeface="Arial"/>
                <a:cs typeface="Arial"/>
              </a:rPr>
              <a:t>des</a:t>
            </a:r>
            <a:r>
              <a:rPr sz="1200" b="1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465469"/>
                </a:solidFill>
                <a:latin typeface="Arial"/>
                <a:cs typeface="Arial"/>
              </a:rPr>
              <a:t>cas</a:t>
            </a:r>
            <a:r>
              <a:rPr sz="1200" b="1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lecture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simple.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ts val="1430"/>
              </a:lnSpc>
              <a:spcBef>
                <a:spcPts val="60"/>
              </a:spcBef>
              <a:buChar char="•"/>
              <a:tabLst>
                <a:tab pos="125730" algn="l"/>
              </a:tabLst>
            </a:pPr>
            <a:r>
              <a:rPr sz="1200" spc="-65" dirty="0">
                <a:solidFill>
                  <a:srgbClr val="465469"/>
                </a:solidFill>
                <a:latin typeface="Arial"/>
                <a:cs typeface="Arial"/>
              </a:rPr>
              <a:t>Code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plus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lisible,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moins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risque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d'erreur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d'indice.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ts val="1430"/>
              </a:lnSpc>
              <a:buChar char="•"/>
              <a:tabLst>
                <a:tab pos="125730" algn="l"/>
              </a:tabLst>
            </a:pP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Fonctionne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sur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tout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Courier New"/>
                <a:cs typeface="Courier New"/>
              </a:rPr>
              <a:t>Iterable</a:t>
            </a:r>
            <a:r>
              <a:rPr sz="1050" spc="-330" dirty="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(List,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Set...).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5" name="object 35"/>
            <p:cNvSpPr/>
            <p:nvPr/>
          </p:nvSpPr>
          <p:spPr>
            <a:xfrm>
              <a:off x="4276724" y="6800849"/>
              <a:ext cx="7915275" cy="57150"/>
            </a:xfrm>
            <a:custGeom>
              <a:avLst/>
              <a:gdLst/>
              <a:ahLst/>
              <a:cxnLst/>
              <a:rect l="l" t="t" r="r" b="b"/>
              <a:pathLst>
                <a:path w="7915275" h="57150">
                  <a:moveTo>
                    <a:pt x="0" y="57149"/>
                  </a:moveTo>
                  <a:lnTo>
                    <a:pt x="7915274" y="57149"/>
                  </a:lnTo>
                  <a:lnTo>
                    <a:pt x="79152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6800849"/>
              <a:ext cx="4276725" cy="57150"/>
            </a:xfrm>
            <a:custGeom>
              <a:avLst/>
              <a:gdLst/>
              <a:ahLst/>
              <a:cxnLst/>
              <a:rect l="l" t="t" r="r" b="b"/>
              <a:pathLst>
                <a:path w="4276725" h="57150">
                  <a:moveTo>
                    <a:pt x="42767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4276724" y="0"/>
                  </a:lnTo>
                  <a:lnTo>
                    <a:pt x="42767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1600258" y="6551215"/>
            <a:ext cx="366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25" dirty="0">
                <a:solidFill>
                  <a:srgbClr val="94A2B8"/>
                </a:solidFill>
                <a:latin typeface="Arial"/>
                <a:cs typeface="Arial"/>
              </a:rPr>
              <a:t>20/57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List</a:t>
            </a:r>
            <a:r>
              <a:rPr spc="-150" dirty="0"/>
              <a:t> </a:t>
            </a:r>
            <a:r>
              <a:rPr spc="-130" dirty="0"/>
              <a:t>:</a:t>
            </a:r>
            <a:r>
              <a:rPr spc="-150" dirty="0"/>
              <a:t> </a:t>
            </a:r>
            <a:r>
              <a:rPr spc="-125" dirty="0"/>
              <a:t>Iterator</a:t>
            </a:r>
            <a:r>
              <a:rPr spc="-150" dirty="0"/>
              <a:t> </a:t>
            </a:r>
            <a:r>
              <a:rPr spc="-180" dirty="0"/>
              <a:t>pour</a:t>
            </a:r>
            <a:r>
              <a:rPr spc="-150" dirty="0"/>
              <a:t> </a:t>
            </a:r>
            <a:r>
              <a:rPr spc="-145" dirty="0"/>
              <a:t>modifier </a:t>
            </a:r>
            <a:r>
              <a:rPr spc="-160" dirty="0"/>
              <a:t>en</a:t>
            </a:r>
            <a:r>
              <a:rPr spc="-150" dirty="0"/>
              <a:t> </a:t>
            </a:r>
            <a:r>
              <a:rPr spc="-100" dirty="0"/>
              <a:t>sécurité</a:t>
            </a:r>
          </a:p>
        </p:txBody>
      </p:sp>
      <p:sp>
        <p:nvSpPr>
          <p:cNvPr id="3" name="object 3"/>
          <p:cNvSpPr/>
          <p:nvPr/>
        </p:nvSpPr>
        <p:spPr>
          <a:xfrm>
            <a:off x="380999" y="1514474"/>
            <a:ext cx="5572125" cy="19050"/>
          </a:xfrm>
          <a:custGeom>
            <a:avLst/>
            <a:gdLst/>
            <a:ahLst/>
            <a:cxnLst/>
            <a:rect l="l" t="t" r="r" b="b"/>
            <a:pathLst>
              <a:path w="5572125" h="19050">
                <a:moveTo>
                  <a:pt x="5572124" y="19049"/>
                </a:moveTo>
                <a:lnTo>
                  <a:pt x="0" y="19049"/>
                </a:lnTo>
                <a:lnTo>
                  <a:pt x="0" y="0"/>
                </a:lnTo>
                <a:lnTo>
                  <a:pt x="5572124" y="0"/>
                </a:lnTo>
                <a:lnTo>
                  <a:pt x="5572124" y="1904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80999" y="1076324"/>
            <a:ext cx="342900" cy="342900"/>
            <a:chOff x="380999" y="1076324"/>
            <a:chExt cx="342900" cy="342900"/>
          </a:xfrm>
        </p:grpSpPr>
        <p:sp>
          <p:nvSpPr>
            <p:cNvPr id="5" name="object 5"/>
            <p:cNvSpPr/>
            <p:nvPr/>
          </p:nvSpPr>
          <p:spPr>
            <a:xfrm>
              <a:off x="380999" y="10763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89502" y="342899"/>
                  </a:moveTo>
                  <a:lnTo>
                    <a:pt x="53397" y="342899"/>
                  </a:lnTo>
                  <a:lnTo>
                    <a:pt x="49681" y="342533"/>
                  </a:lnTo>
                  <a:lnTo>
                    <a:pt x="14085" y="323507"/>
                  </a:lnTo>
                  <a:lnTo>
                    <a:pt x="0" y="289502"/>
                  </a:lnTo>
                  <a:lnTo>
                    <a:pt x="0" y="28574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289502" y="0"/>
                  </a:lnTo>
                  <a:lnTo>
                    <a:pt x="328814" y="19392"/>
                  </a:lnTo>
                  <a:lnTo>
                    <a:pt x="342899" y="53397"/>
                  </a:lnTo>
                  <a:lnTo>
                    <a:pt x="342899" y="289502"/>
                  </a:lnTo>
                  <a:lnTo>
                    <a:pt x="323507" y="328814"/>
                  </a:lnTo>
                  <a:lnTo>
                    <a:pt x="293218" y="342533"/>
                  </a:lnTo>
                  <a:lnTo>
                    <a:pt x="289502" y="3428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024" y="1158874"/>
              <a:ext cx="196850" cy="1682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06449" y="1103510"/>
            <a:ext cx="257937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40" dirty="0">
                <a:solidFill>
                  <a:srgbClr val="334054"/>
                </a:solidFill>
                <a:latin typeface="Arial"/>
                <a:cs typeface="Arial"/>
              </a:rPr>
              <a:t>1.</a:t>
            </a:r>
            <a:r>
              <a:rPr sz="1550" b="1" spc="-11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95" dirty="0">
                <a:solidFill>
                  <a:srgbClr val="334054"/>
                </a:solidFill>
                <a:latin typeface="Arial"/>
                <a:cs typeface="Arial"/>
              </a:rPr>
              <a:t>L'erreur</a:t>
            </a:r>
            <a:r>
              <a:rPr sz="155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95" dirty="0">
                <a:solidFill>
                  <a:srgbClr val="334054"/>
                </a:solidFill>
                <a:latin typeface="Arial"/>
                <a:cs typeface="Arial"/>
              </a:rPr>
              <a:t>classique</a:t>
            </a:r>
            <a:r>
              <a:rPr sz="155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20" dirty="0">
                <a:solidFill>
                  <a:srgbClr val="334054"/>
                </a:solidFill>
                <a:latin typeface="Arial"/>
                <a:cs typeface="Arial"/>
              </a:rPr>
              <a:t>(DANGER)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7848" y="1642872"/>
            <a:ext cx="5718175" cy="3877310"/>
            <a:chOff x="307848" y="1642872"/>
            <a:chExt cx="5718175" cy="3877310"/>
          </a:xfrm>
        </p:grpSpPr>
        <p:sp>
          <p:nvSpPr>
            <p:cNvPr id="9" name="object 9"/>
            <p:cNvSpPr/>
            <p:nvPr/>
          </p:nvSpPr>
          <p:spPr>
            <a:xfrm>
              <a:off x="307848" y="1642872"/>
              <a:ext cx="5718175" cy="3877310"/>
            </a:xfrm>
            <a:custGeom>
              <a:avLst/>
              <a:gdLst/>
              <a:ahLst/>
              <a:cxnLst/>
              <a:rect l="l" t="t" r="r" b="b"/>
              <a:pathLst>
                <a:path w="5718175" h="3877310">
                  <a:moveTo>
                    <a:pt x="5718048" y="3877056"/>
                  </a:moveTo>
                  <a:lnTo>
                    <a:pt x="0" y="3877056"/>
                  </a:lnTo>
                  <a:lnTo>
                    <a:pt x="0" y="0"/>
                  </a:lnTo>
                  <a:lnTo>
                    <a:pt x="5718048" y="0"/>
                  </a:lnTo>
                  <a:lnTo>
                    <a:pt x="5718048" y="43052"/>
                  </a:lnTo>
                  <a:lnTo>
                    <a:pt x="130301" y="43052"/>
                  </a:lnTo>
                  <a:lnTo>
                    <a:pt x="120799" y="43924"/>
                  </a:lnTo>
                  <a:lnTo>
                    <a:pt x="86164" y="72395"/>
                  </a:lnTo>
                  <a:lnTo>
                    <a:pt x="82676" y="90677"/>
                  </a:lnTo>
                  <a:lnTo>
                    <a:pt x="82676" y="3710177"/>
                  </a:lnTo>
                  <a:lnTo>
                    <a:pt x="103961" y="3749956"/>
                  </a:lnTo>
                  <a:lnTo>
                    <a:pt x="130301" y="3757802"/>
                  </a:lnTo>
                  <a:lnTo>
                    <a:pt x="5718048" y="3757802"/>
                  </a:lnTo>
                  <a:lnTo>
                    <a:pt x="5718048" y="3877056"/>
                  </a:lnTo>
                  <a:close/>
                </a:path>
                <a:path w="5718175" h="3877310">
                  <a:moveTo>
                    <a:pt x="5718048" y="3757802"/>
                  </a:moveTo>
                  <a:lnTo>
                    <a:pt x="5588126" y="3757802"/>
                  </a:lnTo>
                  <a:lnTo>
                    <a:pt x="5597628" y="3756930"/>
                  </a:lnTo>
                  <a:lnTo>
                    <a:pt x="5606408" y="3754315"/>
                  </a:lnTo>
                  <a:lnTo>
                    <a:pt x="5634879" y="3719679"/>
                  </a:lnTo>
                  <a:lnTo>
                    <a:pt x="5635751" y="3710177"/>
                  </a:lnTo>
                  <a:lnTo>
                    <a:pt x="5635751" y="90677"/>
                  </a:lnTo>
                  <a:lnTo>
                    <a:pt x="5614466" y="50899"/>
                  </a:lnTo>
                  <a:lnTo>
                    <a:pt x="5588126" y="43052"/>
                  </a:lnTo>
                  <a:lnTo>
                    <a:pt x="5718048" y="43052"/>
                  </a:lnTo>
                  <a:lnTo>
                    <a:pt x="5718048" y="375780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0049" y="1676399"/>
              <a:ext cx="5553075" cy="3733800"/>
            </a:xfrm>
            <a:custGeom>
              <a:avLst/>
              <a:gdLst/>
              <a:ahLst/>
              <a:cxnLst/>
              <a:rect l="l" t="t" r="r" b="b"/>
              <a:pathLst>
                <a:path w="5553075" h="3733800">
                  <a:moveTo>
                    <a:pt x="5499677" y="3733799"/>
                  </a:moveTo>
                  <a:lnTo>
                    <a:pt x="33047" y="3733799"/>
                  </a:lnTo>
                  <a:lnTo>
                    <a:pt x="28187" y="3732349"/>
                  </a:lnTo>
                  <a:lnTo>
                    <a:pt x="966" y="3691517"/>
                  </a:lnTo>
                  <a:lnTo>
                    <a:pt x="0" y="3684227"/>
                  </a:lnTo>
                  <a:lnTo>
                    <a:pt x="0" y="36766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499677" y="0"/>
                  </a:lnTo>
                  <a:lnTo>
                    <a:pt x="5538988" y="19392"/>
                  </a:lnTo>
                  <a:lnTo>
                    <a:pt x="5553074" y="53397"/>
                  </a:lnTo>
                  <a:lnTo>
                    <a:pt x="5553074" y="3680402"/>
                  </a:lnTo>
                  <a:lnTo>
                    <a:pt x="5533682" y="3719713"/>
                  </a:lnTo>
                  <a:lnTo>
                    <a:pt x="5503393" y="3733433"/>
                  </a:lnTo>
                  <a:lnTo>
                    <a:pt x="5499677" y="373379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0999" y="1676399"/>
              <a:ext cx="52069" cy="3733800"/>
            </a:xfrm>
            <a:custGeom>
              <a:avLst/>
              <a:gdLst/>
              <a:ahLst/>
              <a:cxnLst/>
              <a:rect l="l" t="t" r="r" b="b"/>
              <a:pathLst>
                <a:path w="52070" h="3733800">
                  <a:moveTo>
                    <a:pt x="51889" y="3733799"/>
                  </a:moveTo>
                  <a:lnTo>
                    <a:pt x="49571" y="3733799"/>
                  </a:lnTo>
                  <a:lnTo>
                    <a:pt x="42281" y="3732349"/>
                  </a:lnTo>
                  <a:lnTo>
                    <a:pt x="7250" y="3705520"/>
                  </a:lnTo>
                  <a:lnTo>
                    <a:pt x="0" y="36842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676649"/>
                  </a:lnTo>
                  <a:lnTo>
                    <a:pt x="43679" y="3717060"/>
                  </a:lnTo>
                  <a:lnTo>
                    <a:pt x="47399" y="3728219"/>
                  </a:lnTo>
                  <a:lnTo>
                    <a:pt x="51889" y="37337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6820" y="1761361"/>
            <a:ext cx="2938780" cy="134556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5110" indent="-233045">
              <a:lnSpc>
                <a:spcPct val="100000"/>
              </a:lnSpc>
              <a:spcBef>
                <a:spcPts val="355"/>
              </a:spcBef>
              <a:buClr>
                <a:srgbClr val="CBD5E1"/>
              </a:buClr>
              <a:buSzPct val="81818"/>
              <a:buFont typeface="Times New Roman"/>
              <a:buAutoNum type="arabicPlain"/>
              <a:tabLst>
                <a:tab pos="245110" algn="l"/>
                <a:tab pos="24574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94A2B8"/>
                </a:solidFill>
                <a:latin typeface="Apple Color Emoji"/>
                <a:cs typeface="Apple Color Emoji"/>
              </a:rPr>
              <a:t>❌</a:t>
            </a:r>
            <a:r>
              <a:rPr sz="1150" spc="-560" dirty="0">
                <a:solidFill>
                  <a:srgbClr val="94A2B8"/>
                </a:solidFill>
                <a:latin typeface="Apple Color Emoji"/>
                <a:cs typeface="Apple Color Emoji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ConcurrentModificationException</a:t>
            </a:r>
            <a:endParaRPr sz="1100">
              <a:latin typeface="Times New Roman"/>
              <a:cs typeface="Times New Roman"/>
            </a:endParaRPr>
          </a:p>
          <a:p>
            <a:pPr marL="170815" indent="-158750">
              <a:lnSpc>
                <a:spcPct val="100000"/>
              </a:lnSpc>
              <a:spcBef>
                <a:spcPts val="220"/>
              </a:spcBef>
              <a:buClr>
                <a:srgbClr val="CBD5E1"/>
              </a:buClr>
              <a:buSzPct val="90000"/>
              <a:buFont typeface="Times New Roman"/>
              <a:buAutoNum type="arabicPlain"/>
              <a:tabLst>
                <a:tab pos="171450" algn="l"/>
              </a:tabLst>
            </a:pPr>
            <a:r>
              <a:rPr sz="1000" b="1" spc="155" dirty="0">
                <a:solidFill>
                  <a:srgbClr val="2562EB"/>
                </a:solidFill>
                <a:latin typeface="Times New Roman"/>
                <a:cs typeface="Times New Roman"/>
              </a:rPr>
              <a:t>for</a:t>
            </a:r>
            <a:r>
              <a:rPr sz="1000" b="1" spc="35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4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etudiants)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245110" indent="-23304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90000"/>
              <a:buFont typeface="Times New Roman"/>
              <a:buAutoNum type="arabicPlain"/>
              <a:tabLst>
                <a:tab pos="245110" algn="l"/>
                <a:tab pos="245745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6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(e.getMoyenne()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950" spc="37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0890B1"/>
                </a:solidFill>
                <a:latin typeface="Times New Roman"/>
                <a:cs typeface="Times New Roman"/>
              </a:rPr>
              <a:t>10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19405" indent="-307340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81818"/>
              <a:buFont typeface="Times New Roman"/>
              <a:buAutoNum type="arabicPlain"/>
              <a:tabLst>
                <a:tab pos="319405" algn="l"/>
                <a:tab pos="32004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Interdit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pendant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un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for-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each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!</a:t>
            </a:r>
            <a:endParaRPr sz="1100">
              <a:latin typeface="Times New Roman"/>
              <a:cs typeface="Times New Roman"/>
            </a:endParaRPr>
          </a:p>
          <a:p>
            <a:pPr marL="245110" indent="-23304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85714"/>
              <a:buAutoNum type="arabicPlain"/>
              <a:tabLst>
                <a:tab pos="245110" algn="l"/>
                <a:tab pos="245745" algn="l"/>
              </a:tabLst>
            </a:pP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etudiants.remove(e);</a:t>
            </a:r>
            <a:endParaRPr sz="1050">
              <a:latin typeface="Times New Roman"/>
              <a:cs typeface="Times New Roman"/>
            </a:endParaRPr>
          </a:p>
          <a:p>
            <a:pPr marL="245110" indent="-23304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85714"/>
              <a:buAutoNum type="arabicPlain"/>
              <a:tabLst>
                <a:tab pos="245110" algn="l"/>
                <a:tab pos="245745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00" dirty="0">
                <a:solidFill>
                  <a:srgbClr val="CBD5E1"/>
                </a:solidFill>
                <a:latin typeface="Times New Roman"/>
                <a:cs typeface="Times New Roman"/>
              </a:rPr>
              <a:t>7</a:t>
            </a:r>
            <a:r>
              <a:rPr sz="900" spc="170" dirty="0">
                <a:solidFill>
                  <a:srgbClr val="CBD5E1"/>
                </a:solidFill>
                <a:latin typeface="Times New Roman"/>
                <a:cs typeface="Times New Roman"/>
              </a:rPr>
              <a:t> 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0999" y="5553074"/>
            <a:ext cx="1704975" cy="266700"/>
            <a:chOff x="380999" y="5553074"/>
            <a:chExt cx="1704975" cy="266700"/>
          </a:xfrm>
        </p:grpSpPr>
        <p:sp>
          <p:nvSpPr>
            <p:cNvPr id="14" name="object 14"/>
            <p:cNvSpPr/>
            <p:nvPr/>
          </p:nvSpPr>
          <p:spPr>
            <a:xfrm>
              <a:off x="385762" y="5557837"/>
              <a:ext cx="1695450" cy="257175"/>
            </a:xfrm>
            <a:custGeom>
              <a:avLst/>
              <a:gdLst/>
              <a:ahLst/>
              <a:cxnLst/>
              <a:rect l="l" t="t" r="r" b="b"/>
              <a:pathLst>
                <a:path w="1695450" h="257175">
                  <a:moveTo>
                    <a:pt x="1666533" y="257174"/>
                  </a:moveTo>
                  <a:lnTo>
                    <a:pt x="28916" y="257174"/>
                  </a:lnTo>
                  <a:lnTo>
                    <a:pt x="24664" y="256329"/>
                  </a:lnTo>
                  <a:lnTo>
                    <a:pt x="0" y="228258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666533" y="0"/>
                  </a:lnTo>
                  <a:lnTo>
                    <a:pt x="1695449" y="28916"/>
                  </a:lnTo>
                  <a:lnTo>
                    <a:pt x="1695449" y="228258"/>
                  </a:lnTo>
                  <a:lnTo>
                    <a:pt x="1670785" y="256329"/>
                  </a:lnTo>
                  <a:lnTo>
                    <a:pt x="1666533" y="257174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5762" y="5557837"/>
              <a:ext cx="1695450" cy="257175"/>
            </a:xfrm>
            <a:custGeom>
              <a:avLst/>
              <a:gdLst/>
              <a:ahLst/>
              <a:cxnLst/>
              <a:rect l="l" t="t" r="r" b="b"/>
              <a:pathLst>
                <a:path w="1695450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662112" y="0"/>
                  </a:lnTo>
                  <a:lnTo>
                    <a:pt x="1666533" y="0"/>
                  </a:lnTo>
                  <a:lnTo>
                    <a:pt x="1670785" y="845"/>
                  </a:lnTo>
                  <a:lnTo>
                    <a:pt x="1674869" y="2537"/>
                  </a:lnTo>
                  <a:lnTo>
                    <a:pt x="1678954" y="4229"/>
                  </a:lnTo>
                  <a:lnTo>
                    <a:pt x="1682559" y="6637"/>
                  </a:lnTo>
                  <a:lnTo>
                    <a:pt x="1685685" y="9763"/>
                  </a:lnTo>
                  <a:lnTo>
                    <a:pt x="1688811" y="12889"/>
                  </a:lnTo>
                  <a:lnTo>
                    <a:pt x="1691220" y="16494"/>
                  </a:lnTo>
                  <a:lnTo>
                    <a:pt x="1692911" y="20579"/>
                  </a:lnTo>
                  <a:lnTo>
                    <a:pt x="1694603" y="24663"/>
                  </a:lnTo>
                  <a:lnTo>
                    <a:pt x="1695449" y="28916"/>
                  </a:lnTo>
                  <a:lnTo>
                    <a:pt x="1695449" y="33337"/>
                  </a:lnTo>
                  <a:lnTo>
                    <a:pt x="1695449" y="223837"/>
                  </a:lnTo>
                  <a:lnTo>
                    <a:pt x="1695449" y="228258"/>
                  </a:lnTo>
                  <a:lnTo>
                    <a:pt x="1694603" y="232510"/>
                  </a:lnTo>
                  <a:lnTo>
                    <a:pt x="1692911" y="236594"/>
                  </a:lnTo>
                  <a:lnTo>
                    <a:pt x="1691220" y="240678"/>
                  </a:lnTo>
                  <a:lnTo>
                    <a:pt x="1688811" y="244284"/>
                  </a:lnTo>
                  <a:lnTo>
                    <a:pt x="1685685" y="247410"/>
                  </a:lnTo>
                  <a:lnTo>
                    <a:pt x="1682559" y="250536"/>
                  </a:lnTo>
                  <a:lnTo>
                    <a:pt x="1678954" y="252945"/>
                  </a:lnTo>
                  <a:lnTo>
                    <a:pt x="1674869" y="254636"/>
                  </a:lnTo>
                  <a:lnTo>
                    <a:pt x="1670785" y="256329"/>
                  </a:lnTo>
                  <a:lnTo>
                    <a:pt x="1666533" y="257174"/>
                  </a:lnTo>
                  <a:lnTo>
                    <a:pt x="1662112" y="257174"/>
                  </a:lnTo>
                  <a:lnTo>
                    <a:pt x="33337" y="257174"/>
                  </a:lnTo>
                  <a:lnTo>
                    <a:pt x="28916" y="257174"/>
                  </a:lnTo>
                  <a:lnTo>
                    <a:pt x="24664" y="256329"/>
                  </a:lnTo>
                  <a:lnTo>
                    <a:pt x="20579" y="254636"/>
                  </a:lnTo>
                  <a:lnTo>
                    <a:pt x="16495" y="252945"/>
                  </a:lnTo>
                  <a:lnTo>
                    <a:pt x="12890" y="250536"/>
                  </a:lnTo>
                  <a:lnTo>
                    <a:pt x="9764" y="247410"/>
                  </a:lnTo>
                  <a:lnTo>
                    <a:pt x="6638" y="244284"/>
                  </a:lnTo>
                  <a:lnTo>
                    <a:pt x="4229" y="240678"/>
                  </a:lnTo>
                  <a:lnTo>
                    <a:pt x="2537" y="236594"/>
                  </a:lnTo>
                  <a:lnTo>
                    <a:pt x="845" y="232510"/>
                  </a:lnTo>
                  <a:lnTo>
                    <a:pt x="0" y="228258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68299" y="5579665"/>
            <a:ext cx="4653915" cy="8934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90"/>
              </a:spcBef>
            </a:pPr>
            <a:r>
              <a:rPr sz="1050" b="1" spc="-80" dirty="0">
                <a:solidFill>
                  <a:srgbClr val="B91B1B"/>
                </a:solidFill>
                <a:latin typeface="Arial"/>
                <a:cs typeface="Arial"/>
              </a:rPr>
              <a:t>POURQUOI</a:t>
            </a:r>
            <a:r>
              <a:rPr sz="1050" b="1" spc="40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050" b="1" spc="-90" dirty="0">
                <a:solidFill>
                  <a:srgbClr val="B91B1B"/>
                </a:solidFill>
                <a:latin typeface="Arial"/>
                <a:cs typeface="Arial"/>
              </a:rPr>
              <a:t>ÇA</a:t>
            </a:r>
            <a:r>
              <a:rPr sz="1050" b="1" spc="35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050" b="1" spc="-75" dirty="0">
                <a:solidFill>
                  <a:srgbClr val="B91B1B"/>
                </a:solidFill>
                <a:latin typeface="Arial"/>
                <a:cs typeface="Arial"/>
              </a:rPr>
              <a:t>PLANTE</a:t>
            </a:r>
            <a:r>
              <a:rPr sz="1050" b="1" spc="40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B91B1B"/>
                </a:solidFill>
                <a:latin typeface="Arial"/>
                <a:cs typeface="Arial"/>
              </a:rPr>
              <a:t>?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buChar char="•"/>
              <a:tabLst>
                <a:tab pos="125730" algn="l"/>
              </a:tabLst>
            </a:pPr>
            <a:r>
              <a:rPr sz="1200" spc="-80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for-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each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utilise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itérateur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implicite.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spcBef>
                <a:spcPts val="60"/>
              </a:spcBef>
              <a:buChar char="•"/>
              <a:tabLst>
                <a:tab pos="125730" algn="l"/>
              </a:tabLst>
            </a:pP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Modifier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liste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directement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(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etudiants.remove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)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invalide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cet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itérateur.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spcBef>
                <a:spcPts val="135"/>
              </a:spcBef>
              <a:buChar char="•"/>
              <a:tabLst>
                <a:tab pos="125730" algn="l"/>
              </a:tabLst>
            </a:pP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Résultat</a:t>
            </a:r>
            <a:r>
              <a:rPr sz="1200" spc="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200" spc="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465469"/>
                </a:solidFill>
                <a:latin typeface="Arial"/>
                <a:cs typeface="Arial"/>
              </a:rPr>
              <a:t>ConcurrentModificationException</a:t>
            </a:r>
            <a:r>
              <a:rPr sz="1200" b="1" spc="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immédiate.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38874" y="1514474"/>
            <a:ext cx="5572125" cy="19050"/>
          </a:xfrm>
          <a:custGeom>
            <a:avLst/>
            <a:gdLst/>
            <a:ahLst/>
            <a:cxnLst/>
            <a:rect l="l" t="t" r="r" b="b"/>
            <a:pathLst>
              <a:path w="5572125" h="19050">
                <a:moveTo>
                  <a:pt x="5572124" y="19049"/>
                </a:moveTo>
                <a:lnTo>
                  <a:pt x="0" y="19049"/>
                </a:lnTo>
                <a:lnTo>
                  <a:pt x="0" y="0"/>
                </a:lnTo>
                <a:lnTo>
                  <a:pt x="5572124" y="0"/>
                </a:lnTo>
                <a:lnTo>
                  <a:pt x="5572124" y="1904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6238873" y="1076324"/>
            <a:ext cx="342900" cy="342900"/>
            <a:chOff x="6238873" y="1076324"/>
            <a:chExt cx="342900" cy="342900"/>
          </a:xfrm>
        </p:grpSpPr>
        <p:sp>
          <p:nvSpPr>
            <p:cNvPr id="19" name="object 19"/>
            <p:cNvSpPr/>
            <p:nvPr/>
          </p:nvSpPr>
          <p:spPr>
            <a:xfrm>
              <a:off x="6238873" y="10763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89503" y="342899"/>
                  </a:moveTo>
                  <a:lnTo>
                    <a:pt x="53397" y="342899"/>
                  </a:lnTo>
                  <a:lnTo>
                    <a:pt x="49681" y="342533"/>
                  </a:lnTo>
                  <a:lnTo>
                    <a:pt x="14085" y="323507"/>
                  </a:lnTo>
                  <a:lnTo>
                    <a:pt x="0" y="289502"/>
                  </a:lnTo>
                  <a:lnTo>
                    <a:pt x="0" y="28574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289503" y="0"/>
                  </a:lnTo>
                  <a:lnTo>
                    <a:pt x="328814" y="19392"/>
                  </a:lnTo>
                  <a:lnTo>
                    <a:pt x="342900" y="53397"/>
                  </a:lnTo>
                  <a:lnTo>
                    <a:pt x="342900" y="289502"/>
                  </a:lnTo>
                  <a:lnTo>
                    <a:pt x="323508" y="328814"/>
                  </a:lnTo>
                  <a:lnTo>
                    <a:pt x="293219" y="342533"/>
                  </a:lnTo>
                  <a:lnTo>
                    <a:pt x="289503" y="3428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5074" y="1146174"/>
              <a:ext cx="190500" cy="19367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664325" y="1103510"/>
            <a:ext cx="233680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0" dirty="0">
                <a:solidFill>
                  <a:srgbClr val="334054"/>
                </a:solidFill>
                <a:latin typeface="Arial"/>
                <a:cs typeface="Arial"/>
              </a:rPr>
              <a:t>2.</a:t>
            </a:r>
            <a:r>
              <a:rPr sz="1550" b="1" spc="-1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45" dirty="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00" dirty="0">
                <a:solidFill>
                  <a:srgbClr val="334054"/>
                </a:solidFill>
                <a:latin typeface="Arial"/>
                <a:cs typeface="Arial"/>
              </a:rPr>
              <a:t>solution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00" dirty="0">
                <a:solidFill>
                  <a:srgbClr val="334054"/>
                </a:solidFill>
                <a:latin typeface="Arial"/>
                <a:cs typeface="Arial"/>
              </a:rPr>
              <a:t>sûre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40" dirty="0">
                <a:solidFill>
                  <a:srgbClr val="334054"/>
                </a:solidFill>
                <a:latin typeface="Arial"/>
                <a:cs typeface="Arial"/>
              </a:rPr>
              <a:t>(Iterator)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66104" y="1642872"/>
            <a:ext cx="5718175" cy="3657600"/>
            <a:chOff x="6166104" y="1642872"/>
            <a:chExt cx="5718175" cy="3657600"/>
          </a:xfrm>
        </p:grpSpPr>
        <p:sp>
          <p:nvSpPr>
            <p:cNvPr id="23" name="object 23"/>
            <p:cNvSpPr/>
            <p:nvPr/>
          </p:nvSpPr>
          <p:spPr>
            <a:xfrm>
              <a:off x="6166104" y="1642872"/>
              <a:ext cx="5718175" cy="3657600"/>
            </a:xfrm>
            <a:custGeom>
              <a:avLst/>
              <a:gdLst/>
              <a:ahLst/>
              <a:cxnLst/>
              <a:rect l="l" t="t" r="r" b="b"/>
              <a:pathLst>
                <a:path w="5718175" h="3657600">
                  <a:moveTo>
                    <a:pt x="5718048" y="3657600"/>
                  </a:moveTo>
                  <a:lnTo>
                    <a:pt x="0" y="3657600"/>
                  </a:lnTo>
                  <a:lnTo>
                    <a:pt x="0" y="0"/>
                  </a:lnTo>
                  <a:lnTo>
                    <a:pt x="5718048" y="0"/>
                  </a:lnTo>
                  <a:lnTo>
                    <a:pt x="5718048" y="43052"/>
                  </a:lnTo>
                  <a:lnTo>
                    <a:pt x="129920" y="43052"/>
                  </a:lnTo>
                  <a:lnTo>
                    <a:pt x="120418" y="43924"/>
                  </a:lnTo>
                  <a:lnTo>
                    <a:pt x="85782" y="72395"/>
                  </a:lnTo>
                  <a:lnTo>
                    <a:pt x="82295" y="90677"/>
                  </a:lnTo>
                  <a:lnTo>
                    <a:pt x="82295" y="3491102"/>
                  </a:lnTo>
                  <a:lnTo>
                    <a:pt x="103580" y="3530881"/>
                  </a:lnTo>
                  <a:lnTo>
                    <a:pt x="129920" y="3538727"/>
                  </a:lnTo>
                  <a:lnTo>
                    <a:pt x="5718048" y="3538727"/>
                  </a:lnTo>
                  <a:lnTo>
                    <a:pt x="5718048" y="3657600"/>
                  </a:lnTo>
                  <a:close/>
                </a:path>
                <a:path w="5718175" h="3657600">
                  <a:moveTo>
                    <a:pt x="5718048" y="3538727"/>
                  </a:moveTo>
                  <a:lnTo>
                    <a:pt x="5587745" y="3538727"/>
                  </a:lnTo>
                  <a:lnTo>
                    <a:pt x="5597247" y="3537855"/>
                  </a:lnTo>
                  <a:lnTo>
                    <a:pt x="5606027" y="3535240"/>
                  </a:lnTo>
                  <a:lnTo>
                    <a:pt x="5634498" y="3500605"/>
                  </a:lnTo>
                  <a:lnTo>
                    <a:pt x="5635370" y="3491102"/>
                  </a:lnTo>
                  <a:lnTo>
                    <a:pt x="5635370" y="90677"/>
                  </a:lnTo>
                  <a:lnTo>
                    <a:pt x="5614085" y="50899"/>
                  </a:lnTo>
                  <a:lnTo>
                    <a:pt x="5587745" y="43052"/>
                  </a:lnTo>
                  <a:lnTo>
                    <a:pt x="5718048" y="43052"/>
                  </a:lnTo>
                  <a:lnTo>
                    <a:pt x="5718048" y="353872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57923" y="1676399"/>
              <a:ext cx="5553075" cy="3514725"/>
            </a:xfrm>
            <a:custGeom>
              <a:avLst/>
              <a:gdLst/>
              <a:ahLst/>
              <a:cxnLst/>
              <a:rect l="l" t="t" r="r" b="b"/>
              <a:pathLst>
                <a:path w="5553075" h="3514725">
                  <a:moveTo>
                    <a:pt x="5499677" y="3514724"/>
                  </a:moveTo>
                  <a:lnTo>
                    <a:pt x="33047" y="3514724"/>
                  </a:lnTo>
                  <a:lnTo>
                    <a:pt x="4833" y="3486446"/>
                  </a:lnTo>
                  <a:lnTo>
                    <a:pt x="0" y="3465152"/>
                  </a:lnTo>
                  <a:lnTo>
                    <a:pt x="0" y="345757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499677" y="0"/>
                  </a:lnTo>
                  <a:lnTo>
                    <a:pt x="5538989" y="19392"/>
                  </a:lnTo>
                  <a:lnTo>
                    <a:pt x="5553075" y="53397"/>
                  </a:lnTo>
                  <a:lnTo>
                    <a:pt x="5553075" y="3461326"/>
                  </a:lnTo>
                  <a:lnTo>
                    <a:pt x="5533682" y="3500638"/>
                  </a:lnTo>
                  <a:lnTo>
                    <a:pt x="5503393" y="3514358"/>
                  </a:lnTo>
                  <a:lnTo>
                    <a:pt x="5499677" y="351472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38874" y="1676399"/>
              <a:ext cx="52069" cy="3514725"/>
            </a:xfrm>
            <a:custGeom>
              <a:avLst/>
              <a:gdLst/>
              <a:ahLst/>
              <a:cxnLst/>
              <a:rect l="l" t="t" r="r" b="b"/>
              <a:pathLst>
                <a:path w="52070" h="3514725">
                  <a:moveTo>
                    <a:pt x="51889" y="3514724"/>
                  </a:moveTo>
                  <a:lnTo>
                    <a:pt x="49570" y="3514724"/>
                  </a:lnTo>
                  <a:lnTo>
                    <a:pt x="42280" y="3513274"/>
                  </a:lnTo>
                  <a:lnTo>
                    <a:pt x="7249" y="3486446"/>
                  </a:lnTo>
                  <a:lnTo>
                    <a:pt x="0" y="3465154"/>
                  </a:lnTo>
                  <a:lnTo>
                    <a:pt x="0" y="49569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51889" y="0"/>
                  </a:lnTo>
                  <a:lnTo>
                    <a:pt x="47398" y="5579"/>
                  </a:lnTo>
                  <a:lnTo>
                    <a:pt x="43678" y="16738"/>
                  </a:lnTo>
                  <a:lnTo>
                    <a:pt x="41237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457574"/>
                  </a:lnTo>
                  <a:lnTo>
                    <a:pt x="43678" y="3497985"/>
                  </a:lnTo>
                  <a:lnTo>
                    <a:pt x="47398" y="3509144"/>
                  </a:lnTo>
                  <a:lnTo>
                    <a:pt x="51889" y="3514724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71889" y="1761361"/>
            <a:ext cx="3590290" cy="190753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07340" indent="-233045">
              <a:lnSpc>
                <a:spcPct val="100000"/>
              </a:lnSpc>
              <a:spcBef>
                <a:spcPts val="355"/>
              </a:spcBef>
              <a:buClr>
                <a:srgbClr val="CBD5E1"/>
              </a:buClr>
              <a:buSzPct val="81818"/>
              <a:buFont typeface="Times New Roman"/>
              <a:buAutoNum type="arabicPlain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94A2B8"/>
                </a:solidFill>
                <a:latin typeface="Apple Color Emoji"/>
                <a:cs typeface="Apple Color Emoji"/>
              </a:rPr>
              <a:t>✅</a:t>
            </a:r>
            <a:r>
              <a:rPr sz="1150" spc="-555" dirty="0">
                <a:solidFill>
                  <a:srgbClr val="94A2B8"/>
                </a:solidFill>
                <a:latin typeface="Apple Color Emoji"/>
                <a:cs typeface="Apple Color Emoji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Utilisation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explicite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l'Iterator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220"/>
              </a:spcBef>
              <a:buClr>
                <a:srgbClr val="CBD5E1"/>
              </a:buClr>
              <a:buSzPct val="85714"/>
              <a:buAutoNum type="arabicPlain"/>
              <a:tabLst>
                <a:tab pos="234315" algn="l"/>
              </a:tabLst>
            </a:pPr>
            <a:r>
              <a:rPr sz="1050" spc="150" dirty="0">
                <a:solidFill>
                  <a:srgbClr val="7C3AEC"/>
                </a:solidFill>
                <a:latin typeface="Times New Roman"/>
                <a:cs typeface="Times New Roman"/>
              </a:rPr>
              <a:t>Iterator</a:t>
            </a:r>
            <a:r>
              <a:rPr sz="950" spc="15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5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it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85" dirty="0">
                <a:solidFill>
                  <a:srgbClr val="334054"/>
                </a:solidFill>
                <a:latin typeface="Times New Roman"/>
                <a:cs typeface="Times New Roman"/>
              </a:rPr>
              <a:t>etudiants.iterator();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15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3</a:t>
            </a:r>
            <a:endParaRPr sz="9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270"/>
              </a:spcBef>
              <a:buClr>
                <a:srgbClr val="CBD5E1"/>
              </a:buClr>
              <a:buSzPct val="90000"/>
              <a:buFont typeface="Times New Roman"/>
              <a:buAutoNum type="arabicPlain" startAt="4"/>
              <a:tabLst>
                <a:tab pos="234315" algn="l"/>
              </a:tabLst>
            </a:pPr>
            <a:r>
              <a:rPr sz="1000" b="1" spc="125" dirty="0">
                <a:solidFill>
                  <a:srgbClr val="2562EB"/>
                </a:solidFill>
                <a:latin typeface="Times New Roman"/>
                <a:cs typeface="Times New Roman"/>
              </a:rPr>
              <a:t>while</a:t>
            </a:r>
            <a:r>
              <a:rPr sz="100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75" dirty="0">
                <a:solidFill>
                  <a:srgbClr val="334054"/>
                </a:solidFill>
                <a:latin typeface="Times New Roman"/>
                <a:cs typeface="Times New Roman"/>
              </a:rPr>
              <a:t>(it.hasNext())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07975" indent="-233679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85714"/>
              <a:buAutoNum type="arabicPlain" startAt="4"/>
              <a:tabLst>
                <a:tab pos="307975" algn="l"/>
                <a:tab pos="308610" algn="l"/>
              </a:tabLst>
            </a:pP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2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04" dirty="0">
                <a:solidFill>
                  <a:srgbClr val="334054"/>
                </a:solidFill>
                <a:latin typeface="Times New Roman"/>
                <a:cs typeface="Times New Roman"/>
              </a:rPr>
              <a:t>it.next();</a:t>
            </a:r>
            <a:endParaRPr sz="1050">
              <a:latin typeface="Times New Roman"/>
              <a:cs typeface="Times New Roman"/>
            </a:endParaRPr>
          </a:p>
          <a:p>
            <a:pPr marL="307975" indent="-233679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90000"/>
              <a:buFont typeface="Times New Roman"/>
              <a:buAutoNum type="arabicPlain" startAt="4"/>
              <a:tabLst>
                <a:tab pos="307975" algn="l"/>
                <a:tab pos="308610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6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(e.getMoyenne()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950" spc="37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0890B1"/>
                </a:solidFill>
                <a:latin typeface="Times New Roman"/>
                <a:cs typeface="Times New Roman"/>
              </a:rPr>
              <a:t>10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82270" indent="-30797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81818"/>
              <a:buFont typeface="Times New Roman"/>
              <a:buAutoNum type="arabicPlain" startAt="4"/>
              <a:tabLst>
                <a:tab pos="382270" algn="l"/>
                <a:tab pos="38290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Suppression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via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l'itérateur</a:t>
            </a:r>
            <a:endParaRPr sz="110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85714"/>
              <a:buAutoNum type="arabicPlain" startAt="4"/>
              <a:tabLst>
                <a:tab pos="307340" algn="l"/>
                <a:tab pos="308610" algn="l"/>
              </a:tabLst>
            </a:pP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it.remove();</a:t>
            </a:r>
            <a:endParaRPr sz="1050">
              <a:latin typeface="Times New Roman"/>
              <a:cs typeface="Times New Roman"/>
            </a:endParaRPr>
          </a:p>
          <a:p>
            <a:pPr marL="307975" indent="-233679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85714"/>
              <a:buAutoNum type="arabicPlain" startAt="4"/>
              <a:tabLst>
                <a:tab pos="307340" algn="l"/>
                <a:tab pos="308610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900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r>
              <a:rPr sz="900" spc="195" dirty="0">
                <a:solidFill>
                  <a:srgbClr val="CBD5E1"/>
                </a:solidFill>
                <a:latin typeface="Times New Roman"/>
                <a:cs typeface="Times New Roman"/>
              </a:rPr>
              <a:t> 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238873" y="5333999"/>
            <a:ext cx="1743075" cy="266700"/>
            <a:chOff x="6238873" y="5333999"/>
            <a:chExt cx="1743075" cy="266700"/>
          </a:xfrm>
        </p:grpSpPr>
        <p:sp>
          <p:nvSpPr>
            <p:cNvPr id="28" name="object 28"/>
            <p:cNvSpPr/>
            <p:nvPr/>
          </p:nvSpPr>
          <p:spPr>
            <a:xfrm>
              <a:off x="6243636" y="5338762"/>
              <a:ext cx="1733550" cy="257175"/>
            </a:xfrm>
            <a:custGeom>
              <a:avLst/>
              <a:gdLst/>
              <a:ahLst/>
              <a:cxnLst/>
              <a:rect l="l" t="t" r="r" b="b"/>
              <a:pathLst>
                <a:path w="1733550" h="257175">
                  <a:moveTo>
                    <a:pt x="1704633" y="257174"/>
                  </a:moveTo>
                  <a:lnTo>
                    <a:pt x="28916" y="257174"/>
                  </a:lnTo>
                  <a:lnTo>
                    <a:pt x="24663" y="256328"/>
                  </a:lnTo>
                  <a:lnTo>
                    <a:pt x="0" y="228257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704633" y="0"/>
                  </a:lnTo>
                  <a:lnTo>
                    <a:pt x="1733549" y="28916"/>
                  </a:lnTo>
                  <a:lnTo>
                    <a:pt x="1733549" y="228257"/>
                  </a:lnTo>
                  <a:lnTo>
                    <a:pt x="1708885" y="256328"/>
                  </a:lnTo>
                  <a:lnTo>
                    <a:pt x="1704633" y="257174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43636" y="5338762"/>
              <a:ext cx="1733550" cy="257175"/>
            </a:xfrm>
            <a:custGeom>
              <a:avLst/>
              <a:gdLst/>
              <a:ahLst/>
              <a:cxnLst/>
              <a:rect l="l" t="t" r="r" b="b"/>
              <a:pathLst>
                <a:path w="1733550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8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4" y="4228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700212" y="0"/>
                  </a:lnTo>
                  <a:lnTo>
                    <a:pt x="1704633" y="0"/>
                  </a:lnTo>
                  <a:lnTo>
                    <a:pt x="1708886" y="845"/>
                  </a:lnTo>
                  <a:lnTo>
                    <a:pt x="1712970" y="2537"/>
                  </a:lnTo>
                  <a:lnTo>
                    <a:pt x="1717054" y="4228"/>
                  </a:lnTo>
                  <a:lnTo>
                    <a:pt x="1720659" y="6637"/>
                  </a:lnTo>
                  <a:lnTo>
                    <a:pt x="1723785" y="9763"/>
                  </a:lnTo>
                  <a:lnTo>
                    <a:pt x="1726911" y="12889"/>
                  </a:lnTo>
                  <a:lnTo>
                    <a:pt x="1733550" y="33337"/>
                  </a:lnTo>
                  <a:lnTo>
                    <a:pt x="1733550" y="223837"/>
                  </a:lnTo>
                  <a:lnTo>
                    <a:pt x="1733549" y="228257"/>
                  </a:lnTo>
                  <a:lnTo>
                    <a:pt x="1732703" y="232510"/>
                  </a:lnTo>
                  <a:lnTo>
                    <a:pt x="1731011" y="236594"/>
                  </a:lnTo>
                  <a:lnTo>
                    <a:pt x="1729319" y="240678"/>
                  </a:lnTo>
                  <a:lnTo>
                    <a:pt x="1700212" y="257174"/>
                  </a:lnTo>
                  <a:lnTo>
                    <a:pt x="33338" y="257174"/>
                  </a:lnTo>
                  <a:lnTo>
                    <a:pt x="9764" y="247410"/>
                  </a:lnTo>
                  <a:lnTo>
                    <a:pt x="6638" y="244284"/>
                  </a:lnTo>
                  <a:lnTo>
                    <a:pt x="4229" y="240678"/>
                  </a:lnTo>
                  <a:lnTo>
                    <a:pt x="2537" y="236594"/>
                  </a:lnTo>
                  <a:lnTo>
                    <a:pt x="845" y="232510"/>
                  </a:lnTo>
                  <a:lnTo>
                    <a:pt x="0" y="228257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330949" y="5360590"/>
            <a:ext cx="1557655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b="1" spc="-45" dirty="0">
                <a:solidFill>
                  <a:srgbClr val="15803C"/>
                </a:solidFill>
                <a:latin typeface="Arial"/>
                <a:cs typeface="Arial"/>
              </a:rPr>
              <a:t>COMMENT</a:t>
            </a:r>
            <a:r>
              <a:rPr sz="1050" b="1" spc="1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050" b="1" spc="-90" dirty="0">
                <a:solidFill>
                  <a:srgbClr val="15803C"/>
                </a:solidFill>
                <a:latin typeface="Arial"/>
                <a:cs typeface="Arial"/>
              </a:rPr>
              <a:t>ÇA</a:t>
            </a:r>
            <a:r>
              <a:rPr sz="1050" b="1" spc="2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050" b="1" spc="-80" dirty="0">
                <a:solidFill>
                  <a:srgbClr val="15803C"/>
                </a:solidFill>
                <a:latin typeface="Arial"/>
                <a:cs typeface="Arial"/>
              </a:rPr>
              <a:t>MARCHE</a:t>
            </a:r>
            <a:r>
              <a:rPr sz="1050" b="1" spc="1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15803C"/>
                </a:solidFill>
                <a:latin typeface="Arial"/>
                <a:cs typeface="Arial"/>
              </a:rPr>
              <a:t>?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26174" y="5637886"/>
            <a:ext cx="3870960" cy="8350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229"/>
              </a:spcBef>
              <a:buSzPct val="114285"/>
              <a:buFont typeface="Arial"/>
              <a:buChar char="•"/>
              <a:tabLst>
                <a:tab pos="125730" algn="l"/>
              </a:tabLst>
            </a:pP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hasNext()</a:t>
            </a:r>
            <a:r>
              <a:rPr sz="1050" spc="-33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y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a-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t-il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suivant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?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spcBef>
                <a:spcPts val="135"/>
              </a:spcBef>
              <a:buSzPct val="114285"/>
              <a:buFont typeface="Arial"/>
              <a:buChar char="•"/>
              <a:tabLst>
                <a:tab pos="125730" algn="l"/>
              </a:tabLst>
            </a:pP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next()</a:t>
            </a:r>
            <a:r>
              <a:rPr sz="1050" spc="-335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avancer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et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récupérer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l'élément.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spcBef>
                <a:spcPts val="210"/>
              </a:spcBef>
              <a:buSzPct val="114285"/>
              <a:buFont typeface="Arial"/>
              <a:buChar char="•"/>
              <a:tabLst>
                <a:tab pos="125730" algn="l"/>
              </a:tabLst>
            </a:pP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remove()</a:t>
            </a:r>
            <a:r>
              <a:rPr sz="1050" spc="-335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supprimer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l'élément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courant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proprement.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spcBef>
                <a:spcPts val="135"/>
              </a:spcBef>
              <a:buChar char="•"/>
              <a:tabLst>
                <a:tab pos="125730" algn="l"/>
              </a:tabLst>
            </a:pP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C'est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seule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façon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sûre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modifier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pendant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parcours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!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3" name="object 33"/>
            <p:cNvSpPr/>
            <p:nvPr/>
          </p:nvSpPr>
          <p:spPr>
            <a:xfrm>
              <a:off x="4486274" y="6800849"/>
              <a:ext cx="7705725" cy="57150"/>
            </a:xfrm>
            <a:custGeom>
              <a:avLst/>
              <a:gdLst/>
              <a:ahLst/>
              <a:cxnLst/>
              <a:rect l="l" t="t" r="r" b="b"/>
              <a:pathLst>
                <a:path w="7705725" h="57150">
                  <a:moveTo>
                    <a:pt x="0" y="57149"/>
                  </a:moveTo>
                  <a:lnTo>
                    <a:pt x="7705724" y="57149"/>
                  </a:lnTo>
                  <a:lnTo>
                    <a:pt x="77057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6800849"/>
              <a:ext cx="4486275" cy="57150"/>
            </a:xfrm>
            <a:custGeom>
              <a:avLst/>
              <a:gdLst/>
              <a:ahLst/>
              <a:cxnLst/>
              <a:rect l="l" t="t" r="r" b="b"/>
              <a:pathLst>
                <a:path w="4486275" h="57150">
                  <a:moveTo>
                    <a:pt x="44862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4486274" y="0"/>
                  </a:lnTo>
                  <a:lnTo>
                    <a:pt x="44862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602639" y="6551215"/>
            <a:ext cx="3644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30" dirty="0">
                <a:solidFill>
                  <a:srgbClr val="94A2B8"/>
                </a:solidFill>
                <a:latin typeface="Arial"/>
                <a:cs typeface="Arial"/>
              </a:rPr>
              <a:t>21/57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List</a:t>
            </a:r>
            <a:r>
              <a:rPr spc="-170" dirty="0"/>
              <a:t> </a:t>
            </a:r>
            <a:r>
              <a:rPr spc="-130" dirty="0"/>
              <a:t>:</a:t>
            </a:r>
            <a:r>
              <a:rPr spc="-165" dirty="0"/>
              <a:t> </a:t>
            </a:r>
            <a:r>
              <a:rPr spc="-135" dirty="0"/>
              <a:t>Trier</a:t>
            </a:r>
            <a:r>
              <a:rPr spc="-165" dirty="0"/>
              <a:t> </a:t>
            </a:r>
            <a:r>
              <a:rPr spc="-150" dirty="0"/>
              <a:t>avec</a:t>
            </a:r>
            <a:r>
              <a:rPr spc="-170" dirty="0"/>
              <a:t> </a:t>
            </a:r>
            <a:r>
              <a:rPr spc="-155" dirty="0"/>
              <a:t>Comparator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5210174"/>
            <a:ext cx="8572500" cy="771525"/>
            <a:chOff x="1809749" y="5210174"/>
            <a:chExt cx="8572500" cy="771525"/>
          </a:xfrm>
        </p:grpSpPr>
        <p:sp>
          <p:nvSpPr>
            <p:cNvPr id="4" name="object 4"/>
            <p:cNvSpPr/>
            <p:nvPr/>
          </p:nvSpPr>
          <p:spPr>
            <a:xfrm>
              <a:off x="1814512" y="5214937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8496227" y="761999"/>
                  </a:moveTo>
                  <a:lnTo>
                    <a:pt x="66746" y="761999"/>
                  </a:lnTo>
                  <a:lnTo>
                    <a:pt x="62101" y="761542"/>
                  </a:lnTo>
                  <a:lnTo>
                    <a:pt x="24240" y="744392"/>
                  </a:lnTo>
                  <a:lnTo>
                    <a:pt x="2287" y="709098"/>
                  </a:lnTo>
                  <a:lnTo>
                    <a:pt x="0" y="695252"/>
                  </a:lnTo>
                  <a:lnTo>
                    <a:pt x="0" y="6905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695252"/>
                  </a:lnTo>
                  <a:lnTo>
                    <a:pt x="8548327" y="734150"/>
                  </a:lnTo>
                  <a:lnTo>
                    <a:pt x="8514540" y="758356"/>
                  </a:lnTo>
                  <a:lnTo>
                    <a:pt x="8500872" y="761542"/>
                  </a:lnTo>
                  <a:lnTo>
                    <a:pt x="8496227" y="7619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5214937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0" y="6905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05473" y="1372"/>
                  </a:lnTo>
                  <a:lnTo>
                    <a:pt x="8510074" y="2287"/>
                  </a:lnTo>
                  <a:lnTo>
                    <a:pt x="8531223" y="12039"/>
                  </a:lnTo>
                  <a:lnTo>
                    <a:pt x="8535124" y="14645"/>
                  </a:lnTo>
                  <a:lnTo>
                    <a:pt x="8550933" y="31748"/>
                  </a:lnTo>
                  <a:lnTo>
                    <a:pt x="8553538" y="35648"/>
                  </a:lnTo>
                  <a:lnTo>
                    <a:pt x="8555739" y="39764"/>
                  </a:lnTo>
                  <a:lnTo>
                    <a:pt x="8557535" y="44099"/>
                  </a:lnTo>
                  <a:lnTo>
                    <a:pt x="8559330" y="48432"/>
                  </a:lnTo>
                  <a:lnTo>
                    <a:pt x="8562974" y="71437"/>
                  </a:lnTo>
                  <a:lnTo>
                    <a:pt x="8562974" y="690562"/>
                  </a:lnTo>
                  <a:lnTo>
                    <a:pt x="8562973" y="695252"/>
                  </a:lnTo>
                  <a:lnTo>
                    <a:pt x="8562515" y="699897"/>
                  </a:lnTo>
                  <a:lnTo>
                    <a:pt x="8561599" y="704498"/>
                  </a:lnTo>
                  <a:lnTo>
                    <a:pt x="8560684" y="709098"/>
                  </a:lnTo>
                  <a:lnTo>
                    <a:pt x="8538732" y="744392"/>
                  </a:lnTo>
                  <a:lnTo>
                    <a:pt x="8531223" y="749959"/>
                  </a:lnTo>
                  <a:lnTo>
                    <a:pt x="8527324" y="752565"/>
                  </a:lnTo>
                  <a:lnTo>
                    <a:pt x="8505473" y="760626"/>
                  </a:lnTo>
                  <a:lnTo>
                    <a:pt x="8500872" y="761542"/>
                  </a:lnTo>
                  <a:lnTo>
                    <a:pt x="8496227" y="761999"/>
                  </a:lnTo>
                  <a:lnTo>
                    <a:pt x="8491536" y="761999"/>
                  </a:lnTo>
                  <a:lnTo>
                    <a:pt x="71437" y="761999"/>
                  </a:lnTo>
                  <a:lnTo>
                    <a:pt x="66746" y="761999"/>
                  </a:lnTo>
                  <a:lnTo>
                    <a:pt x="62101" y="761542"/>
                  </a:lnTo>
                  <a:lnTo>
                    <a:pt x="57500" y="760626"/>
                  </a:lnTo>
                  <a:lnTo>
                    <a:pt x="52900" y="759711"/>
                  </a:lnTo>
                  <a:lnTo>
                    <a:pt x="20923" y="741075"/>
                  </a:lnTo>
                  <a:lnTo>
                    <a:pt x="17606" y="737759"/>
                  </a:lnTo>
                  <a:lnTo>
                    <a:pt x="14645" y="734150"/>
                  </a:lnTo>
                  <a:lnTo>
                    <a:pt x="12039" y="730250"/>
                  </a:lnTo>
                  <a:lnTo>
                    <a:pt x="9433" y="726349"/>
                  </a:lnTo>
                  <a:lnTo>
                    <a:pt x="1372" y="704498"/>
                  </a:lnTo>
                  <a:lnTo>
                    <a:pt x="457" y="699897"/>
                  </a:lnTo>
                  <a:lnTo>
                    <a:pt x="0" y="695252"/>
                  </a:lnTo>
                  <a:lnTo>
                    <a:pt x="0" y="690562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2949" y="5499099"/>
              <a:ext cx="136525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82825" y="5297189"/>
            <a:ext cx="7593330" cy="5016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Astuce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Depuis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Java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8,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l'interface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List</a:t>
            </a:r>
            <a:r>
              <a:rPr sz="1100" spc="-33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possède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993312"/>
                </a:solidFill>
                <a:latin typeface="Arial"/>
                <a:cs typeface="Arial"/>
              </a:rPr>
              <a:t>sa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propre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méthode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sort(Comparator)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.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Plus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besoin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d'utiliser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Collections.sort(list,</a:t>
            </a:r>
            <a:r>
              <a:rPr sz="1100" spc="31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comparator)</a:t>
            </a:r>
            <a:r>
              <a:rPr sz="1100" spc="-22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!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584960"/>
            <a:ext cx="8717280" cy="3499485"/>
            <a:chOff x="1737360" y="1584960"/>
            <a:chExt cx="8717280" cy="3499485"/>
          </a:xfrm>
        </p:grpSpPr>
        <p:sp>
          <p:nvSpPr>
            <p:cNvPr id="9" name="object 9"/>
            <p:cNvSpPr/>
            <p:nvPr/>
          </p:nvSpPr>
          <p:spPr>
            <a:xfrm>
              <a:off x="1737360" y="1584960"/>
              <a:ext cx="8717280" cy="3499485"/>
            </a:xfrm>
            <a:custGeom>
              <a:avLst/>
              <a:gdLst/>
              <a:ahLst/>
              <a:cxnLst/>
              <a:rect l="l" t="t" r="r" b="b"/>
              <a:pathLst>
                <a:path w="8717280" h="3499485">
                  <a:moveTo>
                    <a:pt x="8717280" y="3499104"/>
                  </a:moveTo>
                  <a:lnTo>
                    <a:pt x="0" y="3499104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3814"/>
                  </a:lnTo>
                  <a:lnTo>
                    <a:pt x="129539" y="43814"/>
                  </a:lnTo>
                  <a:lnTo>
                    <a:pt x="120037" y="44686"/>
                  </a:lnTo>
                  <a:lnTo>
                    <a:pt x="85402" y="73157"/>
                  </a:lnTo>
                  <a:lnTo>
                    <a:pt x="81914" y="91439"/>
                  </a:lnTo>
                  <a:lnTo>
                    <a:pt x="81914" y="3329939"/>
                  </a:lnTo>
                  <a:lnTo>
                    <a:pt x="103199" y="3369718"/>
                  </a:lnTo>
                  <a:lnTo>
                    <a:pt x="129539" y="3377564"/>
                  </a:lnTo>
                  <a:lnTo>
                    <a:pt x="8717280" y="3377564"/>
                  </a:lnTo>
                  <a:lnTo>
                    <a:pt x="8717280" y="3499104"/>
                  </a:lnTo>
                  <a:close/>
                </a:path>
                <a:path w="8717280" h="3499485">
                  <a:moveTo>
                    <a:pt x="8717280" y="3377564"/>
                  </a:moveTo>
                  <a:lnTo>
                    <a:pt x="8587739" y="3377564"/>
                  </a:lnTo>
                  <a:lnTo>
                    <a:pt x="8597241" y="3376692"/>
                  </a:lnTo>
                  <a:lnTo>
                    <a:pt x="8606022" y="3374077"/>
                  </a:lnTo>
                  <a:lnTo>
                    <a:pt x="8634492" y="3339442"/>
                  </a:lnTo>
                  <a:lnTo>
                    <a:pt x="8635364" y="3329939"/>
                  </a:lnTo>
                  <a:lnTo>
                    <a:pt x="8635364" y="91439"/>
                  </a:lnTo>
                  <a:lnTo>
                    <a:pt x="8614080" y="51661"/>
                  </a:lnTo>
                  <a:lnTo>
                    <a:pt x="8587739" y="43814"/>
                  </a:lnTo>
                  <a:lnTo>
                    <a:pt x="8717280" y="43814"/>
                  </a:lnTo>
                  <a:lnTo>
                    <a:pt x="8717280" y="337756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619249"/>
              <a:ext cx="8553450" cy="3352800"/>
            </a:xfrm>
            <a:custGeom>
              <a:avLst/>
              <a:gdLst/>
              <a:ahLst/>
              <a:cxnLst/>
              <a:rect l="l" t="t" r="r" b="b"/>
              <a:pathLst>
                <a:path w="8553450" h="3352800">
                  <a:moveTo>
                    <a:pt x="8500051" y="3352799"/>
                  </a:moveTo>
                  <a:lnTo>
                    <a:pt x="33047" y="3352799"/>
                  </a:lnTo>
                  <a:lnTo>
                    <a:pt x="28187" y="3351349"/>
                  </a:lnTo>
                  <a:lnTo>
                    <a:pt x="966" y="3310517"/>
                  </a:lnTo>
                  <a:lnTo>
                    <a:pt x="0" y="3303227"/>
                  </a:lnTo>
                  <a:lnTo>
                    <a:pt x="0" y="32956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3299402"/>
                  </a:lnTo>
                  <a:lnTo>
                    <a:pt x="8534055" y="3338713"/>
                  </a:lnTo>
                  <a:lnTo>
                    <a:pt x="8503768" y="3352432"/>
                  </a:lnTo>
                  <a:lnTo>
                    <a:pt x="8500051" y="3352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619249"/>
              <a:ext cx="52069" cy="3352800"/>
            </a:xfrm>
            <a:custGeom>
              <a:avLst/>
              <a:gdLst/>
              <a:ahLst/>
              <a:cxnLst/>
              <a:rect l="l" t="t" r="r" b="b"/>
              <a:pathLst>
                <a:path w="52069" h="3352800">
                  <a:moveTo>
                    <a:pt x="51889" y="3352799"/>
                  </a:moveTo>
                  <a:lnTo>
                    <a:pt x="49571" y="3352799"/>
                  </a:lnTo>
                  <a:lnTo>
                    <a:pt x="42281" y="3351349"/>
                  </a:lnTo>
                  <a:lnTo>
                    <a:pt x="7250" y="3324520"/>
                  </a:lnTo>
                  <a:lnTo>
                    <a:pt x="0" y="3303229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295649"/>
                  </a:lnTo>
                  <a:lnTo>
                    <a:pt x="43679" y="3336060"/>
                  </a:lnTo>
                  <a:lnTo>
                    <a:pt x="47399" y="3347219"/>
                  </a:lnTo>
                  <a:lnTo>
                    <a:pt x="51889" y="33527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5095" y="1762717"/>
            <a:ext cx="5072380" cy="301117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52755" indent="-367030">
              <a:lnSpc>
                <a:spcPct val="100000"/>
              </a:lnSpc>
              <a:spcBef>
                <a:spcPts val="32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Trier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nom</a:t>
            </a:r>
            <a:r>
              <a:rPr sz="1100" i="1" spc="30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5" dirty="0">
                <a:solidFill>
                  <a:srgbClr val="94A2B8"/>
                </a:solidFill>
                <a:latin typeface="Times New Roman"/>
                <a:cs typeface="Times New Roman"/>
              </a:rPr>
              <a:t>(lambda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explicite)</a:t>
            </a:r>
            <a:endParaRPr sz="1100">
              <a:latin typeface="Times New Roman"/>
              <a:cs typeface="Times New Roman"/>
            </a:endParaRPr>
          </a:p>
          <a:p>
            <a:pPr marL="86360" marR="302260" indent="292100">
              <a:lnSpc>
                <a:spcPct val="113100"/>
              </a:lnSpc>
              <a:spcBef>
                <a:spcPts val="65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  <a:tab pos="2087245" algn="l"/>
              </a:tabLst>
            </a:pPr>
            <a:r>
              <a:rPr sz="1050" spc="190" dirty="0">
                <a:solidFill>
                  <a:srgbClr val="334054"/>
                </a:solidFill>
                <a:latin typeface="Times New Roman"/>
                <a:cs typeface="Times New Roman"/>
              </a:rPr>
              <a:t>etudiants.sort((a,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b)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a.getNom().compareTo(b.getNom())); </a:t>
            </a:r>
            <a:r>
              <a:rPr sz="1050" spc="5" dirty="0">
                <a:solidFill>
                  <a:srgbClr val="CBD5E1"/>
                </a:solidFill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4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Trier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matricule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(référence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5" dirty="0">
                <a:solidFill>
                  <a:srgbClr val="94A2B8"/>
                </a:solidFill>
                <a:latin typeface="Times New Roman"/>
                <a:cs typeface="Times New Roman"/>
              </a:rPr>
              <a:t>méthode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-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plus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lisible)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4"/>
              <a:tabLst>
                <a:tab pos="378460" algn="l"/>
                <a:tab pos="379095" algn="l"/>
              </a:tabLst>
            </a:pP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etudiants.sort(</a:t>
            </a: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.comparing(</a:t>
            </a: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7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:getMatricule));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240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6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7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3.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Trier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moyenne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décroissante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(reversed)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 startAt="7"/>
              <a:tabLst>
                <a:tab pos="378460" algn="l"/>
                <a:tab pos="379095" algn="l"/>
              </a:tabLst>
            </a:pP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etudiants.sort(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7"/>
              <a:tabLst>
                <a:tab pos="378460" algn="l"/>
                <a:tab pos="379095" algn="l"/>
              </a:tabLst>
            </a:pP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.comparingDouble(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45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:getMoyenne).reversed()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7"/>
              <a:tabLst>
                <a:tab pos="378460" algn="l"/>
                <a:tab pos="379095" algn="l"/>
              </a:tabLst>
            </a:pPr>
            <a:r>
              <a:rPr sz="1050" spc="235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11</a:t>
            </a:r>
            <a:endParaRPr sz="1050">
              <a:latin typeface="Times New Roman"/>
              <a:cs typeface="Times New Roman"/>
            </a:endParaRPr>
          </a:p>
          <a:p>
            <a:pPr marL="452755" indent="-440690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12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4.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Tri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multi-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critères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(si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moyennes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égales,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trier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20" dirty="0">
                <a:solidFill>
                  <a:srgbClr val="94A2B8"/>
                </a:solidFill>
                <a:latin typeface="Times New Roman"/>
                <a:cs typeface="Times New Roman"/>
              </a:rPr>
              <a:t>nom)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12"/>
              <a:tabLst>
                <a:tab pos="378460" algn="l"/>
                <a:tab pos="379095" algn="l"/>
              </a:tabLst>
            </a:pP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etudiants.sort(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12"/>
              <a:tabLst>
                <a:tab pos="378460" algn="l"/>
                <a:tab pos="379095" algn="l"/>
              </a:tabLst>
            </a:pP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.comparingDouble(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45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:getMoyenne).reversed()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12"/>
              <a:tabLst>
                <a:tab pos="378460" algn="l"/>
                <a:tab pos="379095" algn="l"/>
              </a:tabLst>
            </a:pP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.thenComparing(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7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:getNom)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12"/>
              <a:tabLst>
                <a:tab pos="378460" algn="l"/>
                <a:tab pos="379095" algn="l"/>
              </a:tabLst>
            </a:pPr>
            <a:r>
              <a:rPr sz="1050" spc="235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248773" y="1619249"/>
            <a:ext cx="1133475" cy="238125"/>
          </a:xfrm>
          <a:custGeom>
            <a:avLst/>
            <a:gdLst/>
            <a:ahLst/>
            <a:cxnLst/>
            <a:rect l="l" t="t" r="r" b="b"/>
            <a:pathLst>
              <a:path w="1133475" h="238125">
                <a:moveTo>
                  <a:pt x="1133475" y="238124"/>
                </a:moveTo>
                <a:lnTo>
                  <a:pt x="53397" y="238124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1080077" y="0"/>
                </a:lnTo>
                <a:lnTo>
                  <a:pt x="1119388" y="19392"/>
                </a:lnTo>
                <a:lnTo>
                  <a:pt x="1133475" y="53397"/>
                </a:lnTo>
                <a:lnTo>
                  <a:pt x="1133475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31324" y="1650298"/>
            <a:ext cx="96837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114" dirty="0">
                <a:solidFill>
                  <a:srgbClr val="64738B"/>
                </a:solidFill>
                <a:latin typeface="Times New Roman"/>
                <a:cs typeface="Times New Roman"/>
              </a:rPr>
              <a:t>TrierListe.java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4705349" y="6800849"/>
              <a:ext cx="7486650" cy="57150"/>
            </a:xfrm>
            <a:custGeom>
              <a:avLst/>
              <a:gdLst/>
              <a:ahLst/>
              <a:cxnLst/>
              <a:rect l="l" t="t" r="r" b="b"/>
              <a:pathLst>
                <a:path w="7486650" h="57150">
                  <a:moveTo>
                    <a:pt x="0" y="57149"/>
                  </a:moveTo>
                  <a:lnTo>
                    <a:pt x="7486649" y="57149"/>
                  </a:lnTo>
                  <a:lnTo>
                    <a:pt x="74866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4705350" cy="57150"/>
            </a:xfrm>
            <a:custGeom>
              <a:avLst/>
              <a:gdLst/>
              <a:ahLst/>
              <a:cxnLst/>
              <a:rect l="l" t="t" r="r" b="b"/>
              <a:pathLst>
                <a:path w="4705350" h="57150">
                  <a:moveTo>
                    <a:pt x="47053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602639" y="6551215"/>
            <a:ext cx="3644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30" dirty="0">
                <a:solidFill>
                  <a:srgbClr val="94A2B8"/>
                </a:solidFill>
                <a:latin typeface="Arial"/>
                <a:cs typeface="Arial"/>
              </a:rPr>
              <a:t>22/57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List</a:t>
            </a:r>
            <a:r>
              <a:rPr spc="-160" dirty="0"/>
              <a:t> </a:t>
            </a:r>
            <a:r>
              <a:rPr spc="-130" dirty="0"/>
              <a:t>:</a:t>
            </a:r>
            <a:r>
              <a:rPr spc="-155" dirty="0"/>
              <a:t> </a:t>
            </a:r>
            <a:r>
              <a:rPr spc="-175" dirty="0"/>
              <a:t>forEach</a:t>
            </a:r>
            <a:r>
              <a:rPr spc="-155" dirty="0"/>
              <a:t> </a:t>
            </a:r>
            <a:r>
              <a:rPr spc="-85" dirty="0"/>
              <a:t>et</a:t>
            </a:r>
            <a:r>
              <a:rPr spc="-155" dirty="0"/>
              <a:t> </a:t>
            </a:r>
            <a:r>
              <a:rPr spc="-150" dirty="0"/>
              <a:t>removeIf</a:t>
            </a:r>
            <a:r>
              <a:rPr spc="-160" dirty="0"/>
              <a:t> </a:t>
            </a:r>
            <a:r>
              <a:rPr spc="-114" dirty="0"/>
              <a:t>(lambdas)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4667249"/>
            <a:ext cx="8572500" cy="752475"/>
            <a:chOff x="1809749" y="4667249"/>
            <a:chExt cx="8572500" cy="752475"/>
          </a:xfrm>
        </p:grpSpPr>
        <p:sp>
          <p:nvSpPr>
            <p:cNvPr id="4" name="object 4"/>
            <p:cNvSpPr/>
            <p:nvPr/>
          </p:nvSpPr>
          <p:spPr>
            <a:xfrm>
              <a:off x="1814512" y="4672012"/>
              <a:ext cx="8562975" cy="742950"/>
            </a:xfrm>
            <a:custGeom>
              <a:avLst/>
              <a:gdLst/>
              <a:ahLst/>
              <a:cxnLst/>
              <a:rect l="l" t="t" r="r" b="b"/>
              <a:pathLst>
                <a:path w="8562975" h="742950">
                  <a:moveTo>
                    <a:pt x="8496227" y="742949"/>
                  </a:moveTo>
                  <a:lnTo>
                    <a:pt x="66746" y="742949"/>
                  </a:lnTo>
                  <a:lnTo>
                    <a:pt x="62101" y="742492"/>
                  </a:lnTo>
                  <a:lnTo>
                    <a:pt x="24240" y="725342"/>
                  </a:lnTo>
                  <a:lnTo>
                    <a:pt x="2287" y="690048"/>
                  </a:lnTo>
                  <a:lnTo>
                    <a:pt x="0" y="676202"/>
                  </a:lnTo>
                  <a:lnTo>
                    <a:pt x="0" y="6715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676202"/>
                  </a:lnTo>
                  <a:lnTo>
                    <a:pt x="8548327" y="715100"/>
                  </a:lnTo>
                  <a:lnTo>
                    <a:pt x="8514540" y="739307"/>
                  </a:lnTo>
                  <a:lnTo>
                    <a:pt x="8500872" y="742492"/>
                  </a:lnTo>
                  <a:lnTo>
                    <a:pt x="8496227" y="7429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4672012"/>
              <a:ext cx="8562975" cy="742950"/>
            </a:xfrm>
            <a:custGeom>
              <a:avLst/>
              <a:gdLst/>
              <a:ahLst/>
              <a:cxnLst/>
              <a:rect l="l" t="t" r="r" b="b"/>
              <a:pathLst>
                <a:path w="8562975" h="742950">
                  <a:moveTo>
                    <a:pt x="0" y="6715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39765" y="7232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31223" y="12039"/>
                  </a:lnTo>
                  <a:lnTo>
                    <a:pt x="8535124" y="14645"/>
                  </a:lnTo>
                  <a:lnTo>
                    <a:pt x="8550933" y="31748"/>
                  </a:lnTo>
                  <a:lnTo>
                    <a:pt x="8553538" y="35648"/>
                  </a:lnTo>
                  <a:lnTo>
                    <a:pt x="8562974" y="71437"/>
                  </a:lnTo>
                  <a:lnTo>
                    <a:pt x="8562974" y="671512"/>
                  </a:lnTo>
                  <a:lnTo>
                    <a:pt x="8562973" y="676202"/>
                  </a:lnTo>
                  <a:lnTo>
                    <a:pt x="8562515" y="680847"/>
                  </a:lnTo>
                  <a:lnTo>
                    <a:pt x="8561599" y="685448"/>
                  </a:lnTo>
                  <a:lnTo>
                    <a:pt x="8560684" y="690048"/>
                  </a:lnTo>
                  <a:lnTo>
                    <a:pt x="8538732" y="725342"/>
                  </a:lnTo>
                  <a:lnTo>
                    <a:pt x="8531223" y="730910"/>
                  </a:lnTo>
                  <a:lnTo>
                    <a:pt x="8527324" y="733516"/>
                  </a:lnTo>
                  <a:lnTo>
                    <a:pt x="8505473" y="741577"/>
                  </a:lnTo>
                  <a:lnTo>
                    <a:pt x="8500872" y="742492"/>
                  </a:lnTo>
                  <a:lnTo>
                    <a:pt x="8496227" y="742949"/>
                  </a:lnTo>
                  <a:lnTo>
                    <a:pt x="8491536" y="742949"/>
                  </a:lnTo>
                  <a:lnTo>
                    <a:pt x="71437" y="742949"/>
                  </a:lnTo>
                  <a:lnTo>
                    <a:pt x="66746" y="742949"/>
                  </a:lnTo>
                  <a:lnTo>
                    <a:pt x="62101" y="742492"/>
                  </a:lnTo>
                  <a:lnTo>
                    <a:pt x="24240" y="725342"/>
                  </a:lnTo>
                  <a:lnTo>
                    <a:pt x="12039" y="711200"/>
                  </a:lnTo>
                  <a:lnTo>
                    <a:pt x="9433" y="707299"/>
                  </a:lnTo>
                  <a:lnTo>
                    <a:pt x="1372" y="685448"/>
                  </a:lnTo>
                  <a:lnTo>
                    <a:pt x="457" y="680847"/>
                  </a:lnTo>
                  <a:lnTo>
                    <a:pt x="0" y="676202"/>
                  </a:lnTo>
                  <a:lnTo>
                    <a:pt x="0" y="671512"/>
                  </a:lnTo>
                  <a:close/>
                </a:path>
              </a:pathLst>
            </a:custGeom>
            <a:ln w="9524">
              <a:solidFill>
                <a:srgbClr val="DBF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9774" y="4937124"/>
              <a:ext cx="190500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30449" y="4763789"/>
            <a:ext cx="75914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spc="-75" dirty="0">
                <a:solidFill>
                  <a:srgbClr val="15803C"/>
                </a:solidFill>
                <a:latin typeface="Arial"/>
                <a:cs typeface="Arial"/>
              </a:rPr>
              <a:t>Rappel</a:t>
            </a:r>
            <a:r>
              <a:rPr sz="1300" spc="-3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5803C"/>
                </a:solidFill>
                <a:latin typeface="Arial"/>
                <a:cs typeface="Arial"/>
              </a:rPr>
              <a:t>:</a:t>
            </a:r>
            <a:r>
              <a:rPr sz="1300" spc="-3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5803C"/>
                </a:solidFill>
                <a:latin typeface="Monaco"/>
                <a:cs typeface="Monaco"/>
              </a:rPr>
              <a:t>removeIf</a:t>
            </a:r>
            <a:r>
              <a:rPr sz="1100" spc="-320" dirty="0">
                <a:solidFill>
                  <a:srgbClr val="15803C"/>
                </a:solidFill>
                <a:latin typeface="Monaco"/>
                <a:cs typeface="Monaco"/>
              </a:rPr>
              <a:t> </a:t>
            </a:r>
            <a:r>
              <a:rPr sz="1300" spc="-40" dirty="0">
                <a:solidFill>
                  <a:srgbClr val="15803C"/>
                </a:solidFill>
                <a:latin typeface="Arial"/>
                <a:cs typeface="Arial"/>
              </a:rPr>
              <a:t>prend</a:t>
            </a:r>
            <a:r>
              <a:rPr sz="1300" spc="-3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15803C"/>
                </a:solidFill>
                <a:latin typeface="Arial"/>
                <a:cs typeface="Arial"/>
              </a:rPr>
              <a:t>un</a:t>
            </a:r>
            <a:r>
              <a:rPr sz="1300" spc="-2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5803C"/>
                </a:solidFill>
                <a:latin typeface="Monaco"/>
                <a:cs typeface="Monaco"/>
              </a:rPr>
              <a:t>Predicate&lt;T&gt;</a:t>
            </a:r>
            <a:r>
              <a:rPr sz="1100" spc="-325" dirty="0">
                <a:solidFill>
                  <a:srgbClr val="15803C"/>
                </a:solidFill>
                <a:latin typeface="Monaco"/>
                <a:cs typeface="Monaco"/>
              </a:rPr>
              <a:t> </a:t>
            </a:r>
            <a:r>
              <a:rPr sz="1300" spc="-30" dirty="0">
                <a:solidFill>
                  <a:srgbClr val="15803C"/>
                </a:solidFill>
                <a:latin typeface="Arial"/>
                <a:cs typeface="Arial"/>
              </a:rPr>
              <a:t>(interface</a:t>
            </a:r>
            <a:r>
              <a:rPr sz="1300" spc="-2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5803C"/>
                </a:solidFill>
                <a:latin typeface="Arial"/>
                <a:cs typeface="Arial"/>
              </a:rPr>
              <a:t>fonctionnelle</a:t>
            </a:r>
            <a:r>
              <a:rPr sz="1300" spc="-3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5803C"/>
                </a:solidFill>
                <a:latin typeface="Arial"/>
                <a:cs typeface="Arial"/>
              </a:rPr>
              <a:t>:</a:t>
            </a:r>
            <a:r>
              <a:rPr sz="1300" spc="-2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5803C"/>
                </a:solidFill>
                <a:latin typeface="Monaco"/>
                <a:cs typeface="Monaco"/>
              </a:rPr>
              <a:t>test(T)</a:t>
            </a:r>
            <a:r>
              <a:rPr sz="1100" spc="100" dirty="0">
                <a:solidFill>
                  <a:srgbClr val="15803C"/>
                </a:solidFill>
                <a:latin typeface="Monaco"/>
                <a:cs typeface="Monaco"/>
              </a:rPr>
              <a:t> </a:t>
            </a:r>
            <a:r>
              <a:rPr sz="1100" dirty="0">
                <a:solidFill>
                  <a:srgbClr val="15803C"/>
                </a:solidFill>
                <a:latin typeface="Monaco"/>
                <a:cs typeface="Monaco"/>
              </a:rPr>
              <a:t>-&gt;</a:t>
            </a:r>
            <a:r>
              <a:rPr sz="1100" spc="95" dirty="0">
                <a:solidFill>
                  <a:srgbClr val="15803C"/>
                </a:solidFill>
                <a:latin typeface="Monaco"/>
                <a:cs typeface="Monaco"/>
              </a:rPr>
              <a:t> </a:t>
            </a:r>
            <a:r>
              <a:rPr sz="1100" dirty="0">
                <a:solidFill>
                  <a:srgbClr val="15803C"/>
                </a:solidFill>
                <a:latin typeface="Monaco"/>
                <a:cs typeface="Monaco"/>
              </a:rPr>
              <a:t>boolean</a:t>
            </a:r>
            <a:r>
              <a:rPr sz="1300" dirty="0">
                <a:solidFill>
                  <a:srgbClr val="15803C"/>
                </a:solidFill>
                <a:latin typeface="Arial"/>
                <a:cs typeface="Arial"/>
              </a:rPr>
              <a:t>).</a:t>
            </a:r>
            <a:r>
              <a:rPr sz="1300" spc="-3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15803C"/>
                </a:solidFill>
                <a:latin typeface="Arial"/>
                <a:cs typeface="Arial"/>
              </a:rPr>
              <a:t>C'est </a:t>
            </a:r>
            <a:r>
              <a:rPr sz="1300" spc="-55" dirty="0">
                <a:solidFill>
                  <a:srgbClr val="15803C"/>
                </a:solidFill>
                <a:latin typeface="Arial"/>
                <a:cs typeface="Arial"/>
              </a:rPr>
              <a:t>la</a:t>
            </a:r>
            <a:r>
              <a:rPr sz="1300" spc="-3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15803C"/>
                </a:solidFill>
                <a:latin typeface="Arial"/>
                <a:cs typeface="Arial"/>
              </a:rPr>
              <a:t>méthode </a:t>
            </a:r>
            <a:r>
              <a:rPr sz="1300" spc="-50" dirty="0">
                <a:solidFill>
                  <a:srgbClr val="15803C"/>
                </a:solidFill>
                <a:latin typeface="Arial"/>
                <a:cs typeface="Arial"/>
              </a:rPr>
              <a:t>moderne</a:t>
            </a:r>
            <a:r>
              <a:rPr sz="1300" spc="-5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15803C"/>
                </a:solidFill>
                <a:latin typeface="Arial"/>
                <a:cs typeface="Arial"/>
              </a:rPr>
              <a:t>et</a:t>
            </a:r>
            <a:r>
              <a:rPr sz="1300" spc="-50" dirty="0">
                <a:solidFill>
                  <a:srgbClr val="15803C"/>
                </a:solidFill>
                <a:latin typeface="Arial"/>
                <a:cs typeface="Arial"/>
              </a:rPr>
              <a:t> sûre</a:t>
            </a:r>
            <a:r>
              <a:rPr sz="1300" spc="-5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5803C"/>
                </a:solidFill>
                <a:latin typeface="Arial"/>
                <a:cs typeface="Arial"/>
              </a:rPr>
              <a:t>pour</a:t>
            </a:r>
            <a:r>
              <a:rPr sz="1300" spc="-5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5803C"/>
                </a:solidFill>
                <a:latin typeface="Arial"/>
                <a:cs typeface="Arial"/>
              </a:rPr>
              <a:t>filtrer</a:t>
            </a:r>
            <a:r>
              <a:rPr sz="1300" spc="-5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15803C"/>
                </a:solidFill>
                <a:latin typeface="Arial"/>
                <a:cs typeface="Arial"/>
              </a:rPr>
              <a:t>une</a:t>
            </a:r>
            <a:r>
              <a:rPr sz="1300" spc="-5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15803C"/>
                </a:solidFill>
                <a:latin typeface="Arial"/>
                <a:cs typeface="Arial"/>
              </a:rPr>
              <a:t>liste</a:t>
            </a:r>
            <a:r>
              <a:rPr sz="1300" spc="-5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5803C"/>
                </a:solidFill>
                <a:latin typeface="Arial"/>
                <a:cs typeface="Arial"/>
              </a:rPr>
              <a:t>sur</a:t>
            </a:r>
            <a:r>
              <a:rPr sz="1300" spc="-5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15803C"/>
                </a:solidFill>
                <a:latin typeface="Arial"/>
                <a:cs typeface="Arial"/>
              </a:rPr>
              <a:t>place.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2154936"/>
            <a:ext cx="8717280" cy="2383790"/>
            <a:chOff x="1737360" y="2154936"/>
            <a:chExt cx="8717280" cy="2383790"/>
          </a:xfrm>
        </p:grpSpPr>
        <p:sp>
          <p:nvSpPr>
            <p:cNvPr id="9" name="object 9"/>
            <p:cNvSpPr/>
            <p:nvPr/>
          </p:nvSpPr>
          <p:spPr>
            <a:xfrm>
              <a:off x="1737360" y="2154936"/>
              <a:ext cx="8717280" cy="2383790"/>
            </a:xfrm>
            <a:custGeom>
              <a:avLst/>
              <a:gdLst/>
              <a:ahLst/>
              <a:cxnLst/>
              <a:rect l="l" t="t" r="r" b="b"/>
              <a:pathLst>
                <a:path w="8717280" h="2383790">
                  <a:moveTo>
                    <a:pt x="8717280" y="2383536"/>
                  </a:moveTo>
                  <a:lnTo>
                    <a:pt x="0" y="2383536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5338"/>
                  </a:lnTo>
                  <a:lnTo>
                    <a:pt x="129539" y="45338"/>
                  </a:lnTo>
                  <a:lnTo>
                    <a:pt x="120037" y="46210"/>
                  </a:lnTo>
                  <a:lnTo>
                    <a:pt x="85402" y="74681"/>
                  </a:lnTo>
                  <a:lnTo>
                    <a:pt x="81914" y="92963"/>
                  </a:lnTo>
                  <a:lnTo>
                    <a:pt x="81914" y="2217038"/>
                  </a:lnTo>
                  <a:lnTo>
                    <a:pt x="103199" y="2256816"/>
                  </a:lnTo>
                  <a:lnTo>
                    <a:pt x="129539" y="2264663"/>
                  </a:lnTo>
                  <a:lnTo>
                    <a:pt x="8717280" y="2264663"/>
                  </a:lnTo>
                  <a:lnTo>
                    <a:pt x="8717280" y="2383536"/>
                  </a:lnTo>
                  <a:close/>
                </a:path>
                <a:path w="8717280" h="2383790">
                  <a:moveTo>
                    <a:pt x="8717280" y="2264663"/>
                  </a:moveTo>
                  <a:lnTo>
                    <a:pt x="8587739" y="2264663"/>
                  </a:lnTo>
                  <a:lnTo>
                    <a:pt x="8597241" y="2263791"/>
                  </a:lnTo>
                  <a:lnTo>
                    <a:pt x="8606022" y="2261176"/>
                  </a:lnTo>
                  <a:lnTo>
                    <a:pt x="8634492" y="2226540"/>
                  </a:lnTo>
                  <a:lnTo>
                    <a:pt x="8635364" y="2217038"/>
                  </a:lnTo>
                  <a:lnTo>
                    <a:pt x="8635364" y="92963"/>
                  </a:lnTo>
                  <a:lnTo>
                    <a:pt x="8614080" y="53184"/>
                  </a:lnTo>
                  <a:lnTo>
                    <a:pt x="8587739" y="45338"/>
                  </a:lnTo>
                  <a:lnTo>
                    <a:pt x="8717280" y="45338"/>
                  </a:lnTo>
                  <a:lnTo>
                    <a:pt x="8717280" y="226466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2190749"/>
              <a:ext cx="8553450" cy="2238375"/>
            </a:xfrm>
            <a:custGeom>
              <a:avLst/>
              <a:gdLst/>
              <a:ahLst/>
              <a:cxnLst/>
              <a:rect l="l" t="t" r="r" b="b"/>
              <a:pathLst>
                <a:path w="8553450" h="2238375">
                  <a:moveTo>
                    <a:pt x="8500051" y="2238374"/>
                  </a:moveTo>
                  <a:lnTo>
                    <a:pt x="33047" y="2238374"/>
                  </a:lnTo>
                  <a:lnTo>
                    <a:pt x="28187" y="2236924"/>
                  </a:lnTo>
                  <a:lnTo>
                    <a:pt x="966" y="2196093"/>
                  </a:lnTo>
                  <a:lnTo>
                    <a:pt x="0" y="2188803"/>
                  </a:lnTo>
                  <a:lnTo>
                    <a:pt x="0" y="218122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2184977"/>
                  </a:lnTo>
                  <a:lnTo>
                    <a:pt x="8534055" y="2224289"/>
                  </a:lnTo>
                  <a:lnTo>
                    <a:pt x="8503768" y="2238008"/>
                  </a:lnTo>
                  <a:lnTo>
                    <a:pt x="8500051" y="22383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2190749"/>
              <a:ext cx="52069" cy="2238375"/>
            </a:xfrm>
            <a:custGeom>
              <a:avLst/>
              <a:gdLst/>
              <a:ahLst/>
              <a:cxnLst/>
              <a:rect l="l" t="t" r="r" b="b"/>
              <a:pathLst>
                <a:path w="52069" h="2238375">
                  <a:moveTo>
                    <a:pt x="51889" y="2238374"/>
                  </a:moveTo>
                  <a:lnTo>
                    <a:pt x="49571" y="2238374"/>
                  </a:lnTo>
                  <a:lnTo>
                    <a:pt x="42281" y="2236924"/>
                  </a:lnTo>
                  <a:lnTo>
                    <a:pt x="7250" y="2210096"/>
                  </a:lnTo>
                  <a:lnTo>
                    <a:pt x="0" y="2188804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2181224"/>
                  </a:lnTo>
                  <a:lnTo>
                    <a:pt x="43679" y="2221635"/>
                  </a:lnTo>
                  <a:lnTo>
                    <a:pt x="47399" y="2232795"/>
                  </a:lnTo>
                  <a:lnTo>
                    <a:pt x="51889" y="22383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5095" y="2344036"/>
            <a:ext cx="6113145" cy="18776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52755" indent="-367030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forEach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exécuter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une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action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pour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chaque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élément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(Consumer</a:t>
            </a:r>
            <a:r>
              <a:rPr sz="95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&lt;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T&gt;)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  <a:tab pos="1938655" algn="l"/>
              </a:tabLst>
            </a:pP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40" dirty="0">
                <a:solidFill>
                  <a:srgbClr val="DA2677"/>
                </a:solidFill>
                <a:latin typeface="Times New Roman"/>
                <a:cs typeface="Times New Roman"/>
              </a:rPr>
              <a:t>forEach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.out.</a:t>
            </a:r>
            <a:r>
              <a:rPr sz="1050" spc="155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(e));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  <a:tab pos="3425190" algn="l"/>
              </a:tabLst>
            </a:pP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forEach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.out</a:t>
            </a:r>
            <a:r>
              <a:rPr sz="1050" spc="4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sz="1050" spc="200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référence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5" dirty="0">
                <a:solidFill>
                  <a:srgbClr val="94A2B8"/>
                </a:solidFill>
                <a:latin typeface="Times New Roman"/>
                <a:cs typeface="Times New Roman"/>
              </a:rPr>
              <a:t>méthode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(plus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concis)</a:t>
            </a:r>
            <a:endParaRPr sz="11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15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5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removeIf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supprimer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selon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une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condition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(Predicate</a:t>
            </a:r>
            <a:r>
              <a:rPr sz="95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&lt;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T&gt;)</a:t>
            </a:r>
            <a:endParaRPr sz="110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55"/>
              </a:spcBef>
              <a:buClr>
                <a:srgbClr val="CBD5E1"/>
              </a:buClr>
              <a:buSzPct val="95454"/>
              <a:buFont typeface="Times New Roman"/>
              <a:buAutoNum type="arabicPlain" startAt="5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94A2B8"/>
                </a:solidFill>
                <a:latin typeface="Apple Color Emoji"/>
                <a:cs typeface="Apple Color Emoji"/>
              </a:rPr>
              <a:t>✅</a:t>
            </a:r>
            <a:r>
              <a:rPr sz="1150" spc="-535" dirty="0">
                <a:solidFill>
                  <a:srgbClr val="94A2B8"/>
                </a:solidFill>
                <a:latin typeface="Apple Color Emoji"/>
                <a:cs typeface="Apple Color Emoji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Gère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l'Iterator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en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interne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→</a:t>
            </a:r>
            <a:r>
              <a:rPr sz="95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pas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ConcurrentModificationException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!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20"/>
              </a:spcBef>
              <a:buClr>
                <a:srgbClr val="CBD5E1"/>
              </a:buClr>
              <a:buAutoNum type="arabicPlain" startAt="5"/>
              <a:tabLst>
                <a:tab pos="378460" algn="l"/>
                <a:tab pos="379095" algn="l"/>
                <a:tab pos="2012950" algn="l"/>
              </a:tabLst>
            </a:pP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removeIf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e.</a:t>
            </a:r>
            <a:r>
              <a:rPr sz="1050" spc="105" dirty="0">
                <a:solidFill>
                  <a:srgbClr val="DA2677"/>
                </a:solidFill>
                <a:latin typeface="Times New Roman"/>
                <a:cs typeface="Times New Roman"/>
              </a:rPr>
              <a:t>getMoyenne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950" spc="3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0890B1"/>
                </a:solidFill>
                <a:latin typeface="Times New Roman"/>
                <a:cs typeface="Times New Roman"/>
              </a:rPr>
              <a:t>10.0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16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8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9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Exemple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supprimer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ceux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dont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le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matricule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commence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5" dirty="0">
                <a:solidFill>
                  <a:srgbClr val="94A2B8"/>
                </a:solidFill>
                <a:latin typeface="Times New Roman"/>
                <a:cs typeface="Times New Roman"/>
              </a:rPr>
              <a:t>"B"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9"/>
              <a:tabLst>
                <a:tab pos="378460" algn="l"/>
                <a:tab pos="379095" algn="l"/>
                <a:tab pos="2012950" algn="l"/>
              </a:tabLst>
            </a:pP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removeIf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getMatricule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startsWith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"B"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82099" y="2190749"/>
            <a:ext cx="1200150" cy="228600"/>
          </a:xfrm>
          <a:custGeom>
            <a:avLst/>
            <a:gdLst/>
            <a:ahLst/>
            <a:cxnLst/>
            <a:rect l="l" t="t" r="r" b="b"/>
            <a:pathLst>
              <a:path w="1200150" h="228600">
                <a:moveTo>
                  <a:pt x="1200149" y="228599"/>
                </a:moveTo>
                <a:lnTo>
                  <a:pt x="53397" y="228599"/>
                </a:lnTo>
                <a:lnTo>
                  <a:pt x="14084" y="209207"/>
                </a:lnTo>
                <a:lnTo>
                  <a:pt x="0" y="175202"/>
                </a:lnTo>
                <a:lnTo>
                  <a:pt x="0" y="171449"/>
                </a:lnTo>
                <a:lnTo>
                  <a:pt x="0" y="0"/>
                </a:lnTo>
                <a:lnTo>
                  <a:pt x="1146751" y="0"/>
                </a:lnTo>
                <a:lnTo>
                  <a:pt x="1150469" y="365"/>
                </a:lnTo>
                <a:lnTo>
                  <a:pt x="1186062" y="19392"/>
                </a:lnTo>
                <a:lnTo>
                  <a:pt x="1200149" y="53397"/>
                </a:lnTo>
                <a:lnTo>
                  <a:pt x="1200149" y="22859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68370" y="2226617"/>
            <a:ext cx="103124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b="1" spc="90" dirty="0">
                <a:solidFill>
                  <a:srgbClr val="64738B"/>
                </a:solidFill>
                <a:latin typeface="Times New Roman"/>
                <a:cs typeface="Times New Roman"/>
              </a:rPr>
              <a:t>Java</a:t>
            </a:r>
            <a:r>
              <a:rPr sz="800" b="1" spc="300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800" b="1" spc="60" dirty="0">
                <a:solidFill>
                  <a:srgbClr val="64738B"/>
                </a:solidFill>
                <a:latin typeface="Times New Roman"/>
                <a:cs typeface="Times New Roman"/>
              </a:rPr>
              <a:t>8+</a:t>
            </a:r>
            <a:r>
              <a:rPr sz="800" b="1" spc="305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800" b="1" spc="110" dirty="0">
                <a:solidFill>
                  <a:srgbClr val="64738B"/>
                </a:solidFill>
                <a:latin typeface="Times New Roman"/>
                <a:cs typeface="Times New Roman"/>
              </a:rPr>
              <a:t>Features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4914899" y="6800849"/>
              <a:ext cx="7277100" cy="57150"/>
            </a:xfrm>
            <a:custGeom>
              <a:avLst/>
              <a:gdLst/>
              <a:ahLst/>
              <a:cxnLst/>
              <a:rect l="l" t="t" r="r" b="b"/>
              <a:pathLst>
                <a:path w="7277100" h="57150">
                  <a:moveTo>
                    <a:pt x="0" y="57149"/>
                  </a:moveTo>
                  <a:lnTo>
                    <a:pt x="7277099" y="57149"/>
                  </a:lnTo>
                  <a:lnTo>
                    <a:pt x="72770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4914900" cy="57150"/>
            </a:xfrm>
            <a:custGeom>
              <a:avLst/>
              <a:gdLst/>
              <a:ahLst/>
              <a:cxnLst/>
              <a:rect l="l" t="t" r="r" b="b"/>
              <a:pathLst>
                <a:path w="4914900" h="57150">
                  <a:moveTo>
                    <a:pt x="49148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4914899" y="0"/>
                  </a:lnTo>
                  <a:lnTo>
                    <a:pt x="491489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602639" y="6551215"/>
            <a:ext cx="3644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30" dirty="0">
                <a:solidFill>
                  <a:srgbClr val="94A2B8"/>
                </a:solidFill>
                <a:latin typeface="Arial"/>
                <a:cs typeface="Arial"/>
              </a:rPr>
              <a:t>23/57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330200"/>
            <a:ext cx="3448050" cy="4483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80" dirty="0"/>
              <a:t>List </a:t>
            </a:r>
            <a:r>
              <a:rPr sz="2750" spc="-125" dirty="0"/>
              <a:t>:</a:t>
            </a:r>
            <a:r>
              <a:rPr sz="2750" spc="-180" dirty="0"/>
              <a:t> </a:t>
            </a:r>
            <a:r>
              <a:rPr sz="2750" spc="-195" dirty="0"/>
              <a:t>Rappels</a:t>
            </a:r>
            <a:r>
              <a:rPr sz="2750" spc="-175" dirty="0"/>
              <a:t> </a:t>
            </a:r>
            <a:r>
              <a:rPr sz="2750" spc="-85" dirty="0"/>
              <a:t>et</a:t>
            </a:r>
            <a:r>
              <a:rPr sz="2750" spc="-180" dirty="0"/>
              <a:t> </a:t>
            </a:r>
            <a:r>
              <a:rPr sz="2750" spc="-135" dirty="0"/>
              <a:t>Pièges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380999" y="1352549"/>
            <a:ext cx="5524500" cy="1438275"/>
            <a:chOff x="380999" y="1352549"/>
            <a:chExt cx="5524500" cy="1438275"/>
          </a:xfrm>
        </p:grpSpPr>
        <p:sp>
          <p:nvSpPr>
            <p:cNvPr id="4" name="object 4"/>
            <p:cNvSpPr/>
            <p:nvPr/>
          </p:nvSpPr>
          <p:spPr>
            <a:xfrm>
              <a:off x="404812" y="1352549"/>
              <a:ext cx="5501005" cy="1438275"/>
            </a:xfrm>
            <a:custGeom>
              <a:avLst/>
              <a:gdLst/>
              <a:ahLst/>
              <a:cxnLst/>
              <a:rect l="l" t="t" r="r" b="b"/>
              <a:pathLst>
                <a:path w="5501005" h="1438275">
                  <a:moveTo>
                    <a:pt x="5429490" y="1438274"/>
                  </a:moveTo>
                  <a:lnTo>
                    <a:pt x="0" y="1438274"/>
                  </a:lnTo>
                  <a:lnTo>
                    <a:pt x="0" y="0"/>
                  </a:lnTo>
                  <a:lnTo>
                    <a:pt x="5429490" y="0"/>
                  </a:lnTo>
                  <a:lnTo>
                    <a:pt x="5434445" y="488"/>
                  </a:lnTo>
                  <a:lnTo>
                    <a:pt x="5470981" y="15621"/>
                  </a:lnTo>
                  <a:lnTo>
                    <a:pt x="5496801" y="51661"/>
                  </a:lnTo>
                  <a:lnTo>
                    <a:pt x="5500687" y="71196"/>
                  </a:lnTo>
                  <a:lnTo>
                    <a:pt x="5500687" y="1367078"/>
                  </a:lnTo>
                  <a:lnTo>
                    <a:pt x="5485065" y="1408568"/>
                  </a:lnTo>
                  <a:lnTo>
                    <a:pt x="5449024" y="1434388"/>
                  </a:lnTo>
                  <a:lnTo>
                    <a:pt x="5429490" y="1438274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99" y="1352549"/>
              <a:ext cx="47625" cy="1438275"/>
            </a:xfrm>
            <a:custGeom>
              <a:avLst/>
              <a:gdLst/>
              <a:ahLst/>
              <a:cxnLst/>
              <a:rect l="l" t="t" r="r" b="b"/>
              <a:pathLst>
                <a:path w="47625" h="1438275">
                  <a:moveTo>
                    <a:pt x="0" y="1438274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1438274"/>
                  </a:lnTo>
                  <a:lnTo>
                    <a:pt x="0" y="1438274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574" y="1593849"/>
              <a:ext cx="177800" cy="1524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54049" y="1411838"/>
            <a:ext cx="4823460" cy="116078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980"/>
              </a:spcBef>
            </a:pPr>
            <a:r>
              <a:rPr sz="1550" b="1" spc="-80" dirty="0">
                <a:solidFill>
                  <a:srgbClr val="991B1B"/>
                </a:solidFill>
                <a:latin typeface="Arial"/>
                <a:cs typeface="Arial"/>
              </a:rPr>
              <a:t>Modification</a:t>
            </a:r>
            <a:r>
              <a:rPr sz="1550" b="1" spc="-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991B1B"/>
                </a:solidFill>
                <a:latin typeface="Arial"/>
                <a:cs typeface="Arial"/>
              </a:rPr>
              <a:t>concurrente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15700"/>
              </a:lnSpc>
              <a:spcBef>
                <a:spcPts val="560"/>
              </a:spcBef>
            </a:pPr>
            <a:r>
              <a:rPr sz="1350" spc="-75" dirty="0">
                <a:solidFill>
                  <a:srgbClr val="7E1C1C"/>
                </a:solidFill>
                <a:latin typeface="Arial"/>
                <a:cs typeface="Arial"/>
              </a:rPr>
              <a:t>Ne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7E1C1C"/>
                </a:solidFill>
                <a:latin typeface="Arial"/>
                <a:cs typeface="Arial"/>
              </a:rPr>
              <a:t>jamais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7E1C1C"/>
                </a:solidFill>
                <a:latin typeface="Arial"/>
                <a:cs typeface="Arial"/>
              </a:rPr>
              <a:t>modifier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7E1C1C"/>
                </a:solidFill>
                <a:latin typeface="Arial"/>
                <a:cs typeface="Arial"/>
              </a:rPr>
              <a:t>la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7E1C1C"/>
                </a:solidFill>
                <a:latin typeface="Arial"/>
                <a:cs typeface="Arial"/>
              </a:rPr>
              <a:t>structure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7E1C1C"/>
                </a:solidFill>
                <a:latin typeface="Arial"/>
                <a:cs typeface="Arial"/>
              </a:rPr>
              <a:t>de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7E1C1C"/>
                </a:solidFill>
                <a:latin typeface="Arial"/>
                <a:cs typeface="Arial"/>
              </a:rPr>
              <a:t>la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7E1C1C"/>
                </a:solidFill>
                <a:latin typeface="Arial"/>
                <a:cs typeface="Arial"/>
              </a:rPr>
              <a:t>liste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(add/remove) pendant </a:t>
            </a:r>
            <a:r>
              <a:rPr sz="1350" spc="-25" dirty="0">
                <a:solidFill>
                  <a:srgbClr val="7E1C1C"/>
                </a:solidFill>
                <a:latin typeface="Arial"/>
                <a:cs typeface="Arial"/>
              </a:rPr>
              <a:t>un </a:t>
            </a:r>
            <a:r>
              <a:rPr sz="1350" spc="-30" dirty="0">
                <a:solidFill>
                  <a:srgbClr val="7E1C1C"/>
                </a:solidFill>
                <a:latin typeface="Arial"/>
                <a:cs typeface="Arial"/>
              </a:rPr>
              <a:t>parcours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7E1C1C"/>
                </a:solidFill>
                <a:latin typeface="Monaco"/>
                <a:cs typeface="Monaco"/>
              </a:rPr>
              <a:t>for-each</a:t>
            </a:r>
            <a:r>
              <a:rPr sz="1350" dirty="0">
                <a:solidFill>
                  <a:srgbClr val="7E1C1C"/>
                </a:solidFill>
                <a:latin typeface="Arial"/>
                <a:cs typeface="Arial"/>
              </a:rPr>
              <a:t>.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7E1C1C"/>
                </a:solidFill>
                <a:latin typeface="Arial"/>
                <a:cs typeface="Arial"/>
              </a:rPr>
              <a:t>Cela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7E1C1C"/>
                </a:solidFill>
                <a:latin typeface="Arial"/>
                <a:cs typeface="Arial"/>
              </a:rPr>
              <a:t>lève</a:t>
            </a:r>
            <a:r>
              <a:rPr sz="1350" spc="-35" dirty="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7E1C1C"/>
                </a:solidFill>
                <a:latin typeface="Arial"/>
                <a:cs typeface="Arial"/>
              </a:rPr>
              <a:t>une </a:t>
            </a:r>
            <a:r>
              <a:rPr sz="1200" spc="-10" dirty="0">
                <a:solidFill>
                  <a:srgbClr val="7E1C1C"/>
                </a:solidFill>
                <a:latin typeface="Monaco"/>
                <a:cs typeface="Monaco"/>
              </a:rPr>
              <a:t>ConcurrentModificationException</a:t>
            </a:r>
            <a:r>
              <a:rPr sz="1350" spc="-10" dirty="0">
                <a:solidFill>
                  <a:srgbClr val="7E1C1C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0999" y="3028949"/>
            <a:ext cx="5524500" cy="1647825"/>
            <a:chOff x="380999" y="3028949"/>
            <a:chExt cx="5524500" cy="1647825"/>
          </a:xfrm>
        </p:grpSpPr>
        <p:sp>
          <p:nvSpPr>
            <p:cNvPr id="9" name="object 9"/>
            <p:cNvSpPr/>
            <p:nvPr/>
          </p:nvSpPr>
          <p:spPr>
            <a:xfrm>
              <a:off x="404812" y="3028949"/>
              <a:ext cx="5501005" cy="1647825"/>
            </a:xfrm>
            <a:custGeom>
              <a:avLst/>
              <a:gdLst/>
              <a:ahLst/>
              <a:cxnLst/>
              <a:rect l="l" t="t" r="r" b="b"/>
              <a:pathLst>
                <a:path w="5501005" h="1647825">
                  <a:moveTo>
                    <a:pt x="5429490" y="1647824"/>
                  </a:moveTo>
                  <a:lnTo>
                    <a:pt x="0" y="1647824"/>
                  </a:lnTo>
                  <a:lnTo>
                    <a:pt x="0" y="0"/>
                  </a:lnTo>
                  <a:lnTo>
                    <a:pt x="5429490" y="0"/>
                  </a:lnTo>
                  <a:lnTo>
                    <a:pt x="5470981" y="15621"/>
                  </a:lnTo>
                  <a:lnTo>
                    <a:pt x="5496801" y="51661"/>
                  </a:lnTo>
                  <a:lnTo>
                    <a:pt x="5500687" y="71196"/>
                  </a:lnTo>
                  <a:lnTo>
                    <a:pt x="5500687" y="1576628"/>
                  </a:lnTo>
                  <a:lnTo>
                    <a:pt x="5485065" y="1618119"/>
                  </a:lnTo>
                  <a:lnTo>
                    <a:pt x="5449024" y="1643938"/>
                  </a:lnTo>
                  <a:lnTo>
                    <a:pt x="5429490" y="16478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0999" y="3028949"/>
              <a:ext cx="47625" cy="1647825"/>
            </a:xfrm>
            <a:custGeom>
              <a:avLst/>
              <a:gdLst/>
              <a:ahLst/>
              <a:cxnLst/>
              <a:rect l="l" t="t" r="r" b="b"/>
              <a:pathLst>
                <a:path w="47625" h="1647825">
                  <a:moveTo>
                    <a:pt x="0" y="1647824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1647824"/>
                  </a:lnTo>
                  <a:lnTo>
                    <a:pt x="0" y="16478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49" y="3257549"/>
              <a:ext cx="215900" cy="17462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380999" y="4914899"/>
            <a:ext cx="5524500" cy="1419225"/>
            <a:chOff x="380999" y="4914899"/>
            <a:chExt cx="5524500" cy="1419225"/>
          </a:xfrm>
        </p:grpSpPr>
        <p:sp>
          <p:nvSpPr>
            <p:cNvPr id="13" name="object 13"/>
            <p:cNvSpPr/>
            <p:nvPr/>
          </p:nvSpPr>
          <p:spPr>
            <a:xfrm>
              <a:off x="404812" y="4914899"/>
              <a:ext cx="5501005" cy="1419225"/>
            </a:xfrm>
            <a:custGeom>
              <a:avLst/>
              <a:gdLst/>
              <a:ahLst/>
              <a:cxnLst/>
              <a:rect l="l" t="t" r="r" b="b"/>
              <a:pathLst>
                <a:path w="5501005" h="1419225">
                  <a:moveTo>
                    <a:pt x="5429490" y="1419224"/>
                  </a:moveTo>
                  <a:lnTo>
                    <a:pt x="0" y="1419224"/>
                  </a:lnTo>
                  <a:lnTo>
                    <a:pt x="0" y="0"/>
                  </a:lnTo>
                  <a:lnTo>
                    <a:pt x="5429490" y="0"/>
                  </a:lnTo>
                  <a:lnTo>
                    <a:pt x="5434445" y="487"/>
                  </a:lnTo>
                  <a:lnTo>
                    <a:pt x="5470981" y="15621"/>
                  </a:lnTo>
                  <a:lnTo>
                    <a:pt x="5496801" y="51660"/>
                  </a:lnTo>
                  <a:lnTo>
                    <a:pt x="5500687" y="71196"/>
                  </a:lnTo>
                  <a:lnTo>
                    <a:pt x="5500687" y="1348028"/>
                  </a:lnTo>
                  <a:lnTo>
                    <a:pt x="5485065" y="1389519"/>
                  </a:lnTo>
                  <a:lnTo>
                    <a:pt x="5449024" y="1415337"/>
                  </a:lnTo>
                  <a:lnTo>
                    <a:pt x="5429490" y="1419224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0999" y="4914899"/>
              <a:ext cx="47625" cy="1419225"/>
            </a:xfrm>
            <a:custGeom>
              <a:avLst/>
              <a:gdLst/>
              <a:ahLst/>
              <a:cxnLst/>
              <a:rect l="l" t="t" r="r" b="b"/>
              <a:pathLst>
                <a:path w="47625" h="1419225">
                  <a:moveTo>
                    <a:pt x="0" y="1419224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1419224"/>
                  </a:lnTo>
                  <a:lnTo>
                    <a:pt x="0" y="1419224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749" y="5143499"/>
              <a:ext cx="171450" cy="17462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54049" y="3088238"/>
            <a:ext cx="4918710" cy="304673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980"/>
              </a:spcBef>
            </a:pPr>
            <a:r>
              <a:rPr sz="1550" b="1" spc="-95" dirty="0">
                <a:solidFill>
                  <a:srgbClr val="1D40AF"/>
                </a:solidFill>
                <a:latin typeface="Arial"/>
                <a:cs typeface="Arial"/>
              </a:rPr>
              <a:t>Type </a:t>
            </a:r>
            <a:r>
              <a:rPr sz="1550" b="1" spc="-90" dirty="0">
                <a:solidFill>
                  <a:srgbClr val="1D40AF"/>
                </a:solidFill>
                <a:latin typeface="Arial"/>
                <a:cs typeface="Arial"/>
              </a:rPr>
              <a:t>de </a:t>
            </a:r>
            <a:r>
              <a:rPr sz="1550" b="1" spc="-10" dirty="0">
                <a:solidFill>
                  <a:srgbClr val="1D40AF"/>
                </a:solidFill>
                <a:latin typeface="Arial"/>
                <a:cs typeface="Arial"/>
              </a:rPr>
              <a:t>référence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350" spc="-45" dirty="0">
                <a:solidFill>
                  <a:srgbClr val="1D3A8A"/>
                </a:solidFill>
                <a:latin typeface="Arial"/>
                <a:cs typeface="Arial"/>
              </a:rPr>
              <a:t>Déclarez</a:t>
            </a:r>
            <a:r>
              <a:rPr sz="1350" spc="-35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1D3A8A"/>
                </a:solidFill>
                <a:latin typeface="Arial"/>
                <a:cs typeface="Arial"/>
              </a:rPr>
              <a:t>toujours </a:t>
            </a:r>
            <a:r>
              <a:rPr sz="1350" spc="-40" dirty="0">
                <a:solidFill>
                  <a:srgbClr val="1D3A8A"/>
                </a:solidFill>
                <a:latin typeface="Arial"/>
                <a:cs typeface="Arial"/>
              </a:rPr>
              <a:t>vos</a:t>
            </a:r>
            <a:r>
              <a:rPr sz="1350" spc="-3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1D3A8A"/>
                </a:solidFill>
                <a:latin typeface="Arial"/>
                <a:cs typeface="Arial"/>
              </a:rPr>
              <a:t>variables</a:t>
            </a:r>
            <a:r>
              <a:rPr sz="1350" spc="-3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1D3A8A"/>
                </a:solidFill>
                <a:latin typeface="Arial"/>
                <a:cs typeface="Arial"/>
              </a:rPr>
              <a:t>avec</a:t>
            </a:r>
            <a:r>
              <a:rPr sz="1350" spc="-3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D3A8A"/>
                </a:solidFill>
                <a:latin typeface="Arial"/>
                <a:cs typeface="Arial"/>
              </a:rPr>
              <a:t>l'interface</a:t>
            </a:r>
            <a:r>
              <a:rPr sz="1350" spc="-3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1D3A8A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solidFill>
                  <a:srgbClr val="1D3A8A"/>
                </a:solidFill>
                <a:latin typeface="Monaco"/>
                <a:cs typeface="Monaco"/>
              </a:rPr>
              <a:t>List&lt;E&gt; list = new </a:t>
            </a:r>
            <a:r>
              <a:rPr sz="1200" spc="-10" dirty="0">
                <a:solidFill>
                  <a:srgbClr val="1D3A8A"/>
                </a:solidFill>
                <a:latin typeface="Monaco"/>
                <a:cs typeface="Monaco"/>
              </a:rPr>
              <a:t>ArrayList&lt;&gt;();</a:t>
            </a:r>
            <a:endParaRPr sz="1200">
              <a:latin typeface="Monaco"/>
              <a:cs typeface="Monaco"/>
            </a:endParaRPr>
          </a:p>
          <a:p>
            <a:pPr marL="12700" marR="5080">
              <a:lnSpc>
                <a:spcPct val="111100"/>
              </a:lnSpc>
              <a:spcBef>
                <a:spcPts val="180"/>
              </a:spcBef>
            </a:pPr>
            <a:r>
              <a:rPr sz="1350" spc="-70" dirty="0">
                <a:solidFill>
                  <a:srgbClr val="1D3A8A"/>
                </a:solidFill>
                <a:latin typeface="Arial"/>
                <a:cs typeface="Arial"/>
              </a:rPr>
              <a:t>Cela</a:t>
            </a:r>
            <a:r>
              <a:rPr sz="1350" spc="-25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1D3A8A"/>
                </a:solidFill>
                <a:latin typeface="Arial"/>
                <a:cs typeface="Arial"/>
              </a:rPr>
              <a:t>permet</a:t>
            </a:r>
            <a:r>
              <a:rPr sz="1350" spc="-25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1D3A8A"/>
                </a:solidFill>
                <a:latin typeface="Arial"/>
                <a:cs typeface="Arial"/>
              </a:rPr>
              <a:t>de</a:t>
            </a:r>
            <a:r>
              <a:rPr sz="1350" spc="-2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1D3A8A"/>
                </a:solidFill>
                <a:latin typeface="Arial"/>
                <a:cs typeface="Arial"/>
              </a:rPr>
              <a:t>changer</a:t>
            </a:r>
            <a:r>
              <a:rPr sz="1350" spc="-25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1D3A8A"/>
                </a:solidFill>
                <a:latin typeface="Arial"/>
                <a:cs typeface="Arial"/>
              </a:rPr>
              <a:t>l'implémentation</a:t>
            </a:r>
            <a:r>
              <a:rPr sz="1350" spc="-2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1D3A8A"/>
                </a:solidFill>
                <a:latin typeface="Arial"/>
                <a:cs typeface="Arial"/>
              </a:rPr>
              <a:t>(passer</a:t>
            </a:r>
            <a:r>
              <a:rPr sz="1350" spc="-25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1D3A8A"/>
                </a:solidFill>
                <a:latin typeface="Arial"/>
                <a:cs typeface="Arial"/>
              </a:rPr>
              <a:t>à</a:t>
            </a:r>
            <a:r>
              <a:rPr sz="1350" spc="-2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1D3A8A"/>
                </a:solidFill>
                <a:latin typeface="Arial"/>
                <a:cs typeface="Arial"/>
              </a:rPr>
              <a:t>LinkedList)</a:t>
            </a:r>
            <a:r>
              <a:rPr sz="1350" spc="-25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1D3A8A"/>
                </a:solidFill>
                <a:latin typeface="Arial"/>
                <a:cs typeface="Arial"/>
              </a:rPr>
              <a:t>sans </a:t>
            </a:r>
            <a:r>
              <a:rPr sz="1350" spc="-35" dirty="0">
                <a:solidFill>
                  <a:srgbClr val="1D3A8A"/>
                </a:solidFill>
                <a:latin typeface="Arial"/>
                <a:cs typeface="Arial"/>
              </a:rPr>
              <a:t>casser</a:t>
            </a:r>
            <a:r>
              <a:rPr sz="1350" spc="-6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1D3A8A"/>
                </a:solidFill>
                <a:latin typeface="Arial"/>
                <a:cs typeface="Arial"/>
              </a:rPr>
              <a:t>le</a:t>
            </a:r>
            <a:r>
              <a:rPr sz="1350" spc="-6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1D3A8A"/>
                </a:solidFill>
                <a:latin typeface="Arial"/>
                <a:cs typeface="Arial"/>
              </a:rPr>
              <a:t>reste</a:t>
            </a:r>
            <a:r>
              <a:rPr sz="1350" spc="-6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1D3A8A"/>
                </a:solidFill>
                <a:latin typeface="Arial"/>
                <a:cs typeface="Arial"/>
              </a:rPr>
              <a:t>du</a:t>
            </a:r>
            <a:r>
              <a:rPr sz="1350" spc="-6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D3A8A"/>
                </a:solidFill>
                <a:latin typeface="Arial"/>
                <a:cs typeface="Arial"/>
              </a:rPr>
              <a:t>code.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</a:pPr>
            <a:r>
              <a:rPr sz="1550" b="1" spc="-105" dirty="0">
                <a:solidFill>
                  <a:srgbClr val="993312"/>
                </a:solidFill>
                <a:latin typeface="Arial"/>
                <a:cs typeface="Arial"/>
              </a:rPr>
              <a:t>Coût</a:t>
            </a:r>
            <a:r>
              <a:rPr sz="1550" b="1" spc="-8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993312"/>
                </a:solidFill>
                <a:latin typeface="Arial"/>
                <a:cs typeface="Arial"/>
              </a:rPr>
              <a:t>d'insertion</a:t>
            </a:r>
            <a:endParaRPr sz="1550">
              <a:latin typeface="Arial"/>
              <a:cs typeface="Arial"/>
            </a:endParaRPr>
          </a:p>
          <a:p>
            <a:pPr marL="12700" marR="6985">
              <a:lnSpc>
                <a:spcPct val="115700"/>
              </a:lnSpc>
              <a:spcBef>
                <a:spcPts val="560"/>
              </a:spcBef>
            </a:pPr>
            <a:r>
              <a:rPr sz="1350" spc="-40" dirty="0">
                <a:solidFill>
                  <a:srgbClr val="7C2D12"/>
                </a:solidFill>
                <a:latin typeface="Arial"/>
                <a:cs typeface="Arial"/>
              </a:rPr>
              <a:t>Insérer</a:t>
            </a:r>
            <a:r>
              <a:rPr sz="1350" spc="-50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7C2D12"/>
                </a:solidFill>
                <a:latin typeface="Arial"/>
                <a:cs typeface="Arial"/>
              </a:rPr>
              <a:t>ou</a:t>
            </a:r>
            <a:r>
              <a:rPr sz="1350" spc="-45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7C2D12"/>
                </a:solidFill>
                <a:latin typeface="Arial"/>
                <a:cs typeface="Arial"/>
              </a:rPr>
              <a:t>supprimer</a:t>
            </a:r>
            <a:r>
              <a:rPr sz="1350" spc="-40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7C2D12"/>
                </a:solidFill>
                <a:latin typeface="Arial"/>
                <a:cs typeface="Arial"/>
              </a:rPr>
              <a:t>au</a:t>
            </a:r>
            <a:r>
              <a:rPr sz="1350" spc="-40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7C2D12"/>
                </a:solidFill>
                <a:latin typeface="Arial"/>
                <a:cs typeface="Arial"/>
              </a:rPr>
              <a:t>milieu</a:t>
            </a:r>
            <a:r>
              <a:rPr sz="1350" spc="-45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7C2D12"/>
                </a:solidFill>
                <a:latin typeface="Arial"/>
                <a:cs typeface="Arial"/>
              </a:rPr>
              <a:t>d'une</a:t>
            </a:r>
            <a:r>
              <a:rPr sz="1350" spc="-40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7C2D12"/>
                </a:solidFill>
                <a:latin typeface="Monaco"/>
                <a:cs typeface="Monaco"/>
              </a:rPr>
              <a:t>ArrayList</a:t>
            </a:r>
            <a:r>
              <a:rPr sz="1200" spc="-385" dirty="0">
                <a:solidFill>
                  <a:srgbClr val="7C2D12"/>
                </a:solidFill>
                <a:latin typeface="Monaco"/>
                <a:cs typeface="Monaco"/>
              </a:rPr>
              <a:t> </a:t>
            </a:r>
            <a:r>
              <a:rPr sz="1350" spc="-25" dirty="0">
                <a:solidFill>
                  <a:srgbClr val="7C2D12"/>
                </a:solidFill>
                <a:latin typeface="Arial"/>
                <a:cs typeface="Arial"/>
              </a:rPr>
              <a:t>oblige</a:t>
            </a:r>
            <a:r>
              <a:rPr sz="1350" spc="-45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7C2D12"/>
                </a:solidFill>
                <a:latin typeface="Arial"/>
                <a:cs typeface="Arial"/>
              </a:rPr>
              <a:t>à</a:t>
            </a:r>
            <a:r>
              <a:rPr sz="1350" spc="-40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7C2D12"/>
                </a:solidFill>
                <a:latin typeface="Arial"/>
                <a:cs typeface="Arial"/>
              </a:rPr>
              <a:t>décaler </a:t>
            </a:r>
            <a:r>
              <a:rPr sz="1350" spc="-35" dirty="0">
                <a:solidFill>
                  <a:srgbClr val="7C2D12"/>
                </a:solidFill>
                <a:latin typeface="Arial"/>
                <a:cs typeface="Arial"/>
              </a:rPr>
              <a:t>tous les </a:t>
            </a:r>
            <a:r>
              <a:rPr sz="1350" spc="-45" dirty="0">
                <a:solidFill>
                  <a:srgbClr val="7C2D12"/>
                </a:solidFill>
                <a:latin typeface="Arial"/>
                <a:cs typeface="Arial"/>
              </a:rPr>
              <a:t>éléments</a:t>
            </a:r>
            <a:r>
              <a:rPr sz="1350" spc="-35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7C2D12"/>
                </a:solidFill>
                <a:latin typeface="Arial"/>
                <a:cs typeface="Arial"/>
              </a:rPr>
              <a:t>suivants.</a:t>
            </a:r>
            <a:r>
              <a:rPr sz="1350" spc="-30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7C2D12"/>
                </a:solidFill>
                <a:latin typeface="Arial"/>
                <a:cs typeface="Arial"/>
              </a:rPr>
              <a:t>Opération</a:t>
            </a:r>
            <a:r>
              <a:rPr sz="1350" spc="-35" dirty="0">
                <a:solidFill>
                  <a:srgbClr val="7C2D12"/>
                </a:solidFill>
                <a:latin typeface="Arial"/>
                <a:cs typeface="Arial"/>
              </a:rPr>
              <a:t> coûteuse </a:t>
            </a:r>
            <a:r>
              <a:rPr sz="1350" spc="-55" dirty="0">
                <a:solidFill>
                  <a:srgbClr val="7C2D12"/>
                </a:solidFill>
                <a:latin typeface="Arial"/>
                <a:cs typeface="Arial"/>
              </a:rPr>
              <a:t>O(n)</a:t>
            </a:r>
            <a:r>
              <a:rPr sz="1350" spc="-30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7C2D12"/>
                </a:solidFill>
                <a:latin typeface="Arial"/>
                <a:cs typeface="Arial"/>
              </a:rPr>
              <a:t>sur</a:t>
            </a:r>
            <a:r>
              <a:rPr sz="1350" spc="-35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7C2D12"/>
                </a:solidFill>
                <a:latin typeface="Arial"/>
                <a:cs typeface="Arial"/>
              </a:rPr>
              <a:t>de</a:t>
            </a:r>
            <a:r>
              <a:rPr sz="1350" spc="-35" dirty="0">
                <a:solidFill>
                  <a:srgbClr val="7C2D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7C2D12"/>
                </a:solidFill>
                <a:latin typeface="Arial"/>
                <a:cs typeface="Arial"/>
              </a:rPr>
              <a:t>grandes listes.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86499" y="1200150"/>
            <a:ext cx="5524500" cy="5276850"/>
            <a:chOff x="6286499" y="1200150"/>
            <a:chExt cx="5524500" cy="5276850"/>
          </a:xfrm>
        </p:grpSpPr>
        <p:sp>
          <p:nvSpPr>
            <p:cNvPr id="18" name="object 18"/>
            <p:cNvSpPr/>
            <p:nvPr/>
          </p:nvSpPr>
          <p:spPr>
            <a:xfrm>
              <a:off x="6286499" y="1200150"/>
              <a:ext cx="5524500" cy="5276850"/>
            </a:xfrm>
            <a:custGeom>
              <a:avLst/>
              <a:gdLst/>
              <a:ahLst/>
              <a:cxnLst/>
              <a:rect l="l" t="t" r="r" b="b"/>
              <a:pathLst>
                <a:path w="5524500" h="5276850">
                  <a:moveTo>
                    <a:pt x="5410200" y="5276849"/>
                  </a:moveTo>
                  <a:lnTo>
                    <a:pt x="114298" y="5276849"/>
                  </a:lnTo>
                  <a:lnTo>
                    <a:pt x="103039" y="5276305"/>
                  </a:lnTo>
                  <a:lnTo>
                    <a:pt x="60363" y="5263337"/>
                  </a:lnTo>
                  <a:lnTo>
                    <a:pt x="25899" y="5235025"/>
                  </a:lnTo>
                  <a:lnTo>
                    <a:pt x="4893" y="5195679"/>
                  </a:lnTo>
                  <a:lnTo>
                    <a:pt x="0" y="5162552"/>
                  </a:lnTo>
                  <a:lnTo>
                    <a:pt x="0" y="114297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410199" y="0"/>
                  </a:lnTo>
                  <a:lnTo>
                    <a:pt x="5453939" y="8700"/>
                  </a:lnTo>
                  <a:lnTo>
                    <a:pt x="5491021" y="33477"/>
                  </a:lnTo>
                  <a:lnTo>
                    <a:pt x="5515798" y="70559"/>
                  </a:lnTo>
                  <a:lnTo>
                    <a:pt x="5524499" y="114297"/>
                  </a:lnTo>
                  <a:lnTo>
                    <a:pt x="5524499" y="5162552"/>
                  </a:lnTo>
                  <a:lnTo>
                    <a:pt x="5515798" y="5206290"/>
                  </a:lnTo>
                  <a:lnTo>
                    <a:pt x="5491021" y="5243371"/>
                  </a:lnTo>
                  <a:lnTo>
                    <a:pt x="5453937" y="5268149"/>
                  </a:lnTo>
                  <a:lnTo>
                    <a:pt x="5410200" y="52768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86487" y="1200149"/>
              <a:ext cx="5524500" cy="5276850"/>
            </a:xfrm>
            <a:custGeom>
              <a:avLst/>
              <a:gdLst/>
              <a:ahLst/>
              <a:cxnLst/>
              <a:rect l="l" t="t" r="r" b="b"/>
              <a:pathLst>
                <a:path w="5524500" h="5276850">
                  <a:moveTo>
                    <a:pt x="9525" y="5109476"/>
                  </a:moveTo>
                  <a:lnTo>
                    <a:pt x="0" y="5109476"/>
                  </a:lnTo>
                  <a:lnTo>
                    <a:pt x="0" y="5138051"/>
                  </a:lnTo>
                  <a:lnTo>
                    <a:pt x="9525" y="5138051"/>
                  </a:lnTo>
                  <a:lnTo>
                    <a:pt x="9525" y="5109476"/>
                  </a:lnTo>
                  <a:close/>
                </a:path>
                <a:path w="5524500" h="5276850">
                  <a:moveTo>
                    <a:pt x="9525" y="5061826"/>
                  </a:moveTo>
                  <a:lnTo>
                    <a:pt x="0" y="5061826"/>
                  </a:lnTo>
                  <a:lnTo>
                    <a:pt x="0" y="5090401"/>
                  </a:lnTo>
                  <a:lnTo>
                    <a:pt x="9525" y="5090401"/>
                  </a:lnTo>
                  <a:lnTo>
                    <a:pt x="9525" y="5061826"/>
                  </a:lnTo>
                  <a:close/>
                </a:path>
                <a:path w="5524500" h="5276850">
                  <a:moveTo>
                    <a:pt x="9525" y="5014188"/>
                  </a:moveTo>
                  <a:lnTo>
                    <a:pt x="0" y="5014188"/>
                  </a:lnTo>
                  <a:lnTo>
                    <a:pt x="0" y="5042763"/>
                  </a:lnTo>
                  <a:lnTo>
                    <a:pt x="9525" y="5042763"/>
                  </a:lnTo>
                  <a:lnTo>
                    <a:pt x="9525" y="5014188"/>
                  </a:lnTo>
                  <a:close/>
                </a:path>
                <a:path w="5524500" h="5276850">
                  <a:moveTo>
                    <a:pt x="9525" y="4966538"/>
                  </a:moveTo>
                  <a:lnTo>
                    <a:pt x="0" y="4966538"/>
                  </a:lnTo>
                  <a:lnTo>
                    <a:pt x="0" y="4995113"/>
                  </a:lnTo>
                  <a:lnTo>
                    <a:pt x="9525" y="4995113"/>
                  </a:lnTo>
                  <a:lnTo>
                    <a:pt x="9525" y="4966538"/>
                  </a:lnTo>
                  <a:close/>
                </a:path>
                <a:path w="5524500" h="5276850">
                  <a:moveTo>
                    <a:pt x="9525" y="4918888"/>
                  </a:moveTo>
                  <a:lnTo>
                    <a:pt x="0" y="4918888"/>
                  </a:lnTo>
                  <a:lnTo>
                    <a:pt x="0" y="4947463"/>
                  </a:lnTo>
                  <a:lnTo>
                    <a:pt x="9525" y="4947463"/>
                  </a:lnTo>
                  <a:lnTo>
                    <a:pt x="9525" y="4918888"/>
                  </a:lnTo>
                  <a:close/>
                </a:path>
                <a:path w="5524500" h="5276850">
                  <a:moveTo>
                    <a:pt x="9525" y="4871250"/>
                  </a:moveTo>
                  <a:lnTo>
                    <a:pt x="0" y="4871250"/>
                  </a:lnTo>
                  <a:lnTo>
                    <a:pt x="0" y="4899825"/>
                  </a:lnTo>
                  <a:lnTo>
                    <a:pt x="9525" y="4899825"/>
                  </a:lnTo>
                  <a:lnTo>
                    <a:pt x="9525" y="4871250"/>
                  </a:lnTo>
                  <a:close/>
                </a:path>
                <a:path w="5524500" h="5276850">
                  <a:moveTo>
                    <a:pt x="9525" y="4823599"/>
                  </a:moveTo>
                  <a:lnTo>
                    <a:pt x="0" y="4823599"/>
                  </a:lnTo>
                  <a:lnTo>
                    <a:pt x="0" y="4852174"/>
                  </a:lnTo>
                  <a:lnTo>
                    <a:pt x="9525" y="4852174"/>
                  </a:lnTo>
                  <a:lnTo>
                    <a:pt x="9525" y="4823599"/>
                  </a:lnTo>
                  <a:close/>
                </a:path>
                <a:path w="5524500" h="5276850">
                  <a:moveTo>
                    <a:pt x="9525" y="4775949"/>
                  </a:moveTo>
                  <a:lnTo>
                    <a:pt x="0" y="4775949"/>
                  </a:lnTo>
                  <a:lnTo>
                    <a:pt x="0" y="4804524"/>
                  </a:lnTo>
                  <a:lnTo>
                    <a:pt x="9525" y="4804524"/>
                  </a:lnTo>
                  <a:lnTo>
                    <a:pt x="9525" y="4775949"/>
                  </a:lnTo>
                  <a:close/>
                </a:path>
                <a:path w="5524500" h="5276850">
                  <a:moveTo>
                    <a:pt x="9525" y="4728311"/>
                  </a:moveTo>
                  <a:lnTo>
                    <a:pt x="0" y="4728311"/>
                  </a:lnTo>
                  <a:lnTo>
                    <a:pt x="0" y="4756886"/>
                  </a:lnTo>
                  <a:lnTo>
                    <a:pt x="9525" y="4756886"/>
                  </a:lnTo>
                  <a:lnTo>
                    <a:pt x="9525" y="4728311"/>
                  </a:lnTo>
                  <a:close/>
                </a:path>
                <a:path w="5524500" h="5276850">
                  <a:moveTo>
                    <a:pt x="9525" y="4680661"/>
                  </a:moveTo>
                  <a:lnTo>
                    <a:pt x="0" y="4680661"/>
                  </a:lnTo>
                  <a:lnTo>
                    <a:pt x="0" y="4709236"/>
                  </a:lnTo>
                  <a:lnTo>
                    <a:pt x="9525" y="4709236"/>
                  </a:lnTo>
                  <a:lnTo>
                    <a:pt x="9525" y="4680661"/>
                  </a:lnTo>
                  <a:close/>
                </a:path>
                <a:path w="5524500" h="5276850">
                  <a:moveTo>
                    <a:pt x="9525" y="4633011"/>
                  </a:moveTo>
                  <a:lnTo>
                    <a:pt x="0" y="4633011"/>
                  </a:lnTo>
                  <a:lnTo>
                    <a:pt x="0" y="4661586"/>
                  </a:lnTo>
                  <a:lnTo>
                    <a:pt x="9525" y="4661586"/>
                  </a:lnTo>
                  <a:lnTo>
                    <a:pt x="9525" y="4633011"/>
                  </a:lnTo>
                  <a:close/>
                </a:path>
                <a:path w="5524500" h="5276850">
                  <a:moveTo>
                    <a:pt x="9525" y="4585373"/>
                  </a:moveTo>
                  <a:lnTo>
                    <a:pt x="0" y="4585373"/>
                  </a:lnTo>
                  <a:lnTo>
                    <a:pt x="0" y="4613948"/>
                  </a:lnTo>
                  <a:lnTo>
                    <a:pt x="9525" y="4613948"/>
                  </a:lnTo>
                  <a:lnTo>
                    <a:pt x="9525" y="4585373"/>
                  </a:lnTo>
                  <a:close/>
                </a:path>
                <a:path w="5524500" h="5276850">
                  <a:moveTo>
                    <a:pt x="9525" y="4537722"/>
                  </a:moveTo>
                  <a:lnTo>
                    <a:pt x="0" y="4537722"/>
                  </a:lnTo>
                  <a:lnTo>
                    <a:pt x="0" y="4566297"/>
                  </a:lnTo>
                  <a:lnTo>
                    <a:pt x="9525" y="4566297"/>
                  </a:lnTo>
                  <a:lnTo>
                    <a:pt x="9525" y="4537722"/>
                  </a:lnTo>
                  <a:close/>
                </a:path>
                <a:path w="5524500" h="5276850">
                  <a:moveTo>
                    <a:pt x="9525" y="4490072"/>
                  </a:moveTo>
                  <a:lnTo>
                    <a:pt x="0" y="4490072"/>
                  </a:lnTo>
                  <a:lnTo>
                    <a:pt x="0" y="4518647"/>
                  </a:lnTo>
                  <a:lnTo>
                    <a:pt x="9525" y="4518647"/>
                  </a:lnTo>
                  <a:lnTo>
                    <a:pt x="9525" y="4490072"/>
                  </a:lnTo>
                  <a:close/>
                </a:path>
                <a:path w="5524500" h="5276850">
                  <a:moveTo>
                    <a:pt x="9525" y="4442434"/>
                  </a:moveTo>
                  <a:lnTo>
                    <a:pt x="0" y="4442434"/>
                  </a:lnTo>
                  <a:lnTo>
                    <a:pt x="0" y="4471009"/>
                  </a:lnTo>
                  <a:lnTo>
                    <a:pt x="9525" y="4471009"/>
                  </a:lnTo>
                  <a:lnTo>
                    <a:pt x="9525" y="4442434"/>
                  </a:lnTo>
                  <a:close/>
                </a:path>
                <a:path w="5524500" h="5276850">
                  <a:moveTo>
                    <a:pt x="9525" y="4394784"/>
                  </a:moveTo>
                  <a:lnTo>
                    <a:pt x="0" y="4394784"/>
                  </a:lnTo>
                  <a:lnTo>
                    <a:pt x="0" y="4423359"/>
                  </a:lnTo>
                  <a:lnTo>
                    <a:pt x="9525" y="4423359"/>
                  </a:lnTo>
                  <a:lnTo>
                    <a:pt x="9525" y="4394784"/>
                  </a:lnTo>
                  <a:close/>
                </a:path>
                <a:path w="5524500" h="5276850">
                  <a:moveTo>
                    <a:pt x="9525" y="4347134"/>
                  </a:moveTo>
                  <a:lnTo>
                    <a:pt x="0" y="4347134"/>
                  </a:lnTo>
                  <a:lnTo>
                    <a:pt x="0" y="4375709"/>
                  </a:lnTo>
                  <a:lnTo>
                    <a:pt x="9525" y="4375709"/>
                  </a:lnTo>
                  <a:lnTo>
                    <a:pt x="9525" y="4347134"/>
                  </a:lnTo>
                  <a:close/>
                </a:path>
                <a:path w="5524500" h="5276850">
                  <a:moveTo>
                    <a:pt x="9525" y="4299496"/>
                  </a:moveTo>
                  <a:lnTo>
                    <a:pt x="0" y="4299496"/>
                  </a:lnTo>
                  <a:lnTo>
                    <a:pt x="0" y="4328071"/>
                  </a:lnTo>
                  <a:lnTo>
                    <a:pt x="9525" y="4328071"/>
                  </a:lnTo>
                  <a:lnTo>
                    <a:pt x="9525" y="4299496"/>
                  </a:lnTo>
                  <a:close/>
                </a:path>
                <a:path w="5524500" h="5276850">
                  <a:moveTo>
                    <a:pt x="9525" y="4251845"/>
                  </a:moveTo>
                  <a:lnTo>
                    <a:pt x="0" y="4251845"/>
                  </a:lnTo>
                  <a:lnTo>
                    <a:pt x="0" y="4280420"/>
                  </a:lnTo>
                  <a:lnTo>
                    <a:pt x="9525" y="4280420"/>
                  </a:lnTo>
                  <a:lnTo>
                    <a:pt x="9525" y="4251845"/>
                  </a:lnTo>
                  <a:close/>
                </a:path>
                <a:path w="5524500" h="5276850">
                  <a:moveTo>
                    <a:pt x="9525" y="4204195"/>
                  </a:moveTo>
                  <a:lnTo>
                    <a:pt x="0" y="4204195"/>
                  </a:lnTo>
                  <a:lnTo>
                    <a:pt x="0" y="4232770"/>
                  </a:lnTo>
                  <a:lnTo>
                    <a:pt x="9525" y="4232770"/>
                  </a:lnTo>
                  <a:lnTo>
                    <a:pt x="9525" y="4204195"/>
                  </a:lnTo>
                  <a:close/>
                </a:path>
                <a:path w="5524500" h="5276850">
                  <a:moveTo>
                    <a:pt x="9525" y="4156545"/>
                  </a:moveTo>
                  <a:lnTo>
                    <a:pt x="0" y="4156545"/>
                  </a:lnTo>
                  <a:lnTo>
                    <a:pt x="0" y="4185120"/>
                  </a:lnTo>
                  <a:lnTo>
                    <a:pt x="9525" y="4185120"/>
                  </a:lnTo>
                  <a:lnTo>
                    <a:pt x="9525" y="4156545"/>
                  </a:lnTo>
                  <a:close/>
                </a:path>
                <a:path w="5524500" h="5276850">
                  <a:moveTo>
                    <a:pt x="9525" y="4108907"/>
                  </a:moveTo>
                  <a:lnTo>
                    <a:pt x="0" y="4108907"/>
                  </a:lnTo>
                  <a:lnTo>
                    <a:pt x="0" y="4137482"/>
                  </a:lnTo>
                  <a:lnTo>
                    <a:pt x="9525" y="4137482"/>
                  </a:lnTo>
                  <a:lnTo>
                    <a:pt x="9525" y="4108907"/>
                  </a:lnTo>
                  <a:close/>
                </a:path>
                <a:path w="5524500" h="5276850">
                  <a:moveTo>
                    <a:pt x="9525" y="4061256"/>
                  </a:moveTo>
                  <a:lnTo>
                    <a:pt x="0" y="4061256"/>
                  </a:lnTo>
                  <a:lnTo>
                    <a:pt x="0" y="4089831"/>
                  </a:lnTo>
                  <a:lnTo>
                    <a:pt x="9525" y="4089831"/>
                  </a:lnTo>
                  <a:lnTo>
                    <a:pt x="9525" y="4061256"/>
                  </a:lnTo>
                  <a:close/>
                </a:path>
                <a:path w="5524500" h="5276850">
                  <a:moveTo>
                    <a:pt x="9525" y="4013606"/>
                  </a:moveTo>
                  <a:lnTo>
                    <a:pt x="0" y="4013606"/>
                  </a:lnTo>
                  <a:lnTo>
                    <a:pt x="0" y="4042181"/>
                  </a:lnTo>
                  <a:lnTo>
                    <a:pt x="9525" y="4042181"/>
                  </a:lnTo>
                  <a:lnTo>
                    <a:pt x="9525" y="4013606"/>
                  </a:lnTo>
                  <a:close/>
                </a:path>
                <a:path w="5524500" h="5276850">
                  <a:moveTo>
                    <a:pt x="9525" y="3965968"/>
                  </a:moveTo>
                  <a:lnTo>
                    <a:pt x="0" y="3965968"/>
                  </a:lnTo>
                  <a:lnTo>
                    <a:pt x="0" y="3994543"/>
                  </a:lnTo>
                  <a:lnTo>
                    <a:pt x="9525" y="3994543"/>
                  </a:lnTo>
                  <a:lnTo>
                    <a:pt x="9525" y="3965968"/>
                  </a:lnTo>
                  <a:close/>
                </a:path>
                <a:path w="5524500" h="5276850">
                  <a:moveTo>
                    <a:pt x="9525" y="3918318"/>
                  </a:moveTo>
                  <a:lnTo>
                    <a:pt x="0" y="3918318"/>
                  </a:lnTo>
                  <a:lnTo>
                    <a:pt x="0" y="3946893"/>
                  </a:lnTo>
                  <a:lnTo>
                    <a:pt x="9525" y="3946893"/>
                  </a:lnTo>
                  <a:lnTo>
                    <a:pt x="9525" y="3918318"/>
                  </a:lnTo>
                  <a:close/>
                </a:path>
                <a:path w="5524500" h="5276850">
                  <a:moveTo>
                    <a:pt x="9525" y="3870680"/>
                  </a:moveTo>
                  <a:lnTo>
                    <a:pt x="0" y="3870680"/>
                  </a:lnTo>
                  <a:lnTo>
                    <a:pt x="0" y="3899255"/>
                  </a:lnTo>
                  <a:lnTo>
                    <a:pt x="9525" y="3899255"/>
                  </a:lnTo>
                  <a:lnTo>
                    <a:pt x="9525" y="3870680"/>
                  </a:lnTo>
                  <a:close/>
                </a:path>
                <a:path w="5524500" h="5276850">
                  <a:moveTo>
                    <a:pt x="9525" y="3823030"/>
                  </a:moveTo>
                  <a:lnTo>
                    <a:pt x="0" y="3823030"/>
                  </a:lnTo>
                  <a:lnTo>
                    <a:pt x="0" y="3851605"/>
                  </a:lnTo>
                  <a:lnTo>
                    <a:pt x="9525" y="3851605"/>
                  </a:lnTo>
                  <a:lnTo>
                    <a:pt x="9525" y="3823030"/>
                  </a:lnTo>
                  <a:close/>
                </a:path>
                <a:path w="5524500" h="5276850">
                  <a:moveTo>
                    <a:pt x="9525" y="3775379"/>
                  </a:moveTo>
                  <a:lnTo>
                    <a:pt x="0" y="3775379"/>
                  </a:lnTo>
                  <a:lnTo>
                    <a:pt x="0" y="3803954"/>
                  </a:lnTo>
                  <a:lnTo>
                    <a:pt x="9525" y="3803954"/>
                  </a:lnTo>
                  <a:lnTo>
                    <a:pt x="9525" y="3775379"/>
                  </a:lnTo>
                  <a:close/>
                </a:path>
                <a:path w="5524500" h="5276850">
                  <a:moveTo>
                    <a:pt x="9525" y="3727729"/>
                  </a:moveTo>
                  <a:lnTo>
                    <a:pt x="0" y="3727729"/>
                  </a:lnTo>
                  <a:lnTo>
                    <a:pt x="0" y="3756304"/>
                  </a:lnTo>
                  <a:lnTo>
                    <a:pt x="9525" y="3756304"/>
                  </a:lnTo>
                  <a:lnTo>
                    <a:pt x="9525" y="3727729"/>
                  </a:lnTo>
                  <a:close/>
                </a:path>
                <a:path w="5524500" h="5276850">
                  <a:moveTo>
                    <a:pt x="9525" y="3680091"/>
                  </a:moveTo>
                  <a:lnTo>
                    <a:pt x="0" y="3680091"/>
                  </a:lnTo>
                  <a:lnTo>
                    <a:pt x="0" y="3708666"/>
                  </a:lnTo>
                  <a:lnTo>
                    <a:pt x="9525" y="3708666"/>
                  </a:lnTo>
                  <a:lnTo>
                    <a:pt x="9525" y="3680091"/>
                  </a:lnTo>
                  <a:close/>
                </a:path>
                <a:path w="5524500" h="5276850">
                  <a:moveTo>
                    <a:pt x="9525" y="3632441"/>
                  </a:moveTo>
                  <a:lnTo>
                    <a:pt x="0" y="3632441"/>
                  </a:lnTo>
                  <a:lnTo>
                    <a:pt x="0" y="3661016"/>
                  </a:lnTo>
                  <a:lnTo>
                    <a:pt x="9525" y="3661016"/>
                  </a:lnTo>
                  <a:lnTo>
                    <a:pt x="9525" y="3632441"/>
                  </a:lnTo>
                  <a:close/>
                </a:path>
                <a:path w="5524500" h="5276850">
                  <a:moveTo>
                    <a:pt x="9525" y="3584791"/>
                  </a:moveTo>
                  <a:lnTo>
                    <a:pt x="0" y="3584791"/>
                  </a:lnTo>
                  <a:lnTo>
                    <a:pt x="0" y="3613366"/>
                  </a:lnTo>
                  <a:lnTo>
                    <a:pt x="9525" y="3613366"/>
                  </a:lnTo>
                  <a:lnTo>
                    <a:pt x="9525" y="3584791"/>
                  </a:lnTo>
                  <a:close/>
                </a:path>
                <a:path w="5524500" h="5276850">
                  <a:moveTo>
                    <a:pt x="9525" y="3537153"/>
                  </a:moveTo>
                  <a:lnTo>
                    <a:pt x="0" y="3537153"/>
                  </a:lnTo>
                  <a:lnTo>
                    <a:pt x="0" y="3565728"/>
                  </a:lnTo>
                  <a:lnTo>
                    <a:pt x="9525" y="3565728"/>
                  </a:lnTo>
                  <a:lnTo>
                    <a:pt x="9525" y="3537153"/>
                  </a:lnTo>
                  <a:close/>
                </a:path>
                <a:path w="5524500" h="5276850">
                  <a:moveTo>
                    <a:pt x="9525" y="3489502"/>
                  </a:moveTo>
                  <a:lnTo>
                    <a:pt x="0" y="3489502"/>
                  </a:lnTo>
                  <a:lnTo>
                    <a:pt x="0" y="3518077"/>
                  </a:lnTo>
                  <a:lnTo>
                    <a:pt x="9525" y="3518077"/>
                  </a:lnTo>
                  <a:lnTo>
                    <a:pt x="9525" y="3489502"/>
                  </a:lnTo>
                  <a:close/>
                </a:path>
                <a:path w="5524500" h="5276850">
                  <a:moveTo>
                    <a:pt x="9525" y="3441852"/>
                  </a:moveTo>
                  <a:lnTo>
                    <a:pt x="0" y="3441852"/>
                  </a:lnTo>
                  <a:lnTo>
                    <a:pt x="0" y="3470427"/>
                  </a:lnTo>
                  <a:lnTo>
                    <a:pt x="9525" y="3470427"/>
                  </a:lnTo>
                  <a:lnTo>
                    <a:pt x="9525" y="3441852"/>
                  </a:lnTo>
                  <a:close/>
                </a:path>
                <a:path w="5524500" h="5276850">
                  <a:moveTo>
                    <a:pt x="9525" y="3394214"/>
                  </a:moveTo>
                  <a:lnTo>
                    <a:pt x="0" y="3394214"/>
                  </a:lnTo>
                  <a:lnTo>
                    <a:pt x="0" y="3422789"/>
                  </a:lnTo>
                  <a:lnTo>
                    <a:pt x="9525" y="3422789"/>
                  </a:lnTo>
                  <a:lnTo>
                    <a:pt x="9525" y="3394214"/>
                  </a:lnTo>
                  <a:close/>
                </a:path>
                <a:path w="5524500" h="5276850">
                  <a:moveTo>
                    <a:pt x="9525" y="3346564"/>
                  </a:moveTo>
                  <a:lnTo>
                    <a:pt x="0" y="3346564"/>
                  </a:lnTo>
                  <a:lnTo>
                    <a:pt x="0" y="3375139"/>
                  </a:lnTo>
                  <a:lnTo>
                    <a:pt x="9525" y="3375139"/>
                  </a:lnTo>
                  <a:lnTo>
                    <a:pt x="9525" y="3346564"/>
                  </a:lnTo>
                  <a:close/>
                </a:path>
                <a:path w="5524500" h="5276850">
                  <a:moveTo>
                    <a:pt x="9525" y="3298926"/>
                  </a:moveTo>
                  <a:lnTo>
                    <a:pt x="0" y="3298926"/>
                  </a:lnTo>
                  <a:lnTo>
                    <a:pt x="0" y="3327501"/>
                  </a:lnTo>
                  <a:lnTo>
                    <a:pt x="9525" y="3327501"/>
                  </a:lnTo>
                  <a:lnTo>
                    <a:pt x="9525" y="3298926"/>
                  </a:lnTo>
                  <a:close/>
                </a:path>
                <a:path w="5524500" h="5276850">
                  <a:moveTo>
                    <a:pt x="9525" y="3251276"/>
                  </a:moveTo>
                  <a:lnTo>
                    <a:pt x="0" y="3251276"/>
                  </a:lnTo>
                  <a:lnTo>
                    <a:pt x="0" y="3279851"/>
                  </a:lnTo>
                  <a:lnTo>
                    <a:pt x="9525" y="3279851"/>
                  </a:lnTo>
                  <a:lnTo>
                    <a:pt x="9525" y="3251276"/>
                  </a:lnTo>
                  <a:close/>
                </a:path>
                <a:path w="5524500" h="5276850">
                  <a:moveTo>
                    <a:pt x="9525" y="3203625"/>
                  </a:moveTo>
                  <a:lnTo>
                    <a:pt x="0" y="3203625"/>
                  </a:lnTo>
                  <a:lnTo>
                    <a:pt x="0" y="3232200"/>
                  </a:lnTo>
                  <a:lnTo>
                    <a:pt x="9525" y="3232200"/>
                  </a:lnTo>
                  <a:lnTo>
                    <a:pt x="9525" y="3203625"/>
                  </a:lnTo>
                  <a:close/>
                </a:path>
                <a:path w="5524500" h="5276850">
                  <a:moveTo>
                    <a:pt x="9525" y="3155975"/>
                  </a:moveTo>
                  <a:lnTo>
                    <a:pt x="0" y="3155975"/>
                  </a:lnTo>
                  <a:lnTo>
                    <a:pt x="0" y="3184550"/>
                  </a:lnTo>
                  <a:lnTo>
                    <a:pt x="9525" y="3184550"/>
                  </a:lnTo>
                  <a:lnTo>
                    <a:pt x="9525" y="3155975"/>
                  </a:lnTo>
                  <a:close/>
                </a:path>
                <a:path w="5524500" h="5276850">
                  <a:moveTo>
                    <a:pt x="9525" y="3108337"/>
                  </a:moveTo>
                  <a:lnTo>
                    <a:pt x="0" y="3108337"/>
                  </a:lnTo>
                  <a:lnTo>
                    <a:pt x="0" y="3136912"/>
                  </a:lnTo>
                  <a:lnTo>
                    <a:pt x="9525" y="3136912"/>
                  </a:lnTo>
                  <a:lnTo>
                    <a:pt x="9525" y="3108337"/>
                  </a:lnTo>
                  <a:close/>
                </a:path>
                <a:path w="5524500" h="5276850">
                  <a:moveTo>
                    <a:pt x="9525" y="3060687"/>
                  </a:moveTo>
                  <a:lnTo>
                    <a:pt x="0" y="3060687"/>
                  </a:lnTo>
                  <a:lnTo>
                    <a:pt x="0" y="3089262"/>
                  </a:lnTo>
                  <a:lnTo>
                    <a:pt x="9525" y="3089262"/>
                  </a:lnTo>
                  <a:lnTo>
                    <a:pt x="9525" y="3060687"/>
                  </a:lnTo>
                  <a:close/>
                </a:path>
                <a:path w="5524500" h="5276850">
                  <a:moveTo>
                    <a:pt x="9525" y="3013037"/>
                  </a:moveTo>
                  <a:lnTo>
                    <a:pt x="0" y="3013037"/>
                  </a:lnTo>
                  <a:lnTo>
                    <a:pt x="0" y="3041612"/>
                  </a:lnTo>
                  <a:lnTo>
                    <a:pt x="9525" y="3041612"/>
                  </a:lnTo>
                  <a:lnTo>
                    <a:pt x="9525" y="3013037"/>
                  </a:lnTo>
                  <a:close/>
                </a:path>
                <a:path w="5524500" h="5276850">
                  <a:moveTo>
                    <a:pt x="9525" y="2965399"/>
                  </a:moveTo>
                  <a:lnTo>
                    <a:pt x="0" y="2965399"/>
                  </a:lnTo>
                  <a:lnTo>
                    <a:pt x="0" y="2993974"/>
                  </a:lnTo>
                  <a:lnTo>
                    <a:pt x="9525" y="2993974"/>
                  </a:lnTo>
                  <a:lnTo>
                    <a:pt x="9525" y="2965399"/>
                  </a:lnTo>
                  <a:close/>
                </a:path>
                <a:path w="5524500" h="5276850">
                  <a:moveTo>
                    <a:pt x="9525" y="2917748"/>
                  </a:moveTo>
                  <a:lnTo>
                    <a:pt x="0" y="2917748"/>
                  </a:lnTo>
                  <a:lnTo>
                    <a:pt x="0" y="2946323"/>
                  </a:lnTo>
                  <a:lnTo>
                    <a:pt x="9525" y="2946323"/>
                  </a:lnTo>
                  <a:lnTo>
                    <a:pt x="9525" y="2917748"/>
                  </a:lnTo>
                  <a:close/>
                </a:path>
                <a:path w="5524500" h="5276850">
                  <a:moveTo>
                    <a:pt x="9525" y="2870111"/>
                  </a:moveTo>
                  <a:lnTo>
                    <a:pt x="0" y="2870111"/>
                  </a:lnTo>
                  <a:lnTo>
                    <a:pt x="0" y="2898686"/>
                  </a:lnTo>
                  <a:lnTo>
                    <a:pt x="9525" y="2898686"/>
                  </a:lnTo>
                  <a:lnTo>
                    <a:pt x="9525" y="2870111"/>
                  </a:lnTo>
                  <a:close/>
                </a:path>
                <a:path w="5524500" h="5276850">
                  <a:moveTo>
                    <a:pt x="9525" y="2822460"/>
                  </a:moveTo>
                  <a:lnTo>
                    <a:pt x="0" y="2822460"/>
                  </a:lnTo>
                  <a:lnTo>
                    <a:pt x="0" y="2851035"/>
                  </a:lnTo>
                  <a:lnTo>
                    <a:pt x="9525" y="2851035"/>
                  </a:lnTo>
                  <a:lnTo>
                    <a:pt x="9525" y="2822460"/>
                  </a:lnTo>
                  <a:close/>
                </a:path>
                <a:path w="5524500" h="5276850">
                  <a:moveTo>
                    <a:pt x="9525" y="2774810"/>
                  </a:moveTo>
                  <a:lnTo>
                    <a:pt x="0" y="2774810"/>
                  </a:lnTo>
                  <a:lnTo>
                    <a:pt x="0" y="2803385"/>
                  </a:lnTo>
                  <a:lnTo>
                    <a:pt x="9525" y="2803385"/>
                  </a:lnTo>
                  <a:lnTo>
                    <a:pt x="9525" y="2774810"/>
                  </a:lnTo>
                  <a:close/>
                </a:path>
                <a:path w="5524500" h="5276850">
                  <a:moveTo>
                    <a:pt x="9525" y="2727160"/>
                  </a:moveTo>
                  <a:lnTo>
                    <a:pt x="0" y="2727160"/>
                  </a:lnTo>
                  <a:lnTo>
                    <a:pt x="0" y="2755735"/>
                  </a:lnTo>
                  <a:lnTo>
                    <a:pt x="9525" y="2755735"/>
                  </a:lnTo>
                  <a:lnTo>
                    <a:pt x="9525" y="2727160"/>
                  </a:lnTo>
                  <a:close/>
                </a:path>
                <a:path w="5524500" h="5276850">
                  <a:moveTo>
                    <a:pt x="9525" y="2679522"/>
                  </a:moveTo>
                  <a:lnTo>
                    <a:pt x="0" y="2679522"/>
                  </a:lnTo>
                  <a:lnTo>
                    <a:pt x="0" y="2708097"/>
                  </a:lnTo>
                  <a:lnTo>
                    <a:pt x="9525" y="2708097"/>
                  </a:lnTo>
                  <a:lnTo>
                    <a:pt x="9525" y="2679522"/>
                  </a:lnTo>
                  <a:close/>
                </a:path>
                <a:path w="5524500" h="5276850">
                  <a:moveTo>
                    <a:pt x="9525" y="2631871"/>
                  </a:moveTo>
                  <a:lnTo>
                    <a:pt x="0" y="2631871"/>
                  </a:lnTo>
                  <a:lnTo>
                    <a:pt x="0" y="2660446"/>
                  </a:lnTo>
                  <a:lnTo>
                    <a:pt x="9525" y="2660446"/>
                  </a:lnTo>
                  <a:lnTo>
                    <a:pt x="9525" y="2631871"/>
                  </a:lnTo>
                  <a:close/>
                </a:path>
                <a:path w="5524500" h="5276850">
                  <a:moveTo>
                    <a:pt x="9525" y="2584221"/>
                  </a:moveTo>
                  <a:lnTo>
                    <a:pt x="0" y="2584221"/>
                  </a:lnTo>
                  <a:lnTo>
                    <a:pt x="0" y="2612796"/>
                  </a:lnTo>
                  <a:lnTo>
                    <a:pt x="9525" y="2612796"/>
                  </a:lnTo>
                  <a:lnTo>
                    <a:pt x="9525" y="2584221"/>
                  </a:lnTo>
                  <a:close/>
                </a:path>
                <a:path w="5524500" h="5276850">
                  <a:moveTo>
                    <a:pt x="9525" y="2536583"/>
                  </a:moveTo>
                  <a:lnTo>
                    <a:pt x="0" y="2536583"/>
                  </a:lnTo>
                  <a:lnTo>
                    <a:pt x="0" y="2565158"/>
                  </a:lnTo>
                  <a:lnTo>
                    <a:pt x="9525" y="2565158"/>
                  </a:lnTo>
                  <a:lnTo>
                    <a:pt x="9525" y="2536583"/>
                  </a:lnTo>
                  <a:close/>
                </a:path>
                <a:path w="5524500" h="5276850">
                  <a:moveTo>
                    <a:pt x="9525" y="2488933"/>
                  </a:moveTo>
                  <a:lnTo>
                    <a:pt x="0" y="2488933"/>
                  </a:lnTo>
                  <a:lnTo>
                    <a:pt x="0" y="2517508"/>
                  </a:lnTo>
                  <a:lnTo>
                    <a:pt x="9525" y="2517508"/>
                  </a:lnTo>
                  <a:lnTo>
                    <a:pt x="9525" y="2488933"/>
                  </a:lnTo>
                  <a:close/>
                </a:path>
                <a:path w="5524500" h="5276850">
                  <a:moveTo>
                    <a:pt x="9525" y="2441283"/>
                  </a:moveTo>
                  <a:lnTo>
                    <a:pt x="0" y="2441283"/>
                  </a:lnTo>
                  <a:lnTo>
                    <a:pt x="0" y="2469858"/>
                  </a:lnTo>
                  <a:lnTo>
                    <a:pt x="9525" y="2469858"/>
                  </a:lnTo>
                  <a:lnTo>
                    <a:pt x="9525" y="2441283"/>
                  </a:lnTo>
                  <a:close/>
                </a:path>
                <a:path w="5524500" h="5276850">
                  <a:moveTo>
                    <a:pt x="9525" y="2393645"/>
                  </a:moveTo>
                  <a:lnTo>
                    <a:pt x="0" y="2393645"/>
                  </a:lnTo>
                  <a:lnTo>
                    <a:pt x="0" y="2422220"/>
                  </a:lnTo>
                  <a:lnTo>
                    <a:pt x="9525" y="2422220"/>
                  </a:lnTo>
                  <a:lnTo>
                    <a:pt x="9525" y="2393645"/>
                  </a:lnTo>
                  <a:close/>
                </a:path>
                <a:path w="5524500" h="5276850">
                  <a:moveTo>
                    <a:pt x="9525" y="2345994"/>
                  </a:moveTo>
                  <a:lnTo>
                    <a:pt x="0" y="2345994"/>
                  </a:lnTo>
                  <a:lnTo>
                    <a:pt x="0" y="2374569"/>
                  </a:lnTo>
                  <a:lnTo>
                    <a:pt x="9525" y="2374569"/>
                  </a:lnTo>
                  <a:lnTo>
                    <a:pt x="9525" y="2345994"/>
                  </a:lnTo>
                  <a:close/>
                </a:path>
                <a:path w="5524500" h="5276850">
                  <a:moveTo>
                    <a:pt x="9525" y="2298344"/>
                  </a:moveTo>
                  <a:lnTo>
                    <a:pt x="0" y="2298344"/>
                  </a:lnTo>
                  <a:lnTo>
                    <a:pt x="0" y="2326919"/>
                  </a:lnTo>
                  <a:lnTo>
                    <a:pt x="9525" y="2326919"/>
                  </a:lnTo>
                  <a:lnTo>
                    <a:pt x="9525" y="2298344"/>
                  </a:lnTo>
                  <a:close/>
                </a:path>
                <a:path w="5524500" h="5276850">
                  <a:moveTo>
                    <a:pt x="9525" y="2250706"/>
                  </a:moveTo>
                  <a:lnTo>
                    <a:pt x="0" y="2250706"/>
                  </a:lnTo>
                  <a:lnTo>
                    <a:pt x="0" y="2279281"/>
                  </a:lnTo>
                  <a:lnTo>
                    <a:pt x="9525" y="2279281"/>
                  </a:lnTo>
                  <a:lnTo>
                    <a:pt x="9525" y="2250706"/>
                  </a:lnTo>
                  <a:close/>
                </a:path>
                <a:path w="5524500" h="5276850">
                  <a:moveTo>
                    <a:pt x="9525" y="2203056"/>
                  </a:moveTo>
                  <a:lnTo>
                    <a:pt x="0" y="2203056"/>
                  </a:lnTo>
                  <a:lnTo>
                    <a:pt x="0" y="2231631"/>
                  </a:lnTo>
                  <a:lnTo>
                    <a:pt x="9525" y="2231631"/>
                  </a:lnTo>
                  <a:lnTo>
                    <a:pt x="9525" y="2203056"/>
                  </a:lnTo>
                  <a:close/>
                </a:path>
                <a:path w="5524500" h="5276850">
                  <a:moveTo>
                    <a:pt x="9525" y="2155406"/>
                  </a:moveTo>
                  <a:lnTo>
                    <a:pt x="0" y="2155406"/>
                  </a:lnTo>
                  <a:lnTo>
                    <a:pt x="0" y="2183981"/>
                  </a:lnTo>
                  <a:lnTo>
                    <a:pt x="9525" y="2183981"/>
                  </a:lnTo>
                  <a:lnTo>
                    <a:pt x="9525" y="2155406"/>
                  </a:lnTo>
                  <a:close/>
                </a:path>
                <a:path w="5524500" h="5276850">
                  <a:moveTo>
                    <a:pt x="9525" y="2107768"/>
                  </a:moveTo>
                  <a:lnTo>
                    <a:pt x="0" y="2107768"/>
                  </a:lnTo>
                  <a:lnTo>
                    <a:pt x="0" y="2136343"/>
                  </a:lnTo>
                  <a:lnTo>
                    <a:pt x="9525" y="2136343"/>
                  </a:lnTo>
                  <a:lnTo>
                    <a:pt x="9525" y="2107768"/>
                  </a:lnTo>
                  <a:close/>
                </a:path>
                <a:path w="5524500" h="5276850">
                  <a:moveTo>
                    <a:pt x="9525" y="2060117"/>
                  </a:moveTo>
                  <a:lnTo>
                    <a:pt x="0" y="2060117"/>
                  </a:lnTo>
                  <a:lnTo>
                    <a:pt x="0" y="2088692"/>
                  </a:lnTo>
                  <a:lnTo>
                    <a:pt x="9525" y="2088692"/>
                  </a:lnTo>
                  <a:lnTo>
                    <a:pt x="9525" y="2060117"/>
                  </a:lnTo>
                  <a:close/>
                </a:path>
                <a:path w="5524500" h="5276850">
                  <a:moveTo>
                    <a:pt x="9525" y="2012467"/>
                  </a:moveTo>
                  <a:lnTo>
                    <a:pt x="0" y="2012467"/>
                  </a:lnTo>
                  <a:lnTo>
                    <a:pt x="0" y="2041042"/>
                  </a:lnTo>
                  <a:lnTo>
                    <a:pt x="9525" y="2041042"/>
                  </a:lnTo>
                  <a:lnTo>
                    <a:pt x="9525" y="2012467"/>
                  </a:lnTo>
                  <a:close/>
                </a:path>
                <a:path w="5524500" h="5276850">
                  <a:moveTo>
                    <a:pt x="9525" y="1964829"/>
                  </a:moveTo>
                  <a:lnTo>
                    <a:pt x="0" y="1964829"/>
                  </a:lnTo>
                  <a:lnTo>
                    <a:pt x="0" y="1993404"/>
                  </a:lnTo>
                  <a:lnTo>
                    <a:pt x="9525" y="1993404"/>
                  </a:lnTo>
                  <a:lnTo>
                    <a:pt x="9525" y="1964829"/>
                  </a:lnTo>
                  <a:close/>
                </a:path>
                <a:path w="5524500" h="5276850">
                  <a:moveTo>
                    <a:pt x="9525" y="1917179"/>
                  </a:moveTo>
                  <a:lnTo>
                    <a:pt x="0" y="1917179"/>
                  </a:lnTo>
                  <a:lnTo>
                    <a:pt x="0" y="1945754"/>
                  </a:lnTo>
                  <a:lnTo>
                    <a:pt x="9525" y="1945754"/>
                  </a:lnTo>
                  <a:lnTo>
                    <a:pt x="9525" y="1917179"/>
                  </a:lnTo>
                  <a:close/>
                </a:path>
                <a:path w="5524500" h="5276850">
                  <a:moveTo>
                    <a:pt x="9525" y="1869528"/>
                  </a:moveTo>
                  <a:lnTo>
                    <a:pt x="0" y="1869528"/>
                  </a:lnTo>
                  <a:lnTo>
                    <a:pt x="0" y="1898103"/>
                  </a:lnTo>
                  <a:lnTo>
                    <a:pt x="9525" y="1898103"/>
                  </a:lnTo>
                  <a:lnTo>
                    <a:pt x="9525" y="1869528"/>
                  </a:lnTo>
                  <a:close/>
                </a:path>
                <a:path w="5524500" h="5276850">
                  <a:moveTo>
                    <a:pt x="9525" y="1821891"/>
                  </a:moveTo>
                  <a:lnTo>
                    <a:pt x="0" y="1821891"/>
                  </a:lnTo>
                  <a:lnTo>
                    <a:pt x="0" y="1850466"/>
                  </a:lnTo>
                  <a:lnTo>
                    <a:pt x="9525" y="1850466"/>
                  </a:lnTo>
                  <a:lnTo>
                    <a:pt x="9525" y="1821891"/>
                  </a:lnTo>
                  <a:close/>
                </a:path>
                <a:path w="5524500" h="5276850">
                  <a:moveTo>
                    <a:pt x="9525" y="1774240"/>
                  </a:moveTo>
                  <a:lnTo>
                    <a:pt x="0" y="1774240"/>
                  </a:lnTo>
                  <a:lnTo>
                    <a:pt x="0" y="1802815"/>
                  </a:lnTo>
                  <a:lnTo>
                    <a:pt x="9525" y="1802815"/>
                  </a:lnTo>
                  <a:lnTo>
                    <a:pt x="9525" y="1774240"/>
                  </a:lnTo>
                  <a:close/>
                </a:path>
                <a:path w="5524500" h="5276850">
                  <a:moveTo>
                    <a:pt x="9525" y="1726590"/>
                  </a:moveTo>
                  <a:lnTo>
                    <a:pt x="0" y="1726590"/>
                  </a:lnTo>
                  <a:lnTo>
                    <a:pt x="0" y="1755165"/>
                  </a:lnTo>
                  <a:lnTo>
                    <a:pt x="9525" y="1755165"/>
                  </a:lnTo>
                  <a:lnTo>
                    <a:pt x="9525" y="1726590"/>
                  </a:lnTo>
                  <a:close/>
                </a:path>
                <a:path w="5524500" h="5276850">
                  <a:moveTo>
                    <a:pt x="9525" y="1678952"/>
                  </a:moveTo>
                  <a:lnTo>
                    <a:pt x="0" y="1678952"/>
                  </a:lnTo>
                  <a:lnTo>
                    <a:pt x="0" y="1707527"/>
                  </a:lnTo>
                  <a:lnTo>
                    <a:pt x="9525" y="1707527"/>
                  </a:lnTo>
                  <a:lnTo>
                    <a:pt x="9525" y="1678952"/>
                  </a:lnTo>
                  <a:close/>
                </a:path>
                <a:path w="5524500" h="5276850">
                  <a:moveTo>
                    <a:pt x="9525" y="1631302"/>
                  </a:moveTo>
                  <a:lnTo>
                    <a:pt x="0" y="1631302"/>
                  </a:lnTo>
                  <a:lnTo>
                    <a:pt x="0" y="1659877"/>
                  </a:lnTo>
                  <a:lnTo>
                    <a:pt x="9525" y="1659877"/>
                  </a:lnTo>
                  <a:lnTo>
                    <a:pt x="9525" y="1631302"/>
                  </a:lnTo>
                  <a:close/>
                </a:path>
                <a:path w="5524500" h="5276850">
                  <a:moveTo>
                    <a:pt x="9525" y="1583651"/>
                  </a:moveTo>
                  <a:lnTo>
                    <a:pt x="0" y="1583651"/>
                  </a:lnTo>
                  <a:lnTo>
                    <a:pt x="0" y="1612226"/>
                  </a:lnTo>
                  <a:lnTo>
                    <a:pt x="9525" y="1612226"/>
                  </a:lnTo>
                  <a:lnTo>
                    <a:pt x="9525" y="1583651"/>
                  </a:lnTo>
                  <a:close/>
                </a:path>
                <a:path w="5524500" h="5276850">
                  <a:moveTo>
                    <a:pt x="9525" y="1536014"/>
                  </a:moveTo>
                  <a:lnTo>
                    <a:pt x="0" y="1536014"/>
                  </a:lnTo>
                  <a:lnTo>
                    <a:pt x="0" y="1564589"/>
                  </a:lnTo>
                  <a:lnTo>
                    <a:pt x="9525" y="1564589"/>
                  </a:lnTo>
                  <a:lnTo>
                    <a:pt x="9525" y="1536014"/>
                  </a:lnTo>
                  <a:close/>
                </a:path>
                <a:path w="5524500" h="5276850">
                  <a:moveTo>
                    <a:pt x="9525" y="1488363"/>
                  </a:moveTo>
                  <a:lnTo>
                    <a:pt x="0" y="1488363"/>
                  </a:lnTo>
                  <a:lnTo>
                    <a:pt x="0" y="1516938"/>
                  </a:lnTo>
                  <a:lnTo>
                    <a:pt x="9525" y="1516938"/>
                  </a:lnTo>
                  <a:lnTo>
                    <a:pt x="9525" y="1488363"/>
                  </a:lnTo>
                  <a:close/>
                </a:path>
                <a:path w="5524500" h="5276850">
                  <a:moveTo>
                    <a:pt x="9525" y="1440713"/>
                  </a:moveTo>
                  <a:lnTo>
                    <a:pt x="0" y="1440713"/>
                  </a:lnTo>
                  <a:lnTo>
                    <a:pt x="0" y="1469288"/>
                  </a:lnTo>
                  <a:lnTo>
                    <a:pt x="9525" y="1469288"/>
                  </a:lnTo>
                  <a:lnTo>
                    <a:pt x="9525" y="1440713"/>
                  </a:lnTo>
                  <a:close/>
                </a:path>
                <a:path w="5524500" h="5276850">
                  <a:moveTo>
                    <a:pt x="9525" y="1393075"/>
                  </a:moveTo>
                  <a:lnTo>
                    <a:pt x="0" y="1393075"/>
                  </a:lnTo>
                  <a:lnTo>
                    <a:pt x="0" y="1421650"/>
                  </a:lnTo>
                  <a:lnTo>
                    <a:pt x="9525" y="1421650"/>
                  </a:lnTo>
                  <a:lnTo>
                    <a:pt x="9525" y="1393075"/>
                  </a:lnTo>
                  <a:close/>
                </a:path>
                <a:path w="5524500" h="5276850">
                  <a:moveTo>
                    <a:pt x="9525" y="1345425"/>
                  </a:moveTo>
                  <a:lnTo>
                    <a:pt x="0" y="1345425"/>
                  </a:lnTo>
                  <a:lnTo>
                    <a:pt x="0" y="1374000"/>
                  </a:lnTo>
                  <a:lnTo>
                    <a:pt x="9525" y="1374000"/>
                  </a:lnTo>
                  <a:lnTo>
                    <a:pt x="9525" y="1345425"/>
                  </a:lnTo>
                  <a:close/>
                </a:path>
                <a:path w="5524500" h="5276850">
                  <a:moveTo>
                    <a:pt x="9525" y="1297774"/>
                  </a:moveTo>
                  <a:lnTo>
                    <a:pt x="0" y="1297774"/>
                  </a:lnTo>
                  <a:lnTo>
                    <a:pt x="0" y="1326349"/>
                  </a:lnTo>
                  <a:lnTo>
                    <a:pt x="9525" y="1326349"/>
                  </a:lnTo>
                  <a:lnTo>
                    <a:pt x="9525" y="1297774"/>
                  </a:lnTo>
                  <a:close/>
                </a:path>
                <a:path w="5524500" h="5276850">
                  <a:moveTo>
                    <a:pt x="9525" y="1250137"/>
                  </a:moveTo>
                  <a:lnTo>
                    <a:pt x="0" y="1250137"/>
                  </a:lnTo>
                  <a:lnTo>
                    <a:pt x="0" y="1278712"/>
                  </a:lnTo>
                  <a:lnTo>
                    <a:pt x="9525" y="1278712"/>
                  </a:lnTo>
                  <a:lnTo>
                    <a:pt x="9525" y="1250137"/>
                  </a:lnTo>
                  <a:close/>
                </a:path>
                <a:path w="5524500" h="5276850">
                  <a:moveTo>
                    <a:pt x="9525" y="1202486"/>
                  </a:moveTo>
                  <a:lnTo>
                    <a:pt x="0" y="1202486"/>
                  </a:lnTo>
                  <a:lnTo>
                    <a:pt x="0" y="1231061"/>
                  </a:lnTo>
                  <a:lnTo>
                    <a:pt x="9525" y="1231061"/>
                  </a:lnTo>
                  <a:lnTo>
                    <a:pt x="9525" y="1202486"/>
                  </a:lnTo>
                  <a:close/>
                </a:path>
                <a:path w="5524500" h="5276850">
                  <a:moveTo>
                    <a:pt x="9525" y="1154836"/>
                  </a:moveTo>
                  <a:lnTo>
                    <a:pt x="0" y="1154836"/>
                  </a:lnTo>
                  <a:lnTo>
                    <a:pt x="0" y="1183411"/>
                  </a:lnTo>
                  <a:lnTo>
                    <a:pt x="9525" y="1183411"/>
                  </a:lnTo>
                  <a:lnTo>
                    <a:pt x="9525" y="1154836"/>
                  </a:lnTo>
                  <a:close/>
                </a:path>
                <a:path w="5524500" h="5276850">
                  <a:moveTo>
                    <a:pt x="9525" y="1107198"/>
                  </a:moveTo>
                  <a:lnTo>
                    <a:pt x="0" y="1107198"/>
                  </a:lnTo>
                  <a:lnTo>
                    <a:pt x="0" y="1135773"/>
                  </a:lnTo>
                  <a:lnTo>
                    <a:pt x="9525" y="1135773"/>
                  </a:lnTo>
                  <a:lnTo>
                    <a:pt x="9525" y="1107198"/>
                  </a:lnTo>
                  <a:close/>
                </a:path>
                <a:path w="5524500" h="5276850">
                  <a:moveTo>
                    <a:pt x="9525" y="1059548"/>
                  </a:moveTo>
                  <a:lnTo>
                    <a:pt x="0" y="1059548"/>
                  </a:lnTo>
                  <a:lnTo>
                    <a:pt x="0" y="1088123"/>
                  </a:lnTo>
                  <a:lnTo>
                    <a:pt x="9525" y="1088123"/>
                  </a:lnTo>
                  <a:lnTo>
                    <a:pt x="9525" y="1059548"/>
                  </a:lnTo>
                  <a:close/>
                </a:path>
                <a:path w="5524500" h="5276850">
                  <a:moveTo>
                    <a:pt x="9525" y="1011897"/>
                  </a:moveTo>
                  <a:lnTo>
                    <a:pt x="0" y="1011897"/>
                  </a:lnTo>
                  <a:lnTo>
                    <a:pt x="0" y="1040472"/>
                  </a:lnTo>
                  <a:lnTo>
                    <a:pt x="9525" y="1040472"/>
                  </a:lnTo>
                  <a:lnTo>
                    <a:pt x="9525" y="1011897"/>
                  </a:lnTo>
                  <a:close/>
                </a:path>
                <a:path w="5524500" h="5276850">
                  <a:moveTo>
                    <a:pt x="9525" y="964260"/>
                  </a:moveTo>
                  <a:lnTo>
                    <a:pt x="0" y="964260"/>
                  </a:lnTo>
                  <a:lnTo>
                    <a:pt x="0" y="992835"/>
                  </a:lnTo>
                  <a:lnTo>
                    <a:pt x="9525" y="992835"/>
                  </a:lnTo>
                  <a:lnTo>
                    <a:pt x="9525" y="964260"/>
                  </a:lnTo>
                  <a:close/>
                </a:path>
                <a:path w="5524500" h="5276850">
                  <a:moveTo>
                    <a:pt x="9525" y="916609"/>
                  </a:moveTo>
                  <a:lnTo>
                    <a:pt x="0" y="916609"/>
                  </a:lnTo>
                  <a:lnTo>
                    <a:pt x="0" y="945184"/>
                  </a:lnTo>
                  <a:lnTo>
                    <a:pt x="9525" y="945184"/>
                  </a:lnTo>
                  <a:lnTo>
                    <a:pt x="9525" y="916609"/>
                  </a:lnTo>
                  <a:close/>
                </a:path>
                <a:path w="5524500" h="5276850">
                  <a:moveTo>
                    <a:pt x="9525" y="868959"/>
                  </a:moveTo>
                  <a:lnTo>
                    <a:pt x="0" y="868959"/>
                  </a:lnTo>
                  <a:lnTo>
                    <a:pt x="0" y="897534"/>
                  </a:lnTo>
                  <a:lnTo>
                    <a:pt x="9525" y="897534"/>
                  </a:lnTo>
                  <a:lnTo>
                    <a:pt x="9525" y="868959"/>
                  </a:lnTo>
                  <a:close/>
                </a:path>
                <a:path w="5524500" h="5276850">
                  <a:moveTo>
                    <a:pt x="9525" y="821321"/>
                  </a:moveTo>
                  <a:lnTo>
                    <a:pt x="0" y="821321"/>
                  </a:lnTo>
                  <a:lnTo>
                    <a:pt x="0" y="849896"/>
                  </a:lnTo>
                  <a:lnTo>
                    <a:pt x="9525" y="849896"/>
                  </a:lnTo>
                  <a:lnTo>
                    <a:pt x="9525" y="821321"/>
                  </a:lnTo>
                  <a:close/>
                </a:path>
                <a:path w="5524500" h="5276850">
                  <a:moveTo>
                    <a:pt x="9525" y="773671"/>
                  </a:moveTo>
                  <a:lnTo>
                    <a:pt x="0" y="773671"/>
                  </a:lnTo>
                  <a:lnTo>
                    <a:pt x="0" y="802246"/>
                  </a:lnTo>
                  <a:lnTo>
                    <a:pt x="9525" y="802246"/>
                  </a:lnTo>
                  <a:lnTo>
                    <a:pt x="9525" y="773671"/>
                  </a:lnTo>
                  <a:close/>
                </a:path>
                <a:path w="5524500" h="5276850">
                  <a:moveTo>
                    <a:pt x="9525" y="726020"/>
                  </a:moveTo>
                  <a:lnTo>
                    <a:pt x="0" y="726020"/>
                  </a:lnTo>
                  <a:lnTo>
                    <a:pt x="0" y="754595"/>
                  </a:lnTo>
                  <a:lnTo>
                    <a:pt x="9525" y="754595"/>
                  </a:lnTo>
                  <a:lnTo>
                    <a:pt x="9525" y="726020"/>
                  </a:lnTo>
                  <a:close/>
                </a:path>
                <a:path w="5524500" h="5276850">
                  <a:moveTo>
                    <a:pt x="9525" y="678383"/>
                  </a:moveTo>
                  <a:lnTo>
                    <a:pt x="0" y="678383"/>
                  </a:lnTo>
                  <a:lnTo>
                    <a:pt x="0" y="706958"/>
                  </a:lnTo>
                  <a:lnTo>
                    <a:pt x="9525" y="706958"/>
                  </a:lnTo>
                  <a:lnTo>
                    <a:pt x="9525" y="678383"/>
                  </a:lnTo>
                  <a:close/>
                </a:path>
                <a:path w="5524500" h="5276850">
                  <a:moveTo>
                    <a:pt x="9525" y="630732"/>
                  </a:moveTo>
                  <a:lnTo>
                    <a:pt x="0" y="630732"/>
                  </a:lnTo>
                  <a:lnTo>
                    <a:pt x="0" y="659307"/>
                  </a:lnTo>
                  <a:lnTo>
                    <a:pt x="9525" y="659307"/>
                  </a:lnTo>
                  <a:lnTo>
                    <a:pt x="9525" y="630732"/>
                  </a:lnTo>
                  <a:close/>
                </a:path>
                <a:path w="5524500" h="5276850">
                  <a:moveTo>
                    <a:pt x="9525" y="583082"/>
                  </a:moveTo>
                  <a:lnTo>
                    <a:pt x="0" y="583082"/>
                  </a:lnTo>
                  <a:lnTo>
                    <a:pt x="0" y="611657"/>
                  </a:lnTo>
                  <a:lnTo>
                    <a:pt x="9525" y="611657"/>
                  </a:lnTo>
                  <a:lnTo>
                    <a:pt x="9525" y="583082"/>
                  </a:lnTo>
                  <a:close/>
                </a:path>
                <a:path w="5524500" h="5276850">
                  <a:moveTo>
                    <a:pt x="9525" y="535444"/>
                  </a:moveTo>
                  <a:lnTo>
                    <a:pt x="0" y="535444"/>
                  </a:lnTo>
                  <a:lnTo>
                    <a:pt x="0" y="564019"/>
                  </a:lnTo>
                  <a:lnTo>
                    <a:pt x="9525" y="564019"/>
                  </a:lnTo>
                  <a:lnTo>
                    <a:pt x="9525" y="535444"/>
                  </a:lnTo>
                  <a:close/>
                </a:path>
                <a:path w="5524500" h="5276850">
                  <a:moveTo>
                    <a:pt x="9525" y="487794"/>
                  </a:moveTo>
                  <a:lnTo>
                    <a:pt x="0" y="487794"/>
                  </a:lnTo>
                  <a:lnTo>
                    <a:pt x="0" y="516369"/>
                  </a:lnTo>
                  <a:lnTo>
                    <a:pt x="9525" y="516369"/>
                  </a:lnTo>
                  <a:lnTo>
                    <a:pt x="9525" y="487794"/>
                  </a:lnTo>
                  <a:close/>
                </a:path>
                <a:path w="5524500" h="5276850">
                  <a:moveTo>
                    <a:pt x="9525" y="440143"/>
                  </a:moveTo>
                  <a:lnTo>
                    <a:pt x="0" y="440143"/>
                  </a:lnTo>
                  <a:lnTo>
                    <a:pt x="0" y="468718"/>
                  </a:lnTo>
                  <a:lnTo>
                    <a:pt x="9525" y="468718"/>
                  </a:lnTo>
                  <a:lnTo>
                    <a:pt x="9525" y="440143"/>
                  </a:lnTo>
                  <a:close/>
                </a:path>
                <a:path w="5524500" h="5276850">
                  <a:moveTo>
                    <a:pt x="9525" y="392506"/>
                  </a:moveTo>
                  <a:lnTo>
                    <a:pt x="0" y="392506"/>
                  </a:lnTo>
                  <a:lnTo>
                    <a:pt x="0" y="421081"/>
                  </a:lnTo>
                  <a:lnTo>
                    <a:pt x="9525" y="421081"/>
                  </a:lnTo>
                  <a:lnTo>
                    <a:pt x="9525" y="392506"/>
                  </a:lnTo>
                  <a:close/>
                </a:path>
                <a:path w="5524500" h="5276850">
                  <a:moveTo>
                    <a:pt x="9525" y="344855"/>
                  </a:moveTo>
                  <a:lnTo>
                    <a:pt x="0" y="344855"/>
                  </a:lnTo>
                  <a:lnTo>
                    <a:pt x="0" y="373430"/>
                  </a:lnTo>
                  <a:lnTo>
                    <a:pt x="9525" y="373430"/>
                  </a:lnTo>
                  <a:lnTo>
                    <a:pt x="9525" y="344855"/>
                  </a:lnTo>
                  <a:close/>
                </a:path>
                <a:path w="5524500" h="5276850">
                  <a:moveTo>
                    <a:pt x="9525" y="297205"/>
                  </a:moveTo>
                  <a:lnTo>
                    <a:pt x="0" y="297205"/>
                  </a:lnTo>
                  <a:lnTo>
                    <a:pt x="0" y="325780"/>
                  </a:lnTo>
                  <a:lnTo>
                    <a:pt x="9525" y="325780"/>
                  </a:lnTo>
                  <a:lnTo>
                    <a:pt x="9525" y="297205"/>
                  </a:lnTo>
                  <a:close/>
                </a:path>
                <a:path w="5524500" h="5276850">
                  <a:moveTo>
                    <a:pt x="9525" y="249567"/>
                  </a:moveTo>
                  <a:lnTo>
                    <a:pt x="0" y="249567"/>
                  </a:lnTo>
                  <a:lnTo>
                    <a:pt x="0" y="278142"/>
                  </a:lnTo>
                  <a:lnTo>
                    <a:pt x="9525" y="278142"/>
                  </a:lnTo>
                  <a:lnTo>
                    <a:pt x="9525" y="249567"/>
                  </a:lnTo>
                  <a:close/>
                </a:path>
                <a:path w="5524500" h="5276850">
                  <a:moveTo>
                    <a:pt x="9525" y="201917"/>
                  </a:moveTo>
                  <a:lnTo>
                    <a:pt x="0" y="201917"/>
                  </a:lnTo>
                  <a:lnTo>
                    <a:pt x="0" y="230492"/>
                  </a:lnTo>
                  <a:lnTo>
                    <a:pt x="9525" y="230492"/>
                  </a:lnTo>
                  <a:lnTo>
                    <a:pt x="9525" y="201917"/>
                  </a:lnTo>
                  <a:close/>
                </a:path>
                <a:path w="5524500" h="5276850">
                  <a:moveTo>
                    <a:pt x="9525" y="154266"/>
                  </a:moveTo>
                  <a:lnTo>
                    <a:pt x="0" y="154266"/>
                  </a:lnTo>
                  <a:lnTo>
                    <a:pt x="0" y="182841"/>
                  </a:lnTo>
                  <a:lnTo>
                    <a:pt x="9525" y="182841"/>
                  </a:lnTo>
                  <a:lnTo>
                    <a:pt x="9525" y="154266"/>
                  </a:lnTo>
                  <a:close/>
                </a:path>
                <a:path w="5524500" h="5276850">
                  <a:moveTo>
                    <a:pt x="9855" y="107594"/>
                  </a:moveTo>
                  <a:lnTo>
                    <a:pt x="355" y="106972"/>
                  </a:lnTo>
                  <a:lnTo>
                    <a:pt x="0" y="114300"/>
                  </a:lnTo>
                  <a:lnTo>
                    <a:pt x="0" y="135204"/>
                  </a:lnTo>
                  <a:lnTo>
                    <a:pt x="9525" y="135204"/>
                  </a:lnTo>
                  <a:lnTo>
                    <a:pt x="9525" y="114300"/>
                  </a:lnTo>
                  <a:lnTo>
                    <a:pt x="9855" y="107594"/>
                  </a:lnTo>
                  <a:close/>
                </a:path>
                <a:path w="5524500" h="5276850">
                  <a:moveTo>
                    <a:pt x="11569" y="5183187"/>
                  </a:moveTo>
                  <a:lnTo>
                    <a:pt x="11518" y="5182997"/>
                  </a:lnTo>
                  <a:lnTo>
                    <a:pt x="10033" y="5172875"/>
                  </a:lnTo>
                  <a:lnTo>
                    <a:pt x="9525" y="5162550"/>
                  </a:lnTo>
                  <a:lnTo>
                    <a:pt x="9525" y="5157127"/>
                  </a:lnTo>
                  <a:lnTo>
                    <a:pt x="0" y="5157127"/>
                  </a:lnTo>
                  <a:lnTo>
                    <a:pt x="0" y="5162550"/>
                  </a:lnTo>
                  <a:lnTo>
                    <a:pt x="546" y="5173815"/>
                  </a:lnTo>
                  <a:lnTo>
                    <a:pt x="2184" y="5184864"/>
                  </a:lnTo>
                  <a:lnTo>
                    <a:pt x="2235" y="5185067"/>
                  </a:lnTo>
                  <a:lnTo>
                    <a:pt x="11569" y="5183187"/>
                  </a:lnTo>
                  <a:close/>
                </a:path>
                <a:path w="5524500" h="5276850">
                  <a:moveTo>
                    <a:pt x="21640" y="65455"/>
                  </a:moveTo>
                  <a:lnTo>
                    <a:pt x="13208" y="61023"/>
                  </a:lnTo>
                  <a:lnTo>
                    <a:pt x="8699" y="70561"/>
                  </a:lnTo>
                  <a:lnTo>
                    <a:pt x="4902" y="81178"/>
                  </a:lnTo>
                  <a:lnTo>
                    <a:pt x="3124" y="88226"/>
                  </a:lnTo>
                  <a:lnTo>
                    <a:pt x="12395" y="90398"/>
                  </a:lnTo>
                  <a:lnTo>
                    <a:pt x="14020" y="83934"/>
                  </a:lnTo>
                  <a:lnTo>
                    <a:pt x="17500" y="74206"/>
                  </a:lnTo>
                  <a:lnTo>
                    <a:pt x="21640" y="65455"/>
                  </a:lnTo>
                  <a:close/>
                </a:path>
                <a:path w="5524500" h="5276850">
                  <a:moveTo>
                    <a:pt x="29184" y="5223497"/>
                  </a:moveTo>
                  <a:lnTo>
                    <a:pt x="27178" y="5220779"/>
                  </a:lnTo>
                  <a:lnTo>
                    <a:pt x="21920" y="5211991"/>
                  </a:lnTo>
                  <a:lnTo>
                    <a:pt x="17500" y="5202656"/>
                  </a:lnTo>
                  <a:lnTo>
                    <a:pt x="16751" y="5200535"/>
                  </a:lnTo>
                  <a:lnTo>
                    <a:pt x="7874" y="5203990"/>
                  </a:lnTo>
                  <a:lnTo>
                    <a:pt x="8699" y="5206301"/>
                  </a:lnTo>
                  <a:lnTo>
                    <a:pt x="13512" y="5216487"/>
                  </a:lnTo>
                  <a:lnTo>
                    <a:pt x="19253" y="5226075"/>
                  </a:lnTo>
                  <a:lnTo>
                    <a:pt x="21450" y="5229034"/>
                  </a:lnTo>
                  <a:lnTo>
                    <a:pt x="29184" y="5223497"/>
                  </a:lnTo>
                  <a:close/>
                </a:path>
                <a:path w="5524500" h="5276850">
                  <a:moveTo>
                    <a:pt x="49923" y="31750"/>
                  </a:moveTo>
                  <a:lnTo>
                    <a:pt x="44069" y="24244"/>
                  </a:lnTo>
                  <a:lnTo>
                    <a:pt x="41833" y="25908"/>
                  </a:lnTo>
                  <a:lnTo>
                    <a:pt x="33489" y="33489"/>
                  </a:lnTo>
                  <a:lnTo>
                    <a:pt x="25908" y="41833"/>
                  </a:lnTo>
                  <a:lnTo>
                    <a:pt x="23634" y="44881"/>
                  </a:lnTo>
                  <a:lnTo>
                    <a:pt x="31191" y="50673"/>
                  </a:lnTo>
                  <a:lnTo>
                    <a:pt x="33274" y="47866"/>
                  </a:lnTo>
                  <a:lnTo>
                    <a:pt x="40220" y="40220"/>
                  </a:lnTo>
                  <a:lnTo>
                    <a:pt x="47866" y="33274"/>
                  </a:lnTo>
                  <a:lnTo>
                    <a:pt x="49923" y="31750"/>
                  </a:lnTo>
                  <a:close/>
                </a:path>
                <a:path w="5524500" h="5276850">
                  <a:moveTo>
                    <a:pt x="61785" y="5253101"/>
                  </a:moveTo>
                  <a:lnTo>
                    <a:pt x="56083" y="5249684"/>
                  </a:lnTo>
                  <a:lnTo>
                    <a:pt x="47866" y="5243588"/>
                  </a:lnTo>
                  <a:lnTo>
                    <a:pt x="40678" y="5237061"/>
                  </a:lnTo>
                  <a:lnTo>
                    <a:pt x="33985" y="5243830"/>
                  </a:lnTo>
                  <a:lnTo>
                    <a:pt x="41833" y="5250954"/>
                  </a:lnTo>
                  <a:lnTo>
                    <a:pt x="50787" y="5257609"/>
                  </a:lnTo>
                  <a:lnTo>
                    <a:pt x="57010" y="5261330"/>
                  </a:lnTo>
                  <a:lnTo>
                    <a:pt x="61785" y="5253101"/>
                  </a:lnTo>
                  <a:close/>
                </a:path>
                <a:path w="5524500" h="5276850">
                  <a:moveTo>
                    <a:pt x="89484" y="12623"/>
                  </a:moveTo>
                  <a:lnTo>
                    <a:pt x="87223" y="3378"/>
                  </a:lnTo>
                  <a:lnTo>
                    <a:pt x="81178" y="4902"/>
                  </a:lnTo>
                  <a:lnTo>
                    <a:pt x="70561" y="8712"/>
                  </a:lnTo>
                  <a:lnTo>
                    <a:pt x="60375" y="13512"/>
                  </a:lnTo>
                  <a:lnTo>
                    <a:pt x="60121" y="13665"/>
                  </a:lnTo>
                  <a:lnTo>
                    <a:pt x="64630" y="22059"/>
                  </a:lnTo>
                  <a:lnTo>
                    <a:pt x="64871" y="21920"/>
                  </a:lnTo>
                  <a:lnTo>
                    <a:pt x="74206" y="17500"/>
                  </a:lnTo>
                  <a:lnTo>
                    <a:pt x="83934" y="14020"/>
                  </a:lnTo>
                  <a:lnTo>
                    <a:pt x="89484" y="12623"/>
                  </a:lnTo>
                  <a:close/>
                </a:path>
                <a:path w="5524500" h="5276850">
                  <a:moveTo>
                    <a:pt x="103466" y="5266753"/>
                  </a:moveTo>
                  <a:lnTo>
                    <a:pt x="93865" y="5265331"/>
                  </a:lnTo>
                  <a:lnTo>
                    <a:pt x="83934" y="5262842"/>
                  </a:lnTo>
                  <a:lnTo>
                    <a:pt x="77546" y="5260556"/>
                  </a:lnTo>
                  <a:lnTo>
                    <a:pt x="74206" y="5269458"/>
                  </a:lnTo>
                  <a:lnTo>
                    <a:pt x="81178" y="5271960"/>
                  </a:lnTo>
                  <a:lnTo>
                    <a:pt x="91998" y="5274678"/>
                  </a:lnTo>
                  <a:lnTo>
                    <a:pt x="102476" y="5276227"/>
                  </a:lnTo>
                  <a:lnTo>
                    <a:pt x="103466" y="5266753"/>
                  </a:lnTo>
                  <a:close/>
                </a:path>
                <a:path w="5524500" h="5276850">
                  <a:moveTo>
                    <a:pt x="142875" y="0"/>
                  </a:moveTo>
                  <a:lnTo>
                    <a:pt x="114300" y="0"/>
                  </a:lnTo>
                  <a:lnTo>
                    <a:pt x="105994" y="406"/>
                  </a:lnTo>
                  <a:lnTo>
                    <a:pt x="106692" y="9893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5524500" h="5276850">
                  <a:moveTo>
                    <a:pt x="149644" y="5267325"/>
                  </a:moveTo>
                  <a:lnTo>
                    <a:pt x="121069" y="5267325"/>
                  </a:lnTo>
                  <a:lnTo>
                    <a:pt x="121069" y="5276850"/>
                  </a:lnTo>
                  <a:lnTo>
                    <a:pt x="149644" y="5276850"/>
                  </a:lnTo>
                  <a:lnTo>
                    <a:pt x="149644" y="5267325"/>
                  </a:lnTo>
                  <a:close/>
                </a:path>
                <a:path w="5524500" h="5276850">
                  <a:moveTo>
                    <a:pt x="190525" y="0"/>
                  </a:moveTo>
                  <a:lnTo>
                    <a:pt x="161950" y="0"/>
                  </a:lnTo>
                  <a:lnTo>
                    <a:pt x="161950" y="9525"/>
                  </a:lnTo>
                  <a:lnTo>
                    <a:pt x="190525" y="9525"/>
                  </a:lnTo>
                  <a:lnTo>
                    <a:pt x="190525" y="0"/>
                  </a:lnTo>
                  <a:close/>
                </a:path>
                <a:path w="5524500" h="5276850">
                  <a:moveTo>
                    <a:pt x="197294" y="5267325"/>
                  </a:moveTo>
                  <a:lnTo>
                    <a:pt x="168719" y="5267325"/>
                  </a:lnTo>
                  <a:lnTo>
                    <a:pt x="168719" y="5276850"/>
                  </a:lnTo>
                  <a:lnTo>
                    <a:pt x="197294" y="5276850"/>
                  </a:lnTo>
                  <a:lnTo>
                    <a:pt x="197294" y="5267325"/>
                  </a:lnTo>
                  <a:close/>
                </a:path>
                <a:path w="5524500" h="5276850">
                  <a:moveTo>
                    <a:pt x="238175" y="0"/>
                  </a:moveTo>
                  <a:lnTo>
                    <a:pt x="209600" y="0"/>
                  </a:lnTo>
                  <a:lnTo>
                    <a:pt x="209600" y="9525"/>
                  </a:lnTo>
                  <a:lnTo>
                    <a:pt x="238175" y="9525"/>
                  </a:lnTo>
                  <a:lnTo>
                    <a:pt x="238175" y="0"/>
                  </a:lnTo>
                  <a:close/>
                </a:path>
                <a:path w="5524500" h="5276850">
                  <a:moveTo>
                    <a:pt x="244944" y="5267325"/>
                  </a:moveTo>
                  <a:lnTo>
                    <a:pt x="216369" y="5267325"/>
                  </a:lnTo>
                  <a:lnTo>
                    <a:pt x="216369" y="5276850"/>
                  </a:lnTo>
                  <a:lnTo>
                    <a:pt x="244944" y="5276850"/>
                  </a:lnTo>
                  <a:lnTo>
                    <a:pt x="244944" y="5267325"/>
                  </a:lnTo>
                  <a:close/>
                </a:path>
                <a:path w="5524500" h="5276850">
                  <a:moveTo>
                    <a:pt x="285813" y="0"/>
                  </a:moveTo>
                  <a:lnTo>
                    <a:pt x="257238" y="0"/>
                  </a:lnTo>
                  <a:lnTo>
                    <a:pt x="257238" y="9525"/>
                  </a:lnTo>
                  <a:lnTo>
                    <a:pt x="285813" y="9525"/>
                  </a:lnTo>
                  <a:lnTo>
                    <a:pt x="285813" y="0"/>
                  </a:lnTo>
                  <a:close/>
                </a:path>
                <a:path w="5524500" h="5276850">
                  <a:moveTo>
                    <a:pt x="292582" y="5267325"/>
                  </a:moveTo>
                  <a:lnTo>
                    <a:pt x="264007" y="5267325"/>
                  </a:lnTo>
                  <a:lnTo>
                    <a:pt x="264007" y="5276850"/>
                  </a:lnTo>
                  <a:lnTo>
                    <a:pt x="292582" y="5276850"/>
                  </a:lnTo>
                  <a:lnTo>
                    <a:pt x="292582" y="5267325"/>
                  </a:lnTo>
                  <a:close/>
                </a:path>
                <a:path w="5524500" h="5276850">
                  <a:moveTo>
                    <a:pt x="333463" y="0"/>
                  </a:moveTo>
                  <a:lnTo>
                    <a:pt x="304888" y="0"/>
                  </a:lnTo>
                  <a:lnTo>
                    <a:pt x="304888" y="9525"/>
                  </a:lnTo>
                  <a:lnTo>
                    <a:pt x="333463" y="9525"/>
                  </a:lnTo>
                  <a:lnTo>
                    <a:pt x="333463" y="0"/>
                  </a:lnTo>
                  <a:close/>
                </a:path>
                <a:path w="5524500" h="5276850">
                  <a:moveTo>
                    <a:pt x="340233" y="5267325"/>
                  </a:moveTo>
                  <a:lnTo>
                    <a:pt x="311658" y="5267325"/>
                  </a:lnTo>
                  <a:lnTo>
                    <a:pt x="311658" y="5276850"/>
                  </a:lnTo>
                  <a:lnTo>
                    <a:pt x="340233" y="5276850"/>
                  </a:lnTo>
                  <a:lnTo>
                    <a:pt x="340233" y="5267325"/>
                  </a:lnTo>
                  <a:close/>
                </a:path>
                <a:path w="5524500" h="5276850">
                  <a:moveTo>
                    <a:pt x="381114" y="0"/>
                  </a:moveTo>
                  <a:lnTo>
                    <a:pt x="352539" y="0"/>
                  </a:lnTo>
                  <a:lnTo>
                    <a:pt x="352539" y="9525"/>
                  </a:lnTo>
                  <a:lnTo>
                    <a:pt x="381114" y="9525"/>
                  </a:lnTo>
                  <a:lnTo>
                    <a:pt x="381114" y="0"/>
                  </a:lnTo>
                  <a:close/>
                </a:path>
                <a:path w="5524500" h="5276850">
                  <a:moveTo>
                    <a:pt x="387870" y="5267325"/>
                  </a:moveTo>
                  <a:lnTo>
                    <a:pt x="359295" y="5267325"/>
                  </a:lnTo>
                  <a:lnTo>
                    <a:pt x="359295" y="5276850"/>
                  </a:lnTo>
                  <a:lnTo>
                    <a:pt x="387870" y="5276850"/>
                  </a:lnTo>
                  <a:lnTo>
                    <a:pt x="387870" y="5267325"/>
                  </a:lnTo>
                  <a:close/>
                </a:path>
                <a:path w="5524500" h="5276850">
                  <a:moveTo>
                    <a:pt x="428764" y="0"/>
                  </a:moveTo>
                  <a:lnTo>
                    <a:pt x="400189" y="0"/>
                  </a:lnTo>
                  <a:lnTo>
                    <a:pt x="400189" y="9525"/>
                  </a:lnTo>
                  <a:lnTo>
                    <a:pt x="428764" y="9525"/>
                  </a:lnTo>
                  <a:lnTo>
                    <a:pt x="428764" y="0"/>
                  </a:lnTo>
                  <a:close/>
                </a:path>
                <a:path w="5524500" h="5276850">
                  <a:moveTo>
                    <a:pt x="435521" y="5267325"/>
                  </a:moveTo>
                  <a:lnTo>
                    <a:pt x="406946" y="5267325"/>
                  </a:lnTo>
                  <a:lnTo>
                    <a:pt x="406946" y="5276850"/>
                  </a:lnTo>
                  <a:lnTo>
                    <a:pt x="435521" y="5276850"/>
                  </a:lnTo>
                  <a:lnTo>
                    <a:pt x="435521" y="5267325"/>
                  </a:lnTo>
                  <a:close/>
                </a:path>
                <a:path w="5524500" h="5276850">
                  <a:moveTo>
                    <a:pt x="476402" y="0"/>
                  </a:moveTo>
                  <a:lnTo>
                    <a:pt x="447827" y="0"/>
                  </a:lnTo>
                  <a:lnTo>
                    <a:pt x="447827" y="9525"/>
                  </a:lnTo>
                  <a:lnTo>
                    <a:pt x="476402" y="9525"/>
                  </a:lnTo>
                  <a:lnTo>
                    <a:pt x="476402" y="0"/>
                  </a:lnTo>
                  <a:close/>
                </a:path>
                <a:path w="5524500" h="5276850">
                  <a:moveTo>
                    <a:pt x="483171" y="5267325"/>
                  </a:moveTo>
                  <a:lnTo>
                    <a:pt x="454596" y="5267325"/>
                  </a:lnTo>
                  <a:lnTo>
                    <a:pt x="454596" y="5276850"/>
                  </a:lnTo>
                  <a:lnTo>
                    <a:pt x="483171" y="5276850"/>
                  </a:lnTo>
                  <a:lnTo>
                    <a:pt x="483171" y="5267325"/>
                  </a:lnTo>
                  <a:close/>
                </a:path>
                <a:path w="5524500" h="5276850">
                  <a:moveTo>
                    <a:pt x="524052" y="0"/>
                  </a:moveTo>
                  <a:lnTo>
                    <a:pt x="495477" y="0"/>
                  </a:lnTo>
                  <a:lnTo>
                    <a:pt x="495477" y="9525"/>
                  </a:lnTo>
                  <a:lnTo>
                    <a:pt x="524052" y="9525"/>
                  </a:lnTo>
                  <a:lnTo>
                    <a:pt x="524052" y="0"/>
                  </a:lnTo>
                  <a:close/>
                </a:path>
                <a:path w="5524500" h="5276850">
                  <a:moveTo>
                    <a:pt x="530821" y="5267325"/>
                  </a:moveTo>
                  <a:lnTo>
                    <a:pt x="502246" y="5267325"/>
                  </a:lnTo>
                  <a:lnTo>
                    <a:pt x="502246" y="5276850"/>
                  </a:lnTo>
                  <a:lnTo>
                    <a:pt x="530821" y="5276850"/>
                  </a:lnTo>
                  <a:lnTo>
                    <a:pt x="530821" y="5267325"/>
                  </a:lnTo>
                  <a:close/>
                </a:path>
                <a:path w="5524500" h="5276850">
                  <a:moveTo>
                    <a:pt x="571690" y="0"/>
                  </a:moveTo>
                  <a:lnTo>
                    <a:pt x="543115" y="0"/>
                  </a:lnTo>
                  <a:lnTo>
                    <a:pt x="543115" y="9525"/>
                  </a:lnTo>
                  <a:lnTo>
                    <a:pt x="571690" y="9525"/>
                  </a:lnTo>
                  <a:lnTo>
                    <a:pt x="571690" y="0"/>
                  </a:lnTo>
                  <a:close/>
                </a:path>
                <a:path w="5524500" h="5276850">
                  <a:moveTo>
                    <a:pt x="578459" y="5267325"/>
                  </a:moveTo>
                  <a:lnTo>
                    <a:pt x="549884" y="5267325"/>
                  </a:lnTo>
                  <a:lnTo>
                    <a:pt x="549884" y="5276850"/>
                  </a:lnTo>
                  <a:lnTo>
                    <a:pt x="578459" y="5276850"/>
                  </a:lnTo>
                  <a:lnTo>
                    <a:pt x="578459" y="5267325"/>
                  </a:lnTo>
                  <a:close/>
                </a:path>
                <a:path w="5524500" h="5276850">
                  <a:moveTo>
                    <a:pt x="619340" y="0"/>
                  </a:moveTo>
                  <a:lnTo>
                    <a:pt x="590765" y="0"/>
                  </a:lnTo>
                  <a:lnTo>
                    <a:pt x="590765" y="9525"/>
                  </a:lnTo>
                  <a:lnTo>
                    <a:pt x="619340" y="9525"/>
                  </a:lnTo>
                  <a:lnTo>
                    <a:pt x="619340" y="0"/>
                  </a:lnTo>
                  <a:close/>
                </a:path>
                <a:path w="5524500" h="5276850">
                  <a:moveTo>
                    <a:pt x="626110" y="5267325"/>
                  </a:moveTo>
                  <a:lnTo>
                    <a:pt x="597535" y="5267325"/>
                  </a:lnTo>
                  <a:lnTo>
                    <a:pt x="597535" y="5276850"/>
                  </a:lnTo>
                  <a:lnTo>
                    <a:pt x="626110" y="5276850"/>
                  </a:lnTo>
                  <a:lnTo>
                    <a:pt x="626110" y="5267325"/>
                  </a:lnTo>
                  <a:close/>
                </a:path>
                <a:path w="5524500" h="5276850">
                  <a:moveTo>
                    <a:pt x="666991" y="0"/>
                  </a:moveTo>
                  <a:lnTo>
                    <a:pt x="638416" y="0"/>
                  </a:lnTo>
                  <a:lnTo>
                    <a:pt x="638416" y="9525"/>
                  </a:lnTo>
                  <a:lnTo>
                    <a:pt x="666991" y="9525"/>
                  </a:lnTo>
                  <a:lnTo>
                    <a:pt x="666991" y="0"/>
                  </a:lnTo>
                  <a:close/>
                </a:path>
                <a:path w="5524500" h="5276850">
                  <a:moveTo>
                    <a:pt x="673760" y="5267325"/>
                  </a:moveTo>
                  <a:lnTo>
                    <a:pt x="645185" y="5267325"/>
                  </a:lnTo>
                  <a:lnTo>
                    <a:pt x="645185" y="5276850"/>
                  </a:lnTo>
                  <a:lnTo>
                    <a:pt x="673760" y="5276850"/>
                  </a:lnTo>
                  <a:lnTo>
                    <a:pt x="673760" y="5267325"/>
                  </a:lnTo>
                  <a:close/>
                </a:path>
                <a:path w="5524500" h="5276850">
                  <a:moveTo>
                    <a:pt x="714641" y="0"/>
                  </a:moveTo>
                  <a:lnTo>
                    <a:pt x="686066" y="0"/>
                  </a:lnTo>
                  <a:lnTo>
                    <a:pt x="686066" y="9525"/>
                  </a:lnTo>
                  <a:lnTo>
                    <a:pt x="714641" y="9525"/>
                  </a:lnTo>
                  <a:lnTo>
                    <a:pt x="714641" y="0"/>
                  </a:lnTo>
                  <a:close/>
                </a:path>
                <a:path w="5524500" h="5276850">
                  <a:moveTo>
                    <a:pt x="721398" y="5267325"/>
                  </a:moveTo>
                  <a:lnTo>
                    <a:pt x="692823" y="5267325"/>
                  </a:lnTo>
                  <a:lnTo>
                    <a:pt x="692823" y="5276850"/>
                  </a:lnTo>
                  <a:lnTo>
                    <a:pt x="721398" y="5276850"/>
                  </a:lnTo>
                  <a:lnTo>
                    <a:pt x="721398" y="5267325"/>
                  </a:lnTo>
                  <a:close/>
                </a:path>
                <a:path w="5524500" h="5276850">
                  <a:moveTo>
                    <a:pt x="762279" y="0"/>
                  </a:moveTo>
                  <a:lnTo>
                    <a:pt x="733704" y="0"/>
                  </a:lnTo>
                  <a:lnTo>
                    <a:pt x="733704" y="9525"/>
                  </a:lnTo>
                  <a:lnTo>
                    <a:pt x="762279" y="9525"/>
                  </a:lnTo>
                  <a:lnTo>
                    <a:pt x="762279" y="0"/>
                  </a:lnTo>
                  <a:close/>
                </a:path>
                <a:path w="5524500" h="5276850">
                  <a:moveTo>
                    <a:pt x="769048" y="5267325"/>
                  </a:moveTo>
                  <a:lnTo>
                    <a:pt x="740473" y="5267325"/>
                  </a:lnTo>
                  <a:lnTo>
                    <a:pt x="740473" y="5276850"/>
                  </a:lnTo>
                  <a:lnTo>
                    <a:pt x="769048" y="5276850"/>
                  </a:lnTo>
                  <a:lnTo>
                    <a:pt x="769048" y="5267325"/>
                  </a:lnTo>
                  <a:close/>
                </a:path>
                <a:path w="5524500" h="5276850">
                  <a:moveTo>
                    <a:pt x="809929" y="0"/>
                  </a:moveTo>
                  <a:lnTo>
                    <a:pt x="781354" y="0"/>
                  </a:lnTo>
                  <a:lnTo>
                    <a:pt x="781354" y="9525"/>
                  </a:lnTo>
                  <a:lnTo>
                    <a:pt x="809929" y="9525"/>
                  </a:lnTo>
                  <a:lnTo>
                    <a:pt x="809929" y="0"/>
                  </a:lnTo>
                  <a:close/>
                </a:path>
                <a:path w="5524500" h="5276850">
                  <a:moveTo>
                    <a:pt x="816698" y="5267325"/>
                  </a:moveTo>
                  <a:lnTo>
                    <a:pt x="788123" y="5267325"/>
                  </a:lnTo>
                  <a:lnTo>
                    <a:pt x="788123" y="5276850"/>
                  </a:lnTo>
                  <a:lnTo>
                    <a:pt x="816698" y="5276850"/>
                  </a:lnTo>
                  <a:lnTo>
                    <a:pt x="816698" y="5267325"/>
                  </a:lnTo>
                  <a:close/>
                </a:path>
                <a:path w="5524500" h="5276850">
                  <a:moveTo>
                    <a:pt x="857580" y="0"/>
                  </a:moveTo>
                  <a:lnTo>
                    <a:pt x="829005" y="0"/>
                  </a:lnTo>
                  <a:lnTo>
                    <a:pt x="829005" y="9525"/>
                  </a:lnTo>
                  <a:lnTo>
                    <a:pt x="857580" y="9525"/>
                  </a:lnTo>
                  <a:lnTo>
                    <a:pt x="857580" y="0"/>
                  </a:lnTo>
                  <a:close/>
                </a:path>
                <a:path w="5524500" h="5276850">
                  <a:moveTo>
                    <a:pt x="864336" y="5267325"/>
                  </a:moveTo>
                  <a:lnTo>
                    <a:pt x="835761" y="5267325"/>
                  </a:lnTo>
                  <a:lnTo>
                    <a:pt x="835761" y="5276850"/>
                  </a:lnTo>
                  <a:lnTo>
                    <a:pt x="864336" y="5276850"/>
                  </a:lnTo>
                  <a:lnTo>
                    <a:pt x="864336" y="5267325"/>
                  </a:lnTo>
                  <a:close/>
                </a:path>
                <a:path w="5524500" h="5276850">
                  <a:moveTo>
                    <a:pt x="905217" y="0"/>
                  </a:moveTo>
                  <a:lnTo>
                    <a:pt x="876642" y="0"/>
                  </a:lnTo>
                  <a:lnTo>
                    <a:pt x="876642" y="9525"/>
                  </a:lnTo>
                  <a:lnTo>
                    <a:pt x="905217" y="9525"/>
                  </a:lnTo>
                  <a:lnTo>
                    <a:pt x="905217" y="0"/>
                  </a:lnTo>
                  <a:close/>
                </a:path>
                <a:path w="5524500" h="5276850">
                  <a:moveTo>
                    <a:pt x="911987" y="5267325"/>
                  </a:moveTo>
                  <a:lnTo>
                    <a:pt x="883412" y="5267325"/>
                  </a:lnTo>
                  <a:lnTo>
                    <a:pt x="883412" y="5276850"/>
                  </a:lnTo>
                  <a:lnTo>
                    <a:pt x="911987" y="5276850"/>
                  </a:lnTo>
                  <a:lnTo>
                    <a:pt x="911987" y="5267325"/>
                  </a:lnTo>
                  <a:close/>
                </a:path>
                <a:path w="5524500" h="5276850">
                  <a:moveTo>
                    <a:pt x="952868" y="0"/>
                  </a:moveTo>
                  <a:lnTo>
                    <a:pt x="924293" y="0"/>
                  </a:lnTo>
                  <a:lnTo>
                    <a:pt x="924293" y="9525"/>
                  </a:lnTo>
                  <a:lnTo>
                    <a:pt x="952868" y="9525"/>
                  </a:lnTo>
                  <a:lnTo>
                    <a:pt x="952868" y="0"/>
                  </a:lnTo>
                  <a:close/>
                </a:path>
                <a:path w="5524500" h="5276850">
                  <a:moveTo>
                    <a:pt x="959637" y="5267325"/>
                  </a:moveTo>
                  <a:lnTo>
                    <a:pt x="931062" y="5267325"/>
                  </a:lnTo>
                  <a:lnTo>
                    <a:pt x="931062" y="5276850"/>
                  </a:lnTo>
                  <a:lnTo>
                    <a:pt x="959637" y="5276850"/>
                  </a:lnTo>
                  <a:lnTo>
                    <a:pt x="959637" y="5267325"/>
                  </a:lnTo>
                  <a:close/>
                </a:path>
                <a:path w="5524500" h="5276850">
                  <a:moveTo>
                    <a:pt x="1000518" y="0"/>
                  </a:moveTo>
                  <a:lnTo>
                    <a:pt x="971943" y="0"/>
                  </a:lnTo>
                  <a:lnTo>
                    <a:pt x="971943" y="9525"/>
                  </a:lnTo>
                  <a:lnTo>
                    <a:pt x="1000518" y="9525"/>
                  </a:lnTo>
                  <a:lnTo>
                    <a:pt x="1000518" y="0"/>
                  </a:lnTo>
                  <a:close/>
                </a:path>
                <a:path w="5524500" h="5276850">
                  <a:moveTo>
                    <a:pt x="1007275" y="5267325"/>
                  </a:moveTo>
                  <a:lnTo>
                    <a:pt x="978700" y="5267325"/>
                  </a:lnTo>
                  <a:lnTo>
                    <a:pt x="978700" y="5276850"/>
                  </a:lnTo>
                  <a:lnTo>
                    <a:pt x="1007275" y="5276850"/>
                  </a:lnTo>
                  <a:lnTo>
                    <a:pt x="1007275" y="5267325"/>
                  </a:lnTo>
                  <a:close/>
                </a:path>
                <a:path w="5524500" h="5276850">
                  <a:moveTo>
                    <a:pt x="1048156" y="0"/>
                  </a:moveTo>
                  <a:lnTo>
                    <a:pt x="1019581" y="0"/>
                  </a:lnTo>
                  <a:lnTo>
                    <a:pt x="1019581" y="9525"/>
                  </a:lnTo>
                  <a:lnTo>
                    <a:pt x="1048156" y="9525"/>
                  </a:lnTo>
                  <a:lnTo>
                    <a:pt x="1048156" y="0"/>
                  </a:lnTo>
                  <a:close/>
                </a:path>
                <a:path w="5524500" h="5276850">
                  <a:moveTo>
                    <a:pt x="1054925" y="5267325"/>
                  </a:moveTo>
                  <a:lnTo>
                    <a:pt x="1026350" y="5267325"/>
                  </a:lnTo>
                  <a:lnTo>
                    <a:pt x="1026350" y="5276850"/>
                  </a:lnTo>
                  <a:lnTo>
                    <a:pt x="1054925" y="5276850"/>
                  </a:lnTo>
                  <a:lnTo>
                    <a:pt x="1054925" y="5267325"/>
                  </a:lnTo>
                  <a:close/>
                </a:path>
                <a:path w="5524500" h="5276850">
                  <a:moveTo>
                    <a:pt x="1095806" y="0"/>
                  </a:moveTo>
                  <a:lnTo>
                    <a:pt x="1067231" y="0"/>
                  </a:lnTo>
                  <a:lnTo>
                    <a:pt x="1067231" y="9525"/>
                  </a:lnTo>
                  <a:lnTo>
                    <a:pt x="1095806" y="9525"/>
                  </a:lnTo>
                  <a:lnTo>
                    <a:pt x="1095806" y="0"/>
                  </a:lnTo>
                  <a:close/>
                </a:path>
                <a:path w="5524500" h="5276850">
                  <a:moveTo>
                    <a:pt x="1102575" y="5267325"/>
                  </a:moveTo>
                  <a:lnTo>
                    <a:pt x="1074000" y="5267325"/>
                  </a:lnTo>
                  <a:lnTo>
                    <a:pt x="1074000" y="5276850"/>
                  </a:lnTo>
                  <a:lnTo>
                    <a:pt x="1102575" y="5276850"/>
                  </a:lnTo>
                  <a:lnTo>
                    <a:pt x="1102575" y="5267325"/>
                  </a:lnTo>
                  <a:close/>
                </a:path>
                <a:path w="5524500" h="5276850">
                  <a:moveTo>
                    <a:pt x="1143457" y="0"/>
                  </a:moveTo>
                  <a:lnTo>
                    <a:pt x="1114882" y="0"/>
                  </a:lnTo>
                  <a:lnTo>
                    <a:pt x="1114882" y="9525"/>
                  </a:lnTo>
                  <a:lnTo>
                    <a:pt x="1143457" y="9525"/>
                  </a:lnTo>
                  <a:lnTo>
                    <a:pt x="1143457" y="0"/>
                  </a:lnTo>
                  <a:close/>
                </a:path>
                <a:path w="5524500" h="5276850">
                  <a:moveTo>
                    <a:pt x="1150213" y="5267325"/>
                  </a:moveTo>
                  <a:lnTo>
                    <a:pt x="1121638" y="5267325"/>
                  </a:lnTo>
                  <a:lnTo>
                    <a:pt x="1121638" y="5276850"/>
                  </a:lnTo>
                  <a:lnTo>
                    <a:pt x="1150213" y="5276850"/>
                  </a:lnTo>
                  <a:lnTo>
                    <a:pt x="1150213" y="5267325"/>
                  </a:lnTo>
                  <a:close/>
                </a:path>
                <a:path w="5524500" h="5276850">
                  <a:moveTo>
                    <a:pt x="1191094" y="0"/>
                  </a:moveTo>
                  <a:lnTo>
                    <a:pt x="1162519" y="0"/>
                  </a:lnTo>
                  <a:lnTo>
                    <a:pt x="1162519" y="9525"/>
                  </a:lnTo>
                  <a:lnTo>
                    <a:pt x="1191094" y="9525"/>
                  </a:lnTo>
                  <a:lnTo>
                    <a:pt x="1191094" y="0"/>
                  </a:lnTo>
                  <a:close/>
                </a:path>
                <a:path w="5524500" h="5276850">
                  <a:moveTo>
                    <a:pt x="1197864" y="5267325"/>
                  </a:moveTo>
                  <a:lnTo>
                    <a:pt x="1169289" y="5267325"/>
                  </a:lnTo>
                  <a:lnTo>
                    <a:pt x="1169289" y="5276850"/>
                  </a:lnTo>
                  <a:lnTo>
                    <a:pt x="1197864" y="5276850"/>
                  </a:lnTo>
                  <a:lnTo>
                    <a:pt x="1197864" y="5267325"/>
                  </a:lnTo>
                  <a:close/>
                </a:path>
                <a:path w="5524500" h="5276850">
                  <a:moveTo>
                    <a:pt x="1238745" y="0"/>
                  </a:moveTo>
                  <a:lnTo>
                    <a:pt x="1210170" y="0"/>
                  </a:lnTo>
                  <a:lnTo>
                    <a:pt x="1210170" y="9525"/>
                  </a:lnTo>
                  <a:lnTo>
                    <a:pt x="1238745" y="9525"/>
                  </a:lnTo>
                  <a:lnTo>
                    <a:pt x="1238745" y="0"/>
                  </a:lnTo>
                  <a:close/>
                </a:path>
                <a:path w="5524500" h="5276850">
                  <a:moveTo>
                    <a:pt x="1245514" y="5267325"/>
                  </a:moveTo>
                  <a:lnTo>
                    <a:pt x="1216939" y="5267325"/>
                  </a:lnTo>
                  <a:lnTo>
                    <a:pt x="1216939" y="5276850"/>
                  </a:lnTo>
                  <a:lnTo>
                    <a:pt x="1245514" y="5276850"/>
                  </a:lnTo>
                  <a:lnTo>
                    <a:pt x="1245514" y="5267325"/>
                  </a:lnTo>
                  <a:close/>
                </a:path>
                <a:path w="5524500" h="5276850">
                  <a:moveTo>
                    <a:pt x="1286395" y="0"/>
                  </a:moveTo>
                  <a:lnTo>
                    <a:pt x="1257820" y="0"/>
                  </a:lnTo>
                  <a:lnTo>
                    <a:pt x="1257820" y="9525"/>
                  </a:lnTo>
                  <a:lnTo>
                    <a:pt x="1286395" y="9525"/>
                  </a:lnTo>
                  <a:lnTo>
                    <a:pt x="1286395" y="0"/>
                  </a:lnTo>
                  <a:close/>
                </a:path>
                <a:path w="5524500" h="5276850">
                  <a:moveTo>
                    <a:pt x="1293152" y="5267325"/>
                  </a:moveTo>
                  <a:lnTo>
                    <a:pt x="1264577" y="5267325"/>
                  </a:lnTo>
                  <a:lnTo>
                    <a:pt x="1264577" y="5276850"/>
                  </a:lnTo>
                  <a:lnTo>
                    <a:pt x="1293152" y="5276850"/>
                  </a:lnTo>
                  <a:lnTo>
                    <a:pt x="1293152" y="5267325"/>
                  </a:lnTo>
                  <a:close/>
                </a:path>
                <a:path w="5524500" h="5276850">
                  <a:moveTo>
                    <a:pt x="1334033" y="0"/>
                  </a:moveTo>
                  <a:lnTo>
                    <a:pt x="1305458" y="0"/>
                  </a:lnTo>
                  <a:lnTo>
                    <a:pt x="1305458" y="9525"/>
                  </a:lnTo>
                  <a:lnTo>
                    <a:pt x="1334033" y="9525"/>
                  </a:lnTo>
                  <a:lnTo>
                    <a:pt x="1334033" y="0"/>
                  </a:lnTo>
                  <a:close/>
                </a:path>
                <a:path w="5524500" h="5276850">
                  <a:moveTo>
                    <a:pt x="1340802" y="5267325"/>
                  </a:moveTo>
                  <a:lnTo>
                    <a:pt x="1312227" y="5267325"/>
                  </a:lnTo>
                  <a:lnTo>
                    <a:pt x="1312227" y="5276850"/>
                  </a:lnTo>
                  <a:lnTo>
                    <a:pt x="1340802" y="5276850"/>
                  </a:lnTo>
                  <a:lnTo>
                    <a:pt x="1340802" y="5267325"/>
                  </a:lnTo>
                  <a:close/>
                </a:path>
                <a:path w="5524500" h="5276850">
                  <a:moveTo>
                    <a:pt x="1381683" y="0"/>
                  </a:moveTo>
                  <a:lnTo>
                    <a:pt x="1353108" y="0"/>
                  </a:lnTo>
                  <a:lnTo>
                    <a:pt x="1353108" y="9525"/>
                  </a:lnTo>
                  <a:lnTo>
                    <a:pt x="1381683" y="9525"/>
                  </a:lnTo>
                  <a:lnTo>
                    <a:pt x="1381683" y="0"/>
                  </a:lnTo>
                  <a:close/>
                </a:path>
                <a:path w="5524500" h="5276850">
                  <a:moveTo>
                    <a:pt x="1388452" y="5267325"/>
                  </a:moveTo>
                  <a:lnTo>
                    <a:pt x="1359877" y="5267325"/>
                  </a:lnTo>
                  <a:lnTo>
                    <a:pt x="1359877" y="5276850"/>
                  </a:lnTo>
                  <a:lnTo>
                    <a:pt x="1388452" y="5276850"/>
                  </a:lnTo>
                  <a:lnTo>
                    <a:pt x="1388452" y="5267325"/>
                  </a:lnTo>
                  <a:close/>
                </a:path>
                <a:path w="5524500" h="5276850">
                  <a:moveTo>
                    <a:pt x="1429334" y="0"/>
                  </a:moveTo>
                  <a:lnTo>
                    <a:pt x="1400759" y="0"/>
                  </a:lnTo>
                  <a:lnTo>
                    <a:pt x="1400759" y="9525"/>
                  </a:lnTo>
                  <a:lnTo>
                    <a:pt x="1429334" y="9525"/>
                  </a:lnTo>
                  <a:lnTo>
                    <a:pt x="1429334" y="0"/>
                  </a:lnTo>
                  <a:close/>
                </a:path>
                <a:path w="5524500" h="5276850">
                  <a:moveTo>
                    <a:pt x="1436090" y="5267325"/>
                  </a:moveTo>
                  <a:lnTo>
                    <a:pt x="1407515" y="5267325"/>
                  </a:lnTo>
                  <a:lnTo>
                    <a:pt x="1407515" y="5276850"/>
                  </a:lnTo>
                  <a:lnTo>
                    <a:pt x="1436090" y="5276850"/>
                  </a:lnTo>
                  <a:lnTo>
                    <a:pt x="1436090" y="5267325"/>
                  </a:lnTo>
                  <a:close/>
                </a:path>
                <a:path w="5524500" h="5276850">
                  <a:moveTo>
                    <a:pt x="1476971" y="0"/>
                  </a:moveTo>
                  <a:lnTo>
                    <a:pt x="1448396" y="0"/>
                  </a:lnTo>
                  <a:lnTo>
                    <a:pt x="1448396" y="9525"/>
                  </a:lnTo>
                  <a:lnTo>
                    <a:pt x="1476971" y="9525"/>
                  </a:lnTo>
                  <a:lnTo>
                    <a:pt x="1476971" y="0"/>
                  </a:lnTo>
                  <a:close/>
                </a:path>
                <a:path w="5524500" h="5276850">
                  <a:moveTo>
                    <a:pt x="1483741" y="5267325"/>
                  </a:moveTo>
                  <a:lnTo>
                    <a:pt x="1455166" y="5267325"/>
                  </a:lnTo>
                  <a:lnTo>
                    <a:pt x="1455166" y="5276850"/>
                  </a:lnTo>
                  <a:lnTo>
                    <a:pt x="1483741" y="5276850"/>
                  </a:lnTo>
                  <a:lnTo>
                    <a:pt x="1483741" y="5267325"/>
                  </a:lnTo>
                  <a:close/>
                </a:path>
                <a:path w="5524500" h="5276850">
                  <a:moveTo>
                    <a:pt x="1524622" y="0"/>
                  </a:moveTo>
                  <a:lnTo>
                    <a:pt x="1496047" y="0"/>
                  </a:lnTo>
                  <a:lnTo>
                    <a:pt x="1496047" y="9525"/>
                  </a:lnTo>
                  <a:lnTo>
                    <a:pt x="1524622" y="9525"/>
                  </a:lnTo>
                  <a:lnTo>
                    <a:pt x="1524622" y="0"/>
                  </a:lnTo>
                  <a:close/>
                </a:path>
                <a:path w="5524500" h="5276850">
                  <a:moveTo>
                    <a:pt x="1531391" y="5267325"/>
                  </a:moveTo>
                  <a:lnTo>
                    <a:pt x="1502816" y="5267325"/>
                  </a:lnTo>
                  <a:lnTo>
                    <a:pt x="1502816" y="5276850"/>
                  </a:lnTo>
                  <a:lnTo>
                    <a:pt x="1531391" y="5276850"/>
                  </a:lnTo>
                  <a:lnTo>
                    <a:pt x="1531391" y="5267325"/>
                  </a:lnTo>
                  <a:close/>
                </a:path>
                <a:path w="5524500" h="5276850">
                  <a:moveTo>
                    <a:pt x="1572272" y="0"/>
                  </a:moveTo>
                  <a:lnTo>
                    <a:pt x="1543697" y="0"/>
                  </a:lnTo>
                  <a:lnTo>
                    <a:pt x="1543697" y="9525"/>
                  </a:lnTo>
                  <a:lnTo>
                    <a:pt x="1572272" y="9525"/>
                  </a:lnTo>
                  <a:lnTo>
                    <a:pt x="1572272" y="0"/>
                  </a:lnTo>
                  <a:close/>
                </a:path>
                <a:path w="5524500" h="5276850">
                  <a:moveTo>
                    <a:pt x="1579029" y="5267325"/>
                  </a:moveTo>
                  <a:lnTo>
                    <a:pt x="1550454" y="5267325"/>
                  </a:lnTo>
                  <a:lnTo>
                    <a:pt x="1550454" y="5276850"/>
                  </a:lnTo>
                  <a:lnTo>
                    <a:pt x="1579029" y="5276850"/>
                  </a:lnTo>
                  <a:lnTo>
                    <a:pt x="1579029" y="5267325"/>
                  </a:lnTo>
                  <a:close/>
                </a:path>
                <a:path w="5524500" h="5276850">
                  <a:moveTo>
                    <a:pt x="1619910" y="0"/>
                  </a:moveTo>
                  <a:lnTo>
                    <a:pt x="1591335" y="0"/>
                  </a:lnTo>
                  <a:lnTo>
                    <a:pt x="1591335" y="9525"/>
                  </a:lnTo>
                  <a:lnTo>
                    <a:pt x="1619910" y="9525"/>
                  </a:lnTo>
                  <a:lnTo>
                    <a:pt x="1619910" y="0"/>
                  </a:lnTo>
                  <a:close/>
                </a:path>
                <a:path w="5524500" h="5276850">
                  <a:moveTo>
                    <a:pt x="1626679" y="5267325"/>
                  </a:moveTo>
                  <a:lnTo>
                    <a:pt x="1598104" y="5267325"/>
                  </a:lnTo>
                  <a:lnTo>
                    <a:pt x="1598104" y="5276850"/>
                  </a:lnTo>
                  <a:lnTo>
                    <a:pt x="1626679" y="5276850"/>
                  </a:lnTo>
                  <a:lnTo>
                    <a:pt x="1626679" y="5267325"/>
                  </a:lnTo>
                  <a:close/>
                </a:path>
                <a:path w="5524500" h="5276850">
                  <a:moveTo>
                    <a:pt x="1667560" y="0"/>
                  </a:moveTo>
                  <a:lnTo>
                    <a:pt x="1638985" y="0"/>
                  </a:lnTo>
                  <a:lnTo>
                    <a:pt x="1638985" y="9525"/>
                  </a:lnTo>
                  <a:lnTo>
                    <a:pt x="1667560" y="9525"/>
                  </a:lnTo>
                  <a:lnTo>
                    <a:pt x="1667560" y="0"/>
                  </a:lnTo>
                  <a:close/>
                </a:path>
                <a:path w="5524500" h="5276850">
                  <a:moveTo>
                    <a:pt x="1674329" y="5267325"/>
                  </a:moveTo>
                  <a:lnTo>
                    <a:pt x="1645754" y="5267325"/>
                  </a:lnTo>
                  <a:lnTo>
                    <a:pt x="1645754" y="5276850"/>
                  </a:lnTo>
                  <a:lnTo>
                    <a:pt x="1674329" y="5276850"/>
                  </a:lnTo>
                  <a:lnTo>
                    <a:pt x="1674329" y="5267325"/>
                  </a:lnTo>
                  <a:close/>
                </a:path>
                <a:path w="5524500" h="5276850">
                  <a:moveTo>
                    <a:pt x="1715211" y="0"/>
                  </a:moveTo>
                  <a:lnTo>
                    <a:pt x="1686636" y="0"/>
                  </a:lnTo>
                  <a:lnTo>
                    <a:pt x="1686636" y="9525"/>
                  </a:lnTo>
                  <a:lnTo>
                    <a:pt x="1715211" y="9525"/>
                  </a:lnTo>
                  <a:lnTo>
                    <a:pt x="1715211" y="0"/>
                  </a:lnTo>
                  <a:close/>
                </a:path>
                <a:path w="5524500" h="5276850">
                  <a:moveTo>
                    <a:pt x="1721967" y="5267325"/>
                  </a:moveTo>
                  <a:lnTo>
                    <a:pt x="1693392" y="5267325"/>
                  </a:lnTo>
                  <a:lnTo>
                    <a:pt x="1693392" y="5276850"/>
                  </a:lnTo>
                  <a:lnTo>
                    <a:pt x="1721967" y="5276850"/>
                  </a:lnTo>
                  <a:lnTo>
                    <a:pt x="1721967" y="5267325"/>
                  </a:lnTo>
                  <a:close/>
                </a:path>
                <a:path w="5524500" h="5276850">
                  <a:moveTo>
                    <a:pt x="1762848" y="0"/>
                  </a:moveTo>
                  <a:lnTo>
                    <a:pt x="1734273" y="0"/>
                  </a:lnTo>
                  <a:lnTo>
                    <a:pt x="1734273" y="9525"/>
                  </a:lnTo>
                  <a:lnTo>
                    <a:pt x="1762848" y="9525"/>
                  </a:lnTo>
                  <a:lnTo>
                    <a:pt x="1762848" y="0"/>
                  </a:lnTo>
                  <a:close/>
                </a:path>
                <a:path w="5524500" h="5276850">
                  <a:moveTo>
                    <a:pt x="1769618" y="5267325"/>
                  </a:moveTo>
                  <a:lnTo>
                    <a:pt x="1741043" y="5267325"/>
                  </a:lnTo>
                  <a:lnTo>
                    <a:pt x="1741043" y="5276850"/>
                  </a:lnTo>
                  <a:lnTo>
                    <a:pt x="1769618" y="5276850"/>
                  </a:lnTo>
                  <a:lnTo>
                    <a:pt x="1769618" y="5267325"/>
                  </a:lnTo>
                  <a:close/>
                </a:path>
                <a:path w="5524500" h="5276850">
                  <a:moveTo>
                    <a:pt x="1810499" y="0"/>
                  </a:moveTo>
                  <a:lnTo>
                    <a:pt x="1781924" y="0"/>
                  </a:lnTo>
                  <a:lnTo>
                    <a:pt x="1781924" y="9525"/>
                  </a:lnTo>
                  <a:lnTo>
                    <a:pt x="1810499" y="9525"/>
                  </a:lnTo>
                  <a:lnTo>
                    <a:pt x="1810499" y="0"/>
                  </a:lnTo>
                  <a:close/>
                </a:path>
                <a:path w="5524500" h="5276850">
                  <a:moveTo>
                    <a:pt x="1817268" y="5267325"/>
                  </a:moveTo>
                  <a:lnTo>
                    <a:pt x="1788693" y="5267325"/>
                  </a:lnTo>
                  <a:lnTo>
                    <a:pt x="1788693" y="5276850"/>
                  </a:lnTo>
                  <a:lnTo>
                    <a:pt x="1817268" y="5276850"/>
                  </a:lnTo>
                  <a:lnTo>
                    <a:pt x="1817268" y="5267325"/>
                  </a:lnTo>
                  <a:close/>
                </a:path>
                <a:path w="5524500" h="5276850">
                  <a:moveTo>
                    <a:pt x="1858149" y="0"/>
                  </a:moveTo>
                  <a:lnTo>
                    <a:pt x="1829574" y="0"/>
                  </a:lnTo>
                  <a:lnTo>
                    <a:pt x="1829574" y="9525"/>
                  </a:lnTo>
                  <a:lnTo>
                    <a:pt x="1858149" y="9525"/>
                  </a:lnTo>
                  <a:lnTo>
                    <a:pt x="1858149" y="0"/>
                  </a:lnTo>
                  <a:close/>
                </a:path>
                <a:path w="5524500" h="5276850">
                  <a:moveTo>
                    <a:pt x="1864906" y="5267325"/>
                  </a:moveTo>
                  <a:lnTo>
                    <a:pt x="1836331" y="5267325"/>
                  </a:lnTo>
                  <a:lnTo>
                    <a:pt x="1836331" y="5276850"/>
                  </a:lnTo>
                  <a:lnTo>
                    <a:pt x="1864906" y="5276850"/>
                  </a:lnTo>
                  <a:lnTo>
                    <a:pt x="1864906" y="5267325"/>
                  </a:lnTo>
                  <a:close/>
                </a:path>
                <a:path w="5524500" h="5276850">
                  <a:moveTo>
                    <a:pt x="1905787" y="0"/>
                  </a:moveTo>
                  <a:lnTo>
                    <a:pt x="1877212" y="0"/>
                  </a:lnTo>
                  <a:lnTo>
                    <a:pt x="1877212" y="9525"/>
                  </a:lnTo>
                  <a:lnTo>
                    <a:pt x="1905787" y="9525"/>
                  </a:lnTo>
                  <a:lnTo>
                    <a:pt x="1905787" y="0"/>
                  </a:lnTo>
                  <a:close/>
                </a:path>
                <a:path w="5524500" h="5276850">
                  <a:moveTo>
                    <a:pt x="1912556" y="5267325"/>
                  </a:moveTo>
                  <a:lnTo>
                    <a:pt x="1883981" y="5267325"/>
                  </a:lnTo>
                  <a:lnTo>
                    <a:pt x="1883981" y="5276850"/>
                  </a:lnTo>
                  <a:lnTo>
                    <a:pt x="1912556" y="5276850"/>
                  </a:lnTo>
                  <a:lnTo>
                    <a:pt x="1912556" y="5267325"/>
                  </a:lnTo>
                  <a:close/>
                </a:path>
                <a:path w="5524500" h="5276850">
                  <a:moveTo>
                    <a:pt x="1953437" y="0"/>
                  </a:moveTo>
                  <a:lnTo>
                    <a:pt x="1924862" y="0"/>
                  </a:lnTo>
                  <a:lnTo>
                    <a:pt x="1924862" y="9525"/>
                  </a:lnTo>
                  <a:lnTo>
                    <a:pt x="1953437" y="9525"/>
                  </a:lnTo>
                  <a:lnTo>
                    <a:pt x="1953437" y="0"/>
                  </a:lnTo>
                  <a:close/>
                </a:path>
                <a:path w="5524500" h="5276850">
                  <a:moveTo>
                    <a:pt x="1960206" y="5267325"/>
                  </a:moveTo>
                  <a:lnTo>
                    <a:pt x="1931631" y="5267325"/>
                  </a:lnTo>
                  <a:lnTo>
                    <a:pt x="1931631" y="5276850"/>
                  </a:lnTo>
                  <a:lnTo>
                    <a:pt x="1960206" y="5276850"/>
                  </a:lnTo>
                  <a:lnTo>
                    <a:pt x="1960206" y="5267325"/>
                  </a:lnTo>
                  <a:close/>
                </a:path>
                <a:path w="5524500" h="5276850">
                  <a:moveTo>
                    <a:pt x="2001088" y="0"/>
                  </a:moveTo>
                  <a:lnTo>
                    <a:pt x="1972513" y="0"/>
                  </a:lnTo>
                  <a:lnTo>
                    <a:pt x="1972513" y="9525"/>
                  </a:lnTo>
                  <a:lnTo>
                    <a:pt x="2001088" y="9525"/>
                  </a:lnTo>
                  <a:lnTo>
                    <a:pt x="2001088" y="0"/>
                  </a:lnTo>
                  <a:close/>
                </a:path>
                <a:path w="5524500" h="5276850">
                  <a:moveTo>
                    <a:pt x="2007844" y="5267325"/>
                  </a:moveTo>
                  <a:lnTo>
                    <a:pt x="1979269" y="5267325"/>
                  </a:lnTo>
                  <a:lnTo>
                    <a:pt x="1979269" y="5276850"/>
                  </a:lnTo>
                  <a:lnTo>
                    <a:pt x="2007844" y="5276850"/>
                  </a:lnTo>
                  <a:lnTo>
                    <a:pt x="2007844" y="5267325"/>
                  </a:lnTo>
                  <a:close/>
                </a:path>
                <a:path w="5524500" h="5276850">
                  <a:moveTo>
                    <a:pt x="2048725" y="0"/>
                  </a:moveTo>
                  <a:lnTo>
                    <a:pt x="2020150" y="0"/>
                  </a:lnTo>
                  <a:lnTo>
                    <a:pt x="2020150" y="9525"/>
                  </a:lnTo>
                  <a:lnTo>
                    <a:pt x="2048725" y="9525"/>
                  </a:lnTo>
                  <a:lnTo>
                    <a:pt x="2048725" y="0"/>
                  </a:lnTo>
                  <a:close/>
                </a:path>
                <a:path w="5524500" h="5276850">
                  <a:moveTo>
                    <a:pt x="2055495" y="5267325"/>
                  </a:moveTo>
                  <a:lnTo>
                    <a:pt x="2026920" y="5267325"/>
                  </a:lnTo>
                  <a:lnTo>
                    <a:pt x="2026920" y="5276850"/>
                  </a:lnTo>
                  <a:lnTo>
                    <a:pt x="2055495" y="5276850"/>
                  </a:lnTo>
                  <a:lnTo>
                    <a:pt x="2055495" y="5267325"/>
                  </a:lnTo>
                  <a:close/>
                </a:path>
                <a:path w="5524500" h="5276850">
                  <a:moveTo>
                    <a:pt x="2096376" y="0"/>
                  </a:moveTo>
                  <a:lnTo>
                    <a:pt x="2067801" y="0"/>
                  </a:lnTo>
                  <a:lnTo>
                    <a:pt x="2067801" y="9525"/>
                  </a:lnTo>
                  <a:lnTo>
                    <a:pt x="2096376" y="9525"/>
                  </a:lnTo>
                  <a:lnTo>
                    <a:pt x="2096376" y="0"/>
                  </a:lnTo>
                  <a:close/>
                </a:path>
                <a:path w="5524500" h="5276850">
                  <a:moveTo>
                    <a:pt x="2103145" y="5267325"/>
                  </a:moveTo>
                  <a:lnTo>
                    <a:pt x="2074570" y="5267325"/>
                  </a:lnTo>
                  <a:lnTo>
                    <a:pt x="2074570" y="5276850"/>
                  </a:lnTo>
                  <a:lnTo>
                    <a:pt x="2103145" y="5276850"/>
                  </a:lnTo>
                  <a:lnTo>
                    <a:pt x="2103145" y="5267325"/>
                  </a:lnTo>
                  <a:close/>
                </a:path>
                <a:path w="5524500" h="5276850">
                  <a:moveTo>
                    <a:pt x="2144026" y="0"/>
                  </a:moveTo>
                  <a:lnTo>
                    <a:pt x="2115451" y="0"/>
                  </a:lnTo>
                  <a:lnTo>
                    <a:pt x="2115451" y="9525"/>
                  </a:lnTo>
                  <a:lnTo>
                    <a:pt x="2144026" y="9525"/>
                  </a:lnTo>
                  <a:lnTo>
                    <a:pt x="2144026" y="0"/>
                  </a:lnTo>
                  <a:close/>
                </a:path>
                <a:path w="5524500" h="5276850">
                  <a:moveTo>
                    <a:pt x="2150783" y="5267325"/>
                  </a:moveTo>
                  <a:lnTo>
                    <a:pt x="2122208" y="5267325"/>
                  </a:lnTo>
                  <a:lnTo>
                    <a:pt x="2122208" y="5276850"/>
                  </a:lnTo>
                  <a:lnTo>
                    <a:pt x="2150783" y="5276850"/>
                  </a:lnTo>
                  <a:lnTo>
                    <a:pt x="2150783" y="5267325"/>
                  </a:lnTo>
                  <a:close/>
                </a:path>
                <a:path w="5524500" h="5276850">
                  <a:moveTo>
                    <a:pt x="2191664" y="0"/>
                  </a:moveTo>
                  <a:lnTo>
                    <a:pt x="2163089" y="0"/>
                  </a:lnTo>
                  <a:lnTo>
                    <a:pt x="2163089" y="9525"/>
                  </a:lnTo>
                  <a:lnTo>
                    <a:pt x="2191664" y="9525"/>
                  </a:lnTo>
                  <a:lnTo>
                    <a:pt x="2191664" y="0"/>
                  </a:lnTo>
                  <a:close/>
                </a:path>
                <a:path w="5524500" h="5276850">
                  <a:moveTo>
                    <a:pt x="2198433" y="5267325"/>
                  </a:moveTo>
                  <a:lnTo>
                    <a:pt x="2169858" y="5267325"/>
                  </a:lnTo>
                  <a:lnTo>
                    <a:pt x="2169858" y="5276850"/>
                  </a:lnTo>
                  <a:lnTo>
                    <a:pt x="2198433" y="5276850"/>
                  </a:lnTo>
                  <a:lnTo>
                    <a:pt x="2198433" y="5267325"/>
                  </a:lnTo>
                  <a:close/>
                </a:path>
                <a:path w="5524500" h="5276850">
                  <a:moveTo>
                    <a:pt x="2239314" y="0"/>
                  </a:moveTo>
                  <a:lnTo>
                    <a:pt x="2210739" y="0"/>
                  </a:lnTo>
                  <a:lnTo>
                    <a:pt x="2210739" y="9525"/>
                  </a:lnTo>
                  <a:lnTo>
                    <a:pt x="2239314" y="9525"/>
                  </a:lnTo>
                  <a:lnTo>
                    <a:pt x="2239314" y="0"/>
                  </a:lnTo>
                  <a:close/>
                </a:path>
                <a:path w="5524500" h="5276850">
                  <a:moveTo>
                    <a:pt x="2246084" y="5267325"/>
                  </a:moveTo>
                  <a:lnTo>
                    <a:pt x="2217509" y="5267325"/>
                  </a:lnTo>
                  <a:lnTo>
                    <a:pt x="2217509" y="5276850"/>
                  </a:lnTo>
                  <a:lnTo>
                    <a:pt x="2246084" y="5276850"/>
                  </a:lnTo>
                  <a:lnTo>
                    <a:pt x="2246084" y="5267325"/>
                  </a:lnTo>
                  <a:close/>
                </a:path>
                <a:path w="5524500" h="5276850">
                  <a:moveTo>
                    <a:pt x="2286965" y="0"/>
                  </a:moveTo>
                  <a:lnTo>
                    <a:pt x="2258390" y="0"/>
                  </a:lnTo>
                  <a:lnTo>
                    <a:pt x="2258390" y="9525"/>
                  </a:lnTo>
                  <a:lnTo>
                    <a:pt x="2286965" y="9525"/>
                  </a:lnTo>
                  <a:lnTo>
                    <a:pt x="2286965" y="0"/>
                  </a:lnTo>
                  <a:close/>
                </a:path>
                <a:path w="5524500" h="5276850">
                  <a:moveTo>
                    <a:pt x="2293721" y="5267325"/>
                  </a:moveTo>
                  <a:lnTo>
                    <a:pt x="2265146" y="5267325"/>
                  </a:lnTo>
                  <a:lnTo>
                    <a:pt x="2265146" y="5276850"/>
                  </a:lnTo>
                  <a:lnTo>
                    <a:pt x="2293721" y="5276850"/>
                  </a:lnTo>
                  <a:lnTo>
                    <a:pt x="2293721" y="5267325"/>
                  </a:lnTo>
                  <a:close/>
                </a:path>
                <a:path w="5524500" h="5276850">
                  <a:moveTo>
                    <a:pt x="2334603" y="0"/>
                  </a:moveTo>
                  <a:lnTo>
                    <a:pt x="2306028" y="0"/>
                  </a:lnTo>
                  <a:lnTo>
                    <a:pt x="2306028" y="9525"/>
                  </a:lnTo>
                  <a:lnTo>
                    <a:pt x="2334603" y="9525"/>
                  </a:lnTo>
                  <a:lnTo>
                    <a:pt x="2334603" y="0"/>
                  </a:lnTo>
                  <a:close/>
                </a:path>
                <a:path w="5524500" h="5276850">
                  <a:moveTo>
                    <a:pt x="2341372" y="5267325"/>
                  </a:moveTo>
                  <a:lnTo>
                    <a:pt x="2312797" y="5267325"/>
                  </a:lnTo>
                  <a:lnTo>
                    <a:pt x="2312797" y="5276850"/>
                  </a:lnTo>
                  <a:lnTo>
                    <a:pt x="2341372" y="5276850"/>
                  </a:lnTo>
                  <a:lnTo>
                    <a:pt x="2341372" y="5267325"/>
                  </a:lnTo>
                  <a:close/>
                </a:path>
                <a:path w="5524500" h="5276850">
                  <a:moveTo>
                    <a:pt x="2382253" y="0"/>
                  </a:moveTo>
                  <a:lnTo>
                    <a:pt x="2353678" y="0"/>
                  </a:lnTo>
                  <a:lnTo>
                    <a:pt x="2353678" y="9525"/>
                  </a:lnTo>
                  <a:lnTo>
                    <a:pt x="2382253" y="9525"/>
                  </a:lnTo>
                  <a:lnTo>
                    <a:pt x="2382253" y="0"/>
                  </a:lnTo>
                  <a:close/>
                </a:path>
                <a:path w="5524500" h="5276850">
                  <a:moveTo>
                    <a:pt x="2389022" y="5267325"/>
                  </a:moveTo>
                  <a:lnTo>
                    <a:pt x="2360447" y="5267325"/>
                  </a:lnTo>
                  <a:lnTo>
                    <a:pt x="2360447" y="5276850"/>
                  </a:lnTo>
                  <a:lnTo>
                    <a:pt x="2389022" y="5276850"/>
                  </a:lnTo>
                  <a:lnTo>
                    <a:pt x="2389022" y="5267325"/>
                  </a:lnTo>
                  <a:close/>
                </a:path>
                <a:path w="5524500" h="5276850">
                  <a:moveTo>
                    <a:pt x="2429903" y="0"/>
                  </a:moveTo>
                  <a:lnTo>
                    <a:pt x="2401328" y="0"/>
                  </a:lnTo>
                  <a:lnTo>
                    <a:pt x="2401328" y="9525"/>
                  </a:lnTo>
                  <a:lnTo>
                    <a:pt x="2429903" y="9525"/>
                  </a:lnTo>
                  <a:lnTo>
                    <a:pt x="2429903" y="0"/>
                  </a:lnTo>
                  <a:close/>
                </a:path>
                <a:path w="5524500" h="5276850">
                  <a:moveTo>
                    <a:pt x="2436660" y="5267325"/>
                  </a:moveTo>
                  <a:lnTo>
                    <a:pt x="2408085" y="5267325"/>
                  </a:lnTo>
                  <a:lnTo>
                    <a:pt x="2408085" y="5276850"/>
                  </a:lnTo>
                  <a:lnTo>
                    <a:pt x="2436660" y="5276850"/>
                  </a:lnTo>
                  <a:lnTo>
                    <a:pt x="2436660" y="5267325"/>
                  </a:lnTo>
                  <a:close/>
                </a:path>
                <a:path w="5524500" h="5276850">
                  <a:moveTo>
                    <a:pt x="2477541" y="0"/>
                  </a:moveTo>
                  <a:lnTo>
                    <a:pt x="2448966" y="0"/>
                  </a:lnTo>
                  <a:lnTo>
                    <a:pt x="2448966" y="9525"/>
                  </a:lnTo>
                  <a:lnTo>
                    <a:pt x="2477541" y="9525"/>
                  </a:lnTo>
                  <a:lnTo>
                    <a:pt x="2477541" y="0"/>
                  </a:lnTo>
                  <a:close/>
                </a:path>
                <a:path w="5524500" h="5276850">
                  <a:moveTo>
                    <a:pt x="2484310" y="5267325"/>
                  </a:moveTo>
                  <a:lnTo>
                    <a:pt x="2455735" y="5267325"/>
                  </a:lnTo>
                  <a:lnTo>
                    <a:pt x="2455735" y="5276850"/>
                  </a:lnTo>
                  <a:lnTo>
                    <a:pt x="2484310" y="5276850"/>
                  </a:lnTo>
                  <a:lnTo>
                    <a:pt x="2484310" y="5267325"/>
                  </a:lnTo>
                  <a:close/>
                </a:path>
                <a:path w="5524500" h="5276850">
                  <a:moveTo>
                    <a:pt x="2525191" y="0"/>
                  </a:moveTo>
                  <a:lnTo>
                    <a:pt x="2496616" y="0"/>
                  </a:lnTo>
                  <a:lnTo>
                    <a:pt x="2496616" y="9525"/>
                  </a:lnTo>
                  <a:lnTo>
                    <a:pt x="2525191" y="9525"/>
                  </a:lnTo>
                  <a:lnTo>
                    <a:pt x="2525191" y="0"/>
                  </a:lnTo>
                  <a:close/>
                </a:path>
                <a:path w="5524500" h="5276850">
                  <a:moveTo>
                    <a:pt x="2531961" y="5267325"/>
                  </a:moveTo>
                  <a:lnTo>
                    <a:pt x="2503386" y="5267325"/>
                  </a:lnTo>
                  <a:lnTo>
                    <a:pt x="2503386" y="5276850"/>
                  </a:lnTo>
                  <a:lnTo>
                    <a:pt x="2531961" y="5276850"/>
                  </a:lnTo>
                  <a:lnTo>
                    <a:pt x="2531961" y="5267325"/>
                  </a:lnTo>
                  <a:close/>
                </a:path>
                <a:path w="5524500" h="5276850">
                  <a:moveTo>
                    <a:pt x="2572842" y="0"/>
                  </a:moveTo>
                  <a:lnTo>
                    <a:pt x="2544267" y="0"/>
                  </a:lnTo>
                  <a:lnTo>
                    <a:pt x="2544267" y="9525"/>
                  </a:lnTo>
                  <a:lnTo>
                    <a:pt x="2572842" y="9525"/>
                  </a:lnTo>
                  <a:lnTo>
                    <a:pt x="2572842" y="0"/>
                  </a:lnTo>
                  <a:close/>
                </a:path>
                <a:path w="5524500" h="5276850">
                  <a:moveTo>
                    <a:pt x="2579598" y="5267325"/>
                  </a:moveTo>
                  <a:lnTo>
                    <a:pt x="2551023" y="5267325"/>
                  </a:lnTo>
                  <a:lnTo>
                    <a:pt x="2551023" y="5276850"/>
                  </a:lnTo>
                  <a:lnTo>
                    <a:pt x="2579598" y="5276850"/>
                  </a:lnTo>
                  <a:lnTo>
                    <a:pt x="2579598" y="5267325"/>
                  </a:lnTo>
                  <a:close/>
                </a:path>
                <a:path w="5524500" h="5276850">
                  <a:moveTo>
                    <a:pt x="2620480" y="0"/>
                  </a:moveTo>
                  <a:lnTo>
                    <a:pt x="2591905" y="0"/>
                  </a:lnTo>
                  <a:lnTo>
                    <a:pt x="2591905" y="9525"/>
                  </a:lnTo>
                  <a:lnTo>
                    <a:pt x="2620480" y="9525"/>
                  </a:lnTo>
                  <a:lnTo>
                    <a:pt x="2620480" y="0"/>
                  </a:lnTo>
                  <a:close/>
                </a:path>
                <a:path w="5524500" h="5276850">
                  <a:moveTo>
                    <a:pt x="2627249" y="5267325"/>
                  </a:moveTo>
                  <a:lnTo>
                    <a:pt x="2598674" y="5267325"/>
                  </a:lnTo>
                  <a:lnTo>
                    <a:pt x="2598674" y="5276850"/>
                  </a:lnTo>
                  <a:lnTo>
                    <a:pt x="2627249" y="5276850"/>
                  </a:lnTo>
                  <a:lnTo>
                    <a:pt x="2627249" y="5267325"/>
                  </a:lnTo>
                  <a:close/>
                </a:path>
                <a:path w="5524500" h="5276850">
                  <a:moveTo>
                    <a:pt x="2668130" y="0"/>
                  </a:moveTo>
                  <a:lnTo>
                    <a:pt x="2639555" y="0"/>
                  </a:lnTo>
                  <a:lnTo>
                    <a:pt x="2639555" y="9525"/>
                  </a:lnTo>
                  <a:lnTo>
                    <a:pt x="2668130" y="9525"/>
                  </a:lnTo>
                  <a:lnTo>
                    <a:pt x="2668130" y="0"/>
                  </a:lnTo>
                  <a:close/>
                </a:path>
                <a:path w="5524500" h="5276850">
                  <a:moveTo>
                    <a:pt x="2674899" y="5267325"/>
                  </a:moveTo>
                  <a:lnTo>
                    <a:pt x="2646324" y="5267325"/>
                  </a:lnTo>
                  <a:lnTo>
                    <a:pt x="2646324" y="5276850"/>
                  </a:lnTo>
                  <a:lnTo>
                    <a:pt x="2674899" y="5276850"/>
                  </a:lnTo>
                  <a:lnTo>
                    <a:pt x="2674899" y="5267325"/>
                  </a:lnTo>
                  <a:close/>
                </a:path>
                <a:path w="5524500" h="5276850">
                  <a:moveTo>
                    <a:pt x="2715780" y="0"/>
                  </a:moveTo>
                  <a:lnTo>
                    <a:pt x="2687205" y="0"/>
                  </a:lnTo>
                  <a:lnTo>
                    <a:pt x="2687205" y="9525"/>
                  </a:lnTo>
                  <a:lnTo>
                    <a:pt x="2715780" y="9525"/>
                  </a:lnTo>
                  <a:lnTo>
                    <a:pt x="2715780" y="0"/>
                  </a:lnTo>
                  <a:close/>
                </a:path>
                <a:path w="5524500" h="5276850">
                  <a:moveTo>
                    <a:pt x="2722537" y="5267325"/>
                  </a:moveTo>
                  <a:lnTo>
                    <a:pt x="2693962" y="5267325"/>
                  </a:lnTo>
                  <a:lnTo>
                    <a:pt x="2693962" y="5276850"/>
                  </a:lnTo>
                  <a:lnTo>
                    <a:pt x="2722537" y="5276850"/>
                  </a:lnTo>
                  <a:lnTo>
                    <a:pt x="2722537" y="5267325"/>
                  </a:lnTo>
                  <a:close/>
                </a:path>
                <a:path w="5524500" h="5276850">
                  <a:moveTo>
                    <a:pt x="2763418" y="0"/>
                  </a:moveTo>
                  <a:lnTo>
                    <a:pt x="2734843" y="0"/>
                  </a:lnTo>
                  <a:lnTo>
                    <a:pt x="2734843" y="9525"/>
                  </a:lnTo>
                  <a:lnTo>
                    <a:pt x="2763418" y="9525"/>
                  </a:lnTo>
                  <a:lnTo>
                    <a:pt x="2763418" y="0"/>
                  </a:lnTo>
                  <a:close/>
                </a:path>
                <a:path w="5524500" h="5276850">
                  <a:moveTo>
                    <a:pt x="2770187" y="5267325"/>
                  </a:moveTo>
                  <a:lnTo>
                    <a:pt x="2741612" y="5267325"/>
                  </a:lnTo>
                  <a:lnTo>
                    <a:pt x="2741612" y="5276850"/>
                  </a:lnTo>
                  <a:lnTo>
                    <a:pt x="2770187" y="5276850"/>
                  </a:lnTo>
                  <a:lnTo>
                    <a:pt x="2770187" y="5267325"/>
                  </a:lnTo>
                  <a:close/>
                </a:path>
                <a:path w="5524500" h="5276850">
                  <a:moveTo>
                    <a:pt x="2811068" y="0"/>
                  </a:moveTo>
                  <a:lnTo>
                    <a:pt x="2782493" y="0"/>
                  </a:lnTo>
                  <a:lnTo>
                    <a:pt x="2782493" y="9525"/>
                  </a:lnTo>
                  <a:lnTo>
                    <a:pt x="2811068" y="9525"/>
                  </a:lnTo>
                  <a:lnTo>
                    <a:pt x="2811068" y="0"/>
                  </a:lnTo>
                  <a:close/>
                </a:path>
                <a:path w="5524500" h="5276850">
                  <a:moveTo>
                    <a:pt x="2817838" y="5267325"/>
                  </a:moveTo>
                  <a:lnTo>
                    <a:pt x="2789263" y="5267325"/>
                  </a:lnTo>
                  <a:lnTo>
                    <a:pt x="2789263" y="5276850"/>
                  </a:lnTo>
                  <a:lnTo>
                    <a:pt x="2817838" y="5276850"/>
                  </a:lnTo>
                  <a:lnTo>
                    <a:pt x="2817838" y="5267325"/>
                  </a:lnTo>
                  <a:close/>
                </a:path>
                <a:path w="5524500" h="5276850">
                  <a:moveTo>
                    <a:pt x="2858719" y="0"/>
                  </a:moveTo>
                  <a:lnTo>
                    <a:pt x="2830144" y="0"/>
                  </a:lnTo>
                  <a:lnTo>
                    <a:pt x="2830144" y="9525"/>
                  </a:lnTo>
                  <a:lnTo>
                    <a:pt x="2858719" y="9525"/>
                  </a:lnTo>
                  <a:lnTo>
                    <a:pt x="2858719" y="0"/>
                  </a:lnTo>
                  <a:close/>
                </a:path>
                <a:path w="5524500" h="5276850">
                  <a:moveTo>
                    <a:pt x="2865475" y="5267325"/>
                  </a:moveTo>
                  <a:lnTo>
                    <a:pt x="2836900" y="5267325"/>
                  </a:lnTo>
                  <a:lnTo>
                    <a:pt x="2836900" y="5276850"/>
                  </a:lnTo>
                  <a:lnTo>
                    <a:pt x="2865475" y="5276850"/>
                  </a:lnTo>
                  <a:lnTo>
                    <a:pt x="2865475" y="5267325"/>
                  </a:lnTo>
                  <a:close/>
                </a:path>
                <a:path w="5524500" h="5276850">
                  <a:moveTo>
                    <a:pt x="2906357" y="0"/>
                  </a:moveTo>
                  <a:lnTo>
                    <a:pt x="2877782" y="0"/>
                  </a:lnTo>
                  <a:lnTo>
                    <a:pt x="2877782" y="9525"/>
                  </a:lnTo>
                  <a:lnTo>
                    <a:pt x="2906357" y="9525"/>
                  </a:lnTo>
                  <a:lnTo>
                    <a:pt x="2906357" y="0"/>
                  </a:lnTo>
                  <a:close/>
                </a:path>
                <a:path w="5524500" h="5276850">
                  <a:moveTo>
                    <a:pt x="2913126" y="5267325"/>
                  </a:moveTo>
                  <a:lnTo>
                    <a:pt x="2884551" y="5267325"/>
                  </a:lnTo>
                  <a:lnTo>
                    <a:pt x="2884551" y="5276850"/>
                  </a:lnTo>
                  <a:lnTo>
                    <a:pt x="2913126" y="5276850"/>
                  </a:lnTo>
                  <a:lnTo>
                    <a:pt x="2913126" y="5267325"/>
                  </a:lnTo>
                  <a:close/>
                </a:path>
                <a:path w="5524500" h="5276850">
                  <a:moveTo>
                    <a:pt x="2954007" y="0"/>
                  </a:moveTo>
                  <a:lnTo>
                    <a:pt x="2925432" y="0"/>
                  </a:lnTo>
                  <a:lnTo>
                    <a:pt x="2925432" y="9525"/>
                  </a:lnTo>
                  <a:lnTo>
                    <a:pt x="2954007" y="9525"/>
                  </a:lnTo>
                  <a:lnTo>
                    <a:pt x="2954007" y="0"/>
                  </a:lnTo>
                  <a:close/>
                </a:path>
                <a:path w="5524500" h="5276850">
                  <a:moveTo>
                    <a:pt x="2960776" y="5267325"/>
                  </a:moveTo>
                  <a:lnTo>
                    <a:pt x="2932201" y="5267325"/>
                  </a:lnTo>
                  <a:lnTo>
                    <a:pt x="2932201" y="5276850"/>
                  </a:lnTo>
                  <a:lnTo>
                    <a:pt x="2960776" y="5276850"/>
                  </a:lnTo>
                  <a:lnTo>
                    <a:pt x="2960776" y="5267325"/>
                  </a:lnTo>
                  <a:close/>
                </a:path>
                <a:path w="5524500" h="5276850">
                  <a:moveTo>
                    <a:pt x="3001657" y="0"/>
                  </a:moveTo>
                  <a:lnTo>
                    <a:pt x="2973082" y="0"/>
                  </a:lnTo>
                  <a:lnTo>
                    <a:pt x="2973082" y="9525"/>
                  </a:lnTo>
                  <a:lnTo>
                    <a:pt x="3001657" y="9525"/>
                  </a:lnTo>
                  <a:lnTo>
                    <a:pt x="3001657" y="0"/>
                  </a:lnTo>
                  <a:close/>
                </a:path>
                <a:path w="5524500" h="5276850">
                  <a:moveTo>
                    <a:pt x="3008414" y="5267325"/>
                  </a:moveTo>
                  <a:lnTo>
                    <a:pt x="2979839" y="5267325"/>
                  </a:lnTo>
                  <a:lnTo>
                    <a:pt x="2979839" y="5276850"/>
                  </a:lnTo>
                  <a:lnTo>
                    <a:pt x="3008414" y="5276850"/>
                  </a:lnTo>
                  <a:lnTo>
                    <a:pt x="3008414" y="5267325"/>
                  </a:lnTo>
                  <a:close/>
                </a:path>
                <a:path w="5524500" h="5276850">
                  <a:moveTo>
                    <a:pt x="3049295" y="0"/>
                  </a:moveTo>
                  <a:lnTo>
                    <a:pt x="3020720" y="0"/>
                  </a:lnTo>
                  <a:lnTo>
                    <a:pt x="3020720" y="9525"/>
                  </a:lnTo>
                  <a:lnTo>
                    <a:pt x="3049295" y="9525"/>
                  </a:lnTo>
                  <a:lnTo>
                    <a:pt x="3049295" y="0"/>
                  </a:lnTo>
                  <a:close/>
                </a:path>
                <a:path w="5524500" h="5276850">
                  <a:moveTo>
                    <a:pt x="3056064" y="5267325"/>
                  </a:moveTo>
                  <a:lnTo>
                    <a:pt x="3027489" y="5267325"/>
                  </a:lnTo>
                  <a:lnTo>
                    <a:pt x="3027489" y="5276850"/>
                  </a:lnTo>
                  <a:lnTo>
                    <a:pt x="3056064" y="5276850"/>
                  </a:lnTo>
                  <a:lnTo>
                    <a:pt x="3056064" y="5267325"/>
                  </a:lnTo>
                  <a:close/>
                </a:path>
                <a:path w="5524500" h="5276850">
                  <a:moveTo>
                    <a:pt x="3096945" y="0"/>
                  </a:moveTo>
                  <a:lnTo>
                    <a:pt x="3068370" y="0"/>
                  </a:lnTo>
                  <a:lnTo>
                    <a:pt x="3068370" y="9525"/>
                  </a:lnTo>
                  <a:lnTo>
                    <a:pt x="3096945" y="9525"/>
                  </a:lnTo>
                  <a:lnTo>
                    <a:pt x="3096945" y="0"/>
                  </a:lnTo>
                  <a:close/>
                </a:path>
                <a:path w="5524500" h="5276850">
                  <a:moveTo>
                    <a:pt x="3103715" y="5267325"/>
                  </a:moveTo>
                  <a:lnTo>
                    <a:pt x="3075140" y="5267325"/>
                  </a:lnTo>
                  <a:lnTo>
                    <a:pt x="3075140" y="5276850"/>
                  </a:lnTo>
                  <a:lnTo>
                    <a:pt x="3103715" y="5276850"/>
                  </a:lnTo>
                  <a:lnTo>
                    <a:pt x="3103715" y="5267325"/>
                  </a:lnTo>
                  <a:close/>
                </a:path>
                <a:path w="5524500" h="5276850">
                  <a:moveTo>
                    <a:pt x="3144596" y="0"/>
                  </a:moveTo>
                  <a:lnTo>
                    <a:pt x="3116021" y="0"/>
                  </a:lnTo>
                  <a:lnTo>
                    <a:pt x="3116021" y="9525"/>
                  </a:lnTo>
                  <a:lnTo>
                    <a:pt x="3144596" y="9525"/>
                  </a:lnTo>
                  <a:lnTo>
                    <a:pt x="3144596" y="0"/>
                  </a:lnTo>
                  <a:close/>
                </a:path>
                <a:path w="5524500" h="5276850">
                  <a:moveTo>
                    <a:pt x="3151352" y="5267325"/>
                  </a:moveTo>
                  <a:lnTo>
                    <a:pt x="3122777" y="5267325"/>
                  </a:lnTo>
                  <a:lnTo>
                    <a:pt x="3122777" y="5276850"/>
                  </a:lnTo>
                  <a:lnTo>
                    <a:pt x="3151352" y="5276850"/>
                  </a:lnTo>
                  <a:lnTo>
                    <a:pt x="3151352" y="5267325"/>
                  </a:lnTo>
                  <a:close/>
                </a:path>
                <a:path w="5524500" h="5276850">
                  <a:moveTo>
                    <a:pt x="3192234" y="0"/>
                  </a:moveTo>
                  <a:lnTo>
                    <a:pt x="3163659" y="0"/>
                  </a:lnTo>
                  <a:lnTo>
                    <a:pt x="3163659" y="9525"/>
                  </a:lnTo>
                  <a:lnTo>
                    <a:pt x="3192234" y="9525"/>
                  </a:lnTo>
                  <a:lnTo>
                    <a:pt x="3192234" y="0"/>
                  </a:lnTo>
                  <a:close/>
                </a:path>
                <a:path w="5524500" h="5276850">
                  <a:moveTo>
                    <a:pt x="3199003" y="5267325"/>
                  </a:moveTo>
                  <a:lnTo>
                    <a:pt x="3170428" y="5267325"/>
                  </a:lnTo>
                  <a:lnTo>
                    <a:pt x="3170428" y="5276850"/>
                  </a:lnTo>
                  <a:lnTo>
                    <a:pt x="3199003" y="5276850"/>
                  </a:lnTo>
                  <a:lnTo>
                    <a:pt x="3199003" y="5267325"/>
                  </a:lnTo>
                  <a:close/>
                </a:path>
                <a:path w="5524500" h="5276850">
                  <a:moveTo>
                    <a:pt x="3239884" y="0"/>
                  </a:moveTo>
                  <a:lnTo>
                    <a:pt x="3211309" y="0"/>
                  </a:lnTo>
                  <a:lnTo>
                    <a:pt x="3211309" y="9525"/>
                  </a:lnTo>
                  <a:lnTo>
                    <a:pt x="3239884" y="9525"/>
                  </a:lnTo>
                  <a:lnTo>
                    <a:pt x="3239884" y="0"/>
                  </a:lnTo>
                  <a:close/>
                </a:path>
                <a:path w="5524500" h="5276850">
                  <a:moveTo>
                    <a:pt x="3246653" y="5267325"/>
                  </a:moveTo>
                  <a:lnTo>
                    <a:pt x="3218078" y="5267325"/>
                  </a:lnTo>
                  <a:lnTo>
                    <a:pt x="3218078" y="5276850"/>
                  </a:lnTo>
                  <a:lnTo>
                    <a:pt x="3246653" y="5276850"/>
                  </a:lnTo>
                  <a:lnTo>
                    <a:pt x="3246653" y="5267325"/>
                  </a:lnTo>
                  <a:close/>
                </a:path>
                <a:path w="5524500" h="5276850">
                  <a:moveTo>
                    <a:pt x="3287534" y="0"/>
                  </a:moveTo>
                  <a:lnTo>
                    <a:pt x="3258959" y="0"/>
                  </a:lnTo>
                  <a:lnTo>
                    <a:pt x="3258959" y="9525"/>
                  </a:lnTo>
                  <a:lnTo>
                    <a:pt x="3287534" y="9525"/>
                  </a:lnTo>
                  <a:lnTo>
                    <a:pt x="3287534" y="0"/>
                  </a:lnTo>
                  <a:close/>
                </a:path>
                <a:path w="5524500" h="5276850">
                  <a:moveTo>
                    <a:pt x="3294291" y="5267325"/>
                  </a:moveTo>
                  <a:lnTo>
                    <a:pt x="3265716" y="5267325"/>
                  </a:lnTo>
                  <a:lnTo>
                    <a:pt x="3265716" y="5276850"/>
                  </a:lnTo>
                  <a:lnTo>
                    <a:pt x="3294291" y="5276850"/>
                  </a:lnTo>
                  <a:lnTo>
                    <a:pt x="3294291" y="5267325"/>
                  </a:lnTo>
                  <a:close/>
                </a:path>
                <a:path w="5524500" h="5276850">
                  <a:moveTo>
                    <a:pt x="3335172" y="0"/>
                  </a:moveTo>
                  <a:lnTo>
                    <a:pt x="3306597" y="0"/>
                  </a:lnTo>
                  <a:lnTo>
                    <a:pt x="3306597" y="9525"/>
                  </a:lnTo>
                  <a:lnTo>
                    <a:pt x="3335172" y="9525"/>
                  </a:lnTo>
                  <a:lnTo>
                    <a:pt x="3335172" y="0"/>
                  </a:lnTo>
                  <a:close/>
                </a:path>
                <a:path w="5524500" h="5276850">
                  <a:moveTo>
                    <a:pt x="3341941" y="5267325"/>
                  </a:moveTo>
                  <a:lnTo>
                    <a:pt x="3313366" y="5267325"/>
                  </a:lnTo>
                  <a:lnTo>
                    <a:pt x="3313366" y="5276850"/>
                  </a:lnTo>
                  <a:lnTo>
                    <a:pt x="3341941" y="5276850"/>
                  </a:lnTo>
                  <a:lnTo>
                    <a:pt x="3341941" y="5267325"/>
                  </a:lnTo>
                  <a:close/>
                </a:path>
                <a:path w="5524500" h="5276850">
                  <a:moveTo>
                    <a:pt x="3382822" y="0"/>
                  </a:moveTo>
                  <a:lnTo>
                    <a:pt x="3354247" y="0"/>
                  </a:lnTo>
                  <a:lnTo>
                    <a:pt x="3354247" y="9525"/>
                  </a:lnTo>
                  <a:lnTo>
                    <a:pt x="3382822" y="9525"/>
                  </a:lnTo>
                  <a:lnTo>
                    <a:pt x="3382822" y="0"/>
                  </a:lnTo>
                  <a:close/>
                </a:path>
                <a:path w="5524500" h="5276850">
                  <a:moveTo>
                    <a:pt x="3389592" y="5267325"/>
                  </a:moveTo>
                  <a:lnTo>
                    <a:pt x="3361017" y="5267325"/>
                  </a:lnTo>
                  <a:lnTo>
                    <a:pt x="3361017" y="5276850"/>
                  </a:lnTo>
                  <a:lnTo>
                    <a:pt x="3389592" y="5276850"/>
                  </a:lnTo>
                  <a:lnTo>
                    <a:pt x="3389592" y="5267325"/>
                  </a:lnTo>
                  <a:close/>
                </a:path>
                <a:path w="5524500" h="5276850">
                  <a:moveTo>
                    <a:pt x="3430473" y="0"/>
                  </a:moveTo>
                  <a:lnTo>
                    <a:pt x="3401898" y="0"/>
                  </a:lnTo>
                  <a:lnTo>
                    <a:pt x="3401898" y="9525"/>
                  </a:lnTo>
                  <a:lnTo>
                    <a:pt x="3430473" y="9525"/>
                  </a:lnTo>
                  <a:lnTo>
                    <a:pt x="3430473" y="0"/>
                  </a:lnTo>
                  <a:close/>
                </a:path>
                <a:path w="5524500" h="5276850">
                  <a:moveTo>
                    <a:pt x="3437229" y="5267325"/>
                  </a:moveTo>
                  <a:lnTo>
                    <a:pt x="3408654" y="5267325"/>
                  </a:lnTo>
                  <a:lnTo>
                    <a:pt x="3408654" y="5276850"/>
                  </a:lnTo>
                  <a:lnTo>
                    <a:pt x="3437229" y="5276850"/>
                  </a:lnTo>
                  <a:lnTo>
                    <a:pt x="3437229" y="5267325"/>
                  </a:lnTo>
                  <a:close/>
                </a:path>
                <a:path w="5524500" h="5276850">
                  <a:moveTo>
                    <a:pt x="3478111" y="0"/>
                  </a:moveTo>
                  <a:lnTo>
                    <a:pt x="3449536" y="0"/>
                  </a:lnTo>
                  <a:lnTo>
                    <a:pt x="3449536" y="9525"/>
                  </a:lnTo>
                  <a:lnTo>
                    <a:pt x="3478111" y="9525"/>
                  </a:lnTo>
                  <a:lnTo>
                    <a:pt x="3478111" y="0"/>
                  </a:lnTo>
                  <a:close/>
                </a:path>
                <a:path w="5524500" h="5276850">
                  <a:moveTo>
                    <a:pt x="3484880" y="5267325"/>
                  </a:moveTo>
                  <a:lnTo>
                    <a:pt x="3456305" y="5267325"/>
                  </a:lnTo>
                  <a:lnTo>
                    <a:pt x="3456305" y="5276850"/>
                  </a:lnTo>
                  <a:lnTo>
                    <a:pt x="3484880" y="5276850"/>
                  </a:lnTo>
                  <a:lnTo>
                    <a:pt x="3484880" y="5267325"/>
                  </a:lnTo>
                  <a:close/>
                </a:path>
                <a:path w="5524500" h="5276850">
                  <a:moveTo>
                    <a:pt x="3525761" y="0"/>
                  </a:moveTo>
                  <a:lnTo>
                    <a:pt x="3497186" y="0"/>
                  </a:lnTo>
                  <a:lnTo>
                    <a:pt x="3497186" y="9525"/>
                  </a:lnTo>
                  <a:lnTo>
                    <a:pt x="3525761" y="9525"/>
                  </a:lnTo>
                  <a:lnTo>
                    <a:pt x="3525761" y="0"/>
                  </a:lnTo>
                  <a:close/>
                </a:path>
                <a:path w="5524500" h="5276850">
                  <a:moveTo>
                    <a:pt x="3532530" y="5267325"/>
                  </a:moveTo>
                  <a:lnTo>
                    <a:pt x="3503955" y="5267325"/>
                  </a:lnTo>
                  <a:lnTo>
                    <a:pt x="3503955" y="5276850"/>
                  </a:lnTo>
                  <a:lnTo>
                    <a:pt x="3532530" y="5276850"/>
                  </a:lnTo>
                  <a:lnTo>
                    <a:pt x="3532530" y="5267325"/>
                  </a:lnTo>
                  <a:close/>
                </a:path>
                <a:path w="5524500" h="5276850">
                  <a:moveTo>
                    <a:pt x="3573411" y="0"/>
                  </a:moveTo>
                  <a:lnTo>
                    <a:pt x="3544836" y="0"/>
                  </a:lnTo>
                  <a:lnTo>
                    <a:pt x="3544836" y="9525"/>
                  </a:lnTo>
                  <a:lnTo>
                    <a:pt x="3573411" y="9525"/>
                  </a:lnTo>
                  <a:lnTo>
                    <a:pt x="3573411" y="0"/>
                  </a:lnTo>
                  <a:close/>
                </a:path>
                <a:path w="5524500" h="5276850">
                  <a:moveTo>
                    <a:pt x="3580168" y="5267325"/>
                  </a:moveTo>
                  <a:lnTo>
                    <a:pt x="3551593" y="5267325"/>
                  </a:lnTo>
                  <a:lnTo>
                    <a:pt x="3551593" y="5276850"/>
                  </a:lnTo>
                  <a:lnTo>
                    <a:pt x="3580168" y="5276850"/>
                  </a:lnTo>
                  <a:lnTo>
                    <a:pt x="3580168" y="5267325"/>
                  </a:lnTo>
                  <a:close/>
                </a:path>
                <a:path w="5524500" h="5276850">
                  <a:moveTo>
                    <a:pt x="3621049" y="0"/>
                  </a:moveTo>
                  <a:lnTo>
                    <a:pt x="3592474" y="0"/>
                  </a:lnTo>
                  <a:lnTo>
                    <a:pt x="3592474" y="9525"/>
                  </a:lnTo>
                  <a:lnTo>
                    <a:pt x="3621049" y="9525"/>
                  </a:lnTo>
                  <a:lnTo>
                    <a:pt x="3621049" y="0"/>
                  </a:lnTo>
                  <a:close/>
                </a:path>
                <a:path w="5524500" h="5276850">
                  <a:moveTo>
                    <a:pt x="3627818" y="5267325"/>
                  </a:moveTo>
                  <a:lnTo>
                    <a:pt x="3599243" y="5267325"/>
                  </a:lnTo>
                  <a:lnTo>
                    <a:pt x="3599243" y="5276850"/>
                  </a:lnTo>
                  <a:lnTo>
                    <a:pt x="3627818" y="5276850"/>
                  </a:lnTo>
                  <a:lnTo>
                    <a:pt x="3627818" y="5267325"/>
                  </a:lnTo>
                  <a:close/>
                </a:path>
                <a:path w="5524500" h="5276850">
                  <a:moveTo>
                    <a:pt x="3668699" y="0"/>
                  </a:moveTo>
                  <a:lnTo>
                    <a:pt x="3640124" y="0"/>
                  </a:lnTo>
                  <a:lnTo>
                    <a:pt x="3640124" y="9525"/>
                  </a:lnTo>
                  <a:lnTo>
                    <a:pt x="3668699" y="9525"/>
                  </a:lnTo>
                  <a:lnTo>
                    <a:pt x="3668699" y="0"/>
                  </a:lnTo>
                  <a:close/>
                </a:path>
                <a:path w="5524500" h="5276850">
                  <a:moveTo>
                    <a:pt x="3675469" y="5267325"/>
                  </a:moveTo>
                  <a:lnTo>
                    <a:pt x="3646894" y="5267325"/>
                  </a:lnTo>
                  <a:lnTo>
                    <a:pt x="3646894" y="5276850"/>
                  </a:lnTo>
                  <a:lnTo>
                    <a:pt x="3675469" y="5276850"/>
                  </a:lnTo>
                  <a:lnTo>
                    <a:pt x="3675469" y="5267325"/>
                  </a:lnTo>
                  <a:close/>
                </a:path>
                <a:path w="5524500" h="5276850">
                  <a:moveTo>
                    <a:pt x="3716350" y="0"/>
                  </a:moveTo>
                  <a:lnTo>
                    <a:pt x="3687775" y="0"/>
                  </a:lnTo>
                  <a:lnTo>
                    <a:pt x="3687775" y="9525"/>
                  </a:lnTo>
                  <a:lnTo>
                    <a:pt x="3716350" y="9525"/>
                  </a:lnTo>
                  <a:lnTo>
                    <a:pt x="3716350" y="0"/>
                  </a:lnTo>
                  <a:close/>
                </a:path>
                <a:path w="5524500" h="5276850">
                  <a:moveTo>
                    <a:pt x="3723106" y="5267325"/>
                  </a:moveTo>
                  <a:lnTo>
                    <a:pt x="3694531" y="5267325"/>
                  </a:lnTo>
                  <a:lnTo>
                    <a:pt x="3694531" y="5276850"/>
                  </a:lnTo>
                  <a:lnTo>
                    <a:pt x="3723106" y="5276850"/>
                  </a:lnTo>
                  <a:lnTo>
                    <a:pt x="3723106" y="5267325"/>
                  </a:lnTo>
                  <a:close/>
                </a:path>
                <a:path w="5524500" h="5276850">
                  <a:moveTo>
                    <a:pt x="3763988" y="0"/>
                  </a:moveTo>
                  <a:lnTo>
                    <a:pt x="3735413" y="0"/>
                  </a:lnTo>
                  <a:lnTo>
                    <a:pt x="3735413" y="9525"/>
                  </a:lnTo>
                  <a:lnTo>
                    <a:pt x="3763988" y="9525"/>
                  </a:lnTo>
                  <a:lnTo>
                    <a:pt x="3763988" y="0"/>
                  </a:lnTo>
                  <a:close/>
                </a:path>
                <a:path w="5524500" h="5276850">
                  <a:moveTo>
                    <a:pt x="3770757" y="5267325"/>
                  </a:moveTo>
                  <a:lnTo>
                    <a:pt x="3742182" y="5267325"/>
                  </a:lnTo>
                  <a:lnTo>
                    <a:pt x="3742182" y="5276850"/>
                  </a:lnTo>
                  <a:lnTo>
                    <a:pt x="3770757" y="5276850"/>
                  </a:lnTo>
                  <a:lnTo>
                    <a:pt x="3770757" y="5267325"/>
                  </a:lnTo>
                  <a:close/>
                </a:path>
                <a:path w="5524500" h="5276850">
                  <a:moveTo>
                    <a:pt x="3811638" y="0"/>
                  </a:moveTo>
                  <a:lnTo>
                    <a:pt x="3783063" y="0"/>
                  </a:lnTo>
                  <a:lnTo>
                    <a:pt x="3783063" y="9525"/>
                  </a:lnTo>
                  <a:lnTo>
                    <a:pt x="3811638" y="9525"/>
                  </a:lnTo>
                  <a:lnTo>
                    <a:pt x="3811638" y="0"/>
                  </a:lnTo>
                  <a:close/>
                </a:path>
                <a:path w="5524500" h="5276850">
                  <a:moveTo>
                    <a:pt x="3818407" y="5267325"/>
                  </a:moveTo>
                  <a:lnTo>
                    <a:pt x="3789832" y="5267325"/>
                  </a:lnTo>
                  <a:lnTo>
                    <a:pt x="3789832" y="5276850"/>
                  </a:lnTo>
                  <a:lnTo>
                    <a:pt x="3818407" y="5276850"/>
                  </a:lnTo>
                  <a:lnTo>
                    <a:pt x="3818407" y="5267325"/>
                  </a:lnTo>
                  <a:close/>
                </a:path>
                <a:path w="5524500" h="5276850">
                  <a:moveTo>
                    <a:pt x="3859288" y="0"/>
                  </a:moveTo>
                  <a:lnTo>
                    <a:pt x="3830713" y="0"/>
                  </a:lnTo>
                  <a:lnTo>
                    <a:pt x="3830713" y="9525"/>
                  </a:lnTo>
                  <a:lnTo>
                    <a:pt x="3859288" y="9525"/>
                  </a:lnTo>
                  <a:lnTo>
                    <a:pt x="3859288" y="0"/>
                  </a:lnTo>
                  <a:close/>
                </a:path>
                <a:path w="5524500" h="5276850">
                  <a:moveTo>
                    <a:pt x="3866045" y="5267325"/>
                  </a:moveTo>
                  <a:lnTo>
                    <a:pt x="3837470" y="5267325"/>
                  </a:lnTo>
                  <a:lnTo>
                    <a:pt x="3837470" y="5276850"/>
                  </a:lnTo>
                  <a:lnTo>
                    <a:pt x="3866045" y="5276850"/>
                  </a:lnTo>
                  <a:lnTo>
                    <a:pt x="3866045" y="5267325"/>
                  </a:lnTo>
                  <a:close/>
                </a:path>
                <a:path w="5524500" h="5276850">
                  <a:moveTo>
                    <a:pt x="3906926" y="0"/>
                  </a:moveTo>
                  <a:lnTo>
                    <a:pt x="3878351" y="0"/>
                  </a:lnTo>
                  <a:lnTo>
                    <a:pt x="3878351" y="9525"/>
                  </a:lnTo>
                  <a:lnTo>
                    <a:pt x="3906926" y="9525"/>
                  </a:lnTo>
                  <a:lnTo>
                    <a:pt x="3906926" y="0"/>
                  </a:lnTo>
                  <a:close/>
                </a:path>
                <a:path w="5524500" h="5276850">
                  <a:moveTo>
                    <a:pt x="3913695" y="5267325"/>
                  </a:moveTo>
                  <a:lnTo>
                    <a:pt x="3885120" y="5267325"/>
                  </a:lnTo>
                  <a:lnTo>
                    <a:pt x="3885120" y="5276850"/>
                  </a:lnTo>
                  <a:lnTo>
                    <a:pt x="3913695" y="5276850"/>
                  </a:lnTo>
                  <a:lnTo>
                    <a:pt x="3913695" y="5267325"/>
                  </a:lnTo>
                  <a:close/>
                </a:path>
                <a:path w="5524500" h="5276850">
                  <a:moveTo>
                    <a:pt x="3954576" y="0"/>
                  </a:moveTo>
                  <a:lnTo>
                    <a:pt x="3926001" y="0"/>
                  </a:lnTo>
                  <a:lnTo>
                    <a:pt x="3926001" y="9525"/>
                  </a:lnTo>
                  <a:lnTo>
                    <a:pt x="3954576" y="9525"/>
                  </a:lnTo>
                  <a:lnTo>
                    <a:pt x="3954576" y="0"/>
                  </a:lnTo>
                  <a:close/>
                </a:path>
                <a:path w="5524500" h="5276850">
                  <a:moveTo>
                    <a:pt x="3961346" y="5267325"/>
                  </a:moveTo>
                  <a:lnTo>
                    <a:pt x="3932771" y="5267325"/>
                  </a:lnTo>
                  <a:lnTo>
                    <a:pt x="3932771" y="5276850"/>
                  </a:lnTo>
                  <a:lnTo>
                    <a:pt x="3961346" y="5276850"/>
                  </a:lnTo>
                  <a:lnTo>
                    <a:pt x="3961346" y="5267325"/>
                  </a:lnTo>
                  <a:close/>
                </a:path>
                <a:path w="5524500" h="5276850">
                  <a:moveTo>
                    <a:pt x="4002227" y="0"/>
                  </a:moveTo>
                  <a:lnTo>
                    <a:pt x="3973652" y="0"/>
                  </a:lnTo>
                  <a:lnTo>
                    <a:pt x="3973652" y="9525"/>
                  </a:lnTo>
                  <a:lnTo>
                    <a:pt x="4002227" y="9525"/>
                  </a:lnTo>
                  <a:lnTo>
                    <a:pt x="4002227" y="0"/>
                  </a:lnTo>
                  <a:close/>
                </a:path>
                <a:path w="5524500" h="5276850">
                  <a:moveTo>
                    <a:pt x="4008983" y="5267325"/>
                  </a:moveTo>
                  <a:lnTo>
                    <a:pt x="3980408" y="5267325"/>
                  </a:lnTo>
                  <a:lnTo>
                    <a:pt x="3980408" y="5276850"/>
                  </a:lnTo>
                  <a:lnTo>
                    <a:pt x="4008983" y="5276850"/>
                  </a:lnTo>
                  <a:lnTo>
                    <a:pt x="4008983" y="5267325"/>
                  </a:lnTo>
                  <a:close/>
                </a:path>
                <a:path w="5524500" h="5276850">
                  <a:moveTo>
                    <a:pt x="4049865" y="0"/>
                  </a:moveTo>
                  <a:lnTo>
                    <a:pt x="4021290" y="0"/>
                  </a:lnTo>
                  <a:lnTo>
                    <a:pt x="4021290" y="9525"/>
                  </a:lnTo>
                  <a:lnTo>
                    <a:pt x="4049865" y="9525"/>
                  </a:lnTo>
                  <a:lnTo>
                    <a:pt x="4049865" y="0"/>
                  </a:lnTo>
                  <a:close/>
                </a:path>
                <a:path w="5524500" h="5276850">
                  <a:moveTo>
                    <a:pt x="4056634" y="5267325"/>
                  </a:moveTo>
                  <a:lnTo>
                    <a:pt x="4028059" y="5267325"/>
                  </a:lnTo>
                  <a:lnTo>
                    <a:pt x="4028059" y="5276850"/>
                  </a:lnTo>
                  <a:lnTo>
                    <a:pt x="4056634" y="5276850"/>
                  </a:lnTo>
                  <a:lnTo>
                    <a:pt x="4056634" y="5267325"/>
                  </a:lnTo>
                  <a:close/>
                </a:path>
                <a:path w="5524500" h="5276850">
                  <a:moveTo>
                    <a:pt x="4097515" y="0"/>
                  </a:moveTo>
                  <a:lnTo>
                    <a:pt x="4068940" y="0"/>
                  </a:lnTo>
                  <a:lnTo>
                    <a:pt x="4068940" y="9525"/>
                  </a:lnTo>
                  <a:lnTo>
                    <a:pt x="4097515" y="9525"/>
                  </a:lnTo>
                  <a:lnTo>
                    <a:pt x="4097515" y="0"/>
                  </a:lnTo>
                  <a:close/>
                </a:path>
                <a:path w="5524500" h="5276850">
                  <a:moveTo>
                    <a:pt x="4104284" y="5267325"/>
                  </a:moveTo>
                  <a:lnTo>
                    <a:pt x="4075709" y="5267325"/>
                  </a:lnTo>
                  <a:lnTo>
                    <a:pt x="4075709" y="5276850"/>
                  </a:lnTo>
                  <a:lnTo>
                    <a:pt x="4104284" y="5276850"/>
                  </a:lnTo>
                  <a:lnTo>
                    <a:pt x="4104284" y="5267325"/>
                  </a:lnTo>
                  <a:close/>
                </a:path>
                <a:path w="5524500" h="5276850">
                  <a:moveTo>
                    <a:pt x="4145165" y="0"/>
                  </a:moveTo>
                  <a:lnTo>
                    <a:pt x="4116590" y="0"/>
                  </a:lnTo>
                  <a:lnTo>
                    <a:pt x="4116590" y="9525"/>
                  </a:lnTo>
                  <a:lnTo>
                    <a:pt x="4145165" y="9525"/>
                  </a:lnTo>
                  <a:lnTo>
                    <a:pt x="4145165" y="0"/>
                  </a:lnTo>
                  <a:close/>
                </a:path>
                <a:path w="5524500" h="5276850">
                  <a:moveTo>
                    <a:pt x="4151922" y="5267325"/>
                  </a:moveTo>
                  <a:lnTo>
                    <a:pt x="4123347" y="5267325"/>
                  </a:lnTo>
                  <a:lnTo>
                    <a:pt x="4123347" y="5276850"/>
                  </a:lnTo>
                  <a:lnTo>
                    <a:pt x="4151922" y="5276850"/>
                  </a:lnTo>
                  <a:lnTo>
                    <a:pt x="4151922" y="5267325"/>
                  </a:lnTo>
                  <a:close/>
                </a:path>
                <a:path w="5524500" h="5276850">
                  <a:moveTo>
                    <a:pt x="4192803" y="0"/>
                  </a:moveTo>
                  <a:lnTo>
                    <a:pt x="4164228" y="0"/>
                  </a:lnTo>
                  <a:lnTo>
                    <a:pt x="4164228" y="9525"/>
                  </a:lnTo>
                  <a:lnTo>
                    <a:pt x="4192803" y="9525"/>
                  </a:lnTo>
                  <a:lnTo>
                    <a:pt x="4192803" y="0"/>
                  </a:lnTo>
                  <a:close/>
                </a:path>
                <a:path w="5524500" h="5276850">
                  <a:moveTo>
                    <a:pt x="4199572" y="5267325"/>
                  </a:moveTo>
                  <a:lnTo>
                    <a:pt x="4170997" y="5267325"/>
                  </a:lnTo>
                  <a:lnTo>
                    <a:pt x="4170997" y="5276850"/>
                  </a:lnTo>
                  <a:lnTo>
                    <a:pt x="4199572" y="5276850"/>
                  </a:lnTo>
                  <a:lnTo>
                    <a:pt x="4199572" y="5267325"/>
                  </a:lnTo>
                  <a:close/>
                </a:path>
                <a:path w="5524500" h="5276850">
                  <a:moveTo>
                    <a:pt x="4240454" y="0"/>
                  </a:moveTo>
                  <a:lnTo>
                    <a:pt x="4211879" y="0"/>
                  </a:lnTo>
                  <a:lnTo>
                    <a:pt x="4211879" y="9525"/>
                  </a:lnTo>
                  <a:lnTo>
                    <a:pt x="4240454" y="9525"/>
                  </a:lnTo>
                  <a:lnTo>
                    <a:pt x="4240454" y="0"/>
                  </a:lnTo>
                  <a:close/>
                </a:path>
                <a:path w="5524500" h="5276850">
                  <a:moveTo>
                    <a:pt x="4247223" y="5267325"/>
                  </a:moveTo>
                  <a:lnTo>
                    <a:pt x="4218648" y="5267325"/>
                  </a:lnTo>
                  <a:lnTo>
                    <a:pt x="4218648" y="5276850"/>
                  </a:lnTo>
                  <a:lnTo>
                    <a:pt x="4247223" y="5276850"/>
                  </a:lnTo>
                  <a:lnTo>
                    <a:pt x="4247223" y="5267325"/>
                  </a:lnTo>
                  <a:close/>
                </a:path>
                <a:path w="5524500" h="5276850">
                  <a:moveTo>
                    <a:pt x="4288104" y="0"/>
                  </a:moveTo>
                  <a:lnTo>
                    <a:pt x="4259529" y="0"/>
                  </a:lnTo>
                  <a:lnTo>
                    <a:pt x="4259529" y="9525"/>
                  </a:lnTo>
                  <a:lnTo>
                    <a:pt x="4288104" y="9525"/>
                  </a:lnTo>
                  <a:lnTo>
                    <a:pt x="4288104" y="0"/>
                  </a:lnTo>
                  <a:close/>
                </a:path>
                <a:path w="5524500" h="5276850">
                  <a:moveTo>
                    <a:pt x="4294860" y="5267325"/>
                  </a:moveTo>
                  <a:lnTo>
                    <a:pt x="4266285" y="5267325"/>
                  </a:lnTo>
                  <a:lnTo>
                    <a:pt x="4266285" y="5276850"/>
                  </a:lnTo>
                  <a:lnTo>
                    <a:pt x="4294860" y="5276850"/>
                  </a:lnTo>
                  <a:lnTo>
                    <a:pt x="4294860" y="5267325"/>
                  </a:lnTo>
                  <a:close/>
                </a:path>
                <a:path w="5524500" h="5276850">
                  <a:moveTo>
                    <a:pt x="4335742" y="0"/>
                  </a:moveTo>
                  <a:lnTo>
                    <a:pt x="4307167" y="0"/>
                  </a:lnTo>
                  <a:lnTo>
                    <a:pt x="4307167" y="9525"/>
                  </a:lnTo>
                  <a:lnTo>
                    <a:pt x="4335742" y="9525"/>
                  </a:lnTo>
                  <a:lnTo>
                    <a:pt x="4335742" y="0"/>
                  </a:lnTo>
                  <a:close/>
                </a:path>
                <a:path w="5524500" h="5276850">
                  <a:moveTo>
                    <a:pt x="4342511" y="5267325"/>
                  </a:moveTo>
                  <a:lnTo>
                    <a:pt x="4313936" y="5267325"/>
                  </a:lnTo>
                  <a:lnTo>
                    <a:pt x="4313936" y="5276850"/>
                  </a:lnTo>
                  <a:lnTo>
                    <a:pt x="4342511" y="5276850"/>
                  </a:lnTo>
                  <a:lnTo>
                    <a:pt x="4342511" y="5267325"/>
                  </a:lnTo>
                  <a:close/>
                </a:path>
                <a:path w="5524500" h="5276850">
                  <a:moveTo>
                    <a:pt x="4383392" y="0"/>
                  </a:moveTo>
                  <a:lnTo>
                    <a:pt x="4354817" y="0"/>
                  </a:lnTo>
                  <a:lnTo>
                    <a:pt x="4354817" y="9525"/>
                  </a:lnTo>
                  <a:lnTo>
                    <a:pt x="4383392" y="9525"/>
                  </a:lnTo>
                  <a:lnTo>
                    <a:pt x="4383392" y="0"/>
                  </a:lnTo>
                  <a:close/>
                </a:path>
                <a:path w="5524500" h="5276850">
                  <a:moveTo>
                    <a:pt x="4390161" y="5267325"/>
                  </a:moveTo>
                  <a:lnTo>
                    <a:pt x="4361586" y="5267325"/>
                  </a:lnTo>
                  <a:lnTo>
                    <a:pt x="4361586" y="5276850"/>
                  </a:lnTo>
                  <a:lnTo>
                    <a:pt x="4390161" y="5276850"/>
                  </a:lnTo>
                  <a:lnTo>
                    <a:pt x="4390161" y="5267325"/>
                  </a:lnTo>
                  <a:close/>
                </a:path>
                <a:path w="5524500" h="5276850">
                  <a:moveTo>
                    <a:pt x="4431042" y="0"/>
                  </a:moveTo>
                  <a:lnTo>
                    <a:pt x="4402467" y="0"/>
                  </a:lnTo>
                  <a:lnTo>
                    <a:pt x="4402467" y="9525"/>
                  </a:lnTo>
                  <a:lnTo>
                    <a:pt x="4431042" y="9525"/>
                  </a:lnTo>
                  <a:lnTo>
                    <a:pt x="4431042" y="0"/>
                  </a:lnTo>
                  <a:close/>
                </a:path>
                <a:path w="5524500" h="5276850">
                  <a:moveTo>
                    <a:pt x="4437799" y="5267325"/>
                  </a:moveTo>
                  <a:lnTo>
                    <a:pt x="4409224" y="5267325"/>
                  </a:lnTo>
                  <a:lnTo>
                    <a:pt x="4409224" y="5276850"/>
                  </a:lnTo>
                  <a:lnTo>
                    <a:pt x="4437799" y="5276850"/>
                  </a:lnTo>
                  <a:lnTo>
                    <a:pt x="4437799" y="5267325"/>
                  </a:lnTo>
                  <a:close/>
                </a:path>
                <a:path w="5524500" h="5276850">
                  <a:moveTo>
                    <a:pt x="4478680" y="0"/>
                  </a:moveTo>
                  <a:lnTo>
                    <a:pt x="4450105" y="0"/>
                  </a:lnTo>
                  <a:lnTo>
                    <a:pt x="4450105" y="9525"/>
                  </a:lnTo>
                  <a:lnTo>
                    <a:pt x="4478680" y="9525"/>
                  </a:lnTo>
                  <a:lnTo>
                    <a:pt x="4478680" y="0"/>
                  </a:lnTo>
                  <a:close/>
                </a:path>
                <a:path w="5524500" h="5276850">
                  <a:moveTo>
                    <a:pt x="4485449" y="5267325"/>
                  </a:moveTo>
                  <a:lnTo>
                    <a:pt x="4456874" y="5267325"/>
                  </a:lnTo>
                  <a:lnTo>
                    <a:pt x="4456874" y="5276850"/>
                  </a:lnTo>
                  <a:lnTo>
                    <a:pt x="4485449" y="5276850"/>
                  </a:lnTo>
                  <a:lnTo>
                    <a:pt x="4485449" y="5267325"/>
                  </a:lnTo>
                  <a:close/>
                </a:path>
                <a:path w="5524500" h="5276850">
                  <a:moveTo>
                    <a:pt x="4526331" y="0"/>
                  </a:moveTo>
                  <a:lnTo>
                    <a:pt x="4497756" y="0"/>
                  </a:lnTo>
                  <a:lnTo>
                    <a:pt x="4497756" y="9525"/>
                  </a:lnTo>
                  <a:lnTo>
                    <a:pt x="4526331" y="9525"/>
                  </a:lnTo>
                  <a:lnTo>
                    <a:pt x="4526331" y="0"/>
                  </a:lnTo>
                  <a:close/>
                </a:path>
                <a:path w="5524500" h="5276850">
                  <a:moveTo>
                    <a:pt x="4533100" y="5267325"/>
                  </a:moveTo>
                  <a:lnTo>
                    <a:pt x="4504525" y="5267325"/>
                  </a:lnTo>
                  <a:lnTo>
                    <a:pt x="4504525" y="5276850"/>
                  </a:lnTo>
                  <a:lnTo>
                    <a:pt x="4533100" y="5276850"/>
                  </a:lnTo>
                  <a:lnTo>
                    <a:pt x="4533100" y="5267325"/>
                  </a:lnTo>
                  <a:close/>
                </a:path>
                <a:path w="5524500" h="5276850">
                  <a:moveTo>
                    <a:pt x="4573981" y="0"/>
                  </a:moveTo>
                  <a:lnTo>
                    <a:pt x="4545406" y="0"/>
                  </a:lnTo>
                  <a:lnTo>
                    <a:pt x="4545406" y="9525"/>
                  </a:lnTo>
                  <a:lnTo>
                    <a:pt x="4573981" y="9525"/>
                  </a:lnTo>
                  <a:lnTo>
                    <a:pt x="4573981" y="0"/>
                  </a:lnTo>
                  <a:close/>
                </a:path>
                <a:path w="5524500" h="5276850">
                  <a:moveTo>
                    <a:pt x="4580737" y="5267325"/>
                  </a:moveTo>
                  <a:lnTo>
                    <a:pt x="4552162" y="5267325"/>
                  </a:lnTo>
                  <a:lnTo>
                    <a:pt x="4552162" y="5276850"/>
                  </a:lnTo>
                  <a:lnTo>
                    <a:pt x="4580737" y="5276850"/>
                  </a:lnTo>
                  <a:lnTo>
                    <a:pt x="4580737" y="5267325"/>
                  </a:lnTo>
                  <a:close/>
                </a:path>
                <a:path w="5524500" h="5276850">
                  <a:moveTo>
                    <a:pt x="4621619" y="0"/>
                  </a:moveTo>
                  <a:lnTo>
                    <a:pt x="4593044" y="0"/>
                  </a:lnTo>
                  <a:lnTo>
                    <a:pt x="4593044" y="9525"/>
                  </a:lnTo>
                  <a:lnTo>
                    <a:pt x="4621619" y="9525"/>
                  </a:lnTo>
                  <a:lnTo>
                    <a:pt x="4621619" y="0"/>
                  </a:lnTo>
                  <a:close/>
                </a:path>
                <a:path w="5524500" h="5276850">
                  <a:moveTo>
                    <a:pt x="4628388" y="5267325"/>
                  </a:moveTo>
                  <a:lnTo>
                    <a:pt x="4599813" y="5267325"/>
                  </a:lnTo>
                  <a:lnTo>
                    <a:pt x="4599813" y="5276850"/>
                  </a:lnTo>
                  <a:lnTo>
                    <a:pt x="4628388" y="5276850"/>
                  </a:lnTo>
                  <a:lnTo>
                    <a:pt x="4628388" y="5267325"/>
                  </a:lnTo>
                  <a:close/>
                </a:path>
                <a:path w="5524500" h="5276850">
                  <a:moveTo>
                    <a:pt x="4669269" y="0"/>
                  </a:moveTo>
                  <a:lnTo>
                    <a:pt x="4640694" y="0"/>
                  </a:lnTo>
                  <a:lnTo>
                    <a:pt x="4640694" y="9525"/>
                  </a:lnTo>
                  <a:lnTo>
                    <a:pt x="4669269" y="9525"/>
                  </a:lnTo>
                  <a:lnTo>
                    <a:pt x="4669269" y="0"/>
                  </a:lnTo>
                  <a:close/>
                </a:path>
                <a:path w="5524500" h="5276850">
                  <a:moveTo>
                    <a:pt x="4676038" y="5267325"/>
                  </a:moveTo>
                  <a:lnTo>
                    <a:pt x="4647463" y="5267325"/>
                  </a:lnTo>
                  <a:lnTo>
                    <a:pt x="4647463" y="5276850"/>
                  </a:lnTo>
                  <a:lnTo>
                    <a:pt x="4676038" y="5276850"/>
                  </a:lnTo>
                  <a:lnTo>
                    <a:pt x="4676038" y="5267325"/>
                  </a:lnTo>
                  <a:close/>
                </a:path>
                <a:path w="5524500" h="5276850">
                  <a:moveTo>
                    <a:pt x="4716919" y="0"/>
                  </a:moveTo>
                  <a:lnTo>
                    <a:pt x="4688344" y="0"/>
                  </a:lnTo>
                  <a:lnTo>
                    <a:pt x="4688344" y="9525"/>
                  </a:lnTo>
                  <a:lnTo>
                    <a:pt x="4716919" y="9525"/>
                  </a:lnTo>
                  <a:lnTo>
                    <a:pt x="4716919" y="0"/>
                  </a:lnTo>
                  <a:close/>
                </a:path>
                <a:path w="5524500" h="5276850">
                  <a:moveTo>
                    <a:pt x="4723689" y="5267325"/>
                  </a:moveTo>
                  <a:lnTo>
                    <a:pt x="4695114" y="5267325"/>
                  </a:lnTo>
                  <a:lnTo>
                    <a:pt x="4695114" y="5276850"/>
                  </a:lnTo>
                  <a:lnTo>
                    <a:pt x="4723689" y="5276850"/>
                  </a:lnTo>
                  <a:lnTo>
                    <a:pt x="4723689" y="5267325"/>
                  </a:lnTo>
                  <a:close/>
                </a:path>
                <a:path w="5524500" h="5276850">
                  <a:moveTo>
                    <a:pt x="4764570" y="0"/>
                  </a:moveTo>
                  <a:lnTo>
                    <a:pt x="4735995" y="0"/>
                  </a:lnTo>
                  <a:lnTo>
                    <a:pt x="4735995" y="9525"/>
                  </a:lnTo>
                  <a:lnTo>
                    <a:pt x="4764570" y="9525"/>
                  </a:lnTo>
                  <a:lnTo>
                    <a:pt x="4764570" y="0"/>
                  </a:lnTo>
                  <a:close/>
                </a:path>
                <a:path w="5524500" h="5276850">
                  <a:moveTo>
                    <a:pt x="4771326" y="5267325"/>
                  </a:moveTo>
                  <a:lnTo>
                    <a:pt x="4742751" y="5267325"/>
                  </a:lnTo>
                  <a:lnTo>
                    <a:pt x="4742751" y="5276850"/>
                  </a:lnTo>
                  <a:lnTo>
                    <a:pt x="4771326" y="5276850"/>
                  </a:lnTo>
                  <a:lnTo>
                    <a:pt x="4771326" y="5267325"/>
                  </a:lnTo>
                  <a:close/>
                </a:path>
                <a:path w="5524500" h="5276850">
                  <a:moveTo>
                    <a:pt x="4812208" y="0"/>
                  </a:moveTo>
                  <a:lnTo>
                    <a:pt x="4783633" y="0"/>
                  </a:lnTo>
                  <a:lnTo>
                    <a:pt x="4783633" y="9525"/>
                  </a:lnTo>
                  <a:lnTo>
                    <a:pt x="4812208" y="9525"/>
                  </a:lnTo>
                  <a:lnTo>
                    <a:pt x="4812208" y="0"/>
                  </a:lnTo>
                  <a:close/>
                </a:path>
                <a:path w="5524500" h="5276850">
                  <a:moveTo>
                    <a:pt x="4818977" y="5267325"/>
                  </a:moveTo>
                  <a:lnTo>
                    <a:pt x="4790402" y="5267325"/>
                  </a:lnTo>
                  <a:lnTo>
                    <a:pt x="4790402" y="5276850"/>
                  </a:lnTo>
                  <a:lnTo>
                    <a:pt x="4818977" y="5276850"/>
                  </a:lnTo>
                  <a:lnTo>
                    <a:pt x="4818977" y="5267325"/>
                  </a:lnTo>
                  <a:close/>
                </a:path>
                <a:path w="5524500" h="5276850">
                  <a:moveTo>
                    <a:pt x="4859858" y="0"/>
                  </a:moveTo>
                  <a:lnTo>
                    <a:pt x="4831283" y="0"/>
                  </a:lnTo>
                  <a:lnTo>
                    <a:pt x="4831283" y="9525"/>
                  </a:lnTo>
                  <a:lnTo>
                    <a:pt x="4859858" y="9525"/>
                  </a:lnTo>
                  <a:lnTo>
                    <a:pt x="4859858" y="0"/>
                  </a:lnTo>
                  <a:close/>
                </a:path>
                <a:path w="5524500" h="5276850">
                  <a:moveTo>
                    <a:pt x="4866614" y="5267325"/>
                  </a:moveTo>
                  <a:lnTo>
                    <a:pt x="4838039" y="5267325"/>
                  </a:lnTo>
                  <a:lnTo>
                    <a:pt x="4838039" y="5276850"/>
                  </a:lnTo>
                  <a:lnTo>
                    <a:pt x="4866614" y="5276850"/>
                  </a:lnTo>
                  <a:lnTo>
                    <a:pt x="4866614" y="5267325"/>
                  </a:lnTo>
                  <a:close/>
                </a:path>
                <a:path w="5524500" h="5276850">
                  <a:moveTo>
                    <a:pt x="4907496" y="0"/>
                  </a:moveTo>
                  <a:lnTo>
                    <a:pt x="4878921" y="0"/>
                  </a:lnTo>
                  <a:lnTo>
                    <a:pt x="4878921" y="9525"/>
                  </a:lnTo>
                  <a:lnTo>
                    <a:pt x="4907496" y="9525"/>
                  </a:lnTo>
                  <a:lnTo>
                    <a:pt x="4907496" y="0"/>
                  </a:lnTo>
                  <a:close/>
                </a:path>
                <a:path w="5524500" h="5276850">
                  <a:moveTo>
                    <a:pt x="4914265" y="5267325"/>
                  </a:moveTo>
                  <a:lnTo>
                    <a:pt x="4885690" y="5267325"/>
                  </a:lnTo>
                  <a:lnTo>
                    <a:pt x="4885690" y="5276850"/>
                  </a:lnTo>
                  <a:lnTo>
                    <a:pt x="4914265" y="5276850"/>
                  </a:lnTo>
                  <a:lnTo>
                    <a:pt x="4914265" y="5267325"/>
                  </a:lnTo>
                  <a:close/>
                </a:path>
                <a:path w="5524500" h="5276850">
                  <a:moveTo>
                    <a:pt x="4955146" y="0"/>
                  </a:moveTo>
                  <a:lnTo>
                    <a:pt x="4926571" y="0"/>
                  </a:lnTo>
                  <a:lnTo>
                    <a:pt x="4926571" y="9525"/>
                  </a:lnTo>
                  <a:lnTo>
                    <a:pt x="4955146" y="9525"/>
                  </a:lnTo>
                  <a:lnTo>
                    <a:pt x="4955146" y="0"/>
                  </a:lnTo>
                  <a:close/>
                </a:path>
                <a:path w="5524500" h="5276850">
                  <a:moveTo>
                    <a:pt x="4961915" y="5267325"/>
                  </a:moveTo>
                  <a:lnTo>
                    <a:pt x="4933340" y="5267325"/>
                  </a:lnTo>
                  <a:lnTo>
                    <a:pt x="4933340" y="5276850"/>
                  </a:lnTo>
                  <a:lnTo>
                    <a:pt x="4961915" y="5276850"/>
                  </a:lnTo>
                  <a:lnTo>
                    <a:pt x="4961915" y="5267325"/>
                  </a:lnTo>
                  <a:close/>
                </a:path>
                <a:path w="5524500" h="5276850">
                  <a:moveTo>
                    <a:pt x="5002796" y="0"/>
                  </a:moveTo>
                  <a:lnTo>
                    <a:pt x="4974221" y="0"/>
                  </a:lnTo>
                  <a:lnTo>
                    <a:pt x="4974221" y="9525"/>
                  </a:lnTo>
                  <a:lnTo>
                    <a:pt x="5002796" y="9525"/>
                  </a:lnTo>
                  <a:lnTo>
                    <a:pt x="5002796" y="0"/>
                  </a:lnTo>
                  <a:close/>
                </a:path>
                <a:path w="5524500" h="5276850">
                  <a:moveTo>
                    <a:pt x="5009553" y="5267325"/>
                  </a:moveTo>
                  <a:lnTo>
                    <a:pt x="4980978" y="5267325"/>
                  </a:lnTo>
                  <a:lnTo>
                    <a:pt x="4980978" y="5276850"/>
                  </a:lnTo>
                  <a:lnTo>
                    <a:pt x="5009553" y="5276850"/>
                  </a:lnTo>
                  <a:lnTo>
                    <a:pt x="5009553" y="5267325"/>
                  </a:lnTo>
                  <a:close/>
                </a:path>
                <a:path w="5524500" h="5276850">
                  <a:moveTo>
                    <a:pt x="5050434" y="0"/>
                  </a:moveTo>
                  <a:lnTo>
                    <a:pt x="5021859" y="0"/>
                  </a:lnTo>
                  <a:lnTo>
                    <a:pt x="5021859" y="9525"/>
                  </a:lnTo>
                  <a:lnTo>
                    <a:pt x="5050434" y="9525"/>
                  </a:lnTo>
                  <a:lnTo>
                    <a:pt x="5050434" y="0"/>
                  </a:lnTo>
                  <a:close/>
                </a:path>
                <a:path w="5524500" h="5276850">
                  <a:moveTo>
                    <a:pt x="5057203" y="5267325"/>
                  </a:moveTo>
                  <a:lnTo>
                    <a:pt x="5028628" y="5267325"/>
                  </a:lnTo>
                  <a:lnTo>
                    <a:pt x="5028628" y="5276850"/>
                  </a:lnTo>
                  <a:lnTo>
                    <a:pt x="5057203" y="5276850"/>
                  </a:lnTo>
                  <a:lnTo>
                    <a:pt x="5057203" y="5267325"/>
                  </a:lnTo>
                  <a:close/>
                </a:path>
                <a:path w="5524500" h="5276850">
                  <a:moveTo>
                    <a:pt x="5098085" y="0"/>
                  </a:moveTo>
                  <a:lnTo>
                    <a:pt x="5069510" y="0"/>
                  </a:lnTo>
                  <a:lnTo>
                    <a:pt x="5069510" y="9525"/>
                  </a:lnTo>
                  <a:lnTo>
                    <a:pt x="5098085" y="9525"/>
                  </a:lnTo>
                  <a:lnTo>
                    <a:pt x="5098085" y="0"/>
                  </a:lnTo>
                  <a:close/>
                </a:path>
                <a:path w="5524500" h="5276850">
                  <a:moveTo>
                    <a:pt x="5104854" y="5267325"/>
                  </a:moveTo>
                  <a:lnTo>
                    <a:pt x="5076279" y="5267325"/>
                  </a:lnTo>
                  <a:lnTo>
                    <a:pt x="5076279" y="5276850"/>
                  </a:lnTo>
                  <a:lnTo>
                    <a:pt x="5104854" y="5276850"/>
                  </a:lnTo>
                  <a:lnTo>
                    <a:pt x="5104854" y="5267325"/>
                  </a:lnTo>
                  <a:close/>
                </a:path>
                <a:path w="5524500" h="5276850">
                  <a:moveTo>
                    <a:pt x="5145735" y="0"/>
                  </a:moveTo>
                  <a:lnTo>
                    <a:pt x="5117160" y="0"/>
                  </a:lnTo>
                  <a:lnTo>
                    <a:pt x="5117160" y="9525"/>
                  </a:lnTo>
                  <a:lnTo>
                    <a:pt x="5145735" y="9525"/>
                  </a:lnTo>
                  <a:lnTo>
                    <a:pt x="5145735" y="0"/>
                  </a:lnTo>
                  <a:close/>
                </a:path>
                <a:path w="5524500" h="5276850">
                  <a:moveTo>
                    <a:pt x="5152504" y="5267325"/>
                  </a:moveTo>
                  <a:lnTo>
                    <a:pt x="5123929" y="5267325"/>
                  </a:lnTo>
                  <a:lnTo>
                    <a:pt x="5123929" y="5276850"/>
                  </a:lnTo>
                  <a:lnTo>
                    <a:pt x="5152504" y="5276850"/>
                  </a:lnTo>
                  <a:lnTo>
                    <a:pt x="5152504" y="5267325"/>
                  </a:lnTo>
                  <a:close/>
                </a:path>
                <a:path w="5524500" h="5276850">
                  <a:moveTo>
                    <a:pt x="5193385" y="0"/>
                  </a:moveTo>
                  <a:lnTo>
                    <a:pt x="5164810" y="0"/>
                  </a:lnTo>
                  <a:lnTo>
                    <a:pt x="5164810" y="9525"/>
                  </a:lnTo>
                  <a:lnTo>
                    <a:pt x="5193385" y="9525"/>
                  </a:lnTo>
                  <a:lnTo>
                    <a:pt x="5193385" y="0"/>
                  </a:lnTo>
                  <a:close/>
                </a:path>
                <a:path w="5524500" h="5276850">
                  <a:moveTo>
                    <a:pt x="5200142" y="5267325"/>
                  </a:moveTo>
                  <a:lnTo>
                    <a:pt x="5171567" y="5267325"/>
                  </a:lnTo>
                  <a:lnTo>
                    <a:pt x="5171567" y="5276850"/>
                  </a:lnTo>
                  <a:lnTo>
                    <a:pt x="5200142" y="5276850"/>
                  </a:lnTo>
                  <a:lnTo>
                    <a:pt x="5200142" y="5267325"/>
                  </a:lnTo>
                  <a:close/>
                </a:path>
                <a:path w="5524500" h="5276850">
                  <a:moveTo>
                    <a:pt x="5241023" y="0"/>
                  </a:moveTo>
                  <a:lnTo>
                    <a:pt x="5212448" y="0"/>
                  </a:lnTo>
                  <a:lnTo>
                    <a:pt x="5212448" y="9525"/>
                  </a:lnTo>
                  <a:lnTo>
                    <a:pt x="5241023" y="9525"/>
                  </a:lnTo>
                  <a:lnTo>
                    <a:pt x="5241023" y="0"/>
                  </a:lnTo>
                  <a:close/>
                </a:path>
                <a:path w="5524500" h="5276850">
                  <a:moveTo>
                    <a:pt x="5247792" y="5267325"/>
                  </a:moveTo>
                  <a:lnTo>
                    <a:pt x="5219217" y="5267325"/>
                  </a:lnTo>
                  <a:lnTo>
                    <a:pt x="5219217" y="5276850"/>
                  </a:lnTo>
                  <a:lnTo>
                    <a:pt x="5247792" y="5276850"/>
                  </a:lnTo>
                  <a:lnTo>
                    <a:pt x="5247792" y="5267325"/>
                  </a:lnTo>
                  <a:close/>
                </a:path>
                <a:path w="5524500" h="5276850">
                  <a:moveTo>
                    <a:pt x="5288673" y="0"/>
                  </a:moveTo>
                  <a:lnTo>
                    <a:pt x="5260098" y="0"/>
                  </a:lnTo>
                  <a:lnTo>
                    <a:pt x="5260098" y="9525"/>
                  </a:lnTo>
                  <a:lnTo>
                    <a:pt x="5288673" y="9525"/>
                  </a:lnTo>
                  <a:lnTo>
                    <a:pt x="5288673" y="0"/>
                  </a:lnTo>
                  <a:close/>
                </a:path>
                <a:path w="5524500" h="5276850">
                  <a:moveTo>
                    <a:pt x="5295443" y="5267325"/>
                  </a:moveTo>
                  <a:lnTo>
                    <a:pt x="5266868" y="5267325"/>
                  </a:lnTo>
                  <a:lnTo>
                    <a:pt x="5266868" y="5276850"/>
                  </a:lnTo>
                  <a:lnTo>
                    <a:pt x="5295443" y="5276850"/>
                  </a:lnTo>
                  <a:lnTo>
                    <a:pt x="5295443" y="5267325"/>
                  </a:lnTo>
                  <a:close/>
                </a:path>
                <a:path w="5524500" h="5276850">
                  <a:moveTo>
                    <a:pt x="5336311" y="0"/>
                  </a:moveTo>
                  <a:lnTo>
                    <a:pt x="5307736" y="0"/>
                  </a:lnTo>
                  <a:lnTo>
                    <a:pt x="5307736" y="9525"/>
                  </a:lnTo>
                  <a:lnTo>
                    <a:pt x="5336311" y="9525"/>
                  </a:lnTo>
                  <a:lnTo>
                    <a:pt x="5336311" y="0"/>
                  </a:lnTo>
                  <a:close/>
                </a:path>
                <a:path w="5524500" h="5276850">
                  <a:moveTo>
                    <a:pt x="5343080" y="5267325"/>
                  </a:moveTo>
                  <a:lnTo>
                    <a:pt x="5314505" y="5267325"/>
                  </a:lnTo>
                  <a:lnTo>
                    <a:pt x="5314505" y="5276850"/>
                  </a:lnTo>
                  <a:lnTo>
                    <a:pt x="5343080" y="5276850"/>
                  </a:lnTo>
                  <a:lnTo>
                    <a:pt x="5343080" y="5267325"/>
                  </a:lnTo>
                  <a:close/>
                </a:path>
                <a:path w="5524500" h="5276850">
                  <a:moveTo>
                    <a:pt x="5383962" y="0"/>
                  </a:moveTo>
                  <a:lnTo>
                    <a:pt x="5355387" y="0"/>
                  </a:lnTo>
                  <a:lnTo>
                    <a:pt x="5355387" y="9525"/>
                  </a:lnTo>
                  <a:lnTo>
                    <a:pt x="5383962" y="9525"/>
                  </a:lnTo>
                  <a:lnTo>
                    <a:pt x="5383962" y="0"/>
                  </a:lnTo>
                  <a:close/>
                </a:path>
                <a:path w="5524500" h="5276850">
                  <a:moveTo>
                    <a:pt x="5390731" y="5267325"/>
                  </a:moveTo>
                  <a:lnTo>
                    <a:pt x="5362156" y="5267325"/>
                  </a:lnTo>
                  <a:lnTo>
                    <a:pt x="5362156" y="5276850"/>
                  </a:lnTo>
                  <a:lnTo>
                    <a:pt x="5390731" y="5276850"/>
                  </a:lnTo>
                  <a:lnTo>
                    <a:pt x="5390731" y="5267325"/>
                  </a:lnTo>
                  <a:close/>
                </a:path>
                <a:path w="5524500" h="5276850">
                  <a:moveTo>
                    <a:pt x="5430990" y="1955"/>
                  </a:moveTo>
                  <a:lnTo>
                    <a:pt x="5421465" y="546"/>
                  </a:lnTo>
                  <a:lnTo>
                    <a:pt x="5410200" y="0"/>
                  </a:lnTo>
                  <a:lnTo>
                    <a:pt x="5403037" y="0"/>
                  </a:lnTo>
                  <a:lnTo>
                    <a:pt x="5403037" y="9525"/>
                  </a:lnTo>
                  <a:lnTo>
                    <a:pt x="5410200" y="9525"/>
                  </a:lnTo>
                  <a:lnTo>
                    <a:pt x="5420525" y="10033"/>
                  </a:lnTo>
                  <a:lnTo>
                    <a:pt x="5429250" y="11315"/>
                  </a:lnTo>
                  <a:lnTo>
                    <a:pt x="5430990" y="1955"/>
                  </a:lnTo>
                  <a:close/>
                </a:path>
                <a:path w="5524500" h="5276850">
                  <a:moveTo>
                    <a:pt x="5437683" y="5273383"/>
                  </a:moveTo>
                  <a:lnTo>
                    <a:pt x="5435397" y="5264150"/>
                  </a:lnTo>
                  <a:lnTo>
                    <a:pt x="5430647" y="5265331"/>
                  </a:lnTo>
                  <a:lnTo>
                    <a:pt x="5420525" y="5266829"/>
                  </a:lnTo>
                  <a:lnTo>
                    <a:pt x="5410200" y="5267325"/>
                  </a:lnTo>
                  <a:lnTo>
                    <a:pt x="5409806" y="5267325"/>
                  </a:lnTo>
                  <a:lnTo>
                    <a:pt x="5409806" y="5276850"/>
                  </a:lnTo>
                  <a:lnTo>
                    <a:pt x="5410212" y="5276850"/>
                  </a:lnTo>
                  <a:lnTo>
                    <a:pt x="5421465" y="5276316"/>
                  </a:lnTo>
                  <a:lnTo>
                    <a:pt x="5432514" y="5274678"/>
                  </a:lnTo>
                  <a:lnTo>
                    <a:pt x="5437683" y="5273383"/>
                  </a:lnTo>
                  <a:close/>
                </a:path>
                <a:path w="5524500" h="5276850">
                  <a:moveTo>
                    <a:pt x="5475262" y="20396"/>
                  </a:moveTo>
                  <a:lnTo>
                    <a:pt x="5473712" y="19253"/>
                  </a:lnTo>
                  <a:lnTo>
                    <a:pt x="5464137" y="13512"/>
                  </a:lnTo>
                  <a:lnTo>
                    <a:pt x="5453951" y="8712"/>
                  </a:lnTo>
                  <a:lnTo>
                    <a:pt x="5449913" y="7264"/>
                  </a:lnTo>
                  <a:lnTo>
                    <a:pt x="5446598" y="16179"/>
                  </a:lnTo>
                  <a:lnTo>
                    <a:pt x="5450306" y="17500"/>
                  </a:lnTo>
                  <a:lnTo>
                    <a:pt x="5459641" y="21920"/>
                  </a:lnTo>
                  <a:lnTo>
                    <a:pt x="5468429" y="27178"/>
                  </a:lnTo>
                  <a:lnTo>
                    <a:pt x="5469852" y="28232"/>
                  </a:lnTo>
                  <a:lnTo>
                    <a:pt x="5475262" y="20396"/>
                  </a:lnTo>
                  <a:close/>
                </a:path>
                <a:path w="5524500" h="5276850">
                  <a:moveTo>
                    <a:pt x="5480774" y="5252364"/>
                  </a:moveTo>
                  <a:lnTo>
                    <a:pt x="5474894" y="5244884"/>
                  </a:lnTo>
                  <a:lnTo>
                    <a:pt x="5468429" y="5249684"/>
                  </a:lnTo>
                  <a:lnTo>
                    <a:pt x="5459641" y="5254942"/>
                  </a:lnTo>
                  <a:lnTo>
                    <a:pt x="5452402" y="5258359"/>
                  </a:lnTo>
                  <a:lnTo>
                    <a:pt x="5456237" y="5267071"/>
                  </a:lnTo>
                  <a:lnTo>
                    <a:pt x="5464137" y="5263350"/>
                  </a:lnTo>
                  <a:lnTo>
                    <a:pt x="5473712" y="5257609"/>
                  </a:lnTo>
                  <a:lnTo>
                    <a:pt x="5480774" y="5252364"/>
                  </a:lnTo>
                  <a:close/>
                </a:path>
                <a:path w="5524500" h="5276850">
                  <a:moveTo>
                    <a:pt x="5508091" y="55511"/>
                  </a:moveTo>
                  <a:lnTo>
                    <a:pt x="5505259" y="50787"/>
                  </a:lnTo>
                  <a:lnTo>
                    <a:pt x="5498604" y="41833"/>
                  </a:lnTo>
                  <a:lnTo>
                    <a:pt x="5491023" y="33489"/>
                  </a:lnTo>
                  <a:lnTo>
                    <a:pt x="5490222" y="32753"/>
                  </a:lnTo>
                  <a:lnTo>
                    <a:pt x="5483555" y="39547"/>
                  </a:lnTo>
                  <a:lnTo>
                    <a:pt x="5484292" y="40220"/>
                  </a:lnTo>
                  <a:lnTo>
                    <a:pt x="5491238" y="47866"/>
                  </a:lnTo>
                  <a:lnTo>
                    <a:pt x="5497334" y="56083"/>
                  </a:lnTo>
                  <a:lnTo>
                    <a:pt x="5499925" y="60413"/>
                  </a:lnTo>
                  <a:lnTo>
                    <a:pt x="5508091" y="55511"/>
                  </a:lnTo>
                  <a:close/>
                </a:path>
                <a:path w="5524500" h="5276850">
                  <a:moveTo>
                    <a:pt x="5511470" y="5215483"/>
                  </a:moveTo>
                  <a:lnTo>
                    <a:pt x="5503037" y="5211064"/>
                  </a:lnTo>
                  <a:lnTo>
                    <a:pt x="5502592" y="5211991"/>
                  </a:lnTo>
                  <a:lnTo>
                    <a:pt x="5497334" y="5220779"/>
                  </a:lnTo>
                  <a:lnTo>
                    <a:pt x="5491238" y="5228996"/>
                  </a:lnTo>
                  <a:lnTo>
                    <a:pt x="5487873" y="5232705"/>
                  </a:lnTo>
                  <a:lnTo>
                    <a:pt x="5494934" y="5239080"/>
                  </a:lnTo>
                  <a:lnTo>
                    <a:pt x="5498604" y="5235029"/>
                  </a:lnTo>
                  <a:lnTo>
                    <a:pt x="5505259" y="5226075"/>
                  </a:lnTo>
                  <a:lnTo>
                    <a:pt x="5510987" y="5216487"/>
                  </a:lnTo>
                  <a:lnTo>
                    <a:pt x="5511470" y="5215483"/>
                  </a:lnTo>
                  <a:close/>
                </a:path>
                <a:path w="5524500" h="5276850">
                  <a:moveTo>
                    <a:pt x="5523623" y="100787"/>
                  </a:moveTo>
                  <a:lnTo>
                    <a:pt x="5522328" y="91998"/>
                  </a:lnTo>
                  <a:lnTo>
                    <a:pt x="5519610" y="81178"/>
                  </a:lnTo>
                  <a:lnTo>
                    <a:pt x="5516486" y="72478"/>
                  </a:lnTo>
                  <a:lnTo>
                    <a:pt x="5507634" y="75958"/>
                  </a:lnTo>
                  <a:lnTo>
                    <a:pt x="5510492" y="83934"/>
                  </a:lnTo>
                  <a:lnTo>
                    <a:pt x="5512981" y="93865"/>
                  </a:lnTo>
                  <a:lnTo>
                    <a:pt x="5514175" y="101917"/>
                  </a:lnTo>
                  <a:lnTo>
                    <a:pt x="5523623" y="100787"/>
                  </a:lnTo>
                  <a:close/>
                </a:path>
                <a:path w="5524500" h="5276850">
                  <a:moveTo>
                    <a:pt x="5524170" y="5169497"/>
                  </a:moveTo>
                  <a:lnTo>
                    <a:pt x="5514670" y="5168912"/>
                  </a:lnTo>
                  <a:lnTo>
                    <a:pt x="5514479" y="5172875"/>
                  </a:lnTo>
                  <a:lnTo>
                    <a:pt x="5512981" y="5182997"/>
                  </a:lnTo>
                  <a:lnTo>
                    <a:pt x="5510492" y="5192928"/>
                  </a:lnTo>
                  <a:lnTo>
                    <a:pt x="5509831" y="5194770"/>
                  </a:lnTo>
                  <a:lnTo>
                    <a:pt x="5518886" y="5197691"/>
                  </a:lnTo>
                  <a:lnTo>
                    <a:pt x="5519610" y="5195684"/>
                  </a:lnTo>
                  <a:lnTo>
                    <a:pt x="5522328" y="5184864"/>
                  </a:lnTo>
                  <a:lnTo>
                    <a:pt x="5523966" y="5173815"/>
                  </a:lnTo>
                  <a:lnTo>
                    <a:pt x="5524170" y="5169497"/>
                  </a:lnTo>
                  <a:close/>
                </a:path>
                <a:path w="5524500" h="5276850">
                  <a:moveTo>
                    <a:pt x="5524500" y="5122189"/>
                  </a:moveTo>
                  <a:lnTo>
                    <a:pt x="5514975" y="5122189"/>
                  </a:lnTo>
                  <a:lnTo>
                    <a:pt x="5514975" y="5150764"/>
                  </a:lnTo>
                  <a:lnTo>
                    <a:pt x="5524500" y="5150764"/>
                  </a:lnTo>
                  <a:lnTo>
                    <a:pt x="5524500" y="5122189"/>
                  </a:lnTo>
                  <a:close/>
                </a:path>
                <a:path w="5524500" h="5276850">
                  <a:moveTo>
                    <a:pt x="5524500" y="5074539"/>
                  </a:moveTo>
                  <a:lnTo>
                    <a:pt x="5514975" y="5074539"/>
                  </a:lnTo>
                  <a:lnTo>
                    <a:pt x="5514975" y="5103114"/>
                  </a:lnTo>
                  <a:lnTo>
                    <a:pt x="5524500" y="5103114"/>
                  </a:lnTo>
                  <a:lnTo>
                    <a:pt x="5524500" y="5074539"/>
                  </a:lnTo>
                  <a:close/>
                </a:path>
                <a:path w="5524500" h="5276850">
                  <a:moveTo>
                    <a:pt x="5524500" y="5026888"/>
                  </a:moveTo>
                  <a:lnTo>
                    <a:pt x="5514975" y="5026888"/>
                  </a:lnTo>
                  <a:lnTo>
                    <a:pt x="5514975" y="5055463"/>
                  </a:lnTo>
                  <a:lnTo>
                    <a:pt x="5524500" y="5055463"/>
                  </a:lnTo>
                  <a:lnTo>
                    <a:pt x="5524500" y="5026888"/>
                  </a:lnTo>
                  <a:close/>
                </a:path>
                <a:path w="5524500" h="5276850">
                  <a:moveTo>
                    <a:pt x="5524500" y="4979251"/>
                  </a:moveTo>
                  <a:lnTo>
                    <a:pt x="5514975" y="4979251"/>
                  </a:lnTo>
                  <a:lnTo>
                    <a:pt x="5514975" y="5007826"/>
                  </a:lnTo>
                  <a:lnTo>
                    <a:pt x="5524500" y="5007826"/>
                  </a:lnTo>
                  <a:lnTo>
                    <a:pt x="5524500" y="4979251"/>
                  </a:lnTo>
                  <a:close/>
                </a:path>
                <a:path w="5524500" h="5276850">
                  <a:moveTo>
                    <a:pt x="5524500" y="4931600"/>
                  </a:moveTo>
                  <a:lnTo>
                    <a:pt x="5514975" y="4931600"/>
                  </a:lnTo>
                  <a:lnTo>
                    <a:pt x="5514975" y="4960175"/>
                  </a:lnTo>
                  <a:lnTo>
                    <a:pt x="5524500" y="4960175"/>
                  </a:lnTo>
                  <a:lnTo>
                    <a:pt x="5524500" y="4931600"/>
                  </a:lnTo>
                  <a:close/>
                </a:path>
                <a:path w="5524500" h="5276850">
                  <a:moveTo>
                    <a:pt x="5524500" y="4883950"/>
                  </a:moveTo>
                  <a:lnTo>
                    <a:pt x="5514975" y="4883950"/>
                  </a:lnTo>
                  <a:lnTo>
                    <a:pt x="5514975" y="4912525"/>
                  </a:lnTo>
                  <a:lnTo>
                    <a:pt x="5524500" y="4912525"/>
                  </a:lnTo>
                  <a:lnTo>
                    <a:pt x="5524500" y="4883950"/>
                  </a:lnTo>
                  <a:close/>
                </a:path>
                <a:path w="5524500" h="5276850">
                  <a:moveTo>
                    <a:pt x="5524500" y="4836312"/>
                  </a:moveTo>
                  <a:lnTo>
                    <a:pt x="5514975" y="4836312"/>
                  </a:lnTo>
                  <a:lnTo>
                    <a:pt x="5514975" y="4864887"/>
                  </a:lnTo>
                  <a:lnTo>
                    <a:pt x="5524500" y="4864887"/>
                  </a:lnTo>
                  <a:lnTo>
                    <a:pt x="5524500" y="4836312"/>
                  </a:lnTo>
                  <a:close/>
                </a:path>
                <a:path w="5524500" h="5276850">
                  <a:moveTo>
                    <a:pt x="5524500" y="4788662"/>
                  </a:moveTo>
                  <a:lnTo>
                    <a:pt x="5514975" y="4788662"/>
                  </a:lnTo>
                  <a:lnTo>
                    <a:pt x="5514975" y="4817237"/>
                  </a:lnTo>
                  <a:lnTo>
                    <a:pt x="5524500" y="4817237"/>
                  </a:lnTo>
                  <a:lnTo>
                    <a:pt x="5524500" y="4788662"/>
                  </a:lnTo>
                  <a:close/>
                </a:path>
                <a:path w="5524500" h="5276850">
                  <a:moveTo>
                    <a:pt x="5524500" y="4741011"/>
                  </a:moveTo>
                  <a:lnTo>
                    <a:pt x="5514975" y="4741011"/>
                  </a:lnTo>
                  <a:lnTo>
                    <a:pt x="5514975" y="4769586"/>
                  </a:lnTo>
                  <a:lnTo>
                    <a:pt x="5524500" y="4769586"/>
                  </a:lnTo>
                  <a:lnTo>
                    <a:pt x="5524500" y="4741011"/>
                  </a:lnTo>
                  <a:close/>
                </a:path>
                <a:path w="5524500" h="5276850">
                  <a:moveTo>
                    <a:pt x="5524500" y="4693374"/>
                  </a:moveTo>
                  <a:lnTo>
                    <a:pt x="5514975" y="4693374"/>
                  </a:lnTo>
                  <a:lnTo>
                    <a:pt x="5514975" y="4721949"/>
                  </a:lnTo>
                  <a:lnTo>
                    <a:pt x="5524500" y="4721949"/>
                  </a:lnTo>
                  <a:lnTo>
                    <a:pt x="5524500" y="4693374"/>
                  </a:lnTo>
                  <a:close/>
                </a:path>
                <a:path w="5524500" h="5276850">
                  <a:moveTo>
                    <a:pt x="5524500" y="4645723"/>
                  </a:moveTo>
                  <a:lnTo>
                    <a:pt x="5514975" y="4645723"/>
                  </a:lnTo>
                  <a:lnTo>
                    <a:pt x="5514975" y="4674298"/>
                  </a:lnTo>
                  <a:lnTo>
                    <a:pt x="5524500" y="4674298"/>
                  </a:lnTo>
                  <a:lnTo>
                    <a:pt x="5524500" y="4645723"/>
                  </a:lnTo>
                  <a:close/>
                </a:path>
                <a:path w="5524500" h="5276850">
                  <a:moveTo>
                    <a:pt x="5524500" y="4598073"/>
                  </a:moveTo>
                  <a:lnTo>
                    <a:pt x="5514975" y="4598073"/>
                  </a:lnTo>
                  <a:lnTo>
                    <a:pt x="5514975" y="4626648"/>
                  </a:lnTo>
                  <a:lnTo>
                    <a:pt x="5524500" y="4626648"/>
                  </a:lnTo>
                  <a:lnTo>
                    <a:pt x="5524500" y="4598073"/>
                  </a:lnTo>
                  <a:close/>
                </a:path>
                <a:path w="5524500" h="5276850">
                  <a:moveTo>
                    <a:pt x="5524500" y="4550435"/>
                  </a:moveTo>
                  <a:lnTo>
                    <a:pt x="5514975" y="4550435"/>
                  </a:lnTo>
                  <a:lnTo>
                    <a:pt x="5514975" y="4579010"/>
                  </a:lnTo>
                  <a:lnTo>
                    <a:pt x="5524500" y="4579010"/>
                  </a:lnTo>
                  <a:lnTo>
                    <a:pt x="5524500" y="4550435"/>
                  </a:lnTo>
                  <a:close/>
                </a:path>
                <a:path w="5524500" h="5276850">
                  <a:moveTo>
                    <a:pt x="5524500" y="4502785"/>
                  </a:moveTo>
                  <a:lnTo>
                    <a:pt x="5514975" y="4502785"/>
                  </a:lnTo>
                  <a:lnTo>
                    <a:pt x="5514975" y="4531360"/>
                  </a:lnTo>
                  <a:lnTo>
                    <a:pt x="5524500" y="4531360"/>
                  </a:lnTo>
                  <a:lnTo>
                    <a:pt x="5524500" y="4502785"/>
                  </a:lnTo>
                  <a:close/>
                </a:path>
                <a:path w="5524500" h="5276850">
                  <a:moveTo>
                    <a:pt x="5524500" y="4455134"/>
                  </a:moveTo>
                  <a:lnTo>
                    <a:pt x="5514975" y="4455134"/>
                  </a:lnTo>
                  <a:lnTo>
                    <a:pt x="5514975" y="4483709"/>
                  </a:lnTo>
                  <a:lnTo>
                    <a:pt x="5524500" y="4483709"/>
                  </a:lnTo>
                  <a:lnTo>
                    <a:pt x="5524500" y="4455134"/>
                  </a:lnTo>
                  <a:close/>
                </a:path>
                <a:path w="5524500" h="5276850">
                  <a:moveTo>
                    <a:pt x="5524500" y="4407497"/>
                  </a:moveTo>
                  <a:lnTo>
                    <a:pt x="5514975" y="4407497"/>
                  </a:lnTo>
                  <a:lnTo>
                    <a:pt x="5514975" y="4436072"/>
                  </a:lnTo>
                  <a:lnTo>
                    <a:pt x="5524500" y="4436072"/>
                  </a:lnTo>
                  <a:lnTo>
                    <a:pt x="5524500" y="4407497"/>
                  </a:lnTo>
                  <a:close/>
                </a:path>
                <a:path w="5524500" h="5276850">
                  <a:moveTo>
                    <a:pt x="5524500" y="4359846"/>
                  </a:moveTo>
                  <a:lnTo>
                    <a:pt x="5514975" y="4359846"/>
                  </a:lnTo>
                  <a:lnTo>
                    <a:pt x="5514975" y="4388421"/>
                  </a:lnTo>
                  <a:lnTo>
                    <a:pt x="5524500" y="4388421"/>
                  </a:lnTo>
                  <a:lnTo>
                    <a:pt x="5524500" y="4359846"/>
                  </a:lnTo>
                  <a:close/>
                </a:path>
                <a:path w="5524500" h="5276850">
                  <a:moveTo>
                    <a:pt x="5524500" y="4312196"/>
                  </a:moveTo>
                  <a:lnTo>
                    <a:pt x="5514975" y="4312196"/>
                  </a:lnTo>
                  <a:lnTo>
                    <a:pt x="5514975" y="4340771"/>
                  </a:lnTo>
                  <a:lnTo>
                    <a:pt x="5524500" y="4340771"/>
                  </a:lnTo>
                  <a:lnTo>
                    <a:pt x="5524500" y="4312196"/>
                  </a:lnTo>
                  <a:close/>
                </a:path>
                <a:path w="5524500" h="5276850">
                  <a:moveTo>
                    <a:pt x="5524500" y="4264558"/>
                  </a:moveTo>
                  <a:lnTo>
                    <a:pt x="5514975" y="4264558"/>
                  </a:lnTo>
                  <a:lnTo>
                    <a:pt x="5514975" y="4293133"/>
                  </a:lnTo>
                  <a:lnTo>
                    <a:pt x="5524500" y="4293133"/>
                  </a:lnTo>
                  <a:lnTo>
                    <a:pt x="5524500" y="4264558"/>
                  </a:lnTo>
                  <a:close/>
                </a:path>
                <a:path w="5524500" h="5276850">
                  <a:moveTo>
                    <a:pt x="5524500" y="4216908"/>
                  </a:moveTo>
                  <a:lnTo>
                    <a:pt x="5514975" y="4216908"/>
                  </a:lnTo>
                  <a:lnTo>
                    <a:pt x="5514975" y="4245483"/>
                  </a:lnTo>
                  <a:lnTo>
                    <a:pt x="5524500" y="4245483"/>
                  </a:lnTo>
                  <a:lnTo>
                    <a:pt x="5524500" y="4216908"/>
                  </a:lnTo>
                  <a:close/>
                </a:path>
                <a:path w="5524500" h="5276850">
                  <a:moveTo>
                    <a:pt x="5524500" y="4169257"/>
                  </a:moveTo>
                  <a:lnTo>
                    <a:pt x="5514975" y="4169257"/>
                  </a:lnTo>
                  <a:lnTo>
                    <a:pt x="5514975" y="4197832"/>
                  </a:lnTo>
                  <a:lnTo>
                    <a:pt x="5524500" y="4197832"/>
                  </a:lnTo>
                  <a:lnTo>
                    <a:pt x="5524500" y="4169257"/>
                  </a:lnTo>
                  <a:close/>
                </a:path>
                <a:path w="5524500" h="5276850">
                  <a:moveTo>
                    <a:pt x="5524500" y="4121620"/>
                  </a:moveTo>
                  <a:lnTo>
                    <a:pt x="5514975" y="4121620"/>
                  </a:lnTo>
                  <a:lnTo>
                    <a:pt x="5514975" y="4150195"/>
                  </a:lnTo>
                  <a:lnTo>
                    <a:pt x="5524500" y="4150195"/>
                  </a:lnTo>
                  <a:lnTo>
                    <a:pt x="5524500" y="4121620"/>
                  </a:lnTo>
                  <a:close/>
                </a:path>
                <a:path w="5524500" h="5276850">
                  <a:moveTo>
                    <a:pt x="5524500" y="4073969"/>
                  </a:moveTo>
                  <a:lnTo>
                    <a:pt x="5514975" y="4073969"/>
                  </a:lnTo>
                  <a:lnTo>
                    <a:pt x="5514975" y="4102544"/>
                  </a:lnTo>
                  <a:lnTo>
                    <a:pt x="5524500" y="4102544"/>
                  </a:lnTo>
                  <a:lnTo>
                    <a:pt x="5524500" y="4073969"/>
                  </a:lnTo>
                  <a:close/>
                </a:path>
                <a:path w="5524500" h="5276850">
                  <a:moveTo>
                    <a:pt x="5524500" y="4026319"/>
                  </a:moveTo>
                  <a:lnTo>
                    <a:pt x="5514975" y="4026319"/>
                  </a:lnTo>
                  <a:lnTo>
                    <a:pt x="5514975" y="4054894"/>
                  </a:lnTo>
                  <a:lnTo>
                    <a:pt x="5524500" y="4054894"/>
                  </a:lnTo>
                  <a:lnTo>
                    <a:pt x="5524500" y="4026319"/>
                  </a:lnTo>
                  <a:close/>
                </a:path>
                <a:path w="5524500" h="5276850">
                  <a:moveTo>
                    <a:pt x="5524500" y="3978681"/>
                  </a:moveTo>
                  <a:lnTo>
                    <a:pt x="5514975" y="3978681"/>
                  </a:lnTo>
                  <a:lnTo>
                    <a:pt x="5514975" y="4007256"/>
                  </a:lnTo>
                  <a:lnTo>
                    <a:pt x="5524500" y="4007256"/>
                  </a:lnTo>
                  <a:lnTo>
                    <a:pt x="5524500" y="3978681"/>
                  </a:lnTo>
                  <a:close/>
                </a:path>
                <a:path w="5524500" h="5276850">
                  <a:moveTo>
                    <a:pt x="5524500" y="3931031"/>
                  </a:moveTo>
                  <a:lnTo>
                    <a:pt x="5514975" y="3931031"/>
                  </a:lnTo>
                  <a:lnTo>
                    <a:pt x="5514975" y="3959606"/>
                  </a:lnTo>
                  <a:lnTo>
                    <a:pt x="5524500" y="3959606"/>
                  </a:lnTo>
                  <a:lnTo>
                    <a:pt x="5524500" y="3931031"/>
                  </a:lnTo>
                  <a:close/>
                </a:path>
                <a:path w="5524500" h="5276850">
                  <a:moveTo>
                    <a:pt x="5524500" y="3883380"/>
                  </a:moveTo>
                  <a:lnTo>
                    <a:pt x="5514975" y="3883380"/>
                  </a:lnTo>
                  <a:lnTo>
                    <a:pt x="5514975" y="3911955"/>
                  </a:lnTo>
                  <a:lnTo>
                    <a:pt x="5524500" y="3911955"/>
                  </a:lnTo>
                  <a:lnTo>
                    <a:pt x="5524500" y="3883380"/>
                  </a:lnTo>
                  <a:close/>
                </a:path>
                <a:path w="5524500" h="5276850">
                  <a:moveTo>
                    <a:pt x="5524500" y="3835743"/>
                  </a:moveTo>
                  <a:lnTo>
                    <a:pt x="5514975" y="3835743"/>
                  </a:lnTo>
                  <a:lnTo>
                    <a:pt x="5514975" y="3864318"/>
                  </a:lnTo>
                  <a:lnTo>
                    <a:pt x="5524500" y="3864318"/>
                  </a:lnTo>
                  <a:lnTo>
                    <a:pt x="5524500" y="3835743"/>
                  </a:lnTo>
                  <a:close/>
                </a:path>
                <a:path w="5524500" h="5276850">
                  <a:moveTo>
                    <a:pt x="5524500" y="3788092"/>
                  </a:moveTo>
                  <a:lnTo>
                    <a:pt x="5514975" y="3788092"/>
                  </a:lnTo>
                  <a:lnTo>
                    <a:pt x="5514975" y="3816667"/>
                  </a:lnTo>
                  <a:lnTo>
                    <a:pt x="5524500" y="3816667"/>
                  </a:lnTo>
                  <a:lnTo>
                    <a:pt x="5524500" y="3788092"/>
                  </a:lnTo>
                  <a:close/>
                </a:path>
                <a:path w="5524500" h="5276850">
                  <a:moveTo>
                    <a:pt x="5524500" y="3740442"/>
                  </a:moveTo>
                  <a:lnTo>
                    <a:pt x="5514975" y="3740442"/>
                  </a:lnTo>
                  <a:lnTo>
                    <a:pt x="5514975" y="3769017"/>
                  </a:lnTo>
                  <a:lnTo>
                    <a:pt x="5524500" y="3769017"/>
                  </a:lnTo>
                  <a:lnTo>
                    <a:pt x="5524500" y="3740442"/>
                  </a:lnTo>
                  <a:close/>
                </a:path>
                <a:path w="5524500" h="5276850">
                  <a:moveTo>
                    <a:pt x="5524500" y="3692804"/>
                  </a:moveTo>
                  <a:lnTo>
                    <a:pt x="5514975" y="3692804"/>
                  </a:lnTo>
                  <a:lnTo>
                    <a:pt x="5514975" y="3721379"/>
                  </a:lnTo>
                  <a:lnTo>
                    <a:pt x="5524500" y="3721379"/>
                  </a:lnTo>
                  <a:lnTo>
                    <a:pt x="5524500" y="3692804"/>
                  </a:lnTo>
                  <a:close/>
                </a:path>
                <a:path w="5524500" h="5276850">
                  <a:moveTo>
                    <a:pt x="5524500" y="3645154"/>
                  </a:moveTo>
                  <a:lnTo>
                    <a:pt x="5514975" y="3645154"/>
                  </a:lnTo>
                  <a:lnTo>
                    <a:pt x="5514975" y="3673729"/>
                  </a:lnTo>
                  <a:lnTo>
                    <a:pt x="5524500" y="3673729"/>
                  </a:lnTo>
                  <a:lnTo>
                    <a:pt x="5524500" y="3645154"/>
                  </a:lnTo>
                  <a:close/>
                </a:path>
                <a:path w="5524500" h="5276850">
                  <a:moveTo>
                    <a:pt x="5524500" y="3597503"/>
                  </a:moveTo>
                  <a:lnTo>
                    <a:pt x="5514975" y="3597503"/>
                  </a:lnTo>
                  <a:lnTo>
                    <a:pt x="5514975" y="3626078"/>
                  </a:lnTo>
                  <a:lnTo>
                    <a:pt x="5524500" y="3626078"/>
                  </a:lnTo>
                  <a:lnTo>
                    <a:pt x="5524500" y="3597503"/>
                  </a:lnTo>
                  <a:close/>
                </a:path>
                <a:path w="5524500" h="5276850">
                  <a:moveTo>
                    <a:pt x="5524500" y="3549866"/>
                  </a:moveTo>
                  <a:lnTo>
                    <a:pt x="5514975" y="3549866"/>
                  </a:lnTo>
                  <a:lnTo>
                    <a:pt x="5514975" y="3578441"/>
                  </a:lnTo>
                  <a:lnTo>
                    <a:pt x="5524500" y="3578441"/>
                  </a:lnTo>
                  <a:lnTo>
                    <a:pt x="5524500" y="3549866"/>
                  </a:lnTo>
                  <a:close/>
                </a:path>
                <a:path w="5524500" h="5276850">
                  <a:moveTo>
                    <a:pt x="5524500" y="3502215"/>
                  </a:moveTo>
                  <a:lnTo>
                    <a:pt x="5514975" y="3502215"/>
                  </a:lnTo>
                  <a:lnTo>
                    <a:pt x="5514975" y="3530790"/>
                  </a:lnTo>
                  <a:lnTo>
                    <a:pt x="5524500" y="3530790"/>
                  </a:lnTo>
                  <a:lnTo>
                    <a:pt x="5524500" y="3502215"/>
                  </a:lnTo>
                  <a:close/>
                </a:path>
                <a:path w="5524500" h="5276850">
                  <a:moveTo>
                    <a:pt x="5524500" y="3454565"/>
                  </a:moveTo>
                  <a:lnTo>
                    <a:pt x="5514975" y="3454565"/>
                  </a:lnTo>
                  <a:lnTo>
                    <a:pt x="5514975" y="3483140"/>
                  </a:lnTo>
                  <a:lnTo>
                    <a:pt x="5524500" y="3483140"/>
                  </a:lnTo>
                  <a:lnTo>
                    <a:pt x="5524500" y="3454565"/>
                  </a:lnTo>
                  <a:close/>
                </a:path>
                <a:path w="5524500" h="5276850">
                  <a:moveTo>
                    <a:pt x="5524500" y="3406927"/>
                  </a:moveTo>
                  <a:lnTo>
                    <a:pt x="5514975" y="3406927"/>
                  </a:lnTo>
                  <a:lnTo>
                    <a:pt x="5514975" y="3435502"/>
                  </a:lnTo>
                  <a:lnTo>
                    <a:pt x="5524500" y="3435502"/>
                  </a:lnTo>
                  <a:lnTo>
                    <a:pt x="5524500" y="3406927"/>
                  </a:lnTo>
                  <a:close/>
                </a:path>
                <a:path w="5524500" h="5276850">
                  <a:moveTo>
                    <a:pt x="5524500" y="3359277"/>
                  </a:moveTo>
                  <a:lnTo>
                    <a:pt x="5514975" y="3359277"/>
                  </a:lnTo>
                  <a:lnTo>
                    <a:pt x="5514975" y="3387852"/>
                  </a:lnTo>
                  <a:lnTo>
                    <a:pt x="5524500" y="3387852"/>
                  </a:lnTo>
                  <a:lnTo>
                    <a:pt x="5524500" y="3359277"/>
                  </a:lnTo>
                  <a:close/>
                </a:path>
                <a:path w="5524500" h="5276850">
                  <a:moveTo>
                    <a:pt x="5524500" y="3311626"/>
                  </a:moveTo>
                  <a:lnTo>
                    <a:pt x="5514975" y="3311626"/>
                  </a:lnTo>
                  <a:lnTo>
                    <a:pt x="5514975" y="3340201"/>
                  </a:lnTo>
                  <a:lnTo>
                    <a:pt x="5524500" y="3340201"/>
                  </a:lnTo>
                  <a:lnTo>
                    <a:pt x="5524500" y="3311626"/>
                  </a:lnTo>
                  <a:close/>
                </a:path>
                <a:path w="5524500" h="5276850">
                  <a:moveTo>
                    <a:pt x="5524500" y="3263989"/>
                  </a:moveTo>
                  <a:lnTo>
                    <a:pt x="5514975" y="3263989"/>
                  </a:lnTo>
                  <a:lnTo>
                    <a:pt x="5514975" y="3292564"/>
                  </a:lnTo>
                  <a:lnTo>
                    <a:pt x="5524500" y="3292564"/>
                  </a:lnTo>
                  <a:lnTo>
                    <a:pt x="5524500" y="3263989"/>
                  </a:lnTo>
                  <a:close/>
                </a:path>
                <a:path w="5524500" h="5276850">
                  <a:moveTo>
                    <a:pt x="5524500" y="3216338"/>
                  </a:moveTo>
                  <a:lnTo>
                    <a:pt x="5514975" y="3216338"/>
                  </a:lnTo>
                  <a:lnTo>
                    <a:pt x="5514975" y="3244913"/>
                  </a:lnTo>
                  <a:lnTo>
                    <a:pt x="5524500" y="3244913"/>
                  </a:lnTo>
                  <a:lnTo>
                    <a:pt x="5524500" y="3216338"/>
                  </a:lnTo>
                  <a:close/>
                </a:path>
                <a:path w="5524500" h="5276850">
                  <a:moveTo>
                    <a:pt x="5524500" y="3168688"/>
                  </a:moveTo>
                  <a:lnTo>
                    <a:pt x="5514975" y="3168688"/>
                  </a:lnTo>
                  <a:lnTo>
                    <a:pt x="5514975" y="3197263"/>
                  </a:lnTo>
                  <a:lnTo>
                    <a:pt x="5524500" y="3197263"/>
                  </a:lnTo>
                  <a:lnTo>
                    <a:pt x="5524500" y="3168688"/>
                  </a:lnTo>
                  <a:close/>
                </a:path>
                <a:path w="5524500" h="5276850">
                  <a:moveTo>
                    <a:pt x="5524500" y="3121050"/>
                  </a:moveTo>
                  <a:lnTo>
                    <a:pt x="5514975" y="3121050"/>
                  </a:lnTo>
                  <a:lnTo>
                    <a:pt x="5514975" y="3149625"/>
                  </a:lnTo>
                  <a:lnTo>
                    <a:pt x="5524500" y="3149625"/>
                  </a:lnTo>
                  <a:lnTo>
                    <a:pt x="5524500" y="3121050"/>
                  </a:lnTo>
                  <a:close/>
                </a:path>
                <a:path w="5524500" h="5276850">
                  <a:moveTo>
                    <a:pt x="5524500" y="3073400"/>
                  </a:moveTo>
                  <a:lnTo>
                    <a:pt x="5514975" y="3073400"/>
                  </a:lnTo>
                  <a:lnTo>
                    <a:pt x="5514975" y="3101975"/>
                  </a:lnTo>
                  <a:lnTo>
                    <a:pt x="5524500" y="3101975"/>
                  </a:lnTo>
                  <a:lnTo>
                    <a:pt x="5524500" y="3073400"/>
                  </a:lnTo>
                  <a:close/>
                </a:path>
                <a:path w="5524500" h="5276850">
                  <a:moveTo>
                    <a:pt x="5524500" y="3025749"/>
                  </a:moveTo>
                  <a:lnTo>
                    <a:pt x="5514975" y="3025749"/>
                  </a:lnTo>
                  <a:lnTo>
                    <a:pt x="5514975" y="3054324"/>
                  </a:lnTo>
                  <a:lnTo>
                    <a:pt x="5524500" y="3054324"/>
                  </a:lnTo>
                  <a:lnTo>
                    <a:pt x="5524500" y="3025749"/>
                  </a:lnTo>
                  <a:close/>
                </a:path>
                <a:path w="5524500" h="5276850">
                  <a:moveTo>
                    <a:pt x="5524500" y="2978112"/>
                  </a:moveTo>
                  <a:lnTo>
                    <a:pt x="5514975" y="2978112"/>
                  </a:lnTo>
                  <a:lnTo>
                    <a:pt x="5514975" y="3006687"/>
                  </a:lnTo>
                  <a:lnTo>
                    <a:pt x="5524500" y="3006687"/>
                  </a:lnTo>
                  <a:lnTo>
                    <a:pt x="5524500" y="2978112"/>
                  </a:lnTo>
                  <a:close/>
                </a:path>
                <a:path w="5524500" h="5276850">
                  <a:moveTo>
                    <a:pt x="5524500" y="2930461"/>
                  </a:moveTo>
                  <a:lnTo>
                    <a:pt x="5514975" y="2930461"/>
                  </a:lnTo>
                  <a:lnTo>
                    <a:pt x="5514975" y="2959036"/>
                  </a:lnTo>
                  <a:lnTo>
                    <a:pt x="5524500" y="2959036"/>
                  </a:lnTo>
                  <a:lnTo>
                    <a:pt x="5524500" y="2930461"/>
                  </a:lnTo>
                  <a:close/>
                </a:path>
                <a:path w="5524500" h="5276850">
                  <a:moveTo>
                    <a:pt x="5524500" y="2882811"/>
                  </a:moveTo>
                  <a:lnTo>
                    <a:pt x="5514975" y="2882811"/>
                  </a:lnTo>
                  <a:lnTo>
                    <a:pt x="5514975" y="2911386"/>
                  </a:lnTo>
                  <a:lnTo>
                    <a:pt x="5524500" y="2911386"/>
                  </a:lnTo>
                  <a:lnTo>
                    <a:pt x="5524500" y="2882811"/>
                  </a:lnTo>
                  <a:close/>
                </a:path>
                <a:path w="5524500" h="5276850">
                  <a:moveTo>
                    <a:pt x="5524500" y="2835173"/>
                  </a:moveTo>
                  <a:lnTo>
                    <a:pt x="5514975" y="2835173"/>
                  </a:lnTo>
                  <a:lnTo>
                    <a:pt x="5514975" y="2863748"/>
                  </a:lnTo>
                  <a:lnTo>
                    <a:pt x="5524500" y="2863748"/>
                  </a:lnTo>
                  <a:lnTo>
                    <a:pt x="5524500" y="2835173"/>
                  </a:lnTo>
                  <a:close/>
                </a:path>
                <a:path w="5524500" h="5276850">
                  <a:moveTo>
                    <a:pt x="5524500" y="2787523"/>
                  </a:moveTo>
                  <a:lnTo>
                    <a:pt x="5514975" y="2787523"/>
                  </a:lnTo>
                  <a:lnTo>
                    <a:pt x="5514975" y="2816098"/>
                  </a:lnTo>
                  <a:lnTo>
                    <a:pt x="5524500" y="2816098"/>
                  </a:lnTo>
                  <a:lnTo>
                    <a:pt x="5524500" y="2787523"/>
                  </a:lnTo>
                  <a:close/>
                </a:path>
                <a:path w="5524500" h="5276850">
                  <a:moveTo>
                    <a:pt x="5524500" y="2739872"/>
                  </a:moveTo>
                  <a:lnTo>
                    <a:pt x="5514975" y="2739872"/>
                  </a:lnTo>
                  <a:lnTo>
                    <a:pt x="5514975" y="2768447"/>
                  </a:lnTo>
                  <a:lnTo>
                    <a:pt x="5524500" y="2768447"/>
                  </a:lnTo>
                  <a:lnTo>
                    <a:pt x="5524500" y="2739872"/>
                  </a:lnTo>
                  <a:close/>
                </a:path>
                <a:path w="5524500" h="5276850">
                  <a:moveTo>
                    <a:pt x="5524500" y="2692235"/>
                  </a:moveTo>
                  <a:lnTo>
                    <a:pt x="5514975" y="2692235"/>
                  </a:lnTo>
                  <a:lnTo>
                    <a:pt x="5514975" y="2720810"/>
                  </a:lnTo>
                  <a:lnTo>
                    <a:pt x="5524500" y="2720810"/>
                  </a:lnTo>
                  <a:lnTo>
                    <a:pt x="5524500" y="2692235"/>
                  </a:lnTo>
                  <a:close/>
                </a:path>
                <a:path w="5524500" h="5276850">
                  <a:moveTo>
                    <a:pt x="5524500" y="2644584"/>
                  </a:moveTo>
                  <a:lnTo>
                    <a:pt x="5514975" y="2644584"/>
                  </a:lnTo>
                  <a:lnTo>
                    <a:pt x="5514975" y="2673159"/>
                  </a:lnTo>
                  <a:lnTo>
                    <a:pt x="5524500" y="2673159"/>
                  </a:lnTo>
                  <a:lnTo>
                    <a:pt x="5524500" y="2644584"/>
                  </a:lnTo>
                  <a:close/>
                </a:path>
                <a:path w="5524500" h="5276850">
                  <a:moveTo>
                    <a:pt x="5524500" y="2596934"/>
                  </a:moveTo>
                  <a:lnTo>
                    <a:pt x="5514975" y="2596934"/>
                  </a:lnTo>
                  <a:lnTo>
                    <a:pt x="5514975" y="2625509"/>
                  </a:lnTo>
                  <a:lnTo>
                    <a:pt x="5524500" y="2625509"/>
                  </a:lnTo>
                  <a:lnTo>
                    <a:pt x="5524500" y="2596934"/>
                  </a:lnTo>
                  <a:close/>
                </a:path>
                <a:path w="5524500" h="5276850">
                  <a:moveTo>
                    <a:pt x="5524500" y="2549296"/>
                  </a:moveTo>
                  <a:lnTo>
                    <a:pt x="5514975" y="2549296"/>
                  </a:lnTo>
                  <a:lnTo>
                    <a:pt x="5514975" y="2577871"/>
                  </a:lnTo>
                  <a:lnTo>
                    <a:pt x="5524500" y="2577871"/>
                  </a:lnTo>
                  <a:lnTo>
                    <a:pt x="5524500" y="2549296"/>
                  </a:lnTo>
                  <a:close/>
                </a:path>
                <a:path w="5524500" h="5276850">
                  <a:moveTo>
                    <a:pt x="5524500" y="2501646"/>
                  </a:moveTo>
                  <a:lnTo>
                    <a:pt x="5514975" y="2501646"/>
                  </a:lnTo>
                  <a:lnTo>
                    <a:pt x="5514975" y="2530221"/>
                  </a:lnTo>
                  <a:lnTo>
                    <a:pt x="5524500" y="2530221"/>
                  </a:lnTo>
                  <a:lnTo>
                    <a:pt x="5524500" y="2501646"/>
                  </a:lnTo>
                  <a:close/>
                </a:path>
                <a:path w="5524500" h="5276850">
                  <a:moveTo>
                    <a:pt x="5524500" y="2453995"/>
                  </a:moveTo>
                  <a:lnTo>
                    <a:pt x="5514975" y="2453995"/>
                  </a:lnTo>
                  <a:lnTo>
                    <a:pt x="5514975" y="2482570"/>
                  </a:lnTo>
                  <a:lnTo>
                    <a:pt x="5524500" y="2482570"/>
                  </a:lnTo>
                  <a:lnTo>
                    <a:pt x="5524500" y="2453995"/>
                  </a:lnTo>
                  <a:close/>
                </a:path>
                <a:path w="5524500" h="5276850">
                  <a:moveTo>
                    <a:pt x="5524500" y="2406358"/>
                  </a:moveTo>
                  <a:lnTo>
                    <a:pt x="5514975" y="2406358"/>
                  </a:lnTo>
                  <a:lnTo>
                    <a:pt x="5514975" y="2434933"/>
                  </a:lnTo>
                  <a:lnTo>
                    <a:pt x="5524500" y="2434933"/>
                  </a:lnTo>
                  <a:lnTo>
                    <a:pt x="5524500" y="2406358"/>
                  </a:lnTo>
                  <a:close/>
                </a:path>
                <a:path w="5524500" h="5276850">
                  <a:moveTo>
                    <a:pt x="5524500" y="2358707"/>
                  </a:moveTo>
                  <a:lnTo>
                    <a:pt x="5514975" y="2358707"/>
                  </a:lnTo>
                  <a:lnTo>
                    <a:pt x="5514975" y="2387282"/>
                  </a:lnTo>
                  <a:lnTo>
                    <a:pt x="5524500" y="2387282"/>
                  </a:lnTo>
                  <a:lnTo>
                    <a:pt x="5524500" y="2358707"/>
                  </a:lnTo>
                  <a:close/>
                </a:path>
                <a:path w="5524500" h="5276850">
                  <a:moveTo>
                    <a:pt x="5524500" y="2311057"/>
                  </a:moveTo>
                  <a:lnTo>
                    <a:pt x="5514975" y="2311057"/>
                  </a:lnTo>
                  <a:lnTo>
                    <a:pt x="5514975" y="2339632"/>
                  </a:lnTo>
                  <a:lnTo>
                    <a:pt x="5524500" y="2339632"/>
                  </a:lnTo>
                  <a:lnTo>
                    <a:pt x="5524500" y="2311057"/>
                  </a:lnTo>
                  <a:close/>
                </a:path>
                <a:path w="5524500" h="5276850">
                  <a:moveTo>
                    <a:pt x="5524500" y="2263419"/>
                  </a:moveTo>
                  <a:lnTo>
                    <a:pt x="5514975" y="2263419"/>
                  </a:lnTo>
                  <a:lnTo>
                    <a:pt x="5514975" y="2291994"/>
                  </a:lnTo>
                  <a:lnTo>
                    <a:pt x="5524500" y="2291994"/>
                  </a:lnTo>
                  <a:lnTo>
                    <a:pt x="5524500" y="2263419"/>
                  </a:lnTo>
                  <a:close/>
                </a:path>
                <a:path w="5524500" h="5276850">
                  <a:moveTo>
                    <a:pt x="5524500" y="2215769"/>
                  </a:moveTo>
                  <a:lnTo>
                    <a:pt x="5514975" y="2215769"/>
                  </a:lnTo>
                  <a:lnTo>
                    <a:pt x="5514975" y="2244344"/>
                  </a:lnTo>
                  <a:lnTo>
                    <a:pt x="5524500" y="2244344"/>
                  </a:lnTo>
                  <a:lnTo>
                    <a:pt x="5524500" y="2215769"/>
                  </a:lnTo>
                  <a:close/>
                </a:path>
                <a:path w="5524500" h="5276850">
                  <a:moveTo>
                    <a:pt x="5524500" y="2168118"/>
                  </a:moveTo>
                  <a:lnTo>
                    <a:pt x="5514975" y="2168118"/>
                  </a:lnTo>
                  <a:lnTo>
                    <a:pt x="5514975" y="2196693"/>
                  </a:lnTo>
                  <a:lnTo>
                    <a:pt x="5524500" y="2196693"/>
                  </a:lnTo>
                  <a:lnTo>
                    <a:pt x="5524500" y="2168118"/>
                  </a:lnTo>
                  <a:close/>
                </a:path>
                <a:path w="5524500" h="5276850">
                  <a:moveTo>
                    <a:pt x="5524500" y="2120481"/>
                  </a:moveTo>
                  <a:lnTo>
                    <a:pt x="5514975" y="2120481"/>
                  </a:lnTo>
                  <a:lnTo>
                    <a:pt x="5514975" y="2149056"/>
                  </a:lnTo>
                  <a:lnTo>
                    <a:pt x="5524500" y="2149056"/>
                  </a:lnTo>
                  <a:lnTo>
                    <a:pt x="5524500" y="2120481"/>
                  </a:lnTo>
                  <a:close/>
                </a:path>
                <a:path w="5524500" h="5276850">
                  <a:moveTo>
                    <a:pt x="5524500" y="2072830"/>
                  </a:moveTo>
                  <a:lnTo>
                    <a:pt x="5514975" y="2072830"/>
                  </a:lnTo>
                  <a:lnTo>
                    <a:pt x="5514975" y="2101405"/>
                  </a:lnTo>
                  <a:lnTo>
                    <a:pt x="5524500" y="2101405"/>
                  </a:lnTo>
                  <a:lnTo>
                    <a:pt x="5524500" y="2072830"/>
                  </a:lnTo>
                  <a:close/>
                </a:path>
                <a:path w="5524500" h="5276850">
                  <a:moveTo>
                    <a:pt x="5524500" y="2025180"/>
                  </a:moveTo>
                  <a:lnTo>
                    <a:pt x="5514975" y="2025180"/>
                  </a:lnTo>
                  <a:lnTo>
                    <a:pt x="5514975" y="2053755"/>
                  </a:lnTo>
                  <a:lnTo>
                    <a:pt x="5524500" y="2053755"/>
                  </a:lnTo>
                  <a:lnTo>
                    <a:pt x="5524500" y="2025180"/>
                  </a:lnTo>
                  <a:close/>
                </a:path>
                <a:path w="5524500" h="5276850">
                  <a:moveTo>
                    <a:pt x="5524500" y="1977542"/>
                  </a:moveTo>
                  <a:lnTo>
                    <a:pt x="5514975" y="1977542"/>
                  </a:lnTo>
                  <a:lnTo>
                    <a:pt x="5514975" y="2006117"/>
                  </a:lnTo>
                  <a:lnTo>
                    <a:pt x="5524500" y="2006117"/>
                  </a:lnTo>
                  <a:lnTo>
                    <a:pt x="5524500" y="1977542"/>
                  </a:lnTo>
                  <a:close/>
                </a:path>
                <a:path w="5524500" h="5276850">
                  <a:moveTo>
                    <a:pt x="5524500" y="1929892"/>
                  </a:moveTo>
                  <a:lnTo>
                    <a:pt x="5514975" y="1929892"/>
                  </a:lnTo>
                  <a:lnTo>
                    <a:pt x="5514975" y="1958467"/>
                  </a:lnTo>
                  <a:lnTo>
                    <a:pt x="5524500" y="1958467"/>
                  </a:lnTo>
                  <a:lnTo>
                    <a:pt x="5524500" y="1929892"/>
                  </a:lnTo>
                  <a:close/>
                </a:path>
                <a:path w="5524500" h="5276850">
                  <a:moveTo>
                    <a:pt x="5524500" y="1882241"/>
                  </a:moveTo>
                  <a:lnTo>
                    <a:pt x="5514975" y="1882241"/>
                  </a:lnTo>
                  <a:lnTo>
                    <a:pt x="5514975" y="1910816"/>
                  </a:lnTo>
                  <a:lnTo>
                    <a:pt x="5524500" y="1910816"/>
                  </a:lnTo>
                  <a:lnTo>
                    <a:pt x="5524500" y="1882241"/>
                  </a:lnTo>
                  <a:close/>
                </a:path>
                <a:path w="5524500" h="5276850">
                  <a:moveTo>
                    <a:pt x="5524500" y="1834603"/>
                  </a:moveTo>
                  <a:lnTo>
                    <a:pt x="5514975" y="1834603"/>
                  </a:lnTo>
                  <a:lnTo>
                    <a:pt x="5514975" y="1863178"/>
                  </a:lnTo>
                  <a:lnTo>
                    <a:pt x="5524500" y="1863178"/>
                  </a:lnTo>
                  <a:lnTo>
                    <a:pt x="5524500" y="1834603"/>
                  </a:lnTo>
                  <a:close/>
                </a:path>
                <a:path w="5524500" h="5276850">
                  <a:moveTo>
                    <a:pt x="5524500" y="1786953"/>
                  </a:moveTo>
                  <a:lnTo>
                    <a:pt x="5514975" y="1786953"/>
                  </a:lnTo>
                  <a:lnTo>
                    <a:pt x="5514975" y="1815528"/>
                  </a:lnTo>
                  <a:lnTo>
                    <a:pt x="5524500" y="1815528"/>
                  </a:lnTo>
                  <a:lnTo>
                    <a:pt x="5524500" y="1786953"/>
                  </a:lnTo>
                  <a:close/>
                </a:path>
                <a:path w="5524500" h="5276850">
                  <a:moveTo>
                    <a:pt x="5524500" y="1739303"/>
                  </a:moveTo>
                  <a:lnTo>
                    <a:pt x="5514975" y="1739303"/>
                  </a:lnTo>
                  <a:lnTo>
                    <a:pt x="5514975" y="1767878"/>
                  </a:lnTo>
                  <a:lnTo>
                    <a:pt x="5524500" y="1767878"/>
                  </a:lnTo>
                  <a:lnTo>
                    <a:pt x="5524500" y="1739303"/>
                  </a:lnTo>
                  <a:close/>
                </a:path>
                <a:path w="5524500" h="5276850">
                  <a:moveTo>
                    <a:pt x="5524500" y="1691665"/>
                  </a:moveTo>
                  <a:lnTo>
                    <a:pt x="5514975" y="1691665"/>
                  </a:lnTo>
                  <a:lnTo>
                    <a:pt x="5514975" y="1720240"/>
                  </a:lnTo>
                  <a:lnTo>
                    <a:pt x="5524500" y="1720240"/>
                  </a:lnTo>
                  <a:lnTo>
                    <a:pt x="5524500" y="1691665"/>
                  </a:lnTo>
                  <a:close/>
                </a:path>
                <a:path w="5524500" h="5276850">
                  <a:moveTo>
                    <a:pt x="5524500" y="1644015"/>
                  </a:moveTo>
                  <a:lnTo>
                    <a:pt x="5514975" y="1644015"/>
                  </a:lnTo>
                  <a:lnTo>
                    <a:pt x="5514975" y="1672590"/>
                  </a:lnTo>
                  <a:lnTo>
                    <a:pt x="5524500" y="1672590"/>
                  </a:lnTo>
                  <a:lnTo>
                    <a:pt x="5524500" y="1644015"/>
                  </a:lnTo>
                  <a:close/>
                </a:path>
                <a:path w="5524500" h="5276850">
                  <a:moveTo>
                    <a:pt x="5524500" y="1596364"/>
                  </a:moveTo>
                  <a:lnTo>
                    <a:pt x="5514975" y="1596364"/>
                  </a:lnTo>
                  <a:lnTo>
                    <a:pt x="5514975" y="1624939"/>
                  </a:lnTo>
                  <a:lnTo>
                    <a:pt x="5524500" y="1624939"/>
                  </a:lnTo>
                  <a:lnTo>
                    <a:pt x="5524500" y="1596364"/>
                  </a:lnTo>
                  <a:close/>
                </a:path>
                <a:path w="5524500" h="5276850">
                  <a:moveTo>
                    <a:pt x="5524500" y="1548726"/>
                  </a:moveTo>
                  <a:lnTo>
                    <a:pt x="5514975" y="1548726"/>
                  </a:lnTo>
                  <a:lnTo>
                    <a:pt x="5514975" y="1577301"/>
                  </a:lnTo>
                  <a:lnTo>
                    <a:pt x="5524500" y="1577301"/>
                  </a:lnTo>
                  <a:lnTo>
                    <a:pt x="5524500" y="1548726"/>
                  </a:lnTo>
                  <a:close/>
                </a:path>
                <a:path w="5524500" h="5276850">
                  <a:moveTo>
                    <a:pt x="5524500" y="1501076"/>
                  </a:moveTo>
                  <a:lnTo>
                    <a:pt x="5514975" y="1501076"/>
                  </a:lnTo>
                  <a:lnTo>
                    <a:pt x="5514975" y="1529651"/>
                  </a:lnTo>
                  <a:lnTo>
                    <a:pt x="5524500" y="1529651"/>
                  </a:lnTo>
                  <a:lnTo>
                    <a:pt x="5524500" y="1501076"/>
                  </a:lnTo>
                  <a:close/>
                </a:path>
                <a:path w="5524500" h="5276850">
                  <a:moveTo>
                    <a:pt x="5524500" y="1453426"/>
                  </a:moveTo>
                  <a:lnTo>
                    <a:pt x="5514975" y="1453426"/>
                  </a:lnTo>
                  <a:lnTo>
                    <a:pt x="5514975" y="1482001"/>
                  </a:lnTo>
                  <a:lnTo>
                    <a:pt x="5524500" y="1482001"/>
                  </a:lnTo>
                  <a:lnTo>
                    <a:pt x="5524500" y="1453426"/>
                  </a:lnTo>
                  <a:close/>
                </a:path>
                <a:path w="5524500" h="5276850">
                  <a:moveTo>
                    <a:pt x="5524500" y="1405788"/>
                  </a:moveTo>
                  <a:lnTo>
                    <a:pt x="5514975" y="1405788"/>
                  </a:lnTo>
                  <a:lnTo>
                    <a:pt x="5514975" y="1434363"/>
                  </a:lnTo>
                  <a:lnTo>
                    <a:pt x="5524500" y="1434363"/>
                  </a:lnTo>
                  <a:lnTo>
                    <a:pt x="5524500" y="1405788"/>
                  </a:lnTo>
                  <a:close/>
                </a:path>
                <a:path w="5524500" h="5276850">
                  <a:moveTo>
                    <a:pt x="5524500" y="1358138"/>
                  </a:moveTo>
                  <a:lnTo>
                    <a:pt x="5514975" y="1358138"/>
                  </a:lnTo>
                  <a:lnTo>
                    <a:pt x="5514975" y="1386713"/>
                  </a:lnTo>
                  <a:lnTo>
                    <a:pt x="5524500" y="1386713"/>
                  </a:lnTo>
                  <a:lnTo>
                    <a:pt x="5524500" y="1358138"/>
                  </a:lnTo>
                  <a:close/>
                </a:path>
                <a:path w="5524500" h="5276850">
                  <a:moveTo>
                    <a:pt x="5524500" y="1310487"/>
                  </a:moveTo>
                  <a:lnTo>
                    <a:pt x="5514975" y="1310487"/>
                  </a:lnTo>
                  <a:lnTo>
                    <a:pt x="5514975" y="1339062"/>
                  </a:lnTo>
                  <a:lnTo>
                    <a:pt x="5524500" y="1339062"/>
                  </a:lnTo>
                  <a:lnTo>
                    <a:pt x="5524500" y="1310487"/>
                  </a:lnTo>
                  <a:close/>
                </a:path>
                <a:path w="5524500" h="5276850">
                  <a:moveTo>
                    <a:pt x="5524500" y="1262849"/>
                  </a:moveTo>
                  <a:lnTo>
                    <a:pt x="5514975" y="1262849"/>
                  </a:lnTo>
                  <a:lnTo>
                    <a:pt x="5514975" y="1291424"/>
                  </a:lnTo>
                  <a:lnTo>
                    <a:pt x="5524500" y="1291424"/>
                  </a:lnTo>
                  <a:lnTo>
                    <a:pt x="5524500" y="1262849"/>
                  </a:lnTo>
                  <a:close/>
                </a:path>
                <a:path w="5524500" h="5276850">
                  <a:moveTo>
                    <a:pt x="5524500" y="1215199"/>
                  </a:moveTo>
                  <a:lnTo>
                    <a:pt x="5514975" y="1215199"/>
                  </a:lnTo>
                  <a:lnTo>
                    <a:pt x="5514975" y="1243774"/>
                  </a:lnTo>
                  <a:lnTo>
                    <a:pt x="5524500" y="1243774"/>
                  </a:lnTo>
                  <a:lnTo>
                    <a:pt x="5524500" y="1215199"/>
                  </a:lnTo>
                  <a:close/>
                </a:path>
                <a:path w="5524500" h="5276850">
                  <a:moveTo>
                    <a:pt x="5524500" y="1167549"/>
                  </a:moveTo>
                  <a:lnTo>
                    <a:pt x="5514975" y="1167549"/>
                  </a:lnTo>
                  <a:lnTo>
                    <a:pt x="5514975" y="1196124"/>
                  </a:lnTo>
                  <a:lnTo>
                    <a:pt x="5524500" y="1196124"/>
                  </a:lnTo>
                  <a:lnTo>
                    <a:pt x="5524500" y="1167549"/>
                  </a:lnTo>
                  <a:close/>
                </a:path>
                <a:path w="5524500" h="5276850">
                  <a:moveTo>
                    <a:pt x="5524500" y="1119911"/>
                  </a:moveTo>
                  <a:lnTo>
                    <a:pt x="5514975" y="1119911"/>
                  </a:lnTo>
                  <a:lnTo>
                    <a:pt x="5514975" y="1148486"/>
                  </a:lnTo>
                  <a:lnTo>
                    <a:pt x="5524500" y="1148486"/>
                  </a:lnTo>
                  <a:lnTo>
                    <a:pt x="5524500" y="1119911"/>
                  </a:lnTo>
                  <a:close/>
                </a:path>
                <a:path w="5524500" h="5276850">
                  <a:moveTo>
                    <a:pt x="5524500" y="1072261"/>
                  </a:moveTo>
                  <a:lnTo>
                    <a:pt x="5514975" y="1072261"/>
                  </a:lnTo>
                  <a:lnTo>
                    <a:pt x="5514975" y="1100836"/>
                  </a:lnTo>
                  <a:lnTo>
                    <a:pt x="5524500" y="1100836"/>
                  </a:lnTo>
                  <a:lnTo>
                    <a:pt x="5524500" y="1072261"/>
                  </a:lnTo>
                  <a:close/>
                </a:path>
                <a:path w="5524500" h="5276850">
                  <a:moveTo>
                    <a:pt x="5524500" y="1024610"/>
                  </a:moveTo>
                  <a:lnTo>
                    <a:pt x="5514975" y="1024610"/>
                  </a:lnTo>
                  <a:lnTo>
                    <a:pt x="5514975" y="1053185"/>
                  </a:lnTo>
                  <a:lnTo>
                    <a:pt x="5524500" y="1053185"/>
                  </a:lnTo>
                  <a:lnTo>
                    <a:pt x="5524500" y="1024610"/>
                  </a:lnTo>
                  <a:close/>
                </a:path>
                <a:path w="5524500" h="5276850">
                  <a:moveTo>
                    <a:pt x="5524500" y="976972"/>
                  </a:moveTo>
                  <a:lnTo>
                    <a:pt x="5514975" y="976972"/>
                  </a:lnTo>
                  <a:lnTo>
                    <a:pt x="5514975" y="1005547"/>
                  </a:lnTo>
                  <a:lnTo>
                    <a:pt x="5524500" y="1005547"/>
                  </a:lnTo>
                  <a:lnTo>
                    <a:pt x="5524500" y="976972"/>
                  </a:lnTo>
                  <a:close/>
                </a:path>
                <a:path w="5524500" h="5276850">
                  <a:moveTo>
                    <a:pt x="5524500" y="929322"/>
                  </a:moveTo>
                  <a:lnTo>
                    <a:pt x="5514975" y="929322"/>
                  </a:lnTo>
                  <a:lnTo>
                    <a:pt x="5514975" y="957897"/>
                  </a:lnTo>
                  <a:lnTo>
                    <a:pt x="5524500" y="957897"/>
                  </a:lnTo>
                  <a:lnTo>
                    <a:pt x="5524500" y="929322"/>
                  </a:lnTo>
                  <a:close/>
                </a:path>
                <a:path w="5524500" h="5276850">
                  <a:moveTo>
                    <a:pt x="5524500" y="881672"/>
                  </a:moveTo>
                  <a:lnTo>
                    <a:pt x="5514975" y="881672"/>
                  </a:lnTo>
                  <a:lnTo>
                    <a:pt x="5514975" y="910247"/>
                  </a:lnTo>
                  <a:lnTo>
                    <a:pt x="5524500" y="910247"/>
                  </a:lnTo>
                  <a:lnTo>
                    <a:pt x="5524500" y="881672"/>
                  </a:lnTo>
                  <a:close/>
                </a:path>
                <a:path w="5524500" h="5276850">
                  <a:moveTo>
                    <a:pt x="5524500" y="834021"/>
                  </a:moveTo>
                  <a:lnTo>
                    <a:pt x="5514975" y="834021"/>
                  </a:lnTo>
                  <a:lnTo>
                    <a:pt x="5514975" y="862596"/>
                  </a:lnTo>
                  <a:lnTo>
                    <a:pt x="5524500" y="862596"/>
                  </a:lnTo>
                  <a:lnTo>
                    <a:pt x="5524500" y="834021"/>
                  </a:lnTo>
                  <a:close/>
                </a:path>
                <a:path w="5524500" h="5276850">
                  <a:moveTo>
                    <a:pt x="5524500" y="786384"/>
                  </a:moveTo>
                  <a:lnTo>
                    <a:pt x="5514975" y="786384"/>
                  </a:lnTo>
                  <a:lnTo>
                    <a:pt x="5514975" y="814959"/>
                  </a:lnTo>
                  <a:lnTo>
                    <a:pt x="5524500" y="814959"/>
                  </a:lnTo>
                  <a:lnTo>
                    <a:pt x="5524500" y="786384"/>
                  </a:lnTo>
                  <a:close/>
                </a:path>
                <a:path w="5524500" h="5276850">
                  <a:moveTo>
                    <a:pt x="5524500" y="738733"/>
                  </a:moveTo>
                  <a:lnTo>
                    <a:pt x="5514975" y="738733"/>
                  </a:lnTo>
                  <a:lnTo>
                    <a:pt x="5514975" y="767308"/>
                  </a:lnTo>
                  <a:lnTo>
                    <a:pt x="5524500" y="767308"/>
                  </a:lnTo>
                  <a:lnTo>
                    <a:pt x="5524500" y="738733"/>
                  </a:lnTo>
                  <a:close/>
                </a:path>
                <a:path w="5524500" h="5276850">
                  <a:moveTo>
                    <a:pt x="5524500" y="691095"/>
                  </a:moveTo>
                  <a:lnTo>
                    <a:pt x="5514975" y="691095"/>
                  </a:lnTo>
                  <a:lnTo>
                    <a:pt x="5514975" y="719670"/>
                  </a:lnTo>
                  <a:lnTo>
                    <a:pt x="5524500" y="719670"/>
                  </a:lnTo>
                  <a:lnTo>
                    <a:pt x="5524500" y="691095"/>
                  </a:lnTo>
                  <a:close/>
                </a:path>
                <a:path w="5524500" h="5276850">
                  <a:moveTo>
                    <a:pt x="5524500" y="643445"/>
                  </a:moveTo>
                  <a:lnTo>
                    <a:pt x="5514975" y="643445"/>
                  </a:lnTo>
                  <a:lnTo>
                    <a:pt x="5514975" y="672020"/>
                  </a:lnTo>
                  <a:lnTo>
                    <a:pt x="5524500" y="672020"/>
                  </a:lnTo>
                  <a:lnTo>
                    <a:pt x="5524500" y="643445"/>
                  </a:lnTo>
                  <a:close/>
                </a:path>
                <a:path w="5524500" h="5276850">
                  <a:moveTo>
                    <a:pt x="5524500" y="595795"/>
                  </a:moveTo>
                  <a:lnTo>
                    <a:pt x="5514975" y="595795"/>
                  </a:lnTo>
                  <a:lnTo>
                    <a:pt x="5514975" y="624370"/>
                  </a:lnTo>
                  <a:lnTo>
                    <a:pt x="5524500" y="624370"/>
                  </a:lnTo>
                  <a:lnTo>
                    <a:pt x="5524500" y="595795"/>
                  </a:lnTo>
                  <a:close/>
                </a:path>
                <a:path w="5524500" h="5276850">
                  <a:moveTo>
                    <a:pt x="5524500" y="548157"/>
                  </a:moveTo>
                  <a:lnTo>
                    <a:pt x="5514975" y="548157"/>
                  </a:lnTo>
                  <a:lnTo>
                    <a:pt x="5514975" y="576732"/>
                  </a:lnTo>
                  <a:lnTo>
                    <a:pt x="5524500" y="576732"/>
                  </a:lnTo>
                  <a:lnTo>
                    <a:pt x="5524500" y="548157"/>
                  </a:lnTo>
                  <a:close/>
                </a:path>
                <a:path w="5524500" h="5276850">
                  <a:moveTo>
                    <a:pt x="5524500" y="500507"/>
                  </a:moveTo>
                  <a:lnTo>
                    <a:pt x="5514975" y="500507"/>
                  </a:lnTo>
                  <a:lnTo>
                    <a:pt x="5514975" y="529082"/>
                  </a:lnTo>
                  <a:lnTo>
                    <a:pt x="5524500" y="529082"/>
                  </a:lnTo>
                  <a:lnTo>
                    <a:pt x="5524500" y="500507"/>
                  </a:lnTo>
                  <a:close/>
                </a:path>
                <a:path w="5524500" h="5276850">
                  <a:moveTo>
                    <a:pt x="5524500" y="452856"/>
                  </a:moveTo>
                  <a:lnTo>
                    <a:pt x="5514975" y="452856"/>
                  </a:lnTo>
                  <a:lnTo>
                    <a:pt x="5514975" y="481431"/>
                  </a:lnTo>
                  <a:lnTo>
                    <a:pt x="5524500" y="481431"/>
                  </a:lnTo>
                  <a:lnTo>
                    <a:pt x="5524500" y="452856"/>
                  </a:lnTo>
                  <a:close/>
                </a:path>
                <a:path w="5524500" h="5276850">
                  <a:moveTo>
                    <a:pt x="5524500" y="405206"/>
                  </a:moveTo>
                  <a:lnTo>
                    <a:pt x="5514975" y="405206"/>
                  </a:lnTo>
                  <a:lnTo>
                    <a:pt x="5514975" y="433781"/>
                  </a:lnTo>
                  <a:lnTo>
                    <a:pt x="5524500" y="433781"/>
                  </a:lnTo>
                  <a:lnTo>
                    <a:pt x="5524500" y="405206"/>
                  </a:lnTo>
                  <a:close/>
                </a:path>
                <a:path w="5524500" h="5276850">
                  <a:moveTo>
                    <a:pt x="5524500" y="357568"/>
                  </a:moveTo>
                  <a:lnTo>
                    <a:pt x="5514975" y="357568"/>
                  </a:lnTo>
                  <a:lnTo>
                    <a:pt x="5514975" y="386143"/>
                  </a:lnTo>
                  <a:lnTo>
                    <a:pt x="5524500" y="386143"/>
                  </a:lnTo>
                  <a:lnTo>
                    <a:pt x="5524500" y="357568"/>
                  </a:lnTo>
                  <a:close/>
                </a:path>
                <a:path w="5524500" h="5276850">
                  <a:moveTo>
                    <a:pt x="5524500" y="309918"/>
                  </a:moveTo>
                  <a:lnTo>
                    <a:pt x="5514975" y="309918"/>
                  </a:lnTo>
                  <a:lnTo>
                    <a:pt x="5514975" y="338493"/>
                  </a:lnTo>
                  <a:lnTo>
                    <a:pt x="5524500" y="338493"/>
                  </a:lnTo>
                  <a:lnTo>
                    <a:pt x="5524500" y="309918"/>
                  </a:lnTo>
                  <a:close/>
                </a:path>
                <a:path w="5524500" h="5276850">
                  <a:moveTo>
                    <a:pt x="5524500" y="262267"/>
                  </a:moveTo>
                  <a:lnTo>
                    <a:pt x="5514975" y="262267"/>
                  </a:lnTo>
                  <a:lnTo>
                    <a:pt x="5514975" y="290842"/>
                  </a:lnTo>
                  <a:lnTo>
                    <a:pt x="5524500" y="290842"/>
                  </a:lnTo>
                  <a:lnTo>
                    <a:pt x="5524500" y="262267"/>
                  </a:lnTo>
                  <a:close/>
                </a:path>
                <a:path w="5524500" h="5276850">
                  <a:moveTo>
                    <a:pt x="5524500" y="214630"/>
                  </a:moveTo>
                  <a:lnTo>
                    <a:pt x="5514975" y="214630"/>
                  </a:lnTo>
                  <a:lnTo>
                    <a:pt x="5514975" y="243205"/>
                  </a:lnTo>
                  <a:lnTo>
                    <a:pt x="5524500" y="243205"/>
                  </a:lnTo>
                  <a:lnTo>
                    <a:pt x="5524500" y="214630"/>
                  </a:lnTo>
                  <a:close/>
                </a:path>
                <a:path w="5524500" h="5276850">
                  <a:moveTo>
                    <a:pt x="5524500" y="166979"/>
                  </a:moveTo>
                  <a:lnTo>
                    <a:pt x="5514975" y="166979"/>
                  </a:lnTo>
                  <a:lnTo>
                    <a:pt x="5514975" y="195554"/>
                  </a:lnTo>
                  <a:lnTo>
                    <a:pt x="5524500" y="195554"/>
                  </a:lnTo>
                  <a:lnTo>
                    <a:pt x="5524500" y="166979"/>
                  </a:lnTo>
                  <a:close/>
                </a:path>
                <a:path w="5524500" h="5276850">
                  <a:moveTo>
                    <a:pt x="5524500" y="119329"/>
                  </a:moveTo>
                  <a:lnTo>
                    <a:pt x="5514975" y="119329"/>
                  </a:lnTo>
                  <a:lnTo>
                    <a:pt x="5514975" y="147904"/>
                  </a:lnTo>
                  <a:lnTo>
                    <a:pt x="5524500" y="147904"/>
                  </a:lnTo>
                  <a:lnTo>
                    <a:pt x="5524500" y="119329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96061" y="2438399"/>
              <a:ext cx="4919980" cy="1209675"/>
            </a:xfrm>
            <a:custGeom>
              <a:avLst/>
              <a:gdLst/>
              <a:ahLst/>
              <a:cxnLst/>
              <a:rect l="l" t="t" r="r" b="b"/>
              <a:pathLst>
                <a:path w="4919980" h="1209675">
                  <a:moveTo>
                    <a:pt x="4886614" y="1209674"/>
                  </a:moveTo>
                  <a:lnTo>
                    <a:pt x="20654" y="1209674"/>
                  </a:lnTo>
                  <a:lnTo>
                    <a:pt x="17616" y="1208707"/>
                  </a:lnTo>
                  <a:lnTo>
                    <a:pt x="0" y="1176626"/>
                  </a:lnTo>
                  <a:lnTo>
                    <a:pt x="0" y="1171574"/>
                  </a:lnTo>
                  <a:lnTo>
                    <a:pt x="0" y="33047"/>
                  </a:lnTo>
                  <a:lnTo>
                    <a:pt x="20654" y="0"/>
                  </a:lnTo>
                  <a:lnTo>
                    <a:pt x="4886614" y="0"/>
                  </a:lnTo>
                  <a:lnTo>
                    <a:pt x="4918695" y="28187"/>
                  </a:lnTo>
                  <a:lnTo>
                    <a:pt x="4919661" y="33047"/>
                  </a:lnTo>
                  <a:lnTo>
                    <a:pt x="4919661" y="1176626"/>
                  </a:lnTo>
                  <a:lnTo>
                    <a:pt x="4891474" y="1208707"/>
                  </a:lnTo>
                  <a:lnTo>
                    <a:pt x="4886614" y="12096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81774" y="2438655"/>
              <a:ext cx="35560" cy="1209675"/>
            </a:xfrm>
            <a:custGeom>
              <a:avLst/>
              <a:gdLst/>
              <a:ahLst/>
              <a:cxnLst/>
              <a:rect l="l" t="t" r="r" b="b"/>
              <a:pathLst>
                <a:path w="35559" h="1209675">
                  <a:moveTo>
                    <a:pt x="35315" y="1209163"/>
                  </a:moveTo>
                  <a:lnTo>
                    <a:pt x="2789" y="1185945"/>
                  </a:lnTo>
                  <a:lnTo>
                    <a:pt x="0" y="1171319"/>
                  </a:lnTo>
                  <a:lnTo>
                    <a:pt x="0" y="37844"/>
                  </a:lnTo>
                  <a:lnTo>
                    <a:pt x="23473" y="2534"/>
                  </a:lnTo>
                  <a:lnTo>
                    <a:pt x="35315" y="0"/>
                  </a:lnTo>
                  <a:lnTo>
                    <a:pt x="33224" y="3464"/>
                  </a:lnTo>
                  <a:lnTo>
                    <a:pt x="31364" y="10903"/>
                  </a:lnTo>
                  <a:lnTo>
                    <a:pt x="30143" y="16772"/>
                  </a:lnTo>
                  <a:lnTo>
                    <a:pt x="29271" y="23218"/>
                  </a:lnTo>
                  <a:lnTo>
                    <a:pt x="28749" y="30242"/>
                  </a:lnTo>
                  <a:lnTo>
                    <a:pt x="28574" y="37844"/>
                  </a:lnTo>
                  <a:lnTo>
                    <a:pt x="28574" y="1171319"/>
                  </a:lnTo>
                  <a:lnTo>
                    <a:pt x="33224" y="1205699"/>
                  </a:lnTo>
                  <a:lnTo>
                    <a:pt x="35315" y="1209163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53224" y="3093719"/>
              <a:ext cx="1228614" cy="476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14395" y="3093719"/>
              <a:ext cx="224877" cy="4762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569075" y="2093962"/>
            <a:ext cx="4094479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80" dirty="0">
                <a:solidFill>
                  <a:srgbClr val="465469"/>
                </a:solidFill>
                <a:latin typeface="Apple Color Emoji"/>
                <a:cs typeface="Apple Color Emoji"/>
              </a:rPr>
              <a:t>❌</a:t>
            </a:r>
            <a:r>
              <a:rPr sz="1400" spc="-1075" dirty="0">
                <a:solidFill>
                  <a:srgbClr val="465469"/>
                </a:solidFill>
                <a:latin typeface="Apple Color Emoji"/>
                <a:cs typeface="Apple Color Emoji"/>
              </a:rPr>
              <a:t> </a:t>
            </a:r>
            <a:r>
              <a:rPr sz="1350" b="1" spc="-85" dirty="0">
                <a:solidFill>
                  <a:srgbClr val="465469"/>
                </a:solidFill>
                <a:latin typeface="Arial"/>
                <a:cs typeface="Arial"/>
              </a:rPr>
              <a:t>Erreur</a:t>
            </a:r>
            <a:r>
              <a:rPr sz="1350" b="1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80" dirty="0">
                <a:solidFill>
                  <a:srgbClr val="465469"/>
                </a:solidFill>
                <a:latin typeface="Arial"/>
                <a:cs typeface="Arial"/>
              </a:rPr>
              <a:t>classique</a:t>
            </a:r>
            <a:r>
              <a:rPr sz="1350" b="1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65" dirty="0">
                <a:solidFill>
                  <a:srgbClr val="465469"/>
                </a:solidFill>
                <a:latin typeface="Arial"/>
                <a:cs typeface="Arial"/>
              </a:rPr>
              <a:t>(ConcurrentModificationException)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Arial"/>
              <a:cs typeface="Arial"/>
            </a:endParaRPr>
          </a:p>
          <a:p>
            <a:pPr marL="183515" marR="1673225">
              <a:lnSpc>
                <a:spcPct val="113100"/>
              </a:lnSpc>
            </a:pPr>
            <a:r>
              <a:rPr sz="1000" spc="190" dirty="0">
                <a:solidFill>
                  <a:srgbClr val="2562EB"/>
                </a:solidFill>
                <a:latin typeface="Times New Roman"/>
                <a:cs typeface="Times New Roman"/>
              </a:rPr>
              <a:t>for</a:t>
            </a:r>
            <a:r>
              <a:rPr sz="1000" spc="35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1D293B"/>
                </a:solidFill>
                <a:latin typeface="Times New Roman"/>
                <a:cs typeface="Times New Roman"/>
              </a:rPr>
              <a:t>(</a:t>
            </a: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4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1D293B"/>
                </a:solidFill>
                <a:latin typeface="Times New Roman"/>
                <a:cs typeface="Times New Roman"/>
              </a:rPr>
              <a:t>e</a:t>
            </a:r>
            <a:r>
              <a:rPr sz="1050" spc="340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1D293B"/>
                </a:solidFill>
                <a:latin typeface="Times New Roman"/>
                <a:cs typeface="Times New Roman"/>
              </a:rPr>
              <a:t>:</a:t>
            </a:r>
            <a:r>
              <a:rPr sz="1050" spc="340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1050" spc="165" dirty="0">
                <a:solidFill>
                  <a:srgbClr val="1D293B"/>
                </a:solidFill>
                <a:latin typeface="Times New Roman"/>
                <a:cs typeface="Times New Roman"/>
              </a:rPr>
              <a:t>etudiants)</a:t>
            </a:r>
            <a:r>
              <a:rPr sz="1050" spc="340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1D293B"/>
                </a:solidFill>
                <a:latin typeface="Times New Roman"/>
                <a:cs typeface="Times New Roman"/>
              </a:rPr>
              <a:t>{ </a:t>
            </a:r>
            <a:r>
              <a:rPr sz="1000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spc="36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10" dirty="0">
                <a:solidFill>
                  <a:srgbClr val="1D293B"/>
                </a:solidFill>
                <a:latin typeface="Times New Roman"/>
                <a:cs typeface="Times New Roman"/>
              </a:rPr>
              <a:t>(e.getMoyenne()</a:t>
            </a:r>
            <a:r>
              <a:rPr sz="1050" spc="350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1D293B"/>
                </a:solidFill>
                <a:latin typeface="Times New Roman"/>
                <a:cs typeface="Times New Roman"/>
              </a:rPr>
              <a:t>&lt;</a:t>
            </a:r>
            <a:r>
              <a:rPr sz="950" spc="375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1D293B"/>
                </a:solidFill>
                <a:latin typeface="Times New Roman"/>
                <a:cs typeface="Times New Roman"/>
              </a:rPr>
              <a:t>10)</a:t>
            </a:r>
            <a:r>
              <a:rPr sz="1050" spc="350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1D293B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  <a:spcBef>
                <a:spcPts val="190"/>
              </a:spcBef>
              <a:tabLst>
                <a:tab pos="1818639" algn="l"/>
              </a:tabLst>
            </a:pPr>
            <a:r>
              <a:rPr sz="1050" spc="140" dirty="0">
                <a:solidFill>
                  <a:srgbClr val="1D293B"/>
                </a:solidFill>
                <a:latin typeface="Times New Roman"/>
                <a:cs typeface="Times New Roman"/>
              </a:rPr>
              <a:t>etudiants.remove(e);</a:t>
            </a:r>
            <a:r>
              <a:rPr sz="1050" dirty="0">
                <a:solidFill>
                  <a:srgbClr val="1D293B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70" dirty="0">
                <a:solidFill>
                  <a:srgbClr val="94A2B8"/>
                </a:solidFill>
                <a:latin typeface="Times New Roman"/>
                <a:cs typeface="Times New Roman"/>
              </a:rPr>
              <a:t>BOOM</a:t>
            </a:r>
            <a:r>
              <a:rPr sz="1100" i="1" spc="254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!</a:t>
            </a:r>
            <a:r>
              <a:rPr sz="11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Exception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40525" y="3090868"/>
            <a:ext cx="99695" cy="4064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050" spc="80" dirty="0">
                <a:solidFill>
                  <a:srgbClr val="1D293B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80" dirty="0">
                <a:solidFill>
                  <a:srgbClr val="1D293B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81774" y="4162424"/>
            <a:ext cx="4933950" cy="1219200"/>
            <a:chOff x="6581774" y="4162424"/>
            <a:chExt cx="4933950" cy="1219200"/>
          </a:xfrm>
        </p:grpSpPr>
        <p:sp>
          <p:nvSpPr>
            <p:cNvPr id="27" name="object 27"/>
            <p:cNvSpPr/>
            <p:nvPr/>
          </p:nvSpPr>
          <p:spPr>
            <a:xfrm>
              <a:off x="6596061" y="4162424"/>
              <a:ext cx="4919980" cy="1219200"/>
            </a:xfrm>
            <a:custGeom>
              <a:avLst/>
              <a:gdLst/>
              <a:ahLst/>
              <a:cxnLst/>
              <a:rect l="l" t="t" r="r" b="b"/>
              <a:pathLst>
                <a:path w="4919980" h="1219200">
                  <a:moveTo>
                    <a:pt x="4886614" y="1219199"/>
                  </a:moveTo>
                  <a:lnTo>
                    <a:pt x="20654" y="1219199"/>
                  </a:lnTo>
                  <a:lnTo>
                    <a:pt x="17616" y="1218232"/>
                  </a:lnTo>
                  <a:lnTo>
                    <a:pt x="0" y="1186151"/>
                  </a:lnTo>
                  <a:lnTo>
                    <a:pt x="0" y="1181099"/>
                  </a:lnTo>
                  <a:lnTo>
                    <a:pt x="0" y="33047"/>
                  </a:lnTo>
                  <a:lnTo>
                    <a:pt x="20654" y="0"/>
                  </a:lnTo>
                  <a:lnTo>
                    <a:pt x="4886614" y="0"/>
                  </a:lnTo>
                  <a:lnTo>
                    <a:pt x="4918695" y="28186"/>
                  </a:lnTo>
                  <a:lnTo>
                    <a:pt x="4919661" y="33047"/>
                  </a:lnTo>
                  <a:lnTo>
                    <a:pt x="4919661" y="1186151"/>
                  </a:lnTo>
                  <a:lnTo>
                    <a:pt x="4891474" y="1218232"/>
                  </a:lnTo>
                  <a:lnTo>
                    <a:pt x="4886614" y="12191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81774" y="4162680"/>
              <a:ext cx="35560" cy="1219200"/>
            </a:xfrm>
            <a:custGeom>
              <a:avLst/>
              <a:gdLst/>
              <a:ahLst/>
              <a:cxnLst/>
              <a:rect l="l" t="t" r="r" b="b"/>
              <a:pathLst>
                <a:path w="35559" h="1219200">
                  <a:moveTo>
                    <a:pt x="35315" y="1218688"/>
                  </a:moveTo>
                  <a:lnTo>
                    <a:pt x="2789" y="1195470"/>
                  </a:lnTo>
                  <a:lnTo>
                    <a:pt x="0" y="1180844"/>
                  </a:lnTo>
                  <a:lnTo>
                    <a:pt x="0" y="37844"/>
                  </a:lnTo>
                  <a:lnTo>
                    <a:pt x="23473" y="2534"/>
                  </a:lnTo>
                  <a:lnTo>
                    <a:pt x="35315" y="0"/>
                  </a:lnTo>
                  <a:lnTo>
                    <a:pt x="33224" y="3464"/>
                  </a:lnTo>
                  <a:lnTo>
                    <a:pt x="31364" y="10903"/>
                  </a:lnTo>
                  <a:lnTo>
                    <a:pt x="30143" y="16771"/>
                  </a:lnTo>
                  <a:lnTo>
                    <a:pt x="29271" y="23218"/>
                  </a:lnTo>
                  <a:lnTo>
                    <a:pt x="28749" y="30242"/>
                  </a:lnTo>
                  <a:lnTo>
                    <a:pt x="28574" y="37844"/>
                  </a:lnTo>
                  <a:lnTo>
                    <a:pt x="28574" y="1180844"/>
                  </a:lnTo>
                  <a:lnTo>
                    <a:pt x="33224" y="1215224"/>
                  </a:lnTo>
                  <a:lnTo>
                    <a:pt x="35315" y="1218688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569075" y="3817987"/>
            <a:ext cx="3615054" cy="14033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80" dirty="0">
                <a:solidFill>
                  <a:srgbClr val="465469"/>
                </a:solidFill>
                <a:latin typeface="Apple Color Emoji"/>
                <a:cs typeface="Apple Color Emoji"/>
              </a:rPr>
              <a:t>✅</a:t>
            </a:r>
            <a:r>
              <a:rPr sz="1400" spc="-1075" dirty="0">
                <a:solidFill>
                  <a:srgbClr val="465469"/>
                </a:solidFill>
                <a:latin typeface="Apple Color Emoji"/>
                <a:cs typeface="Apple Color Emoji"/>
              </a:rPr>
              <a:t> </a:t>
            </a:r>
            <a:r>
              <a:rPr sz="1350" b="1" spc="-105" dirty="0">
                <a:solidFill>
                  <a:srgbClr val="465469"/>
                </a:solidFill>
                <a:latin typeface="Arial"/>
                <a:cs typeface="Arial"/>
              </a:rPr>
              <a:t>Bonne</a:t>
            </a:r>
            <a:r>
              <a:rPr sz="1350" b="1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70" dirty="0">
                <a:solidFill>
                  <a:srgbClr val="465469"/>
                </a:solidFill>
                <a:latin typeface="Arial"/>
                <a:cs typeface="Arial"/>
              </a:rPr>
              <a:t>pratique</a:t>
            </a:r>
            <a:r>
              <a:rPr sz="1350" b="1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465469"/>
                </a:solidFill>
                <a:latin typeface="Arial"/>
                <a:cs typeface="Arial"/>
              </a:rPr>
              <a:t>(Interface </a:t>
            </a:r>
            <a:r>
              <a:rPr sz="1350" b="1" spc="-85" dirty="0">
                <a:solidFill>
                  <a:srgbClr val="465469"/>
                </a:solidFill>
                <a:latin typeface="Arial"/>
                <a:cs typeface="Arial"/>
              </a:rPr>
              <a:t>vs</a:t>
            </a:r>
            <a:r>
              <a:rPr sz="1350" b="1" spc="-45" dirty="0">
                <a:solidFill>
                  <a:srgbClr val="465469"/>
                </a:solidFill>
                <a:latin typeface="Arial"/>
                <a:cs typeface="Arial"/>
              </a:rPr>
              <a:t> Implémentation)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OUI</a:t>
            </a:r>
            <a:r>
              <a:rPr sz="11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flexible</a:t>
            </a:r>
            <a:endParaRPr sz="11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  <a:spcBef>
                <a:spcPts val="229"/>
              </a:spcBef>
            </a:pP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30" dirty="0">
                <a:solidFill>
                  <a:srgbClr val="1D293B"/>
                </a:solidFill>
                <a:latin typeface="Times New Roman"/>
                <a:cs typeface="Times New Roman"/>
              </a:rPr>
              <a:t>&lt;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30" dirty="0">
                <a:solidFill>
                  <a:srgbClr val="1D293B"/>
                </a:solidFill>
                <a:latin typeface="Times New Roman"/>
                <a:cs typeface="Times New Roman"/>
              </a:rPr>
              <a:t>&gt;</a:t>
            </a:r>
            <a:r>
              <a:rPr sz="1050" spc="370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D293B"/>
                </a:solidFill>
                <a:latin typeface="Times New Roman"/>
                <a:cs typeface="Times New Roman"/>
              </a:rPr>
              <a:t>promo</a:t>
            </a:r>
            <a:r>
              <a:rPr sz="1050" spc="375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D293B"/>
                </a:solidFill>
                <a:latin typeface="Times New Roman"/>
                <a:cs typeface="Times New Roman"/>
              </a:rPr>
              <a:t>=</a:t>
            </a:r>
            <a:r>
              <a:rPr sz="1050" spc="375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1000" spc="39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ArrayList</a:t>
            </a:r>
            <a:r>
              <a:rPr sz="1050" spc="37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spc="180" dirty="0">
                <a:solidFill>
                  <a:srgbClr val="1D293B"/>
                </a:solidFill>
                <a:latin typeface="Times New Roman"/>
                <a:cs typeface="Times New Roman"/>
              </a:rPr>
              <a:t>&gt;</a:t>
            </a:r>
            <a:r>
              <a:rPr sz="1050" spc="180" dirty="0">
                <a:solidFill>
                  <a:srgbClr val="1D293B"/>
                </a:solidFill>
                <a:latin typeface="Times New Roman"/>
                <a:cs typeface="Times New Roman"/>
              </a:rPr>
              <a:t>();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27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14" dirty="0">
                <a:solidFill>
                  <a:srgbClr val="94A2B8"/>
                </a:solidFill>
                <a:latin typeface="Times New Roman"/>
                <a:cs typeface="Times New Roman"/>
              </a:rPr>
              <a:t>NON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couplage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fort</a:t>
            </a:r>
            <a:endParaRPr sz="11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  <a:spcBef>
                <a:spcPts val="155"/>
              </a:spcBef>
            </a:pP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ArrayList</a:t>
            </a:r>
            <a:r>
              <a:rPr sz="950" spc="120" dirty="0">
                <a:solidFill>
                  <a:srgbClr val="1D293B"/>
                </a:solidFill>
                <a:latin typeface="Times New Roman"/>
                <a:cs typeface="Times New Roman"/>
              </a:rPr>
              <a:t>&lt;</a:t>
            </a: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20" dirty="0">
                <a:solidFill>
                  <a:srgbClr val="1D293B"/>
                </a:solidFill>
                <a:latin typeface="Times New Roman"/>
                <a:cs typeface="Times New Roman"/>
              </a:rPr>
              <a:t>&gt;</a:t>
            </a:r>
            <a:r>
              <a:rPr sz="1050" spc="375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D293B"/>
                </a:solidFill>
                <a:latin typeface="Times New Roman"/>
                <a:cs typeface="Times New Roman"/>
              </a:rPr>
              <a:t>promo</a:t>
            </a:r>
            <a:r>
              <a:rPr sz="1050" spc="375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D293B"/>
                </a:solidFill>
                <a:latin typeface="Times New Roman"/>
                <a:cs typeface="Times New Roman"/>
              </a:rPr>
              <a:t>=</a:t>
            </a:r>
            <a:r>
              <a:rPr sz="1050" spc="375" dirty="0">
                <a:solidFill>
                  <a:srgbClr val="1D293B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1000" spc="39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ArrayList</a:t>
            </a:r>
            <a:r>
              <a:rPr sz="1050" spc="37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spc="180" dirty="0">
                <a:solidFill>
                  <a:srgbClr val="1D293B"/>
                </a:solidFill>
                <a:latin typeface="Times New Roman"/>
                <a:cs typeface="Times New Roman"/>
              </a:rPr>
              <a:t>&gt;</a:t>
            </a:r>
            <a:r>
              <a:rPr sz="1050" spc="180" dirty="0">
                <a:solidFill>
                  <a:srgbClr val="1D293B"/>
                </a:solidFill>
                <a:latin typeface="Times New Roman"/>
                <a:cs typeface="Times New Roman"/>
              </a:rPr>
              <a:t>();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1" name="object 31"/>
            <p:cNvSpPr/>
            <p:nvPr/>
          </p:nvSpPr>
          <p:spPr>
            <a:xfrm>
              <a:off x="5124449" y="6800849"/>
              <a:ext cx="7067550" cy="57150"/>
            </a:xfrm>
            <a:custGeom>
              <a:avLst/>
              <a:gdLst/>
              <a:ahLst/>
              <a:cxnLst/>
              <a:rect l="l" t="t" r="r" b="b"/>
              <a:pathLst>
                <a:path w="7067550" h="57150">
                  <a:moveTo>
                    <a:pt x="0" y="57149"/>
                  </a:moveTo>
                  <a:lnTo>
                    <a:pt x="7067549" y="57149"/>
                  </a:lnTo>
                  <a:lnTo>
                    <a:pt x="70675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6800849"/>
              <a:ext cx="5124450" cy="57150"/>
            </a:xfrm>
            <a:custGeom>
              <a:avLst/>
              <a:gdLst/>
              <a:ahLst/>
              <a:cxnLst/>
              <a:rect l="l" t="t" r="r" b="b"/>
              <a:pathLst>
                <a:path w="5124450" h="57150">
                  <a:moveTo>
                    <a:pt x="51244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5124449" y="0"/>
                  </a:lnTo>
                  <a:lnTo>
                    <a:pt x="51244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1602639" y="6551215"/>
            <a:ext cx="3644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z="1050" spc="-30" dirty="0">
                <a:solidFill>
                  <a:srgbClr val="94A2B8"/>
                </a:solidFill>
                <a:latin typeface="Arial"/>
                <a:cs typeface="Arial"/>
              </a:rPr>
              <a:t>24/57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Set&lt;E&gt;</a:t>
            </a:r>
            <a:r>
              <a:rPr spc="-175" dirty="0"/>
              <a:t> </a:t>
            </a:r>
            <a:r>
              <a:rPr spc="-130" dirty="0"/>
              <a:t>:</a:t>
            </a:r>
            <a:r>
              <a:rPr spc="-160" dirty="0"/>
              <a:t> </a:t>
            </a:r>
            <a:r>
              <a:rPr spc="-150" dirty="0"/>
              <a:t>concept</a:t>
            </a:r>
            <a:r>
              <a:rPr spc="-165" dirty="0"/>
              <a:t> </a:t>
            </a:r>
            <a:r>
              <a:rPr spc="-85" dirty="0"/>
              <a:t>et</a:t>
            </a:r>
            <a:r>
              <a:rPr spc="-160" dirty="0"/>
              <a:t> </a:t>
            </a:r>
            <a:r>
              <a:rPr spc="-110" dirty="0"/>
              <a:t>unicité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6136" y="868680"/>
            <a:ext cx="5681980" cy="1508760"/>
            <a:chOff x="326136" y="868680"/>
            <a:chExt cx="5681980" cy="1508760"/>
          </a:xfrm>
        </p:grpSpPr>
        <p:sp>
          <p:nvSpPr>
            <p:cNvPr id="4" name="object 4"/>
            <p:cNvSpPr/>
            <p:nvPr/>
          </p:nvSpPr>
          <p:spPr>
            <a:xfrm>
              <a:off x="326136" y="868680"/>
              <a:ext cx="5681980" cy="1508760"/>
            </a:xfrm>
            <a:custGeom>
              <a:avLst/>
              <a:gdLst/>
              <a:ahLst/>
              <a:cxnLst/>
              <a:rect l="l" t="t" r="r" b="b"/>
              <a:pathLst>
                <a:path w="5681980" h="1508760">
                  <a:moveTo>
                    <a:pt x="5681472" y="1508760"/>
                  </a:moveTo>
                  <a:lnTo>
                    <a:pt x="0" y="1508760"/>
                  </a:lnTo>
                  <a:lnTo>
                    <a:pt x="0" y="0"/>
                  </a:lnTo>
                  <a:lnTo>
                    <a:pt x="5681472" y="0"/>
                  </a:lnTo>
                  <a:lnTo>
                    <a:pt x="5681472" y="45719"/>
                  </a:lnTo>
                  <a:lnTo>
                    <a:pt x="131063" y="45719"/>
                  </a:lnTo>
                  <a:lnTo>
                    <a:pt x="124495" y="46037"/>
                  </a:lnTo>
                  <a:lnTo>
                    <a:pt x="88786" y="60828"/>
                  </a:lnTo>
                  <a:lnTo>
                    <a:pt x="67243" y="93068"/>
                  </a:lnTo>
                  <a:lnTo>
                    <a:pt x="64388" y="112394"/>
                  </a:lnTo>
                  <a:lnTo>
                    <a:pt x="64388" y="1360169"/>
                  </a:lnTo>
                  <a:lnTo>
                    <a:pt x="75615" y="1397219"/>
                  </a:lnTo>
                  <a:lnTo>
                    <a:pt x="105548" y="1421769"/>
                  </a:lnTo>
                  <a:lnTo>
                    <a:pt x="131063" y="1426844"/>
                  </a:lnTo>
                  <a:lnTo>
                    <a:pt x="5681472" y="1426844"/>
                  </a:lnTo>
                  <a:lnTo>
                    <a:pt x="5681472" y="1508760"/>
                  </a:lnTo>
                  <a:close/>
                </a:path>
                <a:path w="5681980" h="1508760">
                  <a:moveTo>
                    <a:pt x="5681472" y="1426844"/>
                  </a:moveTo>
                  <a:lnTo>
                    <a:pt x="5550788" y="1426844"/>
                  </a:lnTo>
                  <a:lnTo>
                    <a:pt x="5557356" y="1426527"/>
                  </a:lnTo>
                  <a:lnTo>
                    <a:pt x="5563798" y="1425575"/>
                  </a:lnTo>
                  <a:lnTo>
                    <a:pt x="5597934" y="1407315"/>
                  </a:lnTo>
                  <a:lnTo>
                    <a:pt x="5616194" y="1373179"/>
                  </a:lnTo>
                  <a:lnTo>
                    <a:pt x="5617463" y="1360169"/>
                  </a:lnTo>
                  <a:lnTo>
                    <a:pt x="5617463" y="112394"/>
                  </a:lnTo>
                  <a:lnTo>
                    <a:pt x="5606236" y="75345"/>
                  </a:lnTo>
                  <a:lnTo>
                    <a:pt x="5576303" y="50795"/>
                  </a:lnTo>
                  <a:lnTo>
                    <a:pt x="5550788" y="45719"/>
                  </a:lnTo>
                  <a:lnTo>
                    <a:pt x="5681472" y="45719"/>
                  </a:lnTo>
                  <a:lnTo>
                    <a:pt x="5681472" y="142684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5762" y="909637"/>
              <a:ext cx="5562600" cy="1390650"/>
            </a:xfrm>
            <a:custGeom>
              <a:avLst/>
              <a:gdLst/>
              <a:ahLst/>
              <a:cxnLst/>
              <a:rect l="l" t="t" r="r" b="b"/>
              <a:pathLst>
                <a:path w="5562600" h="1390650">
                  <a:moveTo>
                    <a:pt x="5495852" y="1390649"/>
                  </a:moveTo>
                  <a:lnTo>
                    <a:pt x="66746" y="1390649"/>
                  </a:lnTo>
                  <a:lnTo>
                    <a:pt x="62101" y="1390192"/>
                  </a:lnTo>
                  <a:lnTo>
                    <a:pt x="24240" y="1373043"/>
                  </a:lnTo>
                  <a:lnTo>
                    <a:pt x="2287" y="1337749"/>
                  </a:lnTo>
                  <a:lnTo>
                    <a:pt x="0" y="1323902"/>
                  </a:lnTo>
                  <a:lnTo>
                    <a:pt x="0" y="13192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495852" y="0"/>
                  </a:lnTo>
                  <a:lnTo>
                    <a:pt x="5534750" y="14645"/>
                  </a:lnTo>
                  <a:lnTo>
                    <a:pt x="5558955" y="48432"/>
                  </a:lnTo>
                  <a:lnTo>
                    <a:pt x="5562598" y="66746"/>
                  </a:lnTo>
                  <a:lnTo>
                    <a:pt x="5562598" y="1323902"/>
                  </a:lnTo>
                  <a:lnTo>
                    <a:pt x="5547952" y="1362800"/>
                  </a:lnTo>
                  <a:lnTo>
                    <a:pt x="5514165" y="1387006"/>
                  </a:lnTo>
                  <a:lnTo>
                    <a:pt x="5500498" y="1390192"/>
                  </a:lnTo>
                  <a:lnTo>
                    <a:pt x="5495852" y="13906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909637"/>
              <a:ext cx="5562600" cy="1390650"/>
            </a:xfrm>
            <a:custGeom>
              <a:avLst/>
              <a:gdLst/>
              <a:ahLst/>
              <a:cxnLst/>
              <a:rect l="l" t="t" r="r" b="b"/>
              <a:pathLst>
                <a:path w="5562600" h="1390650">
                  <a:moveTo>
                    <a:pt x="0" y="13192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71437" y="0"/>
                  </a:lnTo>
                  <a:lnTo>
                    <a:pt x="5491162" y="0"/>
                  </a:lnTo>
                  <a:lnTo>
                    <a:pt x="5530849" y="12039"/>
                  </a:lnTo>
                  <a:lnTo>
                    <a:pt x="5541675" y="20923"/>
                  </a:lnTo>
                  <a:lnTo>
                    <a:pt x="5544991" y="24240"/>
                  </a:lnTo>
                  <a:lnTo>
                    <a:pt x="5547952" y="27848"/>
                  </a:lnTo>
                  <a:lnTo>
                    <a:pt x="5550558" y="31748"/>
                  </a:lnTo>
                  <a:lnTo>
                    <a:pt x="5553164" y="35648"/>
                  </a:lnTo>
                  <a:lnTo>
                    <a:pt x="5562599" y="71437"/>
                  </a:lnTo>
                  <a:lnTo>
                    <a:pt x="5562599" y="1319212"/>
                  </a:lnTo>
                  <a:lnTo>
                    <a:pt x="5550558" y="1358900"/>
                  </a:lnTo>
                  <a:lnTo>
                    <a:pt x="5547952" y="1362800"/>
                  </a:lnTo>
                  <a:lnTo>
                    <a:pt x="5544991" y="1366409"/>
                  </a:lnTo>
                  <a:lnTo>
                    <a:pt x="5541675" y="1369726"/>
                  </a:lnTo>
                  <a:lnTo>
                    <a:pt x="5538358" y="1373043"/>
                  </a:lnTo>
                  <a:lnTo>
                    <a:pt x="5500498" y="1390192"/>
                  </a:lnTo>
                  <a:lnTo>
                    <a:pt x="5491162" y="1390649"/>
                  </a:lnTo>
                  <a:lnTo>
                    <a:pt x="71437" y="1390649"/>
                  </a:lnTo>
                  <a:lnTo>
                    <a:pt x="31748" y="1378610"/>
                  </a:lnTo>
                  <a:lnTo>
                    <a:pt x="27848" y="1376004"/>
                  </a:lnTo>
                  <a:lnTo>
                    <a:pt x="24240" y="1373043"/>
                  </a:lnTo>
                  <a:lnTo>
                    <a:pt x="20923" y="1369726"/>
                  </a:lnTo>
                  <a:lnTo>
                    <a:pt x="17606" y="1366409"/>
                  </a:lnTo>
                  <a:lnTo>
                    <a:pt x="14645" y="1362800"/>
                  </a:lnTo>
                  <a:lnTo>
                    <a:pt x="12039" y="1358900"/>
                  </a:lnTo>
                  <a:lnTo>
                    <a:pt x="9433" y="1355000"/>
                  </a:lnTo>
                  <a:lnTo>
                    <a:pt x="0" y="1323902"/>
                  </a:lnTo>
                  <a:lnTo>
                    <a:pt x="0" y="13192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5787" y="1128712"/>
              <a:ext cx="466725" cy="466725"/>
            </a:xfrm>
            <a:custGeom>
              <a:avLst/>
              <a:gdLst/>
              <a:ahLst/>
              <a:cxnLst/>
              <a:rect l="l" t="t" r="r" b="b"/>
              <a:pathLst>
                <a:path w="466725" h="466725">
                  <a:moveTo>
                    <a:pt x="399978" y="466724"/>
                  </a:moveTo>
                  <a:lnTo>
                    <a:pt x="66746" y="466724"/>
                  </a:lnTo>
                  <a:lnTo>
                    <a:pt x="62101" y="466267"/>
                  </a:lnTo>
                  <a:lnTo>
                    <a:pt x="24240" y="449118"/>
                  </a:lnTo>
                  <a:lnTo>
                    <a:pt x="2287" y="413824"/>
                  </a:lnTo>
                  <a:lnTo>
                    <a:pt x="0" y="399978"/>
                  </a:lnTo>
                  <a:lnTo>
                    <a:pt x="0" y="3952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99978" y="0"/>
                  </a:lnTo>
                  <a:lnTo>
                    <a:pt x="438876" y="14645"/>
                  </a:lnTo>
                  <a:lnTo>
                    <a:pt x="463082" y="48432"/>
                  </a:lnTo>
                  <a:lnTo>
                    <a:pt x="466724" y="66746"/>
                  </a:lnTo>
                  <a:lnTo>
                    <a:pt x="466724" y="399978"/>
                  </a:lnTo>
                  <a:lnTo>
                    <a:pt x="452079" y="438875"/>
                  </a:lnTo>
                  <a:lnTo>
                    <a:pt x="418291" y="463082"/>
                  </a:lnTo>
                  <a:lnTo>
                    <a:pt x="404623" y="466267"/>
                  </a:lnTo>
                  <a:lnTo>
                    <a:pt x="399978" y="46672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5787" y="1128712"/>
              <a:ext cx="466725" cy="466725"/>
            </a:xfrm>
            <a:custGeom>
              <a:avLst/>
              <a:gdLst/>
              <a:ahLst/>
              <a:cxnLst/>
              <a:rect l="l" t="t" r="r" b="b"/>
              <a:pathLst>
                <a:path w="466725" h="466725">
                  <a:moveTo>
                    <a:pt x="0" y="395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95287" y="0"/>
                  </a:lnTo>
                  <a:lnTo>
                    <a:pt x="399978" y="0"/>
                  </a:lnTo>
                  <a:lnTo>
                    <a:pt x="404623" y="457"/>
                  </a:lnTo>
                  <a:lnTo>
                    <a:pt x="409224" y="1372"/>
                  </a:lnTo>
                  <a:lnTo>
                    <a:pt x="413824" y="2287"/>
                  </a:lnTo>
                  <a:lnTo>
                    <a:pt x="434975" y="12039"/>
                  </a:lnTo>
                  <a:lnTo>
                    <a:pt x="438876" y="14645"/>
                  </a:lnTo>
                  <a:lnTo>
                    <a:pt x="442484" y="17606"/>
                  </a:lnTo>
                  <a:lnTo>
                    <a:pt x="445801" y="20923"/>
                  </a:lnTo>
                  <a:lnTo>
                    <a:pt x="449118" y="24240"/>
                  </a:lnTo>
                  <a:lnTo>
                    <a:pt x="461286" y="44099"/>
                  </a:lnTo>
                  <a:lnTo>
                    <a:pt x="463082" y="48432"/>
                  </a:lnTo>
                  <a:lnTo>
                    <a:pt x="464437" y="52900"/>
                  </a:lnTo>
                  <a:lnTo>
                    <a:pt x="465352" y="57500"/>
                  </a:lnTo>
                  <a:lnTo>
                    <a:pt x="466267" y="62101"/>
                  </a:lnTo>
                  <a:lnTo>
                    <a:pt x="466724" y="66746"/>
                  </a:lnTo>
                  <a:lnTo>
                    <a:pt x="466725" y="71437"/>
                  </a:lnTo>
                  <a:lnTo>
                    <a:pt x="466725" y="395287"/>
                  </a:lnTo>
                  <a:lnTo>
                    <a:pt x="461286" y="422625"/>
                  </a:lnTo>
                  <a:lnTo>
                    <a:pt x="459491" y="426958"/>
                  </a:lnTo>
                  <a:lnTo>
                    <a:pt x="431075" y="457291"/>
                  </a:lnTo>
                  <a:lnTo>
                    <a:pt x="422625" y="461286"/>
                  </a:lnTo>
                  <a:lnTo>
                    <a:pt x="418291" y="463082"/>
                  </a:lnTo>
                  <a:lnTo>
                    <a:pt x="395287" y="466724"/>
                  </a:lnTo>
                  <a:lnTo>
                    <a:pt x="71437" y="466724"/>
                  </a:lnTo>
                  <a:lnTo>
                    <a:pt x="31748" y="454685"/>
                  </a:lnTo>
                  <a:lnTo>
                    <a:pt x="20923" y="445801"/>
                  </a:lnTo>
                  <a:lnTo>
                    <a:pt x="17606" y="442484"/>
                  </a:lnTo>
                  <a:lnTo>
                    <a:pt x="457" y="404623"/>
                  </a:lnTo>
                  <a:lnTo>
                    <a:pt x="0" y="399978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DBF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1222374"/>
              <a:ext cx="266700" cy="2698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35074" y="1011653"/>
            <a:ext cx="4483735" cy="10547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400" b="1" dirty="0">
                <a:solidFill>
                  <a:srgbClr val="166533"/>
                </a:solidFill>
                <a:latin typeface="Times New Roman"/>
                <a:cs typeface="Times New Roman"/>
              </a:rPr>
              <a:t>Le</a:t>
            </a:r>
            <a:r>
              <a:rPr sz="1400" b="1" spc="130" dirty="0">
                <a:solidFill>
                  <a:srgbClr val="166533"/>
                </a:solidFill>
                <a:latin typeface="Times New Roman"/>
                <a:cs typeface="Times New Roman"/>
              </a:rPr>
              <a:t>  </a:t>
            </a:r>
            <a:r>
              <a:rPr sz="1400" b="1" dirty="0">
                <a:solidFill>
                  <a:srgbClr val="166533"/>
                </a:solidFill>
                <a:latin typeface="Times New Roman"/>
                <a:cs typeface="Times New Roman"/>
              </a:rPr>
              <a:t>tampon</a:t>
            </a:r>
            <a:r>
              <a:rPr sz="1400" b="1" spc="130" dirty="0">
                <a:solidFill>
                  <a:srgbClr val="166533"/>
                </a:solidFill>
                <a:latin typeface="Times New Roman"/>
                <a:cs typeface="Times New Roman"/>
              </a:rPr>
              <a:t>  </a:t>
            </a:r>
            <a:r>
              <a:rPr sz="1400" b="1" spc="190" dirty="0">
                <a:solidFill>
                  <a:srgbClr val="166533"/>
                </a:solidFill>
                <a:latin typeface="Times New Roman"/>
                <a:cs typeface="Times New Roman"/>
              </a:rPr>
              <a:t>administratif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4200"/>
              </a:lnSpc>
              <a:spcBef>
                <a:spcPts val="625"/>
              </a:spcBef>
            </a:pPr>
            <a:r>
              <a:rPr sz="1350" spc="-125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5" dirty="0">
                <a:solidFill>
                  <a:srgbClr val="465469"/>
                </a:solidFill>
                <a:latin typeface="Arial"/>
                <a:cs typeface="Arial"/>
              </a:rPr>
              <a:t>Set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465469"/>
                </a:solidFill>
                <a:latin typeface="Arial"/>
                <a:cs typeface="Arial"/>
              </a:rPr>
              <a:t>est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10" dirty="0">
                <a:solidFill>
                  <a:srgbClr val="465469"/>
                </a:solidFill>
                <a:latin typeface="Arial"/>
                <a:cs typeface="Arial"/>
              </a:rPr>
              <a:t>comme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80" dirty="0">
                <a:solidFill>
                  <a:srgbClr val="465469"/>
                </a:solidFill>
                <a:latin typeface="Arial"/>
                <a:cs typeface="Arial"/>
              </a:rPr>
              <a:t>document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465469"/>
                </a:solidFill>
                <a:latin typeface="Arial"/>
                <a:cs typeface="Arial"/>
              </a:rPr>
              <a:t>tamponné</a:t>
            </a:r>
            <a:r>
              <a:rPr sz="1300" spc="-85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r>
              <a:rPr sz="13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14" dirty="0">
                <a:solidFill>
                  <a:srgbClr val="465469"/>
                </a:solidFill>
                <a:latin typeface="Arial"/>
                <a:cs typeface="Arial"/>
              </a:rPr>
              <a:t>Si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95" dirty="0">
                <a:solidFill>
                  <a:srgbClr val="465469"/>
                </a:solidFill>
                <a:latin typeface="Arial"/>
                <a:cs typeface="Arial"/>
              </a:rPr>
              <a:t>essayez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de </a:t>
            </a:r>
            <a:r>
              <a:rPr sz="1350" spc="-85" dirty="0">
                <a:solidFill>
                  <a:srgbClr val="465469"/>
                </a:solidFill>
                <a:latin typeface="Arial"/>
                <a:cs typeface="Arial"/>
              </a:rPr>
              <a:t>tamponner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465469"/>
                </a:solidFill>
                <a:latin typeface="Arial"/>
                <a:cs typeface="Arial"/>
              </a:rPr>
              <a:t>deux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fois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30" dirty="0">
                <a:solidFill>
                  <a:srgbClr val="465469"/>
                </a:solidFill>
                <a:latin typeface="Arial"/>
                <a:cs typeface="Arial"/>
              </a:rPr>
              <a:t>même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465469"/>
                </a:solidFill>
                <a:latin typeface="Arial"/>
                <a:cs typeface="Arial"/>
              </a:rPr>
              <a:t>dossier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95" dirty="0">
                <a:solidFill>
                  <a:srgbClr val="465469"/>
                </a:solidFill>
                <a:latin typeface="Arial"/>
                <a:cs typeface="Arial"/>
              </a:rPr>
              <a:t>avec</a:t>
            </a:r>
            <a:r>
              <a:rPr sz="135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00" spc="-105" dirty="0">
                <a:solidFill>
                  <a:srgbClr val="465469"/>
                </a:solidFill>
                <a:latin typeface="Arial"/>
                <a:cs typeface="Arial"/>
              </a:rPr>
              <a:t>"</a:t>
            </a:r>
            <a:r>
              <a:rPr sz="1350" spc="-105" dirty="0">
                <a:solidFill>
                  <a:srgbClr val="465469"/>
                </a:solidFill>
                <a:latin typeface="Arial"/>
                <a:cs typeface="Arial"/>
              </a:rPr>
              <a:t>VALIDÉ</a:t>
            </a:r>
            <a:r>
              <a:rPr sz="1300" spc="-105" dirty="0">
                <a:solidFill>
                  <a:srgbClr val="465469"/>
                </a:solidFill>
                <a:latin typeface="Arial"/>
                <a:cs typeface="Arial"/>
              </a:rPr>
              <a:t>",</a:t>
            </a:r>
            <a:r>
              <a:rPr sz="13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35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465469"/>
                </a:solidFill>
                <a:latin typeface="Arial"/>
                <a:cs typeface="Arial"/>
              </a:rPr>
              <a:t>deuxième coup</a:t>
            </a:r>
            <a:r>
              <a:rPr sz="1350" spc="-5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465469"/>
                </a:solidFill>
                <a:latin typeface="Arial"/>
                <a:cs typeface="Arial"/>
              </a:rPr>
              <a:t>tampon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0" dirty="0">
                <a:solidFill>
                  <a:srgbClr val="465469"/>
                </a:solidFill>
                <a:latin typeface="Arial"/>
                <a:cs typeface="Arial"/>
              </a:rPr>
              <a:t>ne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465469"/>
                </a:solidFill>
                <a:latin typeface="Arial"/>
                <a:cs typeface="Arial"/>
              </a:rPr>
              <a:t>change</a:t>
            </a:r>
            <a:r>
              <a:rPr sz="1350" spc="-55" dirty="0">
                <a:solidFill>
                  <a:srgbClr val="465469"/>
                </a:solidFill>
                <a:latin typeface="Arial"/>
                <a:cs typeface="Arial"/>
              </a:rPr>
              <a:t> rien</a:t>
            </a:r>
            <a:r>
              <a:rPr sz="1300" spc="-55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r>
              <a:rPr sz="13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14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465469"/>
                </a:solidFill>
                <a:latin typeface="Arial"/>
                <a:cs typeface="Arial"/>
              </a:rPr>
              <a:t>dossier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465469"/>
                </a:solidFill>
                <a:latin typeface="Arial"/>
                <a:cs typeface="Arial"/>
              </a:rPr>
              <a:t>est</a:t>
            </a:r>
            <a:r>
              <a:rPr sz="135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80" dirty="0">
                <a:solidFill>
                  <a:srgbClr val="465469"/>
                </a:solidFill>
                <a:latin typeface="Arial"/>
                <a:cs typeface="Arial"/>
              </a:rPr>
              <a:t>déjà</a:t>
            </a:r>
            <a:r>
              <a:rPr sz="1350" spc="-5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validé</a:t>
            </a:r>
            <a:r>
              <a:rPr sz="1300" spc="-10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84392" y="868680"/>
            <a:ext cx="5681980" cy="1508760"/>
            <a:chOff x="6184392" y="868680"/>
            <a:chExt cx="5681980" cy="1508760"/>
          </a:xfrm>
        </p:grpSpPr>
        <p:sp>
          <p:nvSpPr>
            <p:cNvPr id="12" name="object 12"/>
            <p:cNvSpPr/>
            <p:nvPr/>
          </p:nvSpPr>
          <p:spPr>
            <a:xfrm>
              <a:off x="6184392" y="868680"/>
              <a:ext cx="5681980" cy="1508760"/>
            </a:xfrm>
            <a:custGeom>
              <a:avLst/>
              <a:gdLst/>
              <a:ahLst/>
              <a:cxnLst/>
              <a:rect l="l" t="t" r="r" b="b"/>
              <a:pathLst>
                <a:path w="5681980" h="1508760">
                  <a:moveTo>
                    <a:pt x="5681472" y="1508760"/>
                  </a:moveTo>
                  <a:lnTo>
                    <a:pt x="0" y="1508760"/>
                  </a:lnTo>
                  <a:lnTo>
                    <a:pt x="0" y="0"/>
                  </a:lnTo>
                  <a:lnTo>
                    <a:pt x="5681472" y="0"/>
                  </a:lnTo>
                  <a:lnTo>
                    <a:pt x="5681472" y="45719"/>
                  </a:lnTo>
                  <a:lnTo>
                    <a:pt x="130682" y="45719"/>
                  </a:lnTo>
                  <a:lnTo>
                    <a:pt x="124114" y="46037"/>
                  </a:lnTo>
                  <a:lnTo>
                    <a:pt x="88404" y="60828"/>
                  </a:lnTo>
                  <a:lnTo>
                    <a:pt x="66861" y="93068"/>
                  </a:lnTo>
                  <a:lnTo>
                    <a:pt x="64007" y="112394"/>
                  </a:lnTo>
                  <a:lnTo>
                    <a:pt x="64007" y="1360169"/>
                  </a:lnTo>
                  <a:lnTo>
                    <a:pt x="75233" y="1397219"/>
                  </a:lnTo>
                  <a:lnTo>
                    <a:pt x="105166" y="1421769"/>
                  </a:lnTo>
                  <a:lnTo>
                    <a:pt x="130682" y="1426844"/>
                  </a:lnTo>
                  <a:lnTo>
                    <a:pt x="5681472" y="1426844"/>
                  </a:lnTo>
                  <a:lnTo>
                    <a:pt x="5681472" y="1508760"/>
                  </a:lnTo>
                  <a:close/>
                </a:path>
                <a:path w="5681980" h="1508760">
                  <a:moveTo>
                    <a:pt x="5681472" y="1426844"/>
                  </a:moveTo>
                  <a:lnTo>
                    <a:pt x="5550407" y="1426844"/>
                  </a:lnTo>
                  <a:lnTo>
                    <a:pt x="5556975" y="1426527"/>
                  </a:lnTo>
                  <a:lnTo>
                    <a:pt x="5563416" y="1425575"/>
                  </a:lnTo>
                  <a:lnTo>
                    <a:pt x="5597553" y="1407315"/>
                  </a:lnTo>
                  <a:lnTo>
                    <a:pt x="5615812" y="1373179"/>
                  </a:lnTo>
                  <a:lnTo>
                    <a:pt x="5617082" y="1360169"/>
                  </a:lnTo>
                  <a:lnTo>
                    <a:pt x="5617082" y="112394"/>
                  </a:lnTo>
                  <a:lnTo>
                    <a:pt x="5605855" y="75345"/>
                  </a:lnTo>
                  <a:lnTo>
                    <a:pt x="5575921" y="50795"/>
                  </a:lnTo>
                  <a:lnTo>
                    <a:pt x="5550407" y="45719"/>
                  </a:lnTo>
                  <a:lnTo>
                    <a:pt x="5681472" y="45719"/>
                  </a:lnTo>
                  <a:lnTo>
                    <a:pt x="5681472" y="142684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43637" y="909637"/>
              <a:ext cx="5562600" cy="1390650"/>
            </a:xfrm>
            <a:custGeom>
              <a:avLst/>
              <a:gdLst/>
              <a:ahLst/>
              <a:cxnLst/>
              <a:rect l="l" t="t" r="r" b="b"/>
              <a:pathLst>
                <a:path w="5562600" h="1390650">
                  <a:moveTo>
                    <a:pt x="5495852" y="1390649"/>
                  </a:moveTo>
                  <a:lnTo>
                    <a:pt x="66746" y="1390649"/>
                  </a:lnTo>
                  <a:lnTo>
                    <a:pt x="62100" y="1390192"/>
                  </a:lnTo>
                  <a:lnTo>
                    <a:pt x="24240" y="1373043"/>
                  </a:lnTo>
                  <a:lnTo>
                    <a:pt x="2287" y="1337749"/>
                  </a:lnTo>
                  <a:lnTo>
                    <a:pt x="0" y="1323902"/>
                  </a:lnTo>
                  <a:lnTo>
                    <a:pt x="0" y="13192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5495852" y="0"/>
                  </a:lnTo>
                  <a:lnTo>
                    <a:pt x="5534750" y="14645"/>
                  </a:lnTo>
                  <a:lnTo>
                    <a:pt x="5558955" y="48432"/>
                  </a:lnTo>
                  <a:lnTo>
                    <a:pt x="5562598" y="66746"/>
                  </a:lnTo>
                  <a:lnTo>
                    <a:pt x="5562598" y="1323902"/>
                  </a:lnTo>
                  <a:lnTo>
                    <a:pt x="5547953" y="1362800"/>
                  </a:lnTo>
                  <a:lnTo>
                    <a:pt x="5514166" y="1387006"/>
                  </a:lnTo>
                  <a:lnTo>
                    <a:pt x="5500497" y="1390192"/>
                  </a:lnTo>
                  <a:lnTo>
                    <a:pt x="5495852" y="13906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43637" y="909637"/>
              <a:ext cx="5562600" cy="1390650"/>
            </a:xfrm>
            <a:custGeom>
              <a:avLst/>
              <a:gdLst/>
              <a:ahLst/>
              <a:cxnLst/>
              <a:rect l="l" t="t" r="r" b="b"/>
              <a:pathLst>
                <a:path w="5562600" h="1390650">
                  <a:moveTo>
                    <a:pt x="0" y="13192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71437" y="0"/>
                  </a:lnTo>
                  <a:lnTo>
                    <a:pt x="5491162" y="0"/>
                  </a:lnTo>
                  <a:lnTo>
                    <a:pt x="5530849" y="12039"/>
                  </a:lnTo>
                  <a:lnTo>
                    <a:pt x="5534750" y="14645"/>
                  </a:lnTo>
                  <a:lnTo>
                    <a:pt x="5557160" y="44099"/>
                  </a:lnTo>
                  <a:lnTo>
                    <a:pt x="5558955" y="48433"/>
                  </a:lnTo>
                  <a:lnTo>
                    <a:pt x="5560310" y="52900"/>
                  </a:lnTo>
                  <a:lnTo>
                    <a:pt x="5561225" y="57500"/>
                  </a:lnTo>
                  <a:lnTo>
                    <a:pt x="5562140" y="62101"/>
                  </a:lnTo>
                  <a:lnTo>
                    <a:pt x="5562598" y="66746"/>
                  </a:lnTo>
                  <a:lnTo>
                    <a:pt x="5562599" y="71437"/>
                  </a:lnTo>
                  <a:lnTo>
                    <a:pt x="5562599" y="1319212"/>
                  </a:lnTo>
                  <a:lnTo>
                    <a:pt x="5557160" y="1346550"/>
                  </a:lnTo>
                  <a:lnTo>
                    <a:pt x="5555366" y="1350883"/>
                  </a:lnTo>
                  <a:lnTo>
                    <a:pt x="5530849" y="1378610"/>
                  </a:lnTo>
                  <a:lnTo>
                    <a:pt x="5526949" y="1381216"/>
                  </a:lnTo>
                  <a:lnTo>
                    <a:pt x="5491162" y="1390649"/>
                  </a:lnTo>
                  <a:lnTo>
                    <a:pt x="71437" y="1390649"/>
                  </a:lnTo>
                  <a:lnTo>
                    <a:pt x="44099" y="1385211"/>
                  </a:lnTo>
                  <a:lnTo>
                    <a:pt x="39764" y="1383416"/>
                  </a:lnTo>
                  <a:lnTo>
                    <a:pt x="35648" y="1381216"/>
                  </a:lnTo>
                  <a:lnTo>
                    <a:pt x="31748" y="1378610"/>
                  </a:lnTo>
                  <a:lnTo>
                    <a:pt x="27848" y="1376004"/>
                  </a:lnTo>
                  <a:lnTo>
                    <a:pt x="24240" y="1373043"/>
                  </a:lnTo>
                  <a:lnTo>
                    <a:pt x="20923" y="1369726"/>
                  </a:lnTo>
                  <a:lnTo>
                    <a:pt x="17607" y="1366409"/>
                  </a:lnTo>
                  <a:lnTo>
                    <a:pt x="5437" y="1346550"/>
                  </a:lnTo>
                  <a:lnTo>
                    <a:pt x="3642" y="1342216"/>
                  </a:lnTo>
                  <a:lnTo>
                    <a:pt x="2287" y="1337749"/>
                  </a:lnTo>
                  <a:lnTo>
                    <a:pt x="1372" y="1333149"/>
                  </a:lnTo>
                  <a:lnTo>
                    <a:pt x="457" y="1328548"/>
                  </a:lnTo>
                  <a:lnTo>
                    <a:pt x="0" y="1323902"/>
                  </a:lnTo>
                  <a:lnTo>
                    <a:pt x="0" y="13192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43662" y="1128712"/>
              <a:ext cx="466725" cy="466725"/>
            </a:xfrm>
            <a:custGeom>
              <a:avLst/>
              <a:gdLst/>
              <a:ahLst/>
              <a:cxnLst/>
              <a:rect l="l" t="t" r="r" b="b"/>
              <a:pathLst>
                <a:path w="466725" h="466725">
                  <a:moveTo>
                    <a:pt x="399977" y="466724"/>
                  </a:moveTo>
                  <a:lnTo>
                    <a:pt x="66746" y="466724"/>
                  </a:lnTo>
                  <a:lnTo>
                    <a:pt x="62100" y="466267"/>
                  </a:lnTo>
                  <a:lnTo>
                    <a:pt x="24239" y="449118"/>
                  </a:lnTo>
                  <a:lnTo>
                    <a:pt x="2287" y="413824"/>
                  </a:lnTo>
                  <a:lnTo>
                    <a:pt x="0" y="399978"/>
                  </a:lnTo>
                  <a:lnTo>
                    <a:pt x="0" y="3952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399977" y="0"/>
                  </a:lnTo>
                  <a:lnTo>
                    <a:pt x="438875" y="14645"/>
                  </a:lnTo>
                  <a:lnTo>
                    <a:pt x="463081" y="48432"/>
                  </a:lnTo>
                  <a:lnTo>
                    <a:pt x="466724" y="66746"/>
                  </a:lnTo>
                  <a:lnTo>
                    <a:pt x="466724" y="399978"/>
                  </a:lnTo>
                  <a:lnTo>
                    <a:pt x="452078" y="438875"/>
                  </a:lnTo>
                  <a:lnTo>
                    <a:pt x="418290" y="463082"/>
                  </a:lnTo>
                  <a:lnTo>
                    <a:pt x="404622" y="466267"/>
                  </a:lnTo>
                  <a:lnTo>
                    <a:pt x="399977" y="46672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43662" y="1128712"/>
              <a:ext cx="466725" cy="466725"/>
            </a:xfrm>
            <a:custGeom>
              <a:avLst/>
              <a:gdLst/>
              <a:ahLst/>
              <a:cxnLst/>
              <a:rect l="l" t="t" r="r" b="b"/>
              <a:pathLst>
                <a:path w="466725" h="466725">
                  <a:moveTo>
                    <a:pt x="0" y="395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5" y="24240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95287" y="0"/>
                  </a:lnTo>
                  <a:lnTo>
                    <a:pt x="399977" y="0"/>
                  </a:lnTo>
                  <a:lnTo>
                    <a:pt x="404623" y="457"/>
                  </a:lnTo>
                  <a:lnTo>
                    <a:pt x="442484" y="17606"/>
                  </a:lnTo>
                  <a:lnTo>
                    <a:pt x="445801" y="20923"/>
                  </a:lnTo>
                  <a:lnTo>
                    <a:pt x="449117" y="24240"/>
                  </a:lnTo>
                  <a:lnTo>
                    <a:pt x="465351" y="57500"/>
                  </a:lnTo>
                  <a:lnTo>
                    <a:pt x="466267" y="62101"/>
                  </a:lnTo>
                  <a:lnTo>
                    <a:pt x="466724" y="66746"/>
                  </a:lnTo>
                  <a:lnTo>
                    <a:pt x="466724" y="71437"/>
                  </a:lnTo>
                  <a:lnTo>
                    <a:pt x="466724" y="395287"/>
                  </a:lnTo>
                  <a:lnTo>
                    <a:pt x="466724" y="399978"/>
                  </a:lnTo>
                  <a:lnTo>
                    <a:pt x="466267" y="404623"/>
                  </a:lnTo>
                  <a:lnTo>
                    <a:pt x="465351" y="409224"/>
                  </a:lnTo>
                  <a:lnTo>
                    <a:pt x="464436" y="413824"/>
                  </a:lnTo>
                  <a:lnTo>
                    <a:pt x="445801" y="445801"/>
                  </a:lnTo>
                  <a:lnTo>
                    <a:pt x="442484" y="449118"/>
                  </a:lnTo>
                  <a:lnTo>
                    <a:pt x="404622" y="466267"/>
                  </a:lnTo>
                  <a:lnTo>
                    <a:pt x="395287" y="466724"/>
                  </a:lnTo>
                  <a:lnTo>
                    <a:pt x="71437" y="466724"/>
                  </a:lnTo>
                  <a:lnTo>
                    <a:pt x="31747" y="454685"/>
                  </a:lnTo>
                  <a:lnTo>
                    <a:pt x="5436" y="422625"/>
                  </a:lnTo>
                  <a:lnTo>
                    <a:pt x="0" y="399978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DBF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3674" y="1222374"/>
              <a:ext cx="266700" cy="2667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092950" y="1011653"/>
            <a:ext cx="4453255" cy="107378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400" b="1" spc="220" dirty="0">
                <a:solidFill>
                  <a:srgbClr val="166533"/>
                </a:solidFill>
                <a:latin typeface="Times New Roman"/>
                <a:cs typeface="Times New Roman"/>
              </a:rPr>
              <a:t>Identité</a:t>
            </a:r>
            <a:r>
              <a:rPr sz="1400" b="1" spc="495" dirty="0">
                <a:solidFill>
                  <a:srgbClr val="166533"/>
                </a:solidFill>
                <a:latin typeface="Times New Roman"/>
                <a:cs typeface="Times New Roman"/>
              </a:rPr>
              <a:t> </a:t>
            </a:r>
            <a:r>
              <a:rPr sz="1400" b="1" spc="145" dirty="0">
                <a:solidFill>
                  <a:srgbClr val="166533"/>
                </a:solidFill>
                <a:latin typeface="Times New Roman"/>
                <a:cs typeface="Times New Roman"/>
              </a:rPr>
              <a:t>métier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8800"/>
              </a:lnSpc>
              <a:spcBef>
                <a:spcPts val="550"/>
              </a:spcBef>
            </a:pPr>
            <a:r>
              <a:rPr sz="1350" spc="-65" dirty="0">
                <a:solidFill>
                  <a:srgbClr val="465469"/>
                </a:solidFill>
                <a:latin typeface="Arial"/>
                <a:cs typeface="Arial"/>
              </a:rPr>
              <a:t>L</a:t>
            </a:r>
            <a:r>
              <a:rPr sz="1300" spc="-65" dirty="0">
                <a:solidFill>
                  <a:srgbClr val="465469"/>
                </a:solidFill>
                <a:latin typeface="Arial"/>
                <a:cs typeface="Arial"/>
              </a:rPr>
              <a:t>'</a:t>
            </a:r>
            <a:r>
              <a:rPr sz="1350" spc="-65" dirty="0">
                <a:solidFill>
                  <a:srgbClr val="465469"/>
                </a:solidFill>
                <a:latin typeface="Arial"/>
                <a:cs typeface="Arial"/>
              </a:rPr>
              <a:t>unicité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465469"/>
                </a:solidFill>
                <a:latin typeface="Arial"/>
                <a:cs typeface="Arial"/>
              </a:rPr>
              <a:t>dépend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465469"/>
                </a:solidFill>
                <a:latin typeface="Arial"/>
                <a:cs typeface="Arial"/>
              </a:rPr>
              <a:t>ce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95" dirty="0">
                <a:solidFill>
                  <a:srgbClr val="465469"/>
                </a:solidFill>
                <a:latin typeface="Arial"/>
                <a:cs typeface="Arial"/>
              </a:rPr>
              <a:t>que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00" b="1" spc="-100" dirty="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sz="1300" b="1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65" dirty="0">
                <a:solidFill>
                  <a:srgbClr val="465469"/>
                </a:solidFill>
                <a:latin typeface="Arial"/>
                <a:cs typeface="Arial"/>
              </a:rPr>
              <a:t>définissez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10" dirty="0">
                <a:solidFill>
                  <a:srgbClr val="465469"/>
                </a:solidFill>
                <a:latin typeface="Arial"/>
                <a:cs typeface="Arial"/>
              </a:rPr>
              <a:t>comme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465469"/>
                </a:solidFill>
                <a:latin typeface="Arial"/>
                <a:cs typeface="Arial"/>
              </a:rPr>
              <a:t>identique</a:t>
            </a:r>
            <a:r>
              <a:rPr sz="135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65469"/>
                </a:solidFill>
                <a:latin typeface="Arial"/>
                <a:cs typeface="Arial"/>
              </a:rPr>
              <a:t>(</a:t>
            </a:r>
            <a:r>
              <a:rPr sz="1350" spc="-20" dirty="0">
                <a:solidFill>
                  <a:srgbClr val="465469"/>
                </a:solidFill>
                <a:latin typeface="Arial"/>
                <a:cs typeface="Arial"/>
              </a:rPr>
              <a:t>via </a:t>
            </a:r>
            <a:r>
              <a:rPr sz="1100" dirty="0">
                <a:solidFill>
                  <a:srgbClr val="465469"/>
                </a:solidFill>
                <a:latin typeface="Monaco"/>
                <a:cs typeface="Monaco"/>
              </a:rPr>
              <a:t>equals()</a:t>
            </a:r>
            <a:r>
              <a:rPr sz="1100" spc="-315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350" spc="-60" dirty="0">
                <a:solidFill>
                  <a:srgbClr val="465469"/>
                </a:solidFill>
                <a:latin typeface="Arial"/>
                <a:cs typeface="Arial"/>
              </a:rPr>
              <a:t>et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65469"/>
                </a:solidFill>
                <a:latin typeface="Monaco"/>
                <a:cs typeface="Monaco"/>
              </a:rPr>
              <a:t>hashCode()</a:t>
            </a:r>
            <a:r>
              <a:rPr sz="1300" dirty="0">
                <a:solidFill>
                  <a:srgbClr val="465469"/>
                </a:solidFill>
                <a:latin typeface="Arial"/>
                <a:cs typeface="Arial"/>
              </a:rPr>
              <a:t>).</a:t>
            </a:r>
            <a:r>
              <a:rPr sz="13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0" dirty="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95" dirty="0">
                <a:solidFill>
                  <a:srgbClr val="465469"/>
                </a:solidFill>
                <a:latin typeface="Arial"/>
                <a:cs typeface="Arial"/>
              </a:rPr>
              <a:t>nous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3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65" dirty="0">
                <a:solidFill>
                  <a:srgbClr val="465469"/>
                </a:solidFill>
                <a:latin typeface="Arial"/>
                <a:cs typeface="Arial"/>
              </a:rPr>
              <a:t>matricule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465469"/>
                </a:solidFill>
                <a:latin typeface="Arial"/>
                <a:cs typeface="Arial"/>
              </a:rPr>
              <a:t>identique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465469"/>
                </a:solidFill>
                <a:latin typeface="Arial"/>
                <a:cs typeface="Arial"/>
              </a:rPr>
              <a:t>= </a:t>
            </a:r>
            <a:r>
              <a:rPr sz="1350" spc="-130" dirty="0">
                <a:solidFill>
                  <a:srgbClr val="465469"/>
                </a:solidFill>
                <a:latin typeface="Arial"/>
                <a:cs typeface="Arial"/>
              </a:rPr>
              <a:t>même</a:t>
            </a:r>
            <a:r>
              <a:rPr sz="135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5469"/>
                </a:solidFill>
                <a:latin typeface="Arial"/>
                <a:cs typeface="Arial"/>
              </a:rPr>
              <a:t>étudiant</a:t>
            </a:r>
            <a:r>
              <a:rPr sz="1300" spc="-10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0999" y="6334124"/>
            <a:ext cx="2171700" cy="390525"/>
            <a:chOff x="380999" y="6334124"/>
            <a:chExt cx="2171700" cy="390525"/>
          </a:xfrm>
        </p:grpSpPr>
        <p:sp>
          <p:nvSpPr>
            <p:cNvPr id="20" name="object 20"/>
            <p:cNvSpPr/>
            <p:nvPr/>
          </p:nvSpPr>
          <p:spPr>
            <a:xfrm>
              <a:off x="385762" y="6338887"/>
              <a:ext cx="2162175" cy="381000"/>
            </a:xfrm>
            <a:custGeom>
              <a:avLst/>
              <a:gdLst/>
              <a:ahLst/>
              <a:cxnLst/>
              <a:rect l="l" t="t" r="r" b="b"/>
              <a:pathLst>
                <a:path w="2162175" h="381000">
                  <a:moveTo>
                    <a:pt x="2113226" y="380999"/>
                  </a:moveTo>
                  <a:lnTo>
                    <a:pt x="48947" y="380999"/>
                  </a:lnTo>
                  <a:lnTo>
                    <a:pt x="45540" y="380663"/>
                  </a:lnTo>
                  <a:lnTo>
                    <a:pt x="10739" y="360576"/>
                  </a:lnTo>
                  <a:lnTo>
                    <a:pt x="0" y="332051"/>
                  </a:lnTo>
                  <a:lnTo>
                    <a:pt x="0" y="3286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2113226" y="0"/>
                  </a:lnTo>
                  <a:lnTo>
                    <a:pt x="2149262" y="17775"/>
                  </a:lnTo>
                  <a:lnTo>
                    <a:pt x="2162174" y="48947"/>
                  </a:lnTo>
                  <a:lnTo>
                    <a:pt x="2162174" y="332051"/>
                  </a:lnTo>
                  <a:lnTo>
                    <a:pt x="2144398" y="368087"/>
                  </a:lnTo>
                  <a:lnTo>
                    <a:pt x="2116633" y="380663"/>
                  </a:lnTo>
                  <a:lnTo>
                    <a:pt x="2113226" y="380999"/>
                  </a:lnTo>
                  <a:close/>
                </a:path>
              </a:pathLst>
            </a:custGeom>
            <a:solidFill>
              <a:srgbClr val="F0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5762" y="6338887"/>
              <a:ext cx="2162175" cy="381000"/>
            </a:xfrm>
            <a:custGeom>
              <a:avLst/>
              <a:gdLst/>
              <a:ahLst/>
              <a:cxnLst/>
              <a:rect l="l" t="t" r="r" b="b"/>
              <a:pathLst>
                <a:path w="2162175" h="381000">
                  <a:moveTo>
                    <a:pt x="0" y="3286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2109787" y="0"/>
                  </a:lnTo>
                  <a:lnTo>
                    <a:pt x="2113226" y="0"/>
                  </a:lnTo>
                  <a:lnTo>
                    <a:pt x="2116633" y="335"/>
                  </a:lnTo>
                  <a:lnTo>
                    <a:pt x="2120007" y="1006"/>
                  </a:lnTo>
                  <a:lnTo>
                    <a:pt x="2123380" y="1677"/>
                  </a:lnTo>
                  <a:lnTo>
                    <a:pt x="2126656" y="2671"/>
                  </a:lnTo>
                  <a:lnTo>
                    <a:pt x="2129834" y="3987"/>
                  </a:lnTo>
                  <a:lnTo>
                    <a:pt x="2133012" y="5303"/>
                  </a:lnTo>
                  <a:lnTo>
                    <a:pt x="2136031" y="6917"/>
                  </a:lnTo>
                  <a:lnTo>
                    <a:pt x="2138891" y="8828"/>
                  </a:lnTo>
                  <a:lnTo>
                    <a:pt x="2141751" y="10739"/>
                  </a:lnTo>
                  <a:lnTo>
                    <a:pt x="2144398" y="12911"/>
                  </a:lnTo>
                  <a:lnTo>
                    <a:pt x="2146830" y="15343"/>
                  </a:lnTo>
                  <a:lnTo>
                    <a:pt x="2149262" y="17775"/>
                  </a:lnTo>
                  <a:lnTo>
                    <a:pt x="2162174" y="48947"/>
                  </a:lnTo>
                  <a:lnTo>
                    <a:pt x="2162174" y="52387"/>
                  </a:lnTo>
                  <a:lnTo>
                    <a:pt x="2162174" y="328612"/>
                  </a:lnTo>
                  <a:lnTo>
                    <a:pt x="2162174" y="332051"/>
                  </a:lnTo>
                  <a:lnTo>
                    <a:pt x="2161839" y="335458"/>
                  </a:lnTo>
                  <a:lnTo>
                    <a:pt x="2141751" y="370259"/>
                  </a:lnTo>
                  <a:lnTo>
                    <a:pt x="2138891" y="372170"/>
                  </a:lnTo>
                  <a:lnTo>
                    <a:pt x="2136031" y="374081"/>
                  </a:lnTo>
                  <a:lnTo>
                    <a:pt x="2109787" y="380999"/>
                  </a:lnTo>
                  <a:lnTo>
                    <a:pt x="52387" y="380999"/>
                  </a:lnTo>
                  <a:lnTo>
                    <a:pt x="23282" y="372169"/>
                  </a:lnTo>
                  <a:lnTo>
                    <a:pt x="20422" y="370258"/>
                  </a:lnTo>
                  <a:lnTo>
                    <a:pt x="17776" y="368087"/>
                  </a:lnTo>
                  <a:lnTo>
                    <a:pt x="15343" y="365655"/>
                  </a:lnTo>
                  <a:lnTo>
                    <a:pt x="12911" y="363222"/>
                  </a:lnTo>
                  <a:lnTo>
                    <a:pt x="0" y="332051"/>
                  </a:lnTo>
                  <a:lnTo>
                    <a:pt x="0" y="328612"/>
                  </a:lnTo>
                  <a:close/>
                </a:path>
              </a:pathLst>
            </a:custGeom>
            <a:ln w="9524">
              <a:solidFill>
                <a:srgbClr val="B9E6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59730" y="6424580"/>
            <a:ext cx="121412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80" dirty="0">
                <a:solidFill>
                  <a:srgbClr val="0369A1"/>
                </a:solidFill>
                <a:latin typeface="Times New Roman"/>
                <a:cs typeface="Times New Roman"/>
              </a:rPr>
              <a:t>boolean</a:t>
            </a:r>
            <a:r>
              <a:rPr sz="1050" b="1" spc="415" dirty="0">
                <a:solidFill>
                  <a:srgbClr val="0369A1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0369A1"/>
                </a:solidFill>
                <a:latin typeface="Times New Roman"/>
                <a:cs typeface="Times New Roman"/>
              </a:rPr>
              <a:t>add(E</a:t>
            </a:r>
            <a:r>
              <a:rPr sz="1050" b="1" spc="415" dirty="0">
                <a:solidFill>
                  <a:srgbClr val="0369A1"/>
                </a:solidFill>
                <a:latin typeface="Times New Roman"/>
                <a:cs typeface="Times New Roman"/>
              </a:rPr>
              <a:t> </a:t>
            </a:r>
            <a:r>
              <a:rPr sz="1050" b="1" spc="150" dirty="0">
                <a:solidFill>
                  <a:srgbClr val="0369A1"/>
                </a:solidFill>
                <a:latin typeface="Times New Roman"/>
                <a:cs typeface="Times New Roman"/>
              </a:rPr>
              <a:t>e)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95574" y="6334124"/>
            <a:ext cx="2171700" cy="390525"/>
            <a:chOff x="2695574" y="6334124"/>
            <a:chExt cx="2171700" cy="390525"/>
          </a:xfrm>
        </p:grpSpPr>
        <p:sp>
          <p:nvSpPr>
            <p:cNvPr id="24" name="object 24"/>
            <p:cNvSpPr/>
            <p:nvPr/>
          </p:nvSpPr>
          <p:spPr>
            <a:xfrm>
              <a:off x="2700337" y="6338887"/>
              <a:ext cx="2162175" cy="381000"/>
            </a:xfrm>
            <a:custGeom>
              <a:avLst/>
              <a:gdLst/>
              <a:ahLst/>
              <a:cxnLst/>
              <a:rect l="l" t="t" r="r" b="b"/>
              <a:pathLst>
                <a:path w="2162175" h="381000">
                  <a:moveTo>
                    <a:pt x="2113226" y="380999"/>
                  </a:moveTo>
                  <a:lnTo>
                    <a:pt x="48947" y="380999"/>
                  </a:lnTo>
                  <a:lnTo>
                    <a:pt x="45540" y="380663"/>
                  </a:lnTo>
                  <a:lnTo>
                    <a:pt x="10739" y="360576"/>
                  </a:lnTo>
                  <a:lnTo>
                    <a:pt x="0" y="332051"/>
                  </a:lnTo>
                  <a:lnTo>
                    <a:pt x="0" y="32861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2113226" y="0"/>
                  </a:lnTo>
                  <a:lnTo>
                    <a:pt x="2149262" y="17775"/>
                  </a:lnTo>
                  <a:lnTo>
                    <a:pt x="2162174" y="48947"/>
                  </a:lnTo>
                  <a:lnTo>
                    <a:pt x="2162174" y="332051"/>
                  </a:lnTo>
                  <a:lnTo>
                    <a:pt x="2144398" y="368087"/>
                  </a:lnTo>
                  <a:lnTo>
                    <a:pt x="2116633" y="380663"/>
                  </a:lnTo>
                  <a:lnTo>
                    <a:pt x="2113226" y="380999"/>
                  </a:lnTo>
                  <a:close/>
                </a:path>
              </a:pathLst>
            </a:custGeom>
            <a:solidFill>
              <a:srgbClr val="F0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00337" y="6338887"/>
              <a:ext cx="2162175" cy="381000"/>
            </a:xfrm>
            <a:custGeom>
              <a:avLst/>
              <a:gdLst/>
              <a:ahLst/>
              <a:cxnLst/>
              <a:rect l="l" t="t" r="r" b="b"/>
              <a:pathLst>
                <a:path w="2162175" h="381000">
                  <a:moveTo>
                    <a:pt x="0" y="3286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2109787" y="0"/>
                  </a:lnTo>
                  <a:lnTo>
                    <a:pt x="2113226" y="0"/>
                  </a:lnTo>
                  <a:lnTo>
                    <a:pt x="2116633" y="335"/>
                  </a:lnTo>
                  <a:lnTo>
                    <a:pt x="2120007" y="1006"/>
                  </a:lnTo>
                  <a:lnTo>
                    <a:pt x="2123380" y="1677"/>
                  </a:lnTo>
                  <a:lnTo>
                    <a:pt x="2138891" y="8828"/>
                  </a:lnTo>
                  <a:lnTo>
                    <a:pt x="2141751" y="10739"/>
                  </a:lnTo>
                  <a:lnTo>
                    <a:pt x="2144398" y="12911"/>
                  </a:lnTo>
                  <a:lnTo>
                    <a:pt x="2146830" y="15343"/>
                  </a:lnTo>
                  <a:lnTo>
                    <a:pt x="2149262" y="17775"/>
                  </a:lnTo>
                  <a:lnTo>
                    <a:pt x="2151434" y="20421"/>
                  </a:lnTo>
                  <a:lnTo>
                    <a:pt x="2153345" y="23282"/>
                  </a:lnTo>
                  <a:lnTo>
                    <a:pt x="2155256" y="26142"/>
                  </a:lnTo>
                  <a:lnTo>
                    <a:pt x="2162174" y="52387"/>
                  </a:lnTo>
                  <a:lnTo>
                    <a:pt x="2162174" y="328612"/>
                  </a:lnTo>
                  <a:lnTo>
                    <a:pt x="2153345" y="357716"/>
                  </a:lnTo>
                  <a:lnTo>
                    <a:pt x="2151434" y="360576"/>
                  </a:lnTo>
                  <a:lnTo>
                    <a:pt x="2138891" y="372170"/>
                  </a:lnTo>
                  <a:lnTo>
                    <a:pt x="2136031" y="374081"/>
                  </a:lnTo>
                  <a:lnTo>
                    <a:pt x="2109787" y="380999"/>
                  </a:lnTo>
                  <a:lnTo>
                    <a:pt x="52387" y="380999"/>
                  </a:lnTo>
                  <a:lnTo>
                    <a:pt x="23282" y="372169"/>
                  </a:lnTo>
                  <a:lnTo>
                    <a:pt x="20421" y="370258"/>
                  </a:lnTo>
                  <a:lnTo>
                    <a:pt x="17775" y="368087"/>
                  </a:lnTo>
                  <a:lnTo>
                    <a:pt x="15343" y="365655"/>
                  </a:lnTo>
                  <a:lnTo>
                    <a:pt x="12911" y="363222"/>
                  </a:lnTo>
                  <a:lnTo>
                    <a:pt x="10739" y="360576"/>
                  </a:lnTo>
                  <a:lnTo>
                    <a:pt x="8828" y="357716"/>
                  </a:lnTo>
                  <a:lnTo>
                    <a:pt x="6917" y="354856"/>
                  </a:lnTo>
                  <a:lnTo>
                    <a:pt x="0" y="332051"/>
                  </a:lnTo>
                  <a:lnTo>
                    <a:pt x="0" y="328612"/>
                  </a:lnTo>
                  <a:close/>
                </a:path>
              </a:pathLst>
            </a:custGeom>
            <a:ln w="9524">
              <a:solidFill>
                <a:srgbClr val="B9E6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877095" y="6424580"/>
            <a:ext cx="180848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80" dirty="0">
                <a:solidFill>
                  <a:srgbClr val="0369A1"/>
                </a:solidFill>
                <a:latin typeface="Times New Roman"/>
                <a:cs typeface="Times New Roman"/>
              </a:rPr>
              <a:t>boolean</a:t>
            </a:r>
            <a:r>
              <a:rPr sz="1050" b="1" spc="340" dirty="0">
                <a:solidFill>
                  <a:srgbClr val="0369A1"/>
                </a:solidFill>
                <a:latin typeface="Times New Roman"/>
                <a:cs typeface="Times New Roman"/>
              </a:rPr>
              <a:t> </a:t>
            </a:r>
            <a:r>
              <a:rPr sz="1050" b="1" spc="65" dirty="0">
                <a:solidFill>
                  <a:srgbClr val="0369A1"/>
                </a:solidFill>
                <a:latin typeface="Times New Roman"/>
                <a:cs typeface="Times New Roman"/>
              </a:rPr>
              <a:t>remove(Object</a:t>
            </a:r>
            <a:r>
              <a:rPr sz="1050" b="1" spc="340" dirty="0">
                <a:solidFill>
                  <a:srgbClr val="0369A1"/>
                </a:solidFill>
                <a:latin typeface="Times New Roman"/>
                <a:cs typeface="Times New Roman"/>
              </a:rPr>
              <a:t> </a:t>
            </a:r>
            <a:r>
              <a:rPr sz="1050" b="1" spc="120" dirty="0">
                <a:solidFill>
                  <a:srgbClr val="0369A1"/>
                </a:solidFill>
                <a:latin typeface="Times New Roman"/>
                <a:cs typeface="Times New Roman"/>
              </a:rPr>
              <a:t>o)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010149" y="6334124"/>
            <a:ext cx="2171700" cy="390525"/>
            <a:chOff x="5010149" y="6334124"/>
            <a:chExt cx="2171700" cy="390525"/>
          </a:xfrm>
        </p:grpSpPr>
        <p:sp>
          <p:nvSpPr>
            <p:cNvPr id="28" name="object 28"/>
            <p:cNvSpPr/>
            <p:nvPr/>
          </p:nvSpPr>
          <p:spPr>
            <a:xfrm>
              <a:off x="5014912" y="6338887"/>
              <a:ext cx="2162175" cy="381000"/>
            </a:xfrm>
            <a:custGeom>
              <a:avLst/>
              <a:gdLst/>
              <a:ahLst/>
              <a:cxnLst/>
              <a:rect l="l" t="t" r="r" b="b"/>
              <a:pathLst>
                <a:path w="2162175" h="381000">
                  <a:moveTo>
                    <a:pt x="2113226" y="380999"/>
                  </a:moveTo>
                  <a:lnTo>
                    <a:pt x="48947" y="380999"/>
                  </a:lnTo>
                  <a:lnTo>
                    <a:pt x="45540" y="380663"/>
                  </a:lnTo>
                  <a:lnTo>
                    <a:pt x="10740" y="360576"/>
                  </a:lnTo>
                  <a:lnTo>
                    <a:pt x="0" y="32861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2113226" y="0"/>
                  </a:lnTo>
                  <a:lnTo>
                    <a:pt x="2149262" y="17775"/>
                  </a:lnTo>
                  <a:lnTo>
                    <a:pt x="2162174" y="48947"/>
                  </a:lnTo>
                  <a:lnTo>
                    <a:pt x="2162174" y="332051"/>
                  </a:lnTo>
                  <a:lnTo>
                    <a:pt x="2144398" y="368087"/>
                  </a:lnTo>
                  <a:lnTo>
                    <a:pt x="2113226" y="380999"/>
                  </a:lnTo>
                  <a:close/>
                </a:path>
              </a:pathLst>
            </a:custGeom>
            <a:solidFill>
              <a:srgbClr val="F0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14912" y="6338887"/>
              <a:ext cx="2162175" cy="381000"/>
            </a:xfrm>
            <a:custGeom>
              <a:avLst/>
              <a:gdLst/>
              <a:ahLst/>
              <a:cxnLst/>
              <a:rect l="l" t="t" r="r" b="b"/>
              <a:pathLst>
                <a:path w="2162175" h="381000">
                  <a:moveTo>
                    <a:pt x="0" y="3286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2109787" y="0"/>
                  </a:lnTo>
                  <a:lnTo>
                    <a:pt x="2113226" y="0"/>
                  </a:lnTo>
                  <a:lnTo>
                    <a:pt x="2116633" y="335"/>
                  </a:lnTo>
                  <a:lnTo>
                    <a:pt x="2120007" y="1006"/>
                  </a:lnTo>
                  <a:lnTo>
                    <a:pt x="2123380" y="1677"/>
                  </a:lnTo>
                  <a:lnTo>
                    <a:pt x="2126656" y="2671"/>
                  </a:lnTo>
                  <a:lnTo>
                    <a:pt x="2129833" y="3987"/>
                  </a:lnTo>
                  <a:lnTo>
                    <a:pt x="2133012" y="5303"/>
                  </a:lnTo>
                  <a:lnTo>
                    <a:pt x="2146830" y="15343"/>
                  </a:lnTo>
                  <a:lnTo>
                    <a:pt x="2149262" y="17775"/>
                  </a:lnTo>
                  <a:lnTo>
                    <a:pt x="2151434" y="20421"/>
                  </a:lnTo>
                  <a:lnTo>
                    <a:pt x="2153345" y="23282"/>
                  </a:lnTo>
                  <a:lnTo>
                    <a:pt x="2155256" y="26142"/>
                  </a:lnTo>
                  <a:lnTo>
                    <a:pt x="2161167" y="42166"/>
                  </a:lnTo>
                  <a:lnTo>
                    <a:pt x="2161838" y="45540"/>
                  </a:lnTo>
                  <a:lnTo>
                    <a:pt x="2162174" y="48947"/>
                  </a:lnTo>
                  <a:lnTo>
                    <a:pt x="2162174" y="52387"/>
                  </a:lnTo>
                  <a:lnTo>
                    <a:pt x="2162174" y="328612"/>
                  </a:lnTo>
                  <a:lnTo>
                    <a:pt x="2162174" y="332051"/>
                  </a:lnTo>
                  <a:lnTo>
                    <a:pt x="2161839" y="335458"/>
                  </a:lnTo>
                  <a:lnTo>
                    <a:pt x="2153345" y="357716"/>
                  </a:lnTo>
                  <a:lnTo>
                    <a:pt x="2151434" y="360576"/>
                  </a:lnTo>
                  <a:lnTo>
                    <a:pt x="2138890" y="372170"/>
                  </a:lnTo>
                  <a:lnTo>
                    <a:pt x="2136031" y="374081"/>
                  </a:lnTo>
                  <a:lnTo>
                    <a:pt x="2133012" y="375695"/>
                  </a:lnTo>
                  <a:lnTo>
                    <a:pt x="2129833" y="377011"/>
                  </a:lnTo>
                  <a:lnTo>
                    <a:pt x="2126656" y="378327"/>
                  </a:lnTo>
                  <a:lnTo>
                    <a:pt x="2109787" y="380999"/>
                  </a:lnTo>
                  <a:lnTo>
                    <a:pt x="52387" y="380999"/>
                  </a:lnTo>
                  <a:lnTo>
                    <a:pt x="23281" y="372169"/>
                  </a:lnTo>
                  <a:lnTo>
                    <a:pt x="20421" y="370258"/>
                  </a:lnTo>
                  <a:lnTo>
                    <a:pt x="17775" y="368087"/>
                  </a:lnTo>
                  <a:lnTo>
                    <a:pt x="15343" y="365655"/>
                  </a:lnTo>
                  <a:lnTo>
                    <a:pt x="12911" y="363222"/>
                  </a:lnTo>
                  <a:lnTo>
                    <a:pt x="10740" y="360576"/>
                  </a:lnTo>
                  <a:lnTo>
                    <a:pt x="8829" y="357716"/>
                  </a:lnTo>
                  <a:lnTo>
                    <a:pt x="6917" y="354856"/>
                  </a:lnTo>
                  <a:lnTo>
                    <a:pt x="0" y="332051"/>
                  </a:lnTo>
                  <a:lnTo>
                    <a:pt x="0" y="328612"/>
                  </a:lnTo>
                  <a:close/>
                </a:path>
              </a:pathLst>
            </a:custGeom>
            <a:ln w="9524">
              <a:solidFill>
                <a:srgbClr val="B9E6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117405" y="6424580"/>
            <a:ext cx="195707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80" dirty="0">
                <a:solidFill>
                  <a:srgbClr val="0369A1"/>
                </a:solidFill>
                <a:latin typeface="Times New Roman"/>
                <a:cs typeface="Times New Roman"/>
              </a:rPr>
              <a:t>boolean</a:t>
            </a:r>
            <a:r>
              <a:rPr sz="1050" b="1" spc="355" dirty="0">
                <a:solidFill>
                  <a:srgbClr val="0369A1"/>
                </a:solidFill>
                <a:latin typeface="Times New Roman"/>
                <a:cs typeface="Times New Roman"/>
              </a:rPr>
              <a:t> </a:t>
            </a:r>
            <a:r>
              <a:rPr sz="1050" b="1" spc="105" dirty="0">
                <a:solidFill>
                  <a:srgbClr val="0369A1"/>
                </a:solidFill>
                <a:latin typeface="Times New Roman"/>
                <a:cs typeface="Times New Roman"/>
              </a:rPr>
              <a:t>contains(Object</a:t>
            </a:r>
            <a:r>
              <a:rPr sz="1050" b="1" spc="360" dirty="0">
                <a:solidFill>
                  <a:srgbClr val="0369A1"/>
                </a:solidFill>
                <a:latin typeface="Times New Roman"/>
                <a:cs typeface="Times New Roman"/>
              </a:rPr>
              <a:t> </a:t>
            </a:r>
            <a:r>
              <a:rPr sz="1050" b="1" spc="120" dirty="0">
                <a:solidFill>
                  <a:srgbClr val="0369A1"/>
                </a:solidFill>
                <a:latin typeface="Times New Roman"/>
                <a:cs typeface="Times New Roman"/>
              </a:rPr>
              <a:t>o)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324724" y="6334124"/>
            <a:ext cx="2171700" cy="390525"/>
            <a:chOff x="7324724" y="6334124"/>
            <a:chExt cx="2171700" cy="390525"/>
          </a:xfrm>
        </p:grpSpPr>
        <p:sp>
          <p:nvSpPr>
            <p:cNvPr id="32" name="object 32"/>
            <p:cNvSpPr/>
            <p:nvPr/>
          </p:nvSpPr>
          <p:spPr>
            <a:xfrm>
              <a:off x="7329486" y="6338887"/>
              <a:ext cx="2162175" cy="381000"/>
            </a:xfrm>
            <a:custGeom>
              <a:avLst/>
              <a:gdLst/>
              <a:ahLst/>
              <a:cxnLst/>
              <a:rect l="l" t="t" r="r" b="b"/>
              <a:pathLst>
                <a:path w="2162175" h="381000">
                  <a:moveTo>
                    <a:pt x="2113226" y="380999"/>
                  </a:moveTo>
                  <a:lnTo>
                    <a:pt x="48948" y="380999"/>
                  </a:lnTo>
                  <a:lnTo>
                    <a:pt x="45540" y="380663"/>
                  </a:lnTo>
                  <a:lnTo>
                    <a:pt x="10739" y="360576"/>
                  </a:lnTo>
                  <a:lnTo>
                    <a:pt x="0" y="332051"/>
                  </a:lnTo>
                  <a:lnTo>
                    <a:pt x="0" y="32861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8" y="0"/>
                  </a:lnTo>
                  <a:lnTo>
                    <a:pt x="2113226" y="0"/>
                  </a:lnTo>
                  <a:lnTo>
                    <a:pt x="2149262" y="17775"/>
                  </a:lnTo>
                  <a:lnTo>
                    <a:pt x="2162174" y="48947"/>
                  </a:lnTo>
                  <a:lnTo>
                    <a:pt x="2162174" y="332051"/>
                  </a:lnTo>
                  <a:lnTo>
                    <a:pt x="2144398" y="368087"/>
                  </a:lnTo>
                  <a:lnTo>
                    <a:pt x="2116633" y="380663"/>
                  </a:lnTo>
                  <a:lnTo>
                    <a:pt x="2113226" y="380999"/>
                  </a:lnTo>
                  <a:close/>
                </a:path>
              </a:pathLst>
            </a:custGeom>
            <a:solidFill>
              <a:srgbClr val="F0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29486" y="6338887"/>
              <a:ext cx="2162175" cy="381000"/>
            </a:xfrm>
            <a:custGeom>
              <a:avLst/>
              <a:gdLst/>
              <a:ahLst/>
              <a:cxnLst/>
              <a:rect l="l" t="t" r="r" b="b"/>
              <a:pathLst>
                <a:path w="2162175" h="381000">
                  <a:moveTo>
                    <a:pt x="0" y="3286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7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20421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0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2109787" y="0"/>
                  </a:lnTo>
                  <a:lnTo>
                    <a:pt x="2113226" y="0"/>
                  </a:lnTo>
                  <a:lnTo>
                    <a:pt x="2116632" y="335"/>
                  </a:lnTo>
                  <a:lnTo>
                    <a:pt x="2120006" y="1006"/>
                  </a:lnTo>
                  <a:lnTo>
                    <a:pt x="2123380" y="1677"/>
                  </a:lnTo>
                  <a:lnTo>
                    <a:pt x="2126656" y="2671"/>
                  </a:lnTo>
                  <a:lnTo>
                    <a:pt x="2129834" y="3987"/>
                  </a:lnTo>
                  <a:lnTo>
                    <a:pt x="2133012" y="5303"/>
                  </a:lnTo>
                  <a:lnTo>
                    <a:pt x="2136031" y="6917"/>
                  </a:lnTo>
                  <a:lnTo>
                    <a:pt x="2138891" y="8828"/>
                  </a:lnTo>
                  <a:lnTo>
                    <a:pt x="2141751" y="10739"/>
                  </a:lnTo>
                  <a:lnTo>
                    <a:pt x="2144398" y="12911"/>
                  </a:lnTo>
                  <a:lnTo>
                    <a:pt x="2146830" y="15343"/>
                  </a:lnTo>
                  <a:lnTo>
                    <a:pt x="2149262" y="17775"/>
                  </a:lnTo>
                  <a:lnTo>
                    <a:pt x="2162175" y="52387"/>
                  </a:lnTo>
                  <a:lnTo>
                    <a:pt x="2162175" y="328612"/>
                  </a:lnTo>
                  <a:lnTo>
                    <a:pt x="2146830" y="365655"/>
                  </a:lnTo>
                  <a:lnTo>
                    <a:pt x="2138891" y="372170"/>
                  </a:lnTo>
                  <a:lnTo>
                    <a:pt x="2136031" y="374081"/>
                  </a:lnTo>
                  <a:lnTo>
                    <a:pt x="2133012" y="375695"/>
                  </a:lnTo>
                  <a:lnTo>
                    <a:pt x="2129834" y="377011"/>
                  </a:lnTo>
                  <a:lnTo>
                    <a:pt x="2126656" y="378327"/>
                  </a:lnTo>
                  <a:lnTo>
                    <a:pt x="2109787" y="380999"/>
                  </a:lnTo>
                  <a:lnTo>
                    <a:pt x="52388" y="380999"/>
                  </a:lnTo>
                  <a:lnTo>
                    <a:pt x="23282" y="372169"/>
                  </a:lnTo>
                  <a:lnTo>
                    <a:pt x="20421" y="370258"/>
                  </a:lnTo>
                  <a:lnTo>
                    <a:pt x="17775" y="368087"/>
                  </a:lnTo>
                  <a:lnTo>
                    <a:pt x="15343" y="365655"/>
                  </a:lnTo>
                  <a:lnTo>
                    <a:pt x="12911" y="363222"/>
                  </a:lnTo>
                  <a:lnTo>
                    <a:pt x="1006" y="338832"/>
                  </a:lnTo>
                  <a:lnTo>
                    <a:pt x="335" y="335458"/>
                  </a:lnTo>
                  <a:lnTo>
                    <a:pt x="0" y="332051"/>
                  </a:lnTo>
                  <a:lnTo>
                    <a:pt x="0" y="328612"/>
                  </a:lnTo>
                  <a:close/>
                </a:path>
              </a:pathLst>
            </a:custGeom>
            <a:ln w="9524">
              <a:solidFill>
                <a:srgbClr val="B9E6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026251" y="6424580"/>
            <a:ext cx="76835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175" dirty="0">
                <a:solidFill>
                  <a:srgbClr val="0369A1"/>
                </a:solidFill>
                <a:latin typeface="Times New Roman"/>
                <a:cs typeface="Times New Roman"/>
              </a:rPr>
              <a:t>int</a:t>
            </a:r>
            <a:r>
              <a:rPr sz="1050" b="1" spc="320" dirty="0">
                <a:solidFill>
                  <a:srgbClr val="0369A1"/>
                </a:solidFill>
                <a:latin typeface="Times New Roman"/>
                <a:cs typeface="Times New Roman"/>
              </a:rPr>
              <a:t> </a:t>
            </a:r>
            <a:r>
              <a:rPr sz="1050" b="1" spc="180" dirty="0">
                <a:solidFill>
                  <a:srgbClr val="0369A1"/>
                </a:solidFill>
                <a:latin typeface="Times New Roman"/>
                <a:cs typeface="Times New Roman"/>
              </a:rPr>
              <a:t>size()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639298" y="6334124"/>
            <a:ext cx="2171700" cy="390525"/>
            <a:chOff x="9639298" y="6334124"/>
            <a:chExt cx="2171700" cy="390525"/>
          </a:xfrm>
        </p:grpSpPr>
        <p:sp>
          <p:nvSpPr>
            <p:cNvPr id="36" name="object 36"/>
            <p:cNvSpPr/>
            <p:nvPr/>
          </p:nvSpPr>
          <p:spPr>
            <a:xfrm>
              <a:off x="9644060" y="6338887"/>
              <a:ext cx="2162175" cy="381000"/>
            </a:xfrm>
            <a:custGeom>
              <a:avLst/>
              <a:gdLst/>
              <a:ahLst/>
              <a:cxnLst/>
              <a:rect l="l" t="t" r="r" b="b"/>
              <a:pathLst>
                <a:path w="2162175" h="381000">
                  <a:moveTo>
                    <a:pt x="2113227" y="380999"/>
                  </a:moveTo>
                  <a:lnTo>
                    <a:pt x="48948" y="380999"/>
                  </a:lnTo>
                  <a:lnTo>
                    <a:pt x="45540" y="380663"/>
                  </a:lnTo>
                  <a:lnTo>
                    <a:pt x="10739" y="360576"/>
                  </a:lnTo>
                  <a:lnTo>
                    <a:pt x="0" y="332051"/>
                  </a:lnTo>
                  <a:lnTo>
                    <a:pt x="0" y="32861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8" y="0"/>
                  </a:lnTo>
                  <a:lnTo>
                    <a:pt x="2113227" y="0"/>
                  </a:lnTo>
                  <a:lnTo>
                    <a:pt x="2149262" y="17775"/>
                  </a:lnTo>
                  <a:lnTo>
                    <a:pt x="2162174" y="48947"/>
                  </a:lnTo>
                  <a:lnTo>
                    <a:pt x="2162174" y="332051"/>
                  </a:lnTo>
                  <a:lnTo>
                    <a:pt x="2144398" y="368087"/>
                  </a:lnTo>
                  <a:lnTo>
                    <a:pt x="2116633" y="380663"/>
                  </a:lnTo>
                  <a:lnTo>
                    <a:pt x="2113227" y="380999"/>
                  </a:lnTo>
                  <a:close/>
                </a:path>
              </a:pathLst>
            </a:custGeom>
            <a:solidFill>
              <a:srgbClr val="F0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644060" y="6338887"/>
              <a:ext cx="2162175" cy="381000"/>
            </a:xfrm>
            <a:custGeom>
              <a:avLst/>
              <a:gdLst/>
              <a:ahLst/>
              <a:cxnLst/>
              <a:rect l="l" t="t" r="r" b="b"/>
              <a:pathLst>
                <a:path w="2162175" h="381000">
                  <a:moveTo>
                    <a:pt x="0" y="3286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4" y="45540"/>
                  </a:lnTo>
                  <a:lnTo>
                    <a:pt x="1005" y="42166"/>
                  </a:lnTo>
                  <a:lnTo>
                    <a:pt x="1676" y="38792"/>
                  </a:lnTo>
                  <a:lnTo>
                    <a:pt x="2670" y="35517"/>
                  </a:lnTo>
                  <a:lnTo>
                    <a:pt x="3986" y="32339"/>
                  </a:lnTo>
                  <a:lnTo>
                    <a:pt x="5303" y="29161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2109787" y="0"/>
                  </a:lnTo>
                  <a:lnTo>
                    <a:pt x="2113227" y="0"/>
                  </a:lnTo>
                  <a:lnTo>
                    <a:pt x="2116633" y="335"/>
                  </a:lnTo>
                  <a:lnTo>
                    <a:pt x="2120007" y="1006"/>
                  </a:lnTo>
                  <a:lnTo>
                    <a:pt x="2123381" y="1677"/>
                  </a:lnTo>
                  <a:lnTo>
                    <a:pt x="2155257" y="26142"/>
                  </a:lnTo>
                  <a:lnTo>
                    <a:pt x="2162175" y="52387"/>
                  </a:lnTo>
                  <a:lnTo>
                    <a:pt x="2162175" y="328612"/>
                  </a:lnTo>
                  <a:lnTo>
                    <a:pt x="2146831" y="365655"/>
                  </a:lnTo>
                  <a:lnTo>
                    <a:pt x="2138890" y="372170"/>
                  </a:lnTo>
                  <a:lnTo>
                    <a:pt x="2136031" y="374081"/>
                  </a:lnTo>
                  <a:lnTo>
                    <a:pt x="2109787" y="380999"/>
                  </a:lnTo>
                  <a:lnTo>
                    <a:pt x="52388" y="380999"/>
                  </a:lnTo>
                  <a:lnTo>
                    <a:pt x="23281" y="372169"/>
                  </a:lnTo>
                  <a:lnTo>
                    <a:pt x="20421" y="370258"/>
                  </a:lnTo>
                  <a:lnTo>
                    <a:pt x="17775" y="368087"/>
                  </a:lnTo>
                  <a:lnTo>
                    <a:pt x="15343" y="365655"/>
                  </a:lnTo>
                  <a:lnTo>
                    <a:pt x="12911" y="363222"/>
                  </a:lnTo>
                  <a:lnTo>
                    <a:pt x="3986" y="348659"/>
                  </a:lnTo>
                  <a:lnTo>
                    <a:pt x="2670" y="345481"/>
                  </a:lnTo>
                  <a:lnTo>
                    <a:pt x="1676" y="342205"/>
                  </a:lnTo>
                  <a:lnTo>
                    <a:pt x="1006" y="338832"/>
                  </a:lnTo>
                  <a:lnTo>
                    <a:pt x="334" y="335458"/>
                  </a:lnTo>
                  <a:lnTo>
                    <a:pt x="0" y="332051"/>
                  </a:lnTo>
                  <a:lnTo>
                    <a:pt x="0" y="328612"/>
                  </a:lnTo>
                  <a:close/>
                </a:path>
              </a:pathLst>
            </a:custGeom>
            <a:ln w="9524">
              <a:solidFill>
                <a:srgbClr val="B9E6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895085" y="6424580"/>
            <a:ext cx="1659889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90" dirty="0">
                <a:solidFill>
                  <a:srgbClr val="0369A1"/>
                </a:solidFill>
                <a:latin typeface="Times New Roman"/>
                <a:cs typeface="Times New Roman"/>
              </a:rPr>
              <a:t>Iterator</a:t>
            </a:r>
            <a:r>
              <a:rPr sz="950" b="1" spc="90" dirty="0">
                <a:solidFill>
                  <a:srgbClr val="0369A1"/>
                </a:solidFill>
                <a:latin typeface="Times New Roman"/>
                <a:cs typeface="Times New Roman"/>
              </a:rPr>
              <a:t>&lt;</a:t>
            </a:r>
            <a:r>
              <a:rPr sz="1050" b="1" spc="90" dirty="0">
                <a:solidFill>
                  <a:srgbClr val="0369A1"/>
                </a:solidFill>
                <a:latin typeface="Times New Roman"/>
                <a:cs typeface="Times New Roman"/>
              </a:rPr>
              <a:t>E&gt;</a:t>
            </a:r>
            <a:r>
              <a:rPr sz="1050" b="1" spc="345" dirty="0">
                <a:solidFill>
                  <a:srgbClr val="0369A1"/>
                </a:solidFill>
                <a:latin typeface="Times New Roman"/>
                <a:cs typeface="Times New Roman"/>
              </a:rPr>
              <a:t> </a:t>
            </a:r>
            <a:r>
              <a:rPr sz="1050" b="1" spc="155" dirty="0">
                <a:solidFill>
                  <a:srgbClr val="0369A1"/>
                </a:solidFill>
                <a:latin typeface="Times New Roman"/>
                <a:cs typeface="Times New Roman"/>
              </a:rPr>
              <a:t>iterator()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80999" y="2543175"/>
            <a:ext cx="11430000" cy="3600450"/>
            <a:chOff x="380999" y="2543175"/>
            <a:chExt cx="11430000" cy="3600450"/>
          </a:xfrm>
        </p:grpSpPr>
        <p:sp>
          <p:nvSpPr>
            <p:cNvPr id="40" name="object 40"/>
            <p:cNvSpPr/>
            <p:nvPr/>
          </p:nvSpPr>
          <p:spPr>
            <a:xfrm>
              <a:off x="381000" y="2543175"/>
              <a:ext cx="11430000" cy="3600450"/>
            </a:xfrm>
            <a:custGeom>
              <a:avLst/>
              <a:gdLst/>
              <a:ahLst/>
              <a:cxnLst/>
              <a:rect l="l" t="t" r="r" b="b"/>
              <a:pathLst>
                <a:path w="11430000" h="3600450">
                  <a:moveTo>
                    <a:pt x="11353800" y="3600449"/>
                  </a:moveTo>
                  <a:lnTo>
                    <a:pt x="76198" y="3600449"/>
                  </a:lnTo>
                  <a:lnTo>
                    <a:pt x="68693" y="3600087"/>
                  </a:lnTo>
                  <a:lnTo>
                    <a:pt x="27882" y="3583182"/>
                  </a:lnTo>
                  <a:lnTo>
                    <a:pt x="3262" y="3546335"/>
                  </a:lnTo>
                  <a:lnTo>
                    <a:pt x="0" y="76198"/>
                  </a:lnTo>
                  <a:lnTo>
                    <a:pt x="362" y="68693"/>
                  </a:lnTo>
                  <a:lnTo>
                    <a:pt x="17266" y="27882"/>
                  </a:lnTo>
                  <a:lnTo>
                    <a:pt x="54113" y="3262"/>
                  </a:lnTo>
                  <a:lnTo>
                    <a:pt x="76199" y="0"/>
                  </a:lnTo>
                  <a:lnTo>
                    <a:pt x="11353799" y="0"/>
                  </a:lnTo>
                  <a:lnTo>
                    <a:pt x="11396140" y="12829"/>
                  </a:lnTo>
                  <a:lnTo>
                    <a:pt x="11424198" y="47039"/>
                  </a:lnTo>
                  <a:lnTo>
                    <a:pt x="11429999" y="76198"/>
                  </a:lnTo>
                  <a:lnTo>
                    <a:pt x="11429999" y="3524251"/>
                  </a:lnTo>
                  <a:lnTo>
                    <a:pt x="11417168" y="3566591"/>
                  </a:lnTo>
                  <a:lnTo>
                    <a:pt x="11382959" y="3594648"/>
                  </a:lnTo>
                  <a:lnTo>
                    <a:pt x="11353800" y="36004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0987" y="2543174"/>
              <a:ext cx="11430000" cy="3600450"/>
            </a:xfrm>
            <a:custGeom>
              <a:avLst/>
              <a:gdLst/>
              <a:ahLst/>
              <a:cxnLst/>
              <a:rect l="l" t="t" r="r" b="b"/>
              <a:pathLst>
                <a:path w="11430000" h="3600450">
                  <a:moveTo>
                    <a:pt x="9525" y="3463048"/>
                  </a:moveTo>
                  <a:lnTo>
                    <a:pt x="0" y="3463048"/>
                  </a:lnTo>
                  <a:lnTo>
                    <a:pt x="0" y="3491623"/>
                  </a:lnTo>
                  <a:lnTo>
                    <a:pt x="9525" y="3491623"/>
                  </a:lnTo>
                  <a:lnTo>
                    <a:pt x="9525" y="3463048"/>
                  </a:lnTo>
                  <a:close/>
                </a:path>
                <a:path w="11430000" h="3600450">
                  <a:moveTo>
                    <a:pt x="9525" y="3415411"/>
                  </a:moveTo>
                  <a:lnTo>
                    <a:pt x="0" y="3415411"/>
                  </a:lnTo>
                  <a:lnTo>
                    <a:pt x="0" y="3443986"/>
                  </a:lnTo>
                  <a:lnTo>
                    <a:pt x="9525" y="3443986"/>
                  </a:lnTo>
                  <a:lnTo>
                    <a:pt x="9525" y="3415411"/>
                  </a:lnTo>
                  <a:close/>
                </a:path>
                <a:path w="11430000" h="3600450">
                  <a:moveTo>
                    <a:pt x="9525" y="3367773"/>
                  </a:moveTo>
                  <a:lnTo>
                    <a:pt x="0" y="3367773"/>
                  </a:lnTo>
                  <a:lnTo>
                    <a:pt x="0" y="3396348"/>
                  </a:lnTo>
                  <a:lnTo>
                    <a:pt x="9525" y="3396348"/>
                  </a:lnTo>
                  <a:lnTo>
                    <a:pt x="9525" y="3367773"/>
                  </a:lnTo>
                  <a:close/>
                </a:path>
                <a:path w="11430000" h="3600450">
                  <a:moveTo>
                    <a:pt x="9525" y="3320123"/>
                  </a:moveTo>
                  <a:lnTo>
                    <a:pt x="0" y="3320123"/>
                  </a:lnTo>
                  <a:lnTo>
                    <a:pt x="0" y="3348698"/>
                  </a:lnTo>
                  <a:lnTo>
                    <a:pt x="9525" y="3348698"/>
                  </a:lnTo>
                  <a:lnTo>
                    <a:pt x="9525" y="3320123"/>
                  </a:lnTo>
                  <a:close/>
                </a:path>
                <a:path w="11430000" h="3600450">
                  <a:moveTo>
                    <a:pt x="9525" y="3272485"/>
                  </a:moveTo>
                  <a:lnTo>
                    <a:pt x="0" y="3272485"/>
                  </a:lnTo>
                  <a:lnTo>
                    <a:pt x="0" y="3301060"/>
                  </a:lnTo>
                  <a:lnTo>
                    <a:pt x="9525" y="3301060"/>
                  </a:lnTo>
                  <a:lnTo>
                    <a:pt x="9525" y="3272485"/>
                  </a:lnTo>
                  <a:close/>
                </a:path>
                <a:path w="11430000" h="3600450">
                  <a:moveTo>
                    <a:pt x="9525" y="3224847"/>
                  </a:moveTo>
                  <a:lnTo>
                    <a:pt x="0" y="3224847"/>
                  </a:lnTo>
                  <a:lnTo>
                    <a:pt x="0" y="3253422"/>
                  </a:lnTo>
                  <a:lnTo>
                    <a:pt x="9525" y="3253422"/>
                  </a:lnTo>
                  <a:lnTo>
                    <a:pt x="9525" y="3224847"/>
                  </a:lnTo>
                  <a:close/>
                </a:path>
                <a:path w="11430000" h="3600450">
                  <a:moveTo>
                    <a:pt x="9525" y="3177209"/>
                  </a:moveTo>
                  <a:lnTo>
                    <a:pt x="0" y="3177209"/>
                  </a:lnTo>
                  <a:lnTo>
                    <a:pt x="0" y="3205784"/>
                  </a:lnTo>
                  <a:lnTo>
                    <a:pt x="9525" y="3205784"/>
                  </a:lnTo>
                  <a:lnTo>
                    <a:pt x="9525" y="3177209"/>
                  </a:lnTo>
                  <a:close/>
                </a:path>
                <a:path w="11430000" h="3600450">
                  <a:moveTo>
                    <a:pt x="9525" y="3129572"/>
                  </a:moveTo>
                  <a:lnTo>
                    <a:pt x="0" y="3129572"/>
                  </a:lnTo>
                  <a:lnTo>
                    <a:pt x="0" y="3158147"/>
                  </a:lnTo>
                  <a:lnTo>
                    <a:pt x="9525" y="3158147"/>
                  </a:lnTo>
                  <a:lnTo>
                    <a:pt x="9525" y="3129572"/>
                  </a:lnTo>
                  <a:close/>
                </a:path>
                <a:path w="11430000" h="3600450">
                  <a:moveTo>
                    <a:pt x="9525" y="3081921"/>
                  </a:moveTo>
                  <a:lnTo>
                    <a:pt x="0" y="3081921"/>
                  </a:lnTo>
                  <a:lnTo>
                    <a:pt x="0" y="3110496"/>
                  </a:lnTo>
                  <a:lnTo>
                    <a:pt x="9525" y="3110496"/>
                  </a:lnTo>
                  <a:lnTo>
                    <a:pt x="9525" y="3081921"/>
                  </a:lnTo>
                  <a:close/>
                </a:path>
                <a:path w="11430000" h="3600450">
                  <a:moveTo>
                    <a:pt x="9525" y="3034284"/>
                  </a:moveTo>
                  <a:lnTo>
                    <a:pt x="0" y="3034284"/>
                  </a:lnTo>
                  <a:lnTo>
                    <a:pt x="0" y="3062859"/>
                  </a:lnTo>
                  <a:lnTo>
                    <a:pt x="9525" y="3062859"/>
                  </a:lnTo>
                  <a:lnTo>
                    <a:pt x="9525" y="3034284"/>
                  </a:lnTo>
                  <a:close/>
                </a:path>
                <a:path w="11430000" h="3600450">
                  <a:moveTo>
                    <a:pt x="9525" y="2986646"/>
                  </a:moveTo>
                  <a:lnTo>
                    <a:pt x="0" y="2986646"/>
                  </a:lnTo>
                  <a:lnTo>
                    <a:pt x="0" y="3015221"/>
                  </a:lnTo>
                  <a:lnTo>
                    <a:pt x="9525" y="3015221"/>
                  </a:lnTo>
                  <a:lnTo>
                    <a:pt x="9525" y="2986646"/>
                  </a:lnTo>
                  <a:close/>
                </a:path>
                <a:path w="11430000" h="3600450">
                  <a:moveTo>
                    <a:pt x="9525" y="2939008"/>
                  </a:moveTo>
                  <a:lnTo>
                    <a:pt x="0" y="2939008"/>
                  </a:lnTo>
                  <a:lnTo>
                    <a:pt x="0" y="2967583"/>
                  </a:lnTo>
                  <a:lnTo>
                    <a:pt x="9525" y="2967583"/>
                  </a:lnTo>
                  <a:lnTo>
                    <a:pt x="9525" y="2939008"/>
                  </a:lnTo>
                  <a:close/>
                </a:path>
                <a:path w="11430000" h="3600450">
                  <a:moveTo>
                    <a:pt x="9525" y="2891358"/>
                  </a:moveTo>
                  <a:lnTo>
                    <a:pt x="0" y="2891358"/>
                  </a:lnTo>
                  <a:lnTo>
                    <a:pt x="0" y="2919933"/>
                  </a:lnTo>
                  <a:lnTo>
                    <a:pt x="9525" y="2919933"/>
                  </a:lnTo>
                  <a:lnTo>
                    <a:pt x="9525" y="2891358"/>
                  </a:lnTo>
                  <a:close/>
                </a:path>
                <a:path w="11430000" h="3600450">
                  <a:moveTo>
                    <a:pt x="9525" y="2843720"/>
                  </a:moveTo>
                  <a:lnTo>
                    <a:pt x="0" y="2843720"/>
                  </a:lnTo>
                  <a:lnTo>
                    <a:pt x="0" y="2872295"/>
                  </a:lnTo>
                  <a:lnTo>
                    <a:pt x="9525" y="2872295"/>
                  </a:lnTo>
                  <a:lnTo>
                    <a:pt x="9525" y="2843720"/>
                  </a:lnTo>
                  <a:close/>
                </a:path>
                <a:path w="11430000" h="3600450">
                  <a:moveTo>
                    <a:pt x="9525" y="2796082"/>
                  </a:moveTo>
                  <a:lnTo>
                    <a:pt x="0" y="2796082"/>
                  </a:lnTo>
                  <a:lnTo>
                    <a:pt x="0" y="2824657"/>
                  </a:lnTo>
                  <a:lnTo>
                    <a:pt x="9525" y="2824657"/>
                  </a:lnTo>
                  <a:lnTo>
                    <a:pt x="9525" y="2796082"/>
                  </a:lnTo>
                  <a:close/>
                </a:path>
                <a:path w="11430000" h="3600450">
                  <a:moveTo>
                    <a:pt x="9525" y="2748445"/>
                  </a:moveTo>
                  <a:lnTo>
                    <a:pt x="0" y="2748445"/>
                  </a:lnTo>
                  <a:lnTo>
                    <a:pt x="0" y="2777020"/>
                  </a:lnTo>
                  <a:lnTo>
                    <a:pt x="9525" y="2777020"/>
                  </a:lnTo>
                  <a:lnTo>
                    <a:pt x="9525" y="2748445"/>
                  </a:lnTo>
                  <a:close/>
                </a:path>
                <a:path w="11430000" h="3600450">
                  <a:moveTo>
                    <a:pt x="9525" y="2700807"/>
                  </a:moveTo>
                  <a:lnTo>
                    <a:pt x="0" y="2700807"/>
                  </a:lnTo>
                  <a:lnTo>
                    <a:pt x="0" y="2729382"/>
                  </a:lnTo>
                  <a:lnTo>
                    <a:pt x="9525" y="2729382"/>
                  </a:lnTo>
                  <a:lnTo>
                    <a:pt x="9525" y="2700807"/>
                  </a:lnTo>
                  <a:close/>
                </a:path>
                <a:path w="11430000" h="3600450">
                  <a:moveTo>
                    <a:pt x="9525" y="2653169"/>
                  </a:moveTo>
                  <a:lnTo>
                    <a:pt x="0" y="2653169"/>
                  </a:lnTo>
                  <a:lnTo>
                    <a:pt x="0" y="2681744"/>
                  </a:lnTo>
                  <a:lnTo>
                    <a:pt x="9525" y="2681744"/>
                  </a:lnTo>
                  <a:lnTo>
                    <a:pt x="9525" y="2653169"/>
                  </a:lnTo>
                  <a:close/>
                </a:path>
                <a:path w="11430000" h="3600450">
                  <a:moveTo>
                    <a:pt x="9525" y="2605519"/>
                  </a:moveTo>
                  <a:lnTo>
                    <a:pt x="0" y="2605519"/>
                  </a:lnTo>
                  <a:lnTo>
                    <a:pt x="0" y="2634094"/>
                  </a:lnTo>
                  <a:lnTo>
                    <a:pt x="9525" y="2634094"/>
                  </a:lnTo>
                  <a:lnTo>
                    <a:pt x="9525" y="2605519"/>
                  </a:lnTo>
                  <a:close/>
                </a:path>
                <a:path w="11430000" h="3600450">
                  <a:moveTo>
                    <a:pt x="9525" y="2557881"/>
                  </a:moveTo>
                  <a:lnTo>
                    <a:pt x="0" y="2557881"/>
                  </a:lnTo>
                  <a:lnTo>
                    <a:pt x="0" y="2586456"/>
                  </a:lnTo>
                  <a:lnTo>
                    <a:pt x="9525" y="2586456"/>
                  </a:lnTo>
                  <a:lnTo>
                    <a:pt x="9525" y="2557881"/>
                  </a:lnTo>
                  <a:close/>
                </a:path>
                <a:path w="11430000" h="3600450">
                  <a:moveTo>
                    <a:pt x="9525" y="2510244"/>
                  </a:moveTo>
                  <a:lnTo>
                    <a:pt x="0" y="2510244"/>
                  </a:lnTo>
                  <a:lnTo>
                    <a:pt x="0" y="2538819"/>
                  </a:lnTo>
                  <a:lnTo>
                    <a:pt x="9525" y="2538819"/>
                  </a:lnTo>
                  <a:lnTo>
                    <a:pt x="9525" y="2510244"/>
                  </a:lnTo>
                  <a:close/>
                </a:path>
                <a:path w="11430000" h="3600450">
                  <a:moveTo>
                    <a:pt x="9525" y="2462606"/>
                  </a:moveTo>
                  <a:lnTo>
                    <a:pt x="0" y="2462606"/>
                  </a:lnTo>
                  <a:lnTo>
                    <a:pt x="0" y="2491181"/>
                  </a:lnTo>
                  <a:lnTo>
                    <a:pt x="9525" y="2491181"/>
                  </a:lnTo>
                  <a:lnTo>
                    <a:pt x="9525" y="2462606"/>
                  </a:lnTo>
                  <a:close/>
                </a:path>
                <a:path w="11430000" h="3600450">
                  <a:moveTo>
                    <a:pt x="9525" y="2414968"/>
                  </a:moveTo>
                  <a:lnTo>
                    <a:pt x="0" y="2414968"/>
                  </a:lnTo>
                  <a:lnTo>
                    <a:pt x="0" y="2443543"/>
                  </a:lnTo>
                  <a:lnTo>
                    <a:pt x="9525" y="2443543"/>
                  </a:lnTo>
                  <a:lnTo>
                    <a:pt x="9525" y="2414968"/>
                  </a:lnTo>
                  <a:close/>
                </a:path>
                <a:path w="11430000" h="3600450">
                  <a:moveTo>
                    <a:pt x="9525" y="2367318"/>
                  </a:moveTo>
                  <a:lnTo>
                    <a:pt x="0" y="2367318"/>
                  </a:lnTo>
                  <a:lnTo>
                    <a:pt x="0" y="2395893"/>
                  </a:lnTo>
                  <a:lnTo>
                    <a:pt x="9525" y="2395893"/>
                  </a:lnTo>
                  <a:lnTo>
                    <a:pt x="9525" y="2367318"/>
                  </a:lnTo>
                  <a:close/>
                </a:path>
                <a:path w="11430000" h="3600450">
                  <a:moveTo>
                    <a:pt x="9525" y="2319680"/>
                  </a:moveTo>
                  <a:lnTo>
                    <a:pt x="0" y="2319680"/>
                  </a:lnTo>
                  <a:lnTo>
                    <a:pt x="0" y="2348255"/>
                  </a:lnTo>
                  <a:lnTo>
                    <a:pt x="9525" y="2348255"/>
                  </a:lnTo>
                  <a:lnTo>
                    <a:pt x="9525" y="2319680"/>
                  </a:lnTo>
                  <a:close/>
                </a:path>
                <a:path w="11430000" h="3600450">
                  <a:moveTo>
                    <a:pt x="9525" y="2272042"/>
                  </a:moveTo>
                  <a:lnTo>
                    <a:pt x="0" y="2272042"/>
                  </a:lnTo>
                  <a:lnTo>
                    <a:pt x="0" y="2300617"/>
                  </a:lnTo>
                  <a:lnTo>
                    <a:pt x="9525" y="2300617"/>
                  </a:lnTo>
                  <a:lnTo>
                    <a:pt x="9525" y="2272042"/>
                  </a:lnTo>
                  <a:close/>
                </a:path>
                <a:path w="11430000" h="3600450">
                  <a:moveTo>
                    <a:pt x="9525" y="2224405"/>
                  </a:moveTo>
                  <a:lnTo>
                    <a:pt x="0" y="2224405"/>
                  </a:lnTo>
                  <a:lnTo>
                    <a:pt x="0" y="2252980"/>
                  </a:lnTo>
                  <a:lnTo>
                    <a:pt x="9525" y="2252980"/>
                  </a:lnTo>
                  <a:lnTo>
                    <a:pt x="9525" y="2224405"/>
                  </a:lnTo>
                  <a:close/>
                </a:path>
                <a:path w="11430000" h="3600450">
                  <a:moveTo>
                    <a:pt x="9525" y="2176767"/>
                  </a:moveTo>
                  <a:lnTo>
                    <a:pt x="0" y="2176767"/>
                  </a:lnTo>
                  <a:lnTo>
                    <a:pt x="0" y="2205342"/>
                  </a:lnTo>
                  <a:lnTo>
                    <a:pt x="9525" y="2205342"/>
                  </a:lnTo>
                  <a:lnTo>
                    <a:pt x="9525" y="2176767"/>
                  </a:lnTo>
                  <a:close/>
                </a:path>
                <a:path w="11430000" h="3600450">
                  <a:moveTo>
                    <a:pt x="9525" y="2129117"/>
                  </a:moveTo>
                  <a:lnTo>
                    <a:pt x="0" y="2129117"/>
                  </a:lnTo>
                  <a:lnTo>
                    <a:pt x="0" y="2157692"/>
                  </a:lnTo>
                  <a:lnTo>
                    <a:pt x="9525" y="2157692"/>
                  </a:lnTo>
                  <a:lnTo>
                    <a:pt x="9525" y="2129117"/>
                  </a:lnTo>
                  <a:close/>
                </a:path>
                <a:path w="11430000" h="3600450">
                  <a:moveTo>
                    <a:pt x="9525" y="2081479"/>
                  </a:moveTo>
                  <a:lnTo>
                    <a:pt x="0" y="2081479"/>
                  </a:lnTo>
                  <a:lnTo>
                    <a:pt x="0" y="2110054"/>
                  </a:lnTo>
                  <a:lnTo>
                    <a:pt x="9525" y="2110054"/>
                  </a:lnTo>
                  <a:lnTo>
                    <a:pt x="9525" y="2081479"/>
                  </a:lnTo>
                  <a:close/>
                </a:path>
                <a:path w="11430000" h="3600450">
                  <a:moveTo>
                    <a:pt x="9525" y="2033841"/>
                  </a:moveTo>
                  <a:lnTo>
                    <a:pt x="0" y="2033841"/>
                  </a:lnTo>
                  <a:lnTo>
                    <a:pt x="0" y="2062416"/>
                  </a:lnTo>
                  <a:lnTo>
                    <a:pt x="9525" y="2062416"/>
                  </a:lnTo>
                  <a:lnTo>
                    <a:pt x="9525" y="2033841"/>
                  </a:lnTo>
                  <a:close/>
                </a:path>
                <a:path w="11430000" h="3600450">
                  <a:moveTo>
                    <a:pt x="9525" y="1986203"/>
                  </a:moveTo>
                  <a:lnTo>
                    <a:pt x="0" y="1986203"/>
                  </a:lnTo>
                  <a:lnTo>
                    <a:pt x="0" y="2014778"/>
                  </a:lnTo>
                  <a:lnTo>
                    <a:pt x="9525" y="2014778"/>
                  </a:lnTo>
                  <a:lnTo>
                    <a:pt x="9525" y="1986203"/>
                  </a:lnTo>
                  <a:close/>
                </a:path>
                <a:path w="11430000" h="3600450">
                  <a:moveTo>
                    <a:pt x="9525" y="1938566"/>
                  </a:moveTo>
                  <a:lnTo>
                    <a:pt x="0" y="1938566"/>
                  </a:lnTo>
                  <a:lnTo>
                    <a:pt x="0" y="1967141"/>
                  </a:lnTo>
                  <a:lnTo>
                    <a:pt x="9525" y="1967141"/>
                  </a:lnTo>
                  <a:lnTo>
                    <a:pt x="9525" y="1938566"/>
                  </a:lnTo>
                  <a:close/>
                </a:path>
                <a:path w="11430000" h="3600450">
                  <a:moveTo>
                    <a:pt x="9525" y="1890915"/>
                  </a:moveTo>
                  <a:lnTo>
                    <a:pt x="0" y="1890915"/>
                  </a:lnTo>
                  <a:lnTo>
                    <a:pt x="0" y="1919490"/>
                  </a:lnTo>
                  <a:lnTo>
                    <a:pt x="9525" y="1919490"/>
                  </a:lnTo>
                  <a:lnTo>
                    <a:pt x="9525" y="1890915"/>
                  </a:lnTo>
                  <a:close/>
                </a:path>
                <a:path w="11430000" h="3600450">
                  <a:moveTo>
                    <a:pt x="9525" y="1843278"/>
                  </a:moveTo>
                  <a:lnTo>
                    <a:pt x="0" y="1843278"/>
                  </a:lnTo>
                  <a:lnTo>
                    <a:pt x="0" y="1871853"/>
                  </a:lnTo>
                  <a:lnTo>
                    <a:pt x="9525" y="1871853"/>
                  </a:lnTo>
                  <a:lnTo>
                    <a:pt x="9525" y="1843278"/>
                  </a:lnTo>
                  <a:close/>
                </a:path>
                <a:path w="11430000" h="3600450">
                  <a:moveTo>
                    <a:pt x="9525" y="1795640"/>
                  </a:moveTo>
                  <a:lnTo>
                    <a:pt x="0" y="1795640"/>
                  </a:lnTo>
                  <a:lnTo>
                    <a:pt x="0" y="1824215"/>
                  </a:lnTo>
                  <a:lnTo>
                    <a:pt x="9525" y="1824215"/>
                  </a:lnTo>
                  <a:lnTo>
                    <a:pt x="9525" y="1795640"/>
                  </a:lnTo>
                  <a:close/>
                </a:path>
                <a:path w="11430000" h="3600450">
                  <a:moveTo>
                    <a:pt x="9525" y="1748002"/>
                  </a:moveTo>
                  <a:lnTo>
                    <a:pt x="0" y="1748002"/>
                  </a:lnTo>
                  <a:lnTo>
                    <a:pt x="0" y="1776577"/>
                  </a:lnTo>
                  <a:lnTo>
                    <a:pt x="9525" y="1776577"/>
                  </a:lnTo>
                  <a:lnTo>
                    <a:pt x="9525" y="1748002"/>
                  </a:lnTo>
                  <a:close/>
                </a:path>
                <a:path w="11430000" h="3600450">
                  <a:moveTo>
                    <a:pt x="9525" y="1700364"/>
                  </a:moveTo>
                  <a:lnTo>
                    <a:pt x="0" y="1700364"/>
                  </a:lnTo>
                  <a:lnTo>
                    <a:pt x="0" y="1728939"/>
                  </a:lnTo>
                  <a:lnTo>
                    <a:pt x="9525" y="1728939"/>
                  </a:lnTo>
                  <a:lnTo>
                    <a:pt x="9525" y="1700364"/>
                  </a:lnTo>
                  <a:close/>
                </a:path>
                <a:path w="11430000" h="3600450">
                  <a:moveTo>
                    <a:pt x="9525" y="1652727"/>
                  </a:moveTo>
                  <a:lnTo>
                    <a:pt x="0" y="1652727"/>
                  </a:lnTo>
                  <a:lnTo>
                    <a:pt x="0" y="1681302"/>
                  </a:lnTo>
                  <a:lnTo>
                    <a:pt x="9525" y="1681302"/>
                  </a:lnTo>
                  <a:lnTo>
                    <a:pt x="9525" y="1652727"/>
                  </a:lnTo>
                  <a:close/>
                </a:path>
                <a:path w="11430000" h="3600450">
                  <a:moveTo>
                    <a:pt x="9525" y="1605076"/>
                  </a:moveTo>
                  <a:lnTo>
                    <a:pt x="0" y="1605076"/>
                  </a:lnTo>
                  <a:lnTo>
                    <a:pt x="0" y="1633651"/>
                  </a:lnTo>
                  <a:lnTo>
                    <a:pt x="9525" y="1633651"/>
                  </a:lnTo>
                  <a:lnTo>
                    <a:pt x="9525" y="1605076"/>
                  </a:lnTo>
                  <a:close/>
                </a:path>
                <a:path w="11430000" h="3600450">
                  <a:moveTo>
                    <a:pt x="9525" y="1557439"/>
                  </a:moveTo>
                  <a:lnTo>
                    <a:pt x="0" y="1557439"/>
                  </a:lnTo>
                  <a:lnTo>
                    <a:pt x="0" y="1586014"/>
                  </a:lnTo>
                  <a:lnTo>
                    <a:pt x="9525" y="1586014"/>
                  </a:lnTo>
                  <a:lnTo>
                    <a:pt x="9525" y="1557439"/>
                  </a:lnTo>
                  <a:close/>
                </a:path>
                <a:path w="11430000" h="3600450">
                  <a:moveTo>
                    <a:pt x="9525" y="1509801"/>
                  </a:moveTo>
                  <a:lnTo>
                    <a:pt x="0" y="1509801"/>
                  </a:lnTo>
                  <a:lnTo>
                    <a:pt x="0" y="1538376"/>
                  </a:lnTo>
                  <a:lnTo>
                    <a:pt x="9525" y="1538376"/>
                  </a:lnTo>
                  <a:lnTo>
                    <a:pt x="9525" y="1509801"/>
                  </a:lnTo>
                  <a:close/>
                </a:path>
                <a:path w="11430000" h="3600450">
                  <a:moveTo>
                    <a:pt x="9525" y="1462163"/>
                  </a:moveTo>
                  <a:lnTo>
                    <a:pt x="0" y="1462163"/>
                  </a:lnTo>
                  <a:lnTo>
                    <a:pt x="0" y="1490738"/>
                  </a:lnTo>
                  <a:lnTo>
                    <a:pt x="9525" y="1490738"/>
                  </a:lnTo>
                  <a:lnTo>
                    <a:pt x="9525" y="1462163"/>
                  </a:lnTo>
                  <a:close/>
                </a:path>
                <a:path w="11430000" h="3600450">
                  <a:moveTo>
                    <a:pt x="9525" y="1414526"/>
                  </a:moveTo>
                  <a:lnTo>
                    <a:pt x="0" y="1414526"/>
                  </a:lnTo>
                  <a:lnTo>
                    <a:pt x="0" y="1443101"/>
                  </a:lnTo>
                  <a:lnTo>
                    <a:pt x="9525" y="1443101"/>
                  </a:lnTo>
                  <a:lnTo>
                    <a:pt x="9525" y="1414526"/>
                  </a:lnTo>
                  <a:close/>
                </a:path>
                <a:path w="11430000" h="3600450">
                  <a:moveTo>
                    <a:pt x="9525" y="1366875"/>
                  </a:moveTo>
                  <a:lnTo>
                    <a:pt x="0" y="1366875"/>
                  </a:lnTo>
                  <a:lnTo>
                    <a:pt x="0" y="1395450"/>
                  </a:lnTo>
                  <a:lnTo>
                    <a:pt x="9525" y="1395450"/>
                  </a:lnTo>
                  <a:lnTo>
                    <a:pt x="9525" y="1366875"/>
                  </a:lnTo>
                  <a:close/>
                </a:path>
                <a:path w="11430000" h="3600450">
                  <a:moveTo>
                    <a:pt x="9525" y="1319237"/>
                  </a:moveTo>
                  <a:lnTo>
                    <a:pt x="0" y="1319237"/>
                  </a:lnTo>
                  <a:lnTo>
                    <a:pt x="0" y="1347812"/>
                  </a:lnTo>
                  <a:lnTo>
                    <a:pt x="9525" y="1347812"/>
                  </a:lnTo>
                  <a:lnTo>
                    <a:pt x="9525" y="1319237"/>
                  </a:lnTo>
                  <a:close/>
                </a:path>
                <a:path w="11430000" h="3600450">
                  <a:moveTo>
                    <a:pt x="9525" y="1271600"/>
                  </a:moveTo>
                  <a:lnTo>
                    <a:pt x="0" y="1271600"/>
                  </a:lnTo>
                  <a:lnTo>
                    <a:pt x="0" y="1300175"/>
                  </a:lnTo>
                  <a:lnTo>
                    <a:pt x="9525" y="1300175"/>
                  </a:lnTo>
                  <a:lnTo>
                    <a:pt x="9525" y="1271600"/>
                  </a:lnTo>
                  <a:close/>
                </a:path>
                <a:path w="11430000" h="3600450">
                  <a:moveTo>
                    <a:pt x="9525" y="1223962"/>
                  </a:moveTo>
                  <a:lnTo>
                    <a:pt x="0" y="1223962"/>
                  </a:lnTo>
                  <a:lnTo>
                    <a:pt x="0" y="1252537"/>
                  </a:lnTo>
                  <a:lnTo>
                    <a:pt x="9525" y="1252537"/>
                  </a:lnTo>
                  <a:lnTo>
                    <a:pt x="9525" y="1223962"/>
                  </a:lnTo>
                  <a:close/>
                </a:path>
                <a:path w="11430000" h="3600450">
                  <a:moveTo>
                    <a:pt x="9525" y="1176312"/>
                  </a:moveTo>
                  <a:lnTo>
                    <a:pt x="0" y="1176312"/>
                  </a:lnTo>
                  <a:lnTo>
                    <a:pt x="0" y="1204887"/>
                  </a:lnTo>
                  <a:lnTo>
                    <a:pt x="9525" y="1204887"/>
                  </a:lnTo>
                  <a:lnTo>
                    <a:pt x="9525" y="1176312"/>
                  </a:lnTo>
                  <a:close/>
                </a:path>
                <a:path w="11430000" h="3600450">
                  <a:moveTo>
                    <a:pt x="9525" y="1128674"/>
                  </a:moveTo>
                  <a:lnTo>
                    <a:pt x="0" y="1128674"/>
                  </a:lnTo>
                  <a:lnTo>
                    <a:pt x="0" y="1157249"/>
                  </a:lnTo>
                  <a:lnTo>
                    <a:pt x="9525" y="1157249"/>
                  </a:lnTo>
                  <a:lnTo>
                    <a:pt x="9525" y="1128674"/>
                  </a:lnTo>
                  <a:close/>
                </a:path>
                <a:path w="11430000" h="3600450">
                  <a:moveTo>
                    <a:pt x="9525" y="1081036"/>
                  </a:moveTo>
                  <a:lnTo>
                    <a:pt x="0" y="1081036"/>
                  </a:lnTo>
                  <a:lnTo>
                    <a:pt x="0" y="1109611"/>
                  </a:lnTo>
                  <a:lnTo>
                    <a:pt x="9525" y="1109611"/>
                  </a:lnTo>
                  <a:lnTo>
                    <a:pt x="9525" y="1081036"/>
                  </a:lnTo>
                  <a:close/>
                </a:path>
                <a:path w="11430000" h="3600450">
                  <a:moveTo>
                    <a:pt x="9525" y="1033399"/>
                  </a:moveTo>
                  <a:lnTo>
                    <a:pt x="0" y="1033399"/>
                  </a:lnTo>
                  <a:lnTo>
                    <a:pt x="0" y="1061974"/>
                  </a:lnTo>
                  <a:lnTo>
                    <a:pt x="9525" y="1061974"/>
                  </a:lnTo>
                  <a:lnTo>
                    <a:pt x="9525" y="1033399"/>
                  </a:lnTo>
                  <a:close/>
                </a:path>
                <a:path w="11430000" h="3600450">
                  <a:moveTo>
                    <a:pt x="9525" y="985761"/>
                  </a:moveTo>
                  <a:lnTo>
                    <a:pt x="0" y="985761"/>
                  </a:lnTo>
                  <a:lnTo>
                    <a:pt x="0" y="1014336"/>
                  </a:lnTo>
                  <a:lnTo>
                    <a:pt x="9525" y="1014336"/>
                  </a:lnTo>
                  <a:lnTo>
                    <a:pt x="9525" y="985761"/>
                  </a:lnTo>
                  <a:close/>
                </a:path>
                <a:path w="11430000" h="3600450">
                  <a:moveTo>
                    <a:pt x="9525" y="938123"/>
                  </a:moveTo>
                  <a:lnTo>
                    <a:pt x="0" y="938123"/>
                  </a:lnTo>
                  <a:lnTo>
                    <a:pt x="0" y="966698"/>
                  </a:lnTo>
                  <a:lnTo>
                    <a:pt x="9525" y="966698"/>
                  </a:lnTo>
                  <a:lnTo>
                    <a:pt x="9525" y="938123"/>
                  </a:lnTo>
                  <a:close/>
                </a:path>
                <a:path w="11430000" h="3600450">
                  <a:moveTo>
                    <a:pt x="9525" y="890473"/>
                  </a:moveTo>
                  <a:lnTo>
                    <a:pt x="0" y="890473"/>
                  </a:lnTo>
                  <a:lnTo>
                    <a:pt x="0" y="919048"/>
                  </a:lnTo>
                  <a:lnTo>
                    <a:pt x="9525" y="919048"/>
                  </a:lnTo>
                  <a:lnTo>
                    <a:pt x="9525" y="890473"/>
                  </a:lnTo>
                  <a:close/>
                </a:path>
                <a:path w="11430000" h="3600450">
                  <a:moveTo>
                    <a:pt x="9525" y="842835"/>
                  </a:moveTo>
                  <a:lnTo>
                    <a:pt x="0" y="842835"/>
                  </a:lnTo>
                  <a:lnTo>
                    <a:pt x="0" y="871410"/>
                  </a:lnTo>
                  <a:lnTo>
                    <a:pt x="9525" y="871410"/>
                  </a:lnTo>
                  <a:lnTo>
                    <a:pt x="9525" y="842835"/>
                  </a:lnTo>
                  <a:close/>
                </a:path>
                <a:path w="11430000" h="3600450">
                  <a:moveTo>
                    <a:pt x="9525" y="795197"/>
                  </a:moveTo>
                  <a:lnTo>
                    <a:pt x="0" y="795197"/>
                  </a:lnTo>
                  <a:lnTo>
                    <a:pt x="0" y="823772"/>
                  </a:lnTo>
                  <a:lnTo>
                    <a:pt x="9525" y="823772"/>
                  </a:lnTo>
                  <a:lnTo>
                    <a:pt x="9525" y="795197"/>
                  </a:lnTo>
                  <a:close/>
                </a:path>
                <a:path w="11430000" h="3600450">
                  <a:moveTo>
                    <a:pt x="9525" y="747560"/>
                  </a:moveTo>
                  <a:lnTo>
                    <a:pt x="0" y="747560"/>
                  </a:lnTo>
                  <a:lnTo>
                    <a:pt x="0" y="776135"/>
                  </a:lnTo>
                  <a:lnTo>
                    <a:pt x="9525" y="776135"/>
                  </a:lnTo>
                  <a:lnTo>
                    <a:pt x="9525" y="747560"/>
                  </a:lnTo>
                  <a:close/>
                </a:path>
                <a:path w="11430000" h="3600450">
                  <a:moveTo>
                    <a:pt x="9525" y="699922"/>
                  </a:moveTo>
                  <a:lnTo>
                    <a:pt x="0" y="699922"/>
                  </a:lnTo>
                  <a:lnTo>
                    <a:pt x="0" y="728497"/>
                  </a:lnTo>
                  <a:lnTo>
                    <a:pt x="9525" y="728497"/>
                  </a:lnTo>
                  <a:lnTo>
                    <a:pt x="9525" y="699922"/>
                  </a:lnTo>
                  <a:close/>
                </a:path>
                <a:path w="11430000" h="3600450">
                  <a:moveTo>
                    <a:pt x="9525" y="652272"/>
                  </a:moveTo>
                  <a:lnTo>
                    <a:pt x="0" y="652272"/>
                  </a:lnTo>
                  <a:lnTo>
                    <a:pt x="0" y="680847"/>
                  </a:lnTo>
                  <a:lnTo>
                    <a:pt x="9525" y="680847"/>
                  </a:lnTo>
                  <a:lnTo>
                    <a:pt x="9525" y="652272"/>
                  </a:lnTo>
                  <a:close/>
                </a:path>
                <a:path w="11430000" h="3600450">
                  <a:moveTo>
                    <a:pt x="9525" y="604634"/>
                  </a:moveTo>
                  <a:lnTo>
                    <a:pt x="0" y="604634"/>
                  </a:lnTo>
                  <a:lnTo>
                    <a:pt x="0" y="633209"/>
                  </a:lnTo>
                  <a:lnTo>
                    <a:pt x="9525" y="633209"/>
                  </a:lnTo>
                  <a:lnTo>
                    <a:pt x="9525" y="604634"/>
                  </a:lnTo>
                  <a:close/>
                </a:path>
                <a:path w="11430000" h="3600450">
                  <a:moveTo>
                    <a:pt x="9525" y="556996"/>
                  </a:moveTo>
                  <a:lnTo>
                    <a:pt x="0" y="556996"/>
                  </a:lnTo>
                  <a:lnTo>
                    <a:pt x="0" y="585571"/>
                  </a:lnTo>
                  <a:lnTo>
                    <a:pt x="9525" y="585571"/>
                  </a:lnTo>
                  <a:lnTo>
                    <a:pt x="9525" y="556996"/>
                  </a:lnTo>
                  <a:close/>
                </a:path>
                <a:path w="11430000" h="3600450">
                  <a:moveTo>
                    <a:pt x="9525" y="509358"/>
                  </a:moveTo>
                  <a:lnTo>
                    <a:pt x="0" y="509358"/>
                  </a:lnTo>
                  <a:lnTo>
                    <a:pt x="0" y="537933"/>
                  </a:lnTo>
                  <a:lnTo>
                    <a:pt x="9525" y="537933"/>
                  </a:lnTo>
                  <a:lnTo>
                    <a:pt x="9525" y="509358"/>
                  </a:lnTo>
                  <a:close/>
                </a:path>
                <a:path w="11430000" h="3600450">
                  <a:moveTo>
                    <a:pt x="9525" y="461721"/>
                  </a:moveTo>
                  <a:lnTo>
                    <a:pt x="0" y="461721"/>
                  </a:lnTo>
                  <a:lnTo>
                    <a:pt x="0" y="490296"/>
                  </a:lnTo>
                  <a:lnTo>
                    <a:pt x="9525" y="490296"/>
                  </a:lnTo>
                  <a:lnTo>
                    <a:pt x="9525" y="461721"/>
                  </a:lnTo>
                  <a:close/>
                </a:path>
                <a:path w="11430000" h="3600450">
                  <a:moveTo>
                    <a:pt x="9525" y="414070"/>
                  </a:moveTo>
                  <a:lnTo>
                    <a:pt x="0" y="414070"/>
                  </a:lnTo>
                  <a:lnTo>
                    <a:pt x="0" y="442645"/>
                  </a:lnTo>
                  <a:lnTo>
                    <a:pt x="9525" y="442645"/>
                  </a:lnTo>
                  <a:lnTo>
                    <a:pt x="9525" y="414070"/>
                  </a:lnTo>
                  <a:close/>
                </a:path>
                <a:path w="11430000" h="3600450">
                  <a:moveTo>
                    <a:pt x="9525" y="366433"/>
                  </a:moveTo>
                  <a:lnTo>
                    <a:pt x="0" y="366433"/>
                  </a:lnTo>
                  <a:lnTo>
                    <a:pt x="0" y="395008"/>
                  </a:lnTo>
                  <a:lnTo>
                    <a:pt x="9525" y="395008"/>
                  </a:lnTo>
                  <a:lnTo>
                    <a:pt x="9525" y="366433"/>
                  </a:lnTo>
                  <a:close/>
                </a:path>
                <a:path w="11430000" h="3600450">
                  <a:moveTo>
                    <a:pt x="9525" y="318795"/>
                  </a:moveTo>
                  <a:lnTo>
                    <a:pt x="0" y="318795"/>
                  </a:lnTo>
                  <a:lnTo>
                    <a:pt x="0" y="347370"/>
                  </a:lnTo>
                  <a:lnTo>
                    <a:pt x="9525" y="347370"/>
                  </a:lnTo>
                  <a:lnTo>
                    <a:pt x="9525" y="318795"/>
                  </a:lnTo>
                  <a:close/>
                </a:path>
                <a:path w="11430000" h="3600450">
                  <a:moveTo>
                    <a:pt x="9525" y="271157"/>
                  </a:moveTo>
                  <a:lnTo>
                    <a:pt x="0" y="271157"/>
                  </a:lnTo>
                  <a:lnTo>
                    <a:pt x="0" y="299732"/>
                  </a:lnTo>
                  <a:lnTo>
                    <a:pt x="9525" y="299732"/>
                  </a:lnTo>
                  <a:lnTo>
                    <a:pt x="9525" y="271157"/>
                  </a:lnTo>
                  <a:close/>
                </a:path>
                <a:path w="11430000" h="3600450">
                  <a:moveTo>
                    <a:pt x="9525" y="223520"/>
                  </a:moveTo>
                  <a:lnTo>
                    <a:pt x="0" y="223520"/>
                  </a:lnTo>
                  <a:lnTo>
                    <a:pt x="0" y="252095"/>
                  </a:lnTo>
                  <a:lnTo>
                    <a:pt x="9525" y="252095"/>
                  </a:lnTo>
                  <a:lnTo>
                    <a:pt x="9525" y="223520"/>
                  </a:lnTo>
                  <a:close/>
                </a:path>
                <a:path w="11430000" h="3600450">
                  <a:moveTo>
                    <a:pt x="9525" y="175882"/>
                  </a:moveTo>
                  <a:lnTo>
                    <a:pt x="0" y="175882"/>
                  </a:lnTo>
                  <a:lnTo>
                    <a:pt x="0" y="204457"/>
                  </a:lnTo>
                  <a:lnTo>
                    <a:pt x="9525" y="204457"/>
                  </a:lnTo>
                  <a:lnTo>
                    <a:pt x="9525" y="175882"/>
                  </a:lnTo>
                  <a:close/>
                </a:path>
                <a:path w="11430000" h="3600450">
                  <a:moveTo>
                    <a:pt x="9525" y="128231"/>
                  </a:moveTo>
                  <a:lnTo>
                    <a:pt x="0" y="128231"/>
                  </a:lnTo>
                  <a:lnTo>
                    <a:pt x="0" y="156806"/>
                  </a:lnTo>
                  <a:lnTo>
                    <a:pt x="9525" y="156806"/>
                  </a:lnTo>
                  <a:lnTo>
                    <a:pt x="9525" y="128231"/>
                  </a:lnTo>
                  <a:close/>
                </a:path>
                <a:path w="11430000" h="3600450">
                  <a:moveTo>
                    <a:pt x="9525" y="80594"/>
                  </a:moveTo>
                  <a:lnTo>
                    <a:pt x="0" y="80594"/>
                  </a:lnTo>
                  <a:lnTo>
                    <a:pt x="0" y="109169"/>
                  </a:lnTo>
                  <a:lnTo>
                    <a:pt x="9525" y="109169"/>
                  </a:lnTo>
                  <a:lnTo>
                    <a:pt x="9525" y="80594"/>
                  </a:lnTo>
                  <a:close/>
                </a:path>
                <a:path w="11430000" h="3600450">
                  <a:moveTo>
                    <a:pt x="10769" y="3537026"/>
                  </a:moveTo>
                  <a:lnTo>
                    <a:pt x="9842" y="3530828"/>
                  </a:lnTo>
                  <a:lnTo>
                    <a:pt x="9525" y="3524250"/>
                  </a:lnTo>
                  <a:lnTo>
                    <a:pt x="9525" y="3510686"/>
                  </a:lnTo>
                  <a:lnTo>
                    <a:pt x="0" y="3510686"/>
                  </a:lnTo>
                  <a:lnTo>
                    <a:pt x="0" y="3524250"/>
                  </a:lnTo>
                  <a:lnTo>
                    <a:pt x="368" y="3531768"/>
                  </a:lnTo>
                  <a:lnTo>
                    <a:pt x="1409" y="3538842"/>
                  </a:lnTo>
                  <a:lnTo>
                    <a:pt x="10769" y="3537026"/>
                  </a:lnTo>
                  <a:close/>
                </a:path>
                <a:path w="11430000" h="3600450">
                  <a:moveTo>
                    <a:pt x="20066" y="40309"/>
                  </a:moveTo>
                  <a:lnTo>
                    <a:pt x="12052" y="35179"/>
                  </a:lnTo>
                  <a:lnTo>
                    <a:pt x="9017" y="40246"/>
                  </a:lnTo>
                  <a:lnTo>
                    <a:pt x="5803" y="47040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1371" y="61950"/>
                  </a:lnTo>
                  <a:lnTo>
                    <a:pt x="10718" y="63728"/>
                  </a:lnTo>
                  <a:lnTo>
                    <a:pt x="10795" y="63195"/>
                  </a:lnTo>
                  <a:lnTo>
                    <a:pt x="12382" y="56883"/>
                  </a:lnTo>
                  <a:lnTo>
                    <a:pt x="14605" y="50685"/>
                  </a:lnTo>
                  <a:lnTo>
                    <a:pt x="17411" y="44742"/>
                  </a:lnTo>
                  <a:lnTo>
                    <a:pt x="20066" y="40309"/>
                  </a:lnTo>
                  <a:close/>
                </a:path>
                <a:path w="11430000" h="3600450">
                  <a:moveTo>
                    <a:pt x="31165" y="3573310"/>
                  </a:moveTo>
                  <a:lnTo>
                    <a:pt x="16192" y="3553129"/>
                  </a:lnTo>
                  <a:lnTo>
                    <a:pt x="7620" y="3557244"/>
                  </a:lnTo>
                  <a:lnTo>
                    <a:pt x="24726" y="3580320"/>
                  </a:lnTo>
                  <a:lnTo>
                    <a:pt x="31165" y="3573310"/>
                  </a:lnTo>
                  <a:close/>
                </a:path>
                <a:path w="11430000" h="3600450">
                  <a:moveTo>
                    <a:pt x="52133" y="14084"/>
                  </a:moveTo>
                  <a:lnTo>
                    <a:pt x="48691" y="5219"/>
                  </a:lnTo>
                  <a:lnTo>
                    <a:pt x="47040" y="5803"/>
                  </a:lnTo>
                  <a:lnTo>
                    <a:pt x="40246" y="9017"/>
                  </a:lnTo>
                  <a:lnTo>
                    <a:pt x="33858" y="12839"/>
                  </a:lnTo>
                  <a:lnTo>
                    <a:pt x="27889" y="17272"/>
                  </a:lnTo>
                  <a:lnTo>
                    <a:pt x="24485" y="20370"/>
                  </a:lnTo>
                  <a:lnTo>
                    <a:pt x="30949" y="27343"/>
                  </a:lnTo>
                  <a:lnTo>
                    <a:pt x="33934" y="24638"/>
                  </a:lnTo>
                  <a:lnTo>
                    <a:pt x="39154" y="20751"/>
                  </a:lnTo>
                  <a:lnTo>
                    <a:pt x="44742" y="17411"/>
                  </a:lnTo>
                  <a:lnTo>
                    <a:pt x="50685" y="14605"/>
                  </a:lnTo>
                  <a:lnTo>
                    <a:pt x="52133" y="14084"/>
                  </a:lnTo>
                  <a:close/>
                </a:path>
                <a:path w="11430000" h="3600450">
                  <a:moveTo>
                    <a:pt x="68935" y="3590506"/>
                  </a:moveTo>
                  <a:lnTo>
                    <a:pt x="63195" y="3589667"/>
                  </a:lnTo>
                  <a:lnTo>
                    <a:pt x="56883" y="3588080"/>
                  </a:lnTo>
                  <a:lnTo>
                    <a:pt x="50685" y="3585857"/>
                  </a:lnTo>
                  <a:lnTo>
                    <a:pt x="44856" y="3583101"/>
                  </a:lnTo>
                  <a:lnTo>
                    <a:pt x="40386" y="3591509"/>
                  </a:lnTo>
                  <a:lnTo>
                    <a:pt x="47040" y="3594658"/>
                  </a:lnTo>
                  <a:lnTo>
                    <a:pt x="54114" y="3597198"/>
                  </a:lnTo>
                  <a:lnTo>
                    <a:pt x="61341" y="3599002"/>
                  </a:lnTo>
                  <a:lnTo>
                    <a:pt x="67906" y="3599980"/>
                  </a:lnTo>
                  <a:lnTo>
                    <a:pt x="68935" y="3590506"/>
                  </a:lnTo>
                  <a:close/>
                </a:path>
                <a:path w="11430000" h="3600450">
                  <a:moveTo>
                    <a:pt x="104775" y="0"/>
                  </a:moveTo>
                  <a:lnTo>
                    <a:pt x="76200" y="0"/>
                  </a:lnTo>
                  <a:lnTo>
                    <a:pt x="68694" y="368"/>
                  </a:lnTo>
                  <a:lnTo>
                    <a:pt x="67576" y="533"/>
                  </a:lnTo>
                  <a:lnTo>
                    <a:pt x="68656" y="9994"/>
                  </a:lnTo>
                  <a:lnTo>
                    <a:pt x="69634" y="9842"/>
                  </a:lnTo>
                  <a:lnTo>
                    <a:pt x="76200" y="9525"/>
                  </a:lnTo>
                  <a:lnTo>
                    <a:pt x="104775" y="9525"/>
                  </a:lnTo>
                  <a:lnTo>
                    <a:pt x="104775" y="0"/>
                  </a:lnTo>
                  <a:close/>
                </a:path>
                <a:path w="11430000" h="3600450">
                  <a:moveTo>
                    <a:pt x="115214" y="3590925"/>
                  </a:moveTo>
                  <a:lnTo>
                    <a:pt x="86639" y="3590925"/>
                  </a:lnTo>
                  <a:lnTo>
                    <a:pt x="86639" y="3600450"/>
                  </a:lnTo>
                  <a:lnTo>
                    <a:pt x="115214" y="3600450"/>
                  </a:lnTo>
                  <a:lnTo>
                    <a:pt x="115214" y="3590925"/>
                  </a:lnTo>
                  <a:close/>
                </a:path>
                <a:path w="11430000" h="3600450">
                  <a:moveTo>
                    <a:pt x="152425" y="0"/>
                  </a:moveTo>
                  <a:lnTo>
                    <a:pt x="123850" y="0"/>
                  </a:lnTo>
                  <a:lnTo>
                    <a:pt x="123850" y="9525"/>
                  </a:lnTo>
                  <a:lnTo>
                    <a:pt x="152425" y="9525"/>
                  </a:lnTo>
                  <a:lnTo>
                    <a:pt x="152425" y="0"/>
                  </a:lnTo>
                  <a:close/>
                </a:path>
                <a:path w="11430000" h="3600450">
                  <a:moveTo>
                    <a:pt x="162852" y="3590925"/>
                  </a:moveTo>
                  <a:lnTo>
                    <a:pt x="134277" y="3590925"/>
                  </a:lnTo>
                  <a:lnTo>
                    <a:pt x="134277" y="3600450"/>
                  </a:lnTo>
                  <a:lnTo>
                    <a:pt x="162852" y="3600450"/>
                  </a:lnTo>
                  <a:lnTo>
                    <a:pt x="162852" y="3590925"/>
                  </a:lnTo>
                  <a:close/>
                </a:path>
                <a:path w="11430000" h="3600450">
                  <a:moveTo>
                    <a:pt x="200063" y="0"/>
                  </a:moveTo>
                  <a:lnTo>
                    <a:pt x="171488" y="0"/>
                  </a:lnTo>
                  <a:lnTo>
                    <a:pt x="171488" y="9525"/>
                  </a:lnTo>
                  <a:lnTo>
                    <a:pt x="200063" y="9525"/>
                  </a:lnTo>
                  <a:lnTo>
                    <a:pt x="200063" y="0"/>
                  </a:lnTo>
                  <a:close/>
                </a:path>
                <a:path w="11430000" h="3600450">
                  <a:moveTo>
                    <a:pt x="210489" y="3590925"/>
                  </a:moveTo>
                  <a:lnTo>
                    <a:pt x="181914" y="3590925"/>
                  </a:lnTo>
                  <a:lnTo>
                    <a:pt x="181914" y="3600450"/>
                  </a:lnTo>
                  <a:lnTo>
                    <a:pt x="210489" y="3600450"/>
                  </a:lnTo>
                  <a:lnTo>
                    <a:pt x="210489" y="3590925"/>
                  </a:lnTo>
                  <a:close/>
                </a:path>
                <a:path w="11430000" h="3600450">
                  <a:moveTo>
                    <a:pt x="247700" y="0"/>
                  </a:moveTo>
                  <a:lnTo>
                    <a:pt x="219125" y="0"/>
                  </a:lnTo>
                  <a:lnTo>
                    <a:pt x="219125" y="9525"/>
                  </a:lnTo>
                  <a:lnTo>
                    <a:pt x="247700" y="9525"/>
                  </a:lnTo>
                  <a:lnTo>
                    <a:pt x="247700" y="0"/>
                  </a:lnTo>
                  <a:close/>
                </a:path>
                <a:path w="11430000" h="3600450">
                  <a:moveTo>
                    <a:pt x="258127" y="3590925"/>
                  </a:moveTo>
                  <a:lnTo>
                    <a:pt x="229552" y="3590925"/>
                  </a:lnTo>
                  <a:lnTo>
                    <a:pt x="229552" y="3600450"/>
                  </a:lnTo>
                  <a:lnTo>
                    <a:pt x="258127" y="3600450"/>
                  </a:lnTo>
                  <a:lnTo>
                    <a:pt x="258127" y="3590925"/>
                  </a:lnTo>
                  <a:close/>
                </a:path>
                <a:path w="11430000" h="3600450">
                  <a:moveTo>
                    <a:pt x="295338" y="0"/>
                  </a:moveTo>
                  <a:lnTo>
                    <a:pt x="266763" y="0"/>
                  </a:lnTo>
                  <a:lnTo>
                    <a:pt x="266763" y="9525"/>
                  </a:lnTo>
                  <a:lnTo>
                    <a:pt x="295338" y="9525"/>
                  </a:lnTo>
                  <a:lnTo>
                    <a:pt x="295338" y="0"/>
                  </a:lnTo>
                  <a:close/>
                </a:path>
                <a:path w="11430000" h="3600450">
                  <a:moveTo>
                    <a:pt x="305765" y="3590925"/>
                  </a:moveTo>
                  <a:lnTo>
                    <a:pt x="277190" y="3590925"/>
                  </a:lnTo>
                  <a:lnTo>
                    <a:pt x="277190" y="3600450"/>
                  </a:lnTo>
                  <a:lnTo>
                    <a:pt x="305765" y="3600450"/>
                  </a:lnTo>
                  <a:lnTo>
                    <a:pt x="305765" y="3590925"/>
                  </a:lnTo>
                  <a:close/>
                </a:path>
                <a:path w="11430000" h="3600450">
                  <a:moveTo>
                    <a:pt x="342976" y="0"/>
                  </a:moveTo>
                  <a:lnTo>
                    <a:pt x="314401" y="0"/>
                  </a:lnTo>
                  <a:lnTo>
                    <a:pt x="314401" y="9525"/>
                  </a:lnTo>
                  <a:lnTo>
                    <a:pt x="342976" y="9525"/>
                  </a:lnTo>
                  <a:lnTo>
                    <a:pt x="342976" y="0"/>
                  </a:lnTo>
                  <a:close/>
                </a:path>
                <a:path w="11430000" h="3600450">
                  <a:moveTo>
                    <a:pt x="353415" y="3590925"/>
                  </a:moveTo>
                  <a:lnTo>
                    <a:pt x="324840" y="3590925"/>
                  </a:lnTo>
                  <a:lnTo>
                    <a:pt x="324840" y="3600450"/>
                  </a:lnTo>
                  <a:lnTo>
                    <a:pt x="353415" y="3600450"/>
                  </a:lnTo>
                  <a:lnTo>
                    <a:pt x="353415" y="3590925"/>
                  </a:lnTo>
                  <a:close/>
                </a:path>
                <a:path w="11430000" h="3600450">
                  <a:moveTo>
                    <a:pt x="390626" y="0"/>
                  </a:moveTo>
                  <a:lnTo>
                    <a:pt x="362051" y="0"/>
                  </a:lnTo>
                  <a:lnTo>
                    <a:pt x="362051" y="9525"/>
                  </a:lnTo>
                  <a:lnTo>
                    <a:pt x="390626" y="9525"/>
                  </a:lnTo>
                  <a:lnTo>
                    <a:pt x="390626" y="0"/>
                  </a:lnTo>
                  <a:close/>
                </a:path>
                <a:path w="11430000" h="3600450">
                  <a:moveTo>
                    <a:pt x="401053" y="3590925"/>
                  </a:moveTo>
                  <a:lnTo>
                    <a:pt x="372478" y="3590925"/>
                  </a:lnTo>
                  <a:lnTo>
                    <a:pt x="372478" y="3600450"/>
                  </a:lnTo>
                  <a:lnTo>
                    <a:pt x="401053" y="3600450"/>
                  </a:lnTo>
                  <a:lnTo>
                    <a:pt x="401053" y="3590925"/>
                  </a:lnTo>
                  <a:close/>
                </a:path>
                <a:path w="11430000" h="3600450">
                  <a:moveTo>
                    <a:pt x="438264" y="0"/>
                  </a:moveTo>
                  <a:lnTo>
                    <a:pt x="409689" y="0"/>
                  </a:lnTo>
                  <a:lnTo>
                    <a:pt x="409689" y="9525"/>
                  </a:lnTo>
                  <a:lnTo>
                    <a:pt x="438264" y="9525"/>
                  </a:lnTo>
                  <a:lnTo>
                    <a:pt x="438264" y="0"/>
                  </a:lnTo>
                  <a:close/>
                </a:path>
                <a:path w="11430000" h="3600450">
                  <a:moveTo>
                    <a:pt x="448691" y="3590925"/>
                  </a:moveTo>
                  <a:lnTo>
                    <a:pt x="420116" y="3590925"/>
                  </a:lnTo>
                  <a:lnTo>
                    <a:pt x="420116" y="3600450"/>
                  </a:lnTo>
                  <a:lnTo>
                    <a:pt x="448691" y="3600450"/>
                  </a:lnTo>
                  <a:lnTo>
                    <a:pt x="448691" y="3590925"/>
                  </a:lnTo>
                  <a:close/>
                </a:path>
                <a:path w="11430000" h="3600450">
                  <a:moveTo>
                    <a:pt x="485902" y="0"/>
                  </a:moveTo>
                  <a:lnTo>
                    <a:pt x="457327" y="0"/>
                  </a:lnTo>
                  <a:lnTo>
                    <a:pt x="457327" y="9525"/>
                  </a:lnTo>
                  <a:lnTo>
                    <a:pt x="485902" y="9525"/>
                  </a:lnTo>
                  <a:lnTo>
                    <a:pt x="485902" y="0"/>
                  </a:lnTo>
                  <a:close/>
                </a:path>
                <a:path w="11430000" h="3600450">
                  <a:moveTo>
                    <a:pt x="496328" y="3590925"/>
                  </a:moveTo>
                  <a:lnTo>
                    <a:pt x="467753" y="3590925"/>
                  </a:lnTo>
                  <a:lnTo>
                    <a:pt x="467753" y="3600450"/>
                  </a:lnTo>
                  <a:lnTo>
                    <a:pt x="496328" y="3600450"/>
                  </a:lnTo>
                  <a:lnTo>
                    <a:pt x="496328" y="3590925"/>
                  </a:lnTo>
                  <a:close/>
                </a:path>
                <a:path w="11430000" h="3600450">
                  <a:moveTo>
                    <a:pt x="533539" y="0"/>
                  </a:moveTo>
                  <a:lnTo>
                    <a:pt x="504964" y="0"/>
                  </a:lnTo>
                  <a:lnTo>
                    <a:pt x="504964" y="9525"/>
                  </a:lnTo>
                  <a:lnTo>
                    <a:pt x="533539" y="9525"/>
                  </a:lnTo>
                  <a:lnTo>
                    <a:pt x="533539" y="0"/>
                  </a:lnTo>
                  <a:close/>
                </a:path>
                <a:path w="11430000" h="3600450">
                  <a:moveTo>
                    <a:pt x="543966" y="3590925"/>
                  </a:moveTo>
                  <a:lnTo>
                    <a:pt x="515391" y="3590925"/>
                  </a:lnTo>
                  <a:lnTo>
                    <a:pt x="515391" y="3600450"/>
                  </a:lnTo>
                  <a:lnTo>
                    <a:pt x="543966" y="3600450"/>
                  </a:lnTo>
                  <a:lnTo>
                    <a:pt x="543966" y="3590925"/>
                  </a:lnTo>
                  <a:close/>
                </a:path>
                <a:path w="11430000" h="3600450">
                  <a:moveTo>
                    <a:pt x="581177" y="0"/>
                  </a:moveTo>
                  <a:lnTo>
                    <a:pt x="552602" y="0"/>
                  </a:lnTo>
                  <a:lnTo>
                    <a:pt x="552602" y="9525"/>
                  </a:lnTo>
                  <a:lnTo>
                    <a:pt x="581177" y="9525"/>
                  </a:lnTo>
                  <a:lnTo>
                    <a:pt x="581177" y="0"/>
                  </a:lnTo>
                  <a:close/>
                </a:path>
                <a:path w="11430000" h="3600450">
                  <a:moveTo>
                    <a:pt x="591616" y="3590925"/>
                  </a:moveTo>
                  <a:lnTo>
                    <a:pt x="563041" y="3590925"/>
                  </a:lnTo>
                  <a:lnTo>
                    <a:pt x="563041" y="3600450"/>
                  </a:lnTo>
                  <a:lnTo>
                    <a:pt x="591616" y="3600450"/>
                  </a:lnTo>
                  <a:lnTo>
                    <a:pt x="591616" y="3590925"/>
                  </a:lnTo>
                  <a:close/>
                </a:path>
                <a:path w="11430000" h="3600450">
                  <a:moveTo>
                    <a:pt x="628827" y="0"/>
                  </a:moveTo>
                  <a:lnTo>
                    <a:pt x="600252" y="0"/>
                  </a:lnTo>
                  <a:lnTo>
                    <a:pt x="600252" y="9525"/>
                  </a:lnTo>
                  <a:lnTo>
                    <a:pt x="628827" y="9525"/>
                  </a:lnTo>
                  <a:lnTo>
                    <a:pt x="628827" y="0"/>
                  </a:lnTo>
                  <a:close/>
                </a:path>
                <a:path w="11430000" h="3600450">
                  <a:moveTo>
                    <a:pt x="639254" y="3590925"/>
                  </a:moveTo>
                  <a:lnTo>
                    <a:pt x="610679" y="3590925"/>
                  </a:lnTo>
                  <a:lnTo>
                    <a:pt x="610679" y="3600450"/>
                  </a:lnTo>
                  <a:lnTo>
                    <a:pt x="639254" y="3600450"/>
                  </a:lnTo>
                  <a:lnTo>
                    <a:pt x="639254" y="3590925"/>
                  </a:lnTo>
                  <a:close/>
                </a:path>
                <a:path w="11430000" h="3600450">
                  <a:moveTo>
                    <a:pt x="676465" y="0"/>
                  </a:moveTo>
                  <a:lnTo>
                    <a:pt x="647890" y="0"/>
                  </a:lnTo>
                  <a:lnTo>
                    <a:pt x="647890" y="9525"/>
                  </a:lnTo>
                  <a:lnTo>
                    <a:pt x="676465" y="9525"/>
                  </a:lnTo>
                  <a:lnTo>
                    <a:pt x="676465" y="0"/>
                  </a:lnTo>
                  <a:close/>
                </a:path>
                <a:path w="11430000" h="3600450">
                  <a:moveTo>
                    <a:pt x="686892" y="3590925"/>
                  </a:moveTo>
                  <a:lnTo>
                    <a:pt x="658317" y="3590925"/>
                  </a:lnTo>
                  <a:lnTo>
                    <a:pt x="658317" y="3600450"/>
                  </a:lnTo>
                  <a:lnTo>
                    <a:pt x="686892" y="3600450"/>
                  </a:lnTo>
                  <a:lnTo>
                    <a:pt x="686892" y="3590925"/>
                  </a:lnTo>
                  <a:close/>
                </a:path>
                <a:path w="11430000" h="3600450">
                  <a:moveTo>
                    <a:pt x="724103" y="0"/>
                  </a:moveTo>
                  <a:lnTo>
                    <a:pt x="695528" y="0"/>
                  </a:lnTo>
                  <a:lnTo>
                    <a:pt x="695528" y="9525"/>
                  </a:lnTo>
                  <a:lnTo>
                    <a:pt x="724103" y="9525"/>
                  </a:lnTo>
                  <a:lnTo>
                    <a:pt x="724103" y="0"/>
                  </a:lnTo>
                  <a:close/>
                </a:path>
                <a:path w="11430000" h="3600450">
                  <a:moveTo>
                    <a:pt x="734529" y="3590925"/>
                  </a:moveTo>
                  <a:lnTo>
                    <a:pt x="705954" y="3590925"/>
                  </a:lnTo>
                  <a:lnTo>
                    <a:pt x="705954" y="3600450"/>
                  </a:lnTo>
                  <a:lnTo>
                    <a:pt x="734529" y="3600450"/>
                  </a:lnTo>
                  <a:lnTo>
                    <a:pt x="734529" y="3590925"/>
                  </a:lnTo>
                  <a:close/>
                </a:path>
                <a:path w="11430000" h="3600450">
                  <a:moveTo>
                    <a:pt x="771740" y="0"/>
                  </a:moveTo>
                  <a:lnTo>
                    <a:pt x="743165" y="0"/>
                  </a:lnTo>
                  <a:lnTo>
                    <a:pt x="743165" y="9525"/>
                  </a:lnTo>
                  <a:lnTo>
                    <a:pt x="771740" y="9525"/>
                  </a:lnTo>
                  <a:lnTo>
                    <a:pt x="771740" y="0"/>
                  </a:lnTo>
                  <a:close/>
                </a:path>
                <a:path w="11430000" h="3600450">
                  <a:moveTo>
                    <a:pt x="782167" y="3590925"/>
                  </a:moveTo>
                  <a:lnTo>
                    <a:pt x="753592" y="3590925"/>
                  </a:lnTo>
                  <a:lnTo>
                    <a:pt x="753592" y="3600450"/>
                  </a:lnTo>
                  <a:lnTo>
                    <a:pt x="782167" y="3600450"/>
                  </a:lnTo>
                  <a:lnTo>
                    <a:pt x="782167" y="3590925"/>
                  </a:lnTo>
                  <a:close/>
                </a:path>
                <a:path w="11430000" h="3600450">
                  <a:moveTo>
                    <a:pt x="819378" y="0"/>
                  </a:moveTo>
                  <a:lnTo>
                    <a:pt x="790803" y="0"/>
                  </a:lnTo>
                  <a:lnTo>
                    <a:pt x="790803" y="9525"/>
                  </a:lnTo>
                  <a:lnTo>
                    <a:pt x="819378" y="9525"/>
                  </a:lnTo>
                  <a:lnTo>
                    <a:pt x="819378" y="0"/>
                  </a:lnTo>
                  <a:close/>
                </a:path>
                <a:path w="11430000" h="3600450">
                  <a:moveTo>
                    <a:pt x="829805" y="3590925"/>
                  </a:moveTo>
                  <a:lnTo>
                    <a:pt x="801230" y="3590925"/>
                  </a:lnTo>
                  <a:lnTo>
                    <a:pt x="801230" y="3600450"/>
                  </a:lnTo>
                  <a:lnTo>
                    <a:pt x="829805" y="3600450"/>
                  </a:lnTo>
                  <a:lnTo>
                    <a:pt x="829805" y="3590925"/>
                  </a:lnTo>
                  <a:close/>
                </a:path>
                <a:path w="11430000" h="3600450">
                  <a:moveTo>
                    <a:pt x="867029" y="0"/>
                  </a:moveTo>
                  <a:lnTo>
                    <a:pt x="838454" y="0"/>
                  </a:lnTo>
                  <a:lnTo>
                    <a:pt x="838454" y="9525"/>
                  </a:lnTo>
                  <a:lnTo>
                    <a:pt x="867029" y="9525"/>
                  </a:lnTo>
                  <a:lnTo>
                    <a:pt x="867029" y="0"/>
                  </a:lnTo>
                  <a:close/>
                </a:path>
                <a:path w="11430000" h="3600450">
                  <a:moveTo>
                    <a:pt x="877455" y="3590925"/>
                  </a:moveTo>
                  <a:lnTo>
                    <a:pt x="848880" y="3590925"/>
                  </a:lnTo>
                  <a:lnTo>
                    <a:pt x="848880" y="3600450"/>
                  </a:lnTo>
                  <a:lnTo>
                    <a:pt x="877455" y="3600450"/>
                  </a:lnTo>
                  <a:lnTo>
                    <a:pt x="877455" y="3590925"/>
                  </a:lnTo>
                  <a:close/>
                </a:path>
                <a:path w="11430000" h="3600450">
                  <a:moveTo>
                    <a:pt x="914666" y="0"/>
                  </a:moveTo>
                  <a:lnTo>
                    <a:pt x="886091" y="0"/>
                  </a:lnTo>
                  <a:lnTo>
                    <a:pt x="886091" y="9525"/>
                  </a:lnTo>
                  <a:lnTo>
                    <a:pt x="914666" y="9525"/>
                  </a:lnTo>
                  <a:lnTo>
                    <a:pt x="914666" y="0"/>
                  </a:lnTo>
                  <a:close/>
                </a:path>
                <a:path w="11430000" h="3600450">
                  <a:moveTo>
                    <a:pt x="925093" y="3590925"/>
                  </a:moveTo>
                  <a:lnTo>
                    <a:pt x="896518" y="3590925"/>
                  </a:lnTo>
                  <a:lnTo>
                    <a:pt x="896518" y="3600450"/>
                  </a:lnTo>
                  <a:lnTo>
                    <a:pt x="925093" y="3600450"/>
                  </a:lnTo>
                  <a:lnTo>
                    <a:pt x="925093" y="3590925"/>
                  </a:lnTo>
                  <a:close/>
                </a:path>
                <a:path w="11430000" h="3600450">
                  <a:moveTo>
                    <a:pt x="962304" y="0"/>
                  </a:moveTo>
                  <a:lnTo>
                    <a:pt x="933729" y="0"/>
                  </a:lnTo>
                  <a:lnTo>
                    <a:pt x="933729" y="9525"/>
                  </a:lnTo>
                  <a:lnTo>
                    <a:pt x="962304" y="9525"/>
                  </a:lnTo>
                  <a:lnTo>
                    <a:pt x="962304" y="0"/>
                  </a:lnTo>
                  <a:close/>
                </a:path>
                <a:path w="11430000" h="3600450">
                  <a:moveTo>
                    <a:pt x="972731" y="3590925"/>
                  </a:moveTo>
                  <a:lnTo>
                    <a:pt x="944156" y="3590925"/>
                  </a:lnTo>
                  <a:lnTo>
                    <a:pt x="944156" y="3600450"/>
                  </a:lnTo>
                  <a:lnTo>
                    <a:pt x="972731" y="3600450"/>
                  </a:lnTo>
                  <a:lnTo>
                    <a:pt x="972731" y="3590925"/>
                  </a:lnTo>
                  <a:close/>
                </a:path>
                <a:path w="11430000" h="3600450">
                  <a:moveTo>
                    <a:pt x="1009942" y="0"/>
                  </a:moveTo>
                  <a:lnTo>
                    <a:pt x="981367" y="0"/>
                  </a:lnTo>
                  <a:lnTo>
                    <a:pt x="981367" y="9525"/>
                  </a:lnTo>
                  <a:lnTo>
                    <a:pt x="1009942" y="9525"/>
                  </a:lnTo>
                  <a:lnTo>
                    <a:pt x="1009942" y="0"/>
                  </a:lnTo>
                  <a:close/>
                </a:path>
                <a:path w="11430000" h="3600450">
                  <a:moveTo>
                    <a:pt x="1020368" y="3590925"/>
                  </a:moveTo>
                  <a:lnTo>
                    <a:pt x="991793" y="3590925"/>
                  </a:lnTo>
                  <a:lnTo>
                    <a:pt x="991793" y="3600450"/>
                  </a:lnTo>
                  <a:lnTo>
                    <a:pt x="1020368" y="3600450"/>
                  </a:lnTo>
                  <a:lnTo>
                    <a:pt x="1020368" y="3590925"/>
                  </a:lnTo>
                  <a:close/>
                </a:path>
                <a:path w="11430000" h="3600450">
                  <a:moveTo>
                    <a:pt x="1057579" y="0"/>
                  </a:moveTo>
                  <a:lnTo>
                    <a:pt x="1029004" y="0"/>
                  </a:lnTo>
                  <a:lnTo>
                    <a:pt x="1029004" y="9525"/>
                  </a:lnTo>
                  <a:lnTo>
                    <a:pt x="1057579" y="9525"/>
                  </a:lnTo>
                  <a:lnTo>
                    <a:pt x="1057579" y="0"/>
                  </a:lnTo>
                  <a:close/>
                </a:path>
                <a:path w="11430000" h="3600450">
                  <a:moveTo>
                    <a:pt x="1068019" y="3590925"/>
                  </a:moveTo>
                  <a:lnTo>
                    <a:pt x="1039444" y="3590925"/>
                  </a:lnTo>
                  <a:lnTo>
                    <a:pt x="1039444" y="3600450"/>
                  </a:lnTo>
                  <a:lnTo>
                    <a:pt x="1068019" y="3600450"/>
                  </a:lnTo>
                  <a:lnTo>
                    <a:pt x="1068019" y="3590925"/>
                  </a:lnTo>
                  <a:close/>
                </a:path>
                <a:path w="11430000" h="3600450">
                  <a:moveTo>
                    <a:pt x="1105230" y="0"/>
                  </a:moveTo>
                  <a:lnTo>
                    <a:pt x="1076655" y="0"/>
                  </a:lnTo>
                  <a:lnTo>
                    <a:pt x="1076655" y="9525"/>
                  </a:lnTo>
                  <a:lnTo>
                    <a:pt x="1105230" y="9525"/>
                  </a:lnTo>
                  <a:lnTo>
                    <a:pt x="1105230" y="0"/>
                  </a:lnTo>
                  <a:close/>
                </a:path>
                <a:path w="11430000" h="3600450">
                  <a:moveTo>
                    <a:pt x="1115656" y="3590925"/>
                  </a:moveTo>
                  <a:lnTo>
                    <a:pt x="1087081" y="3590925"/>
                  </a:lnTo>
                  <a:lnTo>
                    <a:pt x="1087081" y="3600450"/>
                  </a:lnTo>
                  <a:lnTo>
                    <a:pt x="1115656" y="3600450"/>
                  </a:lnTo>
                  <a:lnTo>
                    <a:pt x="1115656" y="3590925"/>
                  </a:lnTo>
                  <a:close/>
                </a:path>
                <a:path w="11430000" h="3600450">
                  <a:moveTo>
                    <a:pt x="1152867" y="0"/>
                  </a:moveTo>
                  <a:lnTo>
                    <a:pt x="1124292" y="0"/>
                  </a:lnTo>
                  <a:lnTo>
                    <a:pt x="1124292" y="9525"/>
                  </a:lnTo>
                  <a:lnTo>
                    <a:pt x="1152867" y="9525"/>
                  </a:lnTo>
                  <a:lnTo>
                    <a:pt x="1152867" y="0"/>
                  </a:lnTo>
                  <a:close/>
                </a:path>
                <a:path w="11430000" h="3600450">
                  <a:moveTo>
                    <a:pt x="1163294" y="3590925"/>
                  </a:moveTo>
                  <a:lnTo>
                    <a:pt x="1134719" y="3590925"/>
                  </a:lnTo>
                  <a:lnTo>
                    <a:pt x="1134719" y="3600450"/>
                  </a:lnTo>
                  <a:lnTo>
                    <a:pt x="1163294" y="3600450"/>
                  </a:lnTo>
                  <a:lnTo>
                    <a:pt x="1163294" y="3590925"/>
                  </a:lnTo>
                  <a:close/>
                </a:path>
                <a:path w="11430000" h="3600450">
                  <a:moveTo>
                    <a:pt x="1200505" y="0"/>
                  </a:moveTo>
                  <a:lnTo>
                    <a:pt x="1171930" y="0"/>
                  </a:lnTo>
                  <a:lnTo>
                    <a:pt x="1171930" y="9525"/>
                  </a:lnTo>
                  <a:lnTo>
                    <a:pt x="1200505" y="9525"/>
                  </a:lnTo>
                  <a:lnTo>
                    <a:pt x="1200505" y="0"/>
                  </a:lnTo>
                  <a:close/>
                </a:path>
                <a:path w="11430000" h="3600450">
                  <a:moveTo>
                    <a:pt x="1210932" y="3590925"/>
                  </a:moveTo>
                  <a:lnTo>
                    <a:pt x="1182357" y="3590925"/>
                  </a:lnTo>
                  <a:lnTo>
                    <a:pt x="1182357" y="3600450"/>
                  </a:lnTo>
                  <a:lnTo>
                    <a:pt x="1210932" y="3600450"/>
                  </a:lnTo>
                  <a:lnTo>
                    <a:pt x="1210932" y="3590925"/>
                  </a:lnTo>
                  <a:close/>
                </a:path>
                <a:path w="11430000" h="3600450">
                  <a:moveTo>
                    <a:pt x="1248143" y="0"/>
                  </a:moveTo>
                  <a:lnTo>
                    <a:pt x="1219568" y="0"/>
                  </a:lnTo>
                  <a:lnTo>
                    <a:pt x="1219568" y="9525"/>
                  </a:lnTo>
                  <a:lnTo>
                    <a:pt x="1248143" y="9525"/>
                  </a:lnTo>
                  <a:lnTo>
                    <a:pt x="1248143" y="0"/>
                  </a:lnTo>
                  <a:close/>
                </a:path>
                <a:path w="11430000" h="3600450">
                  <a:moveTo>
                    <a:pt x="1258570" y="3590925"/>
                  </a:moveTo>
                  <a:lnTo>
                    <a:pt x="1229995" y="3590925"/>
                  </a:lnTo>
                  <a:lnTo>
                    <a:pt x="1229995" y="3600450"/>
                  </a:lnTo>
                  <a:lnTo>
                    <a:pt x="1258570" y="3600450"/>
                  </a:lnTo>
                  <a:lnTo>
                    <a:pt x="1258570" y="3590925"/>
                  </a:lnTo>
                  <a:close/>
                </a:path>
                <a:path w="11430000" h="3600450">
                  <a:moveTo>
                    <a:pt x="1295781" y="0"/>
                  </a:moveTo>
                  <a:lnTo>
                    <a:pt x="1267206" y="0"/>
                  </a:lnTo>
                  <a:lnTo>
                    <a:pt x="1267206" y="9525"/>
                  </a:lnTo>
                  <a:lnTo>
                    <a:pt x="1295781" y="9525"/>
                  </a:lnTo>
                  <a:lnTo>
                    <a:pt x="1295781" y="0"/>
                  </a:lnTo>
                  <a:close/>
                </a:path>
                <a:path w="11430000" h="3600450">
                  <a:moveTo>
                    <a:pt x="1306220" y="3590925"/>
                  </a:moveTo>
                  <a:lnTo>
                    <a:pt x="1277645" y="3590925"/>
                  </a:lnTo>
                  <a:lnTo>
                    <a:pt x="1277645" y="3600450"/>
                  </a:lnTo>
                  <a:lnTo>
                    <a:pt x="1306220" y="3600450"/>
                  </a:lnTo>
                  <a:lnTo>
                    <a:pt x="1306220" y="3590925"/>
                  </a:lnTo>
                  <a:close/>
                </a:path>
                <a:path w="11430000" h="3600450">
                  <a:moveTo>
                    <a:pt x="1343431" y="0"/>
                  </a:moveTo>
                  <a:lnTo>
                    <a:pt x="1314856" y="0"/>
                  </a:lnTo>
                  <a:lnTo>
                    <a:pt x="1314856" y="9525"/>
                  </a:lnTo>
                  <a:lnTo>
                    <a:pt x="1343431" y="9525"/>
                  </a:lnTo>
                  <a:lnTo>
                    <a:pt x="1343431" y="0"/>
                  </a:lnTo>
                  <a:close/>
                </a:path>
                <a:path w="11430000" h="3600450">
                  <a:moveTo>
                    <a:pt x="1353858" y="3590925"/>
                  </a:moveTo>
                  <a:lnTo>
                    <a:pt x="1325283" y="3590925"/>
                  </a:lnTo>
                  <a:lnTo>
                    <a:pt x="1325283" y="3600450"/>
                  </a:lnTo>
                  <a:lnTo>
                    <a:pt x="1353858" y="3600450"/>
                  </a:lnTo>
                  <a:lnTo>
                    <a:pt x="1353858" y="3590925"/>
                  </a:lnTo>
                  <a:close/>
                </a:path>
                <a:path w="11430000" h="3600450">
                  <a:moveTo>
                    <a:pt x="1391069" y="0"/>
                  </a:moveTo>
                  <a:lnTo>
                    <a:pt x="1362494" y="0"/>
                  </a:lnTo>
                  <a:lnTo>
                    <a:pt x="1362494" y="9525"/>
                  </a:lnTo>
                  <a:lnTo>
                    <a:pt x="1391069" y="9525"/>
                  </a:lnTo>
                  <a:lnTo>
                    <a:pt x="1391069" y="0"/>
                  </a:lnTo>
                  <a:close/>
                </a:path>
                <a:path w="11430000" h="3600450">
                  <a:moveTo>
                    <a:pt x="1401495" y="3590925"/>
                  </a:moveTo>
                  <a:lnTo>
                    <a:pt x="1372920" y="3590925"/>
                  </a:lnTo>
                  <a:lnTo>
                    <a:pt x="1372920" y="3600450"/>
                  </a:lnTo>
                  <a:lnTo>
                    <a:pt x="1401495" y="3600450"/>
                  </a:lnTo>
                  <a:lnTo>
                    <a:pt x="1401495" y="3590925"/>
                  </a:lnTo>
                  <a:close/>
                </a:path>
                <a:path w="11430000" h="3600450">
                  <a:moveTo>
                    <a:pt x="1438706" y="0"/>
                  </a:moveTo>
                  <a:lnTo>
                    <a:pt x="1410131" y="0"/>
                  </a:lnTo>
                  <a:lnTo>
                    <a:pt x="1410131" y="9525"/>
                  </a:lnTo>
                  <a:lnTo>
                    <a:pt x="1438706" y="9525"/>
                  </a:lnTo>
                  <a:lnTo>
                    <a:pt x="1438706" y="0"/>
                  </a:lnTo>
                  <a:close/>
                </a:path>
                <a:path w="11430000" h="3600450">
                  <a:moveTo>
                    <a:pt x="1449133" y="3590925"/>
                  </a:moveTo>
                  <a:lnTo>
                    <a:pt x="1420558" y="3590925"/>
                  </a:lnTo>
                  <a:lnTo>
                    <a:pt x="1420558" y="3600450"/>
                  </a:lnTo>
                  <a:lnTo>
                    <a:pt x="1449133" y="3600450"/>
                  </a:lnTo>
                  <a:lnTo>
                    <a:pt x="1449133" y="3590925"/>
                  </a:lnTo>
                  <a:close/>
                </a:path>
                <a:path w="11430000" h="3600450">
                  <a:moveTo>
                    <a:pt x="1486344" y="0"/>
                  </a:moveTo>
                  <a:lnTo>
                    <a:pt x="1457769" y="0"/>
                  </a:lnTo>
                  <a:lnTo>
                    <a:pt x="1457769" y="9525"/>
                  </a:lnTo>
                  <a:lnTo>
                    <a:pt x="1486344" y="9525"/>
                  </a:lnTo>
                  <a:lnTo>
                    <a:pt x="1486344" y="0"/>
                  </a:lnTo>
                  <a:close/>
                </a:path>
                <a:path w="11430000" h="3600450">
                  <a:moveTo>
                    <a:pt x="1496771" y="3590925"/>
                  </a:moveTo>
                  <a:lnTo>
                    <a:pt x="1468196" y="3590925"/>
                  </a:lnTo>
                  <a:lnTo>
                    <a:pt x="1468196" y="3600450"/>
                  </a:lnTo>
                  <a:lnTo>
                    <a:pt x="1496771" y="3600450"/>
                  </a:lnTo>
                  <a:lnTo>
                    <a:pt x="1496771" y="3590925"/>
                  </a:lnTo>
                  <a:close/>
                </a:path>
                <a:path w="11430000" h="3600450">
                  <a:moveTo>
                    <a:pt x="1533982" y="0"/>
                  </a:moveTo>
                  <a:lnTo>
                    <a:pt x="1505407" y="0"/>
                  </a:lnTo>
                  <a:lnTo>
                    <a:pt x="1505407" y="9525"/>
                  </a:lnTo>
                  <a:lnTo>
                    <a:pt x="1533982" y="9525"/>
                  </a:lnTo>
                  <a:lnTo>
                    <a:pt x="1533982" y="0"/>
                  </a:lnTo>
                  <a:close/>
                </a:path>
                <a:path w="11430000" h="3600450">
                  <a:moveTo>
                    <a:pt x="1544408" y="3590925"/>
                  </a:moveTo>
                  <a:lnTo>
                    <a:pt x="1515833" y="3590925"/>
                  </a:lnTo>
                  <a:lnTo>
                    <a:pt x="1515833" y="3600450"/>
                  </a:lnTo>
                  <a:lnTo>
                    <a:pt x="1544408" y="3600450"/>
                  </a:lnTo>
                  <a:lnTo>
                    <a:pt x="1544408" y="3590925"/>
                  </a:lnTo>
                  <a:close/>
                </a:path>
                <a:path w="11430000" h="3600450">
                  <a:moveTo>
                    <a:pt x="1581632" y="0"/>
                  </a:moveTo>
                  <a:lnTo>
                    <a:pt x="1553057" y="0"/>
                  </a:lnTo>
                  <a:lnTo>
                    <a:pt x="1553057" y="9525"/>
                  </a:lnTo>
                  <a:lnTo>
                    <a:pt x="1581632" y="9525"/>
                  </a:lnTo>
                  <a:lnTo>
                    <a:pt x="1581632" y="0"/>
                  </a:lnTo>
                  <a:close/>
                </a:path>
                <a:path w="11430000" h="3600450">
                  <a:moveTo>
                    <a:pt x="1592059" y="3590925"/>
                  </a:moveTo>
                  <a:lnTo>
                    <a:pt x="1563484" y="3590925"/>
                  </a:lnTo>
                  <a:lnTo>
                    <a:pt x="1563484" y="3600450"/>
                  </a:lnTo>
                  <a:lnTo>
                    <a:pt x="1592059" y="3600450"/>
                  </a:lnTo>
                  <a:lnTo>
                    <a:pt x="1592059" y="3590925"/>
                  </a:lnTo>
                  <a:close/>
                </a:path>
                <a:path w="11430000" h="3600450">
                  <a:moveTo>
                    <a:pt x="1629270" y="0"/>
                  </a:moveTo>
                  <a:lnTo>
                    <a:pt x="1600695" y="0"/>
                  </a:lnTo>
                  <a:lnTo>
                    <a:pt x="1600695" y="9525"/>
                  </a:lnTo>
                  <a:lnTo>
                    <a:pt x="1629270" y="9525"/>
                  </a:lnTo>
                  <a:lnTo>
                    <a:pt x="1629270" y="0"/>
                  </a:lnTo>
                  <a:close/>
                </a:path>
                <a:path w="11430000" h="3600450">
                  <a:moveTo>
                    <a:pt x="1639697" y="3590925"/>
                  </a:moveTo>
                  <a:lnTo>
                    <a:pt x="1611122" y="3590925"/>
                  </a:lnTo>
                  <a:lnTo>
                    <a:pt x="1611122" y="3600450"/>
                  </a:lnTo>
                  <a:lnTo>
                    <a:pt x="1639697" y="3600450"/>
                  </a:lnTo>
                  <a:lnTo>
                    <a:pt x="1639697" y="3590925"/>
                  </a:lnTo>
                  <a:close/>
                </a:path>
                <a:path w="11430000" h="3600450">
                  <a:moveTo>
                    <a:pt x="1676908" y="0"/>
                  </a:moveTo>
                  <a:lnTo>
                    <a:pt x="1648333" y="0"/>
                  </a:lnTo>
                  <a:lnTo>
                    <a:pt x="1648333" y="9525"/>
                  </a:lnTo>
                  <a:lnTo>
                    <a:pt x="1676908" y="9525"/>
                  </a:lnTo>
                  <a:lnTo>
                    <a:pt x="1676908" y="0"/>
                  </a:lnTo>
                  <a:close/>
                </a:path>
                <a:path w="11430000" h="3600450">
                  <a:moveTo>
                    <a:pt x="1687334" y="3590925"/>
                  </a:moveTo>
                  <a:lnTo>
                    <a:pt x="1658759" y="3590925"/>
                  </a:lnTo>
                  <a:lnTo>
                    <a:pt x="1658759" y="3600450"/>
                  </a:lnTo>
                  <a:lnTo>
                    <a:pt x="1687334" y="3600450"/>
                  </a:lnTo>
                  <a:lnTo>
                    <a:pt x="1687334" y="3590925"/>
                  </a:lnTo>
                  <a:close/>
                </a:path>
                <a:path w="11430000" h="3600450">
                  <a:moveTo>
                    <a:pt x="1724545" y="0"/>
                  </a:moveTo>
                  <a:lnTo>
                    <a:pt x="1695970" y="0"/>
                  </a:lnTo>
                  <a:lnTo>
                    <a:pt x="1695970" y="9525"/>
                  </a:lnTo>
                  <a:lnTo>
                    <a:pt x="1724545" y="9525"/>
                  </a:lnTo>
                  <a:lnTo>
                    <a:pt x="1724545" y="0"/>
                  </a:lnTo>
                  <a:close/>
                </a:path>
                <a:path w="11430000" h="3600450">
                  <a:moveTo>
                    <a:pt x="1734972" y="3590925"/>
                  </a:moveTo>
                  <a:lnTo>
                    <a:pt x="1706397" y="3590925"/>
                  </a:lnTo>
                  <a:lnTo>
                    <a:pt x="1706397" y="3600450"/>
                  </a:lnTo>
                  <a:lnTo>
                    <a:pt x="1734972" y="3600450"/>
                  </a:lnTo>
                  <a:lnTo>
                    <a:pt x="1734972" y="3590925"/>
                  </a:lnTo>
                  <a:close/>
                </a:path>
                <a:path w="11430000" h="3600450">
                  <a:moveTo>
                    <a:pt x="1772183" y="0"/>
                  </a:moveTo>
                  <a:lnTo>
                    <a:pt x="1743608" y="0"/>
                  </a:lnTo>
                  <a:lnTo>
                    <a:pt x="1743608" y="9525"/>
                  </a:lnTo>
                  <a:lnTo>
                    <a:pt x="1772183" y="9525"/>
                  </a:lnTo>
                  <a:lnTo>
                    <a:pt x="1772183" y="0"/>
                  </a:lnTo>
                  <a:close/>
                </a:path>
                <a:path w="11430000" h="3600450">
                  <a:moveTo>
                    <a:pt x="1782610" y="3590925"/>
                  </a:moveTo>
                  <a:lnTo>
                    <a:pt x="1754035" y="3590925"/>
                  </a:lnTo>
                  <a:lnTo>
                    <a:pt x="1754035" y="3600450"/>
                  </a:lnTo>
                  <a:lnTo>
                    <a:pt x="1782610" y="3600450"/>
                  </a:lnTo>
                  <a:lnTo>
                    <a:pt x="1782610" y="3590925"/>
                  </a:lnTo>
                  <a:close/>
                </a:path>
                <a:path w="11430000" h="3600450">
                  <a:moveTo>
                    <a:pt x="1819821" y="0"/>
                  </a:moveTo>
                  <a:lnTo>
                    <a:pt x="1791246" y="0"/>
                  </a:lnTo>
                  <a:lnTo>
                    <a:pt x="1791246" y="9525"/>
                  </a:lnTo>
                  <a:lnTo>
                    <a:pt x="1819821" y="9525"/>
                  </a:lnTo>
                  <a:lnTo>
                    <a:pt x="1819821" y="0"/>
                  </a:lnTo>
                  <a:close/>
                </a:path>
                <a:path w="11430000" h="3600450">
                  <a:moveTo>
                    <a:pt x="1830260" y="3590925"/>
                  </a:moveTo>
                  <a:lnTo>
                    <a:pt x="1801685" y="3590925"/>
                  </a:lnTo>
                  <a:lnTo>
                    <a:pt x="1801685" y="3600450"/>
                  </a:lnTo>
                  <a:lnTo>
                    <a:pt x="1830260" y="3600450"/>
                  </a:lnTo>
                  <a:lnTo>
                    <a:pt x="1830260" y="3590925"/>
                  </a:lnTo>
                  <a:close/>
                </a:path>
                <a:path w="11430000" h="3600450">
                  <a:moveTo>
                    <a:pt x="1867471" y="0"/>
                  </a:moveTo>
                  <a:lnTo>
                    <a:pt x="1838896" y="0"/>
                  </a:lnTo>
                  <a:lnTo>
                    <a:pt x="1838896" y="9525"/>
                  </a:lnTo>
                  <a:lnTo>
                    <a:pt x="1867471" y="9525"/>
                  </a:lnTo>
                  <a:lnTo>
                    <a:pt x="1867471" y="0"/>
                  </a:lnTo>
                  <a:close/>
                </a:path>
                <a:path w="11430000" h="3600450">
                  <a:moveTo>
                    <a:pt x="1877898" y="3590925"/>
                  </a:moveTo>
                  <a:lnTo>
                    <a:pt x="1849323" y="3590925"/>
                  </a:lnTo>
                  <a:lnTo>
                    <a:pt x="1849323" y="3600450"/>
                  </a:lnTo>
                  <a:lnTo>
                    <a:pt x="1877898" y="3600450"/>
                  </a:lnTo>
                  <a:lnTo>
                    <a:pt x="1877898" y="3590925"/>
                  </a:lnTo>
                  <a:close/>
                </a:path>
                <a:path w="11430000" h="3600450">
                  <a:moveTo>
                    <a:pt x="1915109" y="0"/>
                  </a:moveTo>
                  <a:lnTo>
                    <a:pt x="1886534" y="0"/>
                  </a:lnTo>
                  <a:lnTo>
                    <a:pt x="1886534" y="9525"/>
                  </a:lnTo>
                  <a:lnTo>
                    <a:pt x="1915109" y="9525"/>
                  </a:lnTo>
                  <a:lnTo>
                    <a:pt x="1915109" y="0"/>
                  </a:lnTo>
                  <a:close/>
                </a:path>
                <a:path w="11430000" h="3600450">
                  <a:moveTo>
                    <a:pt x="1925535" y="3590925"/>
                  </a:moveTo>
                  <a:lnTo>
                    <a:pt x="1896960" y="3590925"/>
                  </a:lnTo>
                  <a:lnTo>
                    <a:pt x="1896960" y="3600450"/>
                  </a:lnTo>
                  <a:lnTo>
                    <a:pt x="1925535" y="3600450"/>
                  </a:lnTo>
                  <a:lnTo>
                    <a:pt x="1925535" y="3590925"/>
                  </a:lnTo>
                  <a:close/>
                </a:path>
                <a:path w="11430000" h="3600450">
                  <a:moveTo>
                    <a:pt x="1962746" y="0"/>
                  </a:moveTo>
                  <a:lnTo>
                    <a:pt x="1934171" y="0"/>
                  </a:lnTo>
                  <a:lnTo>
                    <a:pt x="1934171" y="9525"/>
                  </a:lnTo>
                  <a:lnTo>
                    <a:pt x="1962746" y="9525"/>
                  </a:lnTo>
                  <a:lnTo>
                    <a:pt x="1962746" y="0"/>
                  </a:lnTo>
                  <a:close/>
                </a:path>
                <a:path w="11430000" h="3600450">
                  <a:moveTo>
                    <a:pt x="1973173" y="3590925"/>
                  </a:moveTo>
                  <a:lnTo>
                    <a:pt x="1944598" y="3590925"/>
                  </a:lnTo>
                  <a:lnTo>
                    <a:pt x="1944598" y="3600450"/>
                  </a:lnTo>
                  <a:lnTo>
                    <a:pt x="1973173" y="3600450"/>
                  </a:lnTo>
                  <a:lnTo>
                    <a:pt x="1973173" y="3590925"/>
                  </a:lnTo>
                  <a:close/>
                </a:path>
                <a:path w="11430000" h="3600450">
                  <a:moveTo>
                    <a:pt x="2010384" y="0"/>
                  </a:moveTo>
                  <a:lnTo>
                    <a:pt x="1981809" y="0"/>
                  </a:lnTo>
                  <a:lnTo>
                    <a:pt x="1981809" y="9525"/>
                  </a:lnTo>
                  <a:lnTo>
                    <a:pt x="2010384" y="9525"/>
                  </a:lnTo>
                  <a:lnTo>
                    <a:pt x="2010384" y="0"/>
                  </a:lnTo>
                  <a:close/>
                </a:path>
                <a:path w="11430000" h="3600450">
                  <a:moveTo>
                    <a:pt x="2020824" y="3590925"/>
                  </a:moveTo>
                  <a:lnTo>
                    <a:pt x="1992249" y="3590925"/>
                  </a:lnTo>
                  <a:lnTo>
                    <a:pt x="1992249" y="3600450"/>
                  </a:lnTo>
                  <a:lnTo>
                    <a:pt x="2020824" y="3600450"/>
                  </a:lnTo>
                  <a:lnTo>
                    <a:pt x="2020824" y="3590925"/>
                  </a:lnTo>
                  <a:close/>
                </a:path>
                <a:path w="11430000" h="3600450">
                  <a:moveTo>
                    <a:pt x="2058022" y="0"/>
                  </a:moveTo>
                  <a:lnTo>
                    <a:pt x="2029447" y="0"/>
                  </a:lnTo>
                  <a:lnTo>
                    <a:pt x="2029447" y="9525"/>
                  </a:lnTo>
                  <a:lnTo>
                    <a:pt x="2058022" y="9525"/>
                  </a:lnTo>
                  <a:lnTo>
                    <a:pt x="2058022" y="0"/>
                  </a:lnTo>
                  <a:close/>
                </a:path>
                <a:path w="11430000" h="3600450">
                  <a:moveTo>
                    <a:pt x="2068461" y="3590925"/>
                  </a:moveTo>
                  <a:lnTo>
                    <a:pt x="2039886" y="3590925"/>
                  </a:lnTo>
                  <a:lnTo>
                    <a:pt x="2039886" y="3600450"/>
                  </a:lnTo>
                  <a:lnTo>
                    <a:pt x="2068461" y="3600450"/>
                  </a:lnTo>
                  <a:lnTo>
                    <a:pt x="2068461" y="3590925"/>
                  </a:lnTo>
                  <a:close/>
                </a:path>
                <a:path w="11430000" h="3600450">
                  <a:moveTo>
                    <a:pt x="2105672" y="0"/>
                  </a:moveTo>
                  <a:lnTo>
                    <a:pt x="2077097" y="0"/>
                  </a:lnTo>
                  <a:lnTo>
                    <a:pt x="2077097" y="9525"/>
                  </a:lnTo>
                  <a:lnTo>
                    <a:pt x="2105672" y="9525"/>
                  </a:lnTo>
                  <a:lnTo>
                    <a:pt x="2105672" y="0"/>
                  </a:lnTo>
                  <a:close/>
                </a:path>
                <a:path w="11430000" h="3600450">
                  <a:moveTo>
                    <a:pt x="2116099" y="3590925"/>
                  </a:moveTo>
                  <a:lnTo>
                    <a:pt x="2087524" y="3590925"/>
                  </a:lnTo>
                  <a:lnTo>
                    <a:pt x="2087524" y="3600450"/>
                  </a:lnTo>
                  <a:lnTo>
                    <a:pt x="2116099" y="3600450"/>
                  </a:lnTo>
                  <a:lnTo>
                    <a:pt x="2116099" y="3590925"/>
                  </a:lnTo>
                  <a:close/>
                </a:path>
                <a:path w="11430000" h="3600450">
                  <a:moveTo>
                    <a:pt x="2153310" y="0"/>
                  </a:moveTo>
                  <a:lnTo>
                    <a:pt x="2124735" y="0"/>
                  </a:lnTo>
                  <a:lnTo>
                    <a:pt x="2124735" y="9525"/>
                  </a:lnTo>
                  <a:lnTo>
                    <a:pt x="2153310" y="9525"/>
                  </a:lnTo>
                  <a:lnTo>
                    <a:pt x="2153310" y="0"/>
                  </a:lnTo>
                  <a:close/>
                </a:path>
                <a:path w="11430000" h="3600450">
                  <a:moveTo>
                    <a:pt x="2163737" y="3590925"/>
                  </a:moveTo>
                  <a:lnTo>
                    <a:pt x="2135162" y="3590925"/>
                  </a:lnTo>
                  <a:lnTo>
                    <a:pt x="2135162" y="3600450"/>
                  </a:lnTo>
                  <a:lnTo>
                    <a:pt x="2163737" y="3600450"/>
                  </a:lnTo>
                  <a:lnTo>
                    <a:pt x="2163737" y="3590925"/>
                  </a:lnTo>
                  <a:close/>
                </a:path>
                <a:path w="11430000" h="3600450">
                  <a:moveTo>
                    <a:pt x="2200948" y="0"/>
                  </a:moveTo>
                  <a:lnTo>
                    <a:pt x="2172373" y="0"/>
                  </a:lnTo>
                  <a:lnTo>
                    <a:pt x="2172373" y="9525"/>
                  </a:lnTo>
                  <a:lnTo>
                    <a:pt x="2200948" y="9525"/>
                  </a:lnTo>
                  <a:lnTo>
                    <a:pt x="2200948" y="0"/>
                  </a:lnTo>
                  <a:close/>
                </a:path>
                <a:path w="11430000" h="3600450">
                  <a:moveTo>
                    <a:pt x="2211374" y="3590925"/>
                  </a:moveTo>
                  <a:lnTo>
                    <a:pt x="2182799" y="3590925"/>
                  </a:lnTo>
                  <a:lnTo>
                    <a:pt x="2182799" y="3600450"/>
                  </a:lnTo>
                  <a:lnTo>
                    <a:pt x="2211374" y="3600450"/>
                  </a:lnTo>
                  <a:lnTo>
                    <a:pt x="2211374" y="3590925"/>
                  </a:lnTo>
                  <a:close/>
                </a:path>
                <a:path w="11430000" h="3600450">
                  <a:moveTo>
                    <a:pt x="2248585" y="0"/>
                  </a:moveTo>
                  <a:lnTo>
                    <a:pt x="2220010" y="0"/>
                  </a:lnTo>
                  <a:lnTo>
                    <a:pt x="2220010" y="9525"/>
                  </a:lnTo>
                  <a:lnTo>
                    <a:pt x="2248585" y="9525"/>
                  </a:lnTo>
                  <a:lnTo>
                    <a:pt x="2248585" y="0"/>
                  </a:lnTo>
                  <a:close/>
                </a:path>
                <a:path w="11430000" h="3600450">
                  <a:moveTo>
                    <a:pt x="2259012" y="3590925"/>
                  </a:moveTo>
                  <a:lnTo>
                    <a:pt x="2230437" y="3590925"/>
                  </a:lnTo>
                  <a:lnTo>
                    <a:pt x="2230437" y="3600450"/>
                  </a:lnTo>
                  <a:lnTo>
                    <a:pt x="2259012" y="3600450"/>
                  </a:lnTo>
                  <a:lnTo>
                    <a:pt x="2259012" y="3590925"/>
                  </a:lnTo>
                  <a:close/>
                </a:path>
                <a:path w="11430000" h="3600450">
                  <a:moveTo>
                    <a:pt x="2296223" y="0"/>
                  </a:moveTo>
                  <a:lnTo>
                    <a:pt x="2267648" y="0"/>
                  </a:lnTo>
                  <a:lnTo>
                    <a:pt x="2267648" y="9525"/>
                  </a:lnTo>
                  <a:lnTo>
                    <a:pt x="2296223" y="9525"/>
                  </a:lnTo>
                  <a:lnTo>
                    <a:pt x="2296223" y="0"/>
                  </a:lnTo>
                  <a:close/>
                </a:path>
                <a:path w="11430000" h="3600450">
                  <a:moveTo>
                    <a:pt x="2306663" y="3590925"/>
                  </a:moveTo>
                  <a:lnTo>
                    <a:pt x="2278088" y="3590925"/>
                  </a:lnTo>
                  <a:lnTo>
                    <a:pt x="2278088" y="3600450"/>
                  </a:lnTo>
                  <a:lnTo>
                    <a:pt x="2306663" y="3600450"/>
                  </a:lnTo>
                  <a:lnTo>
                    <a:pt x="2306663" y="3590925"/>
                  </a:lnTo>
                  <a:close/>
                </a:path>
                <a:path w="11430000" h="3600450">
                  <a:moveTo>
                    <a:pt x="2343874" y="0"/>
                  </a:moveTo>
                  <a:lnTo>
                    <a:pt x="2315299" y="0"/>
                  </a:lnTo>
                  <a:lnTo>
                    <a:pt x="2315299" y="9525"/>
                  </a:lnTo>
                  <a:lnTo>
                    <a:pt x="2343874" y="9525"/>
                  </a:lnTo>
                  <a:lnTo>
                    <a:pt x="2343874" y="0"/>
                  </a:lnTo>
                  <a:close/>
                </a:path>
                <a:path w="11430000" h="3600450">
                  <a:moveTo>
                    <a:pt x="2354300" y="3590925"/>
                  </a:moveTo>
                  <a:lnTo>
                    <a:pt x="2325725" y="3590925"/>
                  </a:lnTo>
                  <a:lnTo>
                    <a:pt x="2325725" y="3600450"/>
                  </a:lnTo>
                  <a:lnTo>
                    <a:pt x="2354300" y="3600450"/>
                  </a:lnTo>
                  <a:lnTo>
                    <a:pt x="2354300" y="3590925"/>
                  </a:lnTo>
                  <a:close/>
                </a:path>
                <a:path w="11430000" h="3600450">
                  <a:moveTo>
                    <a:pt x="2391511" y="0"/>
                  </a:moveTo>
                  <a:lnTo>
                    <a:pt x="2362936" y="0"/>
                  </a:lnTo>
                  <a:lnTo>
                    <a:pt x="2362936" y="9525"/>
                  </a:lnTo>
                  <a:lnTo>
                    <a:pt x="2391511" y="9525"/>
                  </a:lnTo>
                  <a:lnTo>
                    <a:pt x="2391511" y="0"/>
                  </a:lnTo>
                  <a:close/>
                </a:path>
                <a:path w="11430000" h="3600450">
                  <a:moveTo>
                    <a:pt x="2401938" y="3590925"/>
                  </a:moveTo>
                  <a:lnTo>
                    <a:pt x="2373363" y="3590925"/>
                  </a:lnTo>
                  <a:lnTo>
                    <a:pt x="2373363" y="3600450"/>
                  </a:lnTo>
                  <a:lnTo>
                    <a:pt x="2401938" y="3600450"/>
                  </a:lnTo>
                  <a:lnTo>
                    <a:pt x="2401938" y="3590925"/>
                  </a:lnTo>
                  <a:close/>
                </a:path>
                <a:path w="11430000" h="3600450">
                  <a:moveTo>
                    <a:pt x="2439149" y="0"/>
                  </a:moveTo>
                  <a:lnTo>
                    <a:pt x="2410574" y="0"/>
                  </a:lnTo>
                  <a:lnTo>
                    <a:pt x="2410574" y="9525"/>
                  </a:lnTo>
                  <a:lnTo>
                    <a:pt x="2439149" y="9525"/>
                  </a:lnTo>
                  <a:lnTo>
                    <a:pt x="2439149" y="0"/>
                  </a:lnTo>
                  <a:close/>
                </a:path>
                <a:path w="11430000" h="3600450">
                  <a:moveTo>
                    <a:pt x="2449576" y="3590925"/>
                  </a:moveTo>
                  <a:lnTo>
                    <a:pt x="2421001" y="3590925"/>
                  </a:lnTo>
                  <a:lnTo>
                    <a:pt x="2421001" y="3600450"/>
                  </a:lnTo>
                  <a:lnTo>
                    <a:pt x="2449576" y="3600450"/>
                  </a:lnTo>
                  <a:lnTo>
                    <a:pt x="2449576" y="3590925"/>
                  </a:lnTo>
                  <a:close/>
                </a:path>
                <a:path w="11430000" h="3600450">
                  <a:moveTo>
                    <a:pt x="2486787" y="0"/>
                  </a:moveTo>
                  <a:lnTo>
                    <a:pt x="2458212" y="0"/>
                  </a:lnTo>
                  <a:lnTo>
                    <a:pt x="2458212" y="9525"/>
                  </a:lnTo>
                  <a:lnTo>
                    <a:pt x="2486787" y="9525"/>
                  </a:lnTo>
                  <a:lnTo>
                    <a:pt x="2486787" y="0"/>
                  </a:lnTo>
                  <a:close/>
                </a:path>
                <a:path w="11430000" h="3600450">
                  <a:moveTo>
                    <a:pt x="2497213" y="3590925"/>
                  </a:moveTo>
                  <a:lnTo>
                    <a:pt x="2468638" y="3590925"/>
                  </a:lnTo>
                  <a:lnTo>
                    <a:pt x="2468638" y="3600450"/>
                  </a:lnTo>
                  <a:lnTo>
                    <a:pt x="2497213" y="3600450"/>
                  </a:lnTo>
                  <a:lnTo>
                    <a:pt x="2497213" y="3590925"/>
                  </a:lnTo>
                  <a:close/>
                </a:path>
                <a:path w="11430000" h="3600450">
                  <a:moveTo>
                    <a:pt x="2534424" y="0"/>
                  </a:moveTo>
                  <a:lnTo>
                    <a:pt x="2505849" y="0"/>
                  </a:lnTo>
                  <a:lnTo>
                    <a:pt x="2505849" y="9525"/>
                  </a:lnTo>
                  <a:lnTo>
                    <a:pt x="2534424" y="9525"/>
                  </a:lnTo>
                  <a:lnTo>
                    <a:pt x="2534424" y="0"/>
                  </a:lnTo>
                  <a:close/>
                </a:path>
                <a:path w="11430000" h="3600450">
                  <a:moveTo>
                    <a:pt x="2544864" y="3590925"/>
                  </a:moveTo>
                  <a:lnTo>
                    <a:pt x="2516289" y="3590925"/>
                  </a:lnTo>
                  <a:lnTo>
                    <a:pt x="2516289" y="3600450"/>
                  </a:lnTo>
                  <a:lnTo>
                    <a:pt x="2544864" y="3600450"/>
                  </a:lnTo>
                  <a:lnTo>
                    <a:pt x="2544864" y="3590925"/>
                  </a:lnTo>
                  <a:close/>
                </a:path>
                <a:path w="11430000" h="3600450">
                  <a:moveTo>
                    <a:pt x="2582075" y="0"/>
                  </a:moveTo>
                  <a:lnTo>
                    <a:pt x="2553500" y="0"/>
                  </a:lnTo>
                  <a:lnTo>
                    <a:pt x="2553500" y="9525"/>
                  </a:lnTo>
                  <a:lnTo>
                    <a:pt x="2582075" y="9525"/>
                  </a:lnTo>
                  <a:lnTo>
                    <a:pt x="2582075" y="0"/>
                  </a:lnTo>
                  <a:close/>
                </a:path>
                <a:path w="11430000" h="3600450">
                  <a:moveTo>
                    <a:pt x="2592501" y="3590925"/>
                  </a:moveTo>
                  <a:lnTo>
                    <a:pt x="2563926" y="3590925"/>
                  </a:lnTo>
                  <a:lnTo>
                    <a:pt x="2563926" y="3600450"/>
                  </a:lnTo>
                  <a:lnTo>
                    <a:pt x="2592501" y="3600450"/>
                  </a:lnTo>
                  <a:lnTo>
                    <a:pt x="2592501" y="3590925"/>
                  </a:lnTo>
                  <a:close/>
                </a:path>
                <a:path w="11430000" h="3600450">
                  <a:moveTo>
                    <a:pt x="2629712" y="0"/>
                  </a:moveTo>
                  <a:lnTo>
                    <a:pt x="2601137" y="0"/>
                  </a:lnTo>
                  <a:lnTo>
                    <a:pt x="2601137" y="9525"/>
                  </a:lnTo>
                  <a:lnTo>
                    <a:pt x="2629712" y="9525"/>
                  </a:lnTo>
                  <a:lnTo>
                    <a:pt x="2629712" y="0"/>
                  </a:lnTo>
                  <a:close/>
                </a:path>
                <a:path w="11430000" h="3600450">
                  <a:moveTo>
                    <a:pt x="2640139" y="3590925"/>
                  </a:moveTo>
                  <a:lnTo>
                    <a:pt x="2611564" y="3590925"/>
                  </a:lnTo>
                  <a:lnTo>
                    <a:pt x="2611564" y="3600450"/>
                  </a:lnTo>
                  <a:lnTo>
                    <a:pt x="2640139" y="3600450"/>
                  </a:lnTo>
                  <a:lnTo>
                    <a:pt x="2640139" y="3590925"/>
                  </a:lnTo>
                  <a:close/>
                </a:path>
                <a:path w="11430000" h="3600450">
                  <a:moveTo>
                    <a:pt x="2677350" y="0"/>
                  </a:moveTo>
                  <a:lnTo>
                    <a:pt x="2648775" y="0"/>
                  </a:lnTo>
                  <a:lnTo>
                    <a:pt x="2648775" y="9525"/>
                  </a:lnTo>
                  <a:lnTo>
                    <a:pt x="2677350" y="9525"/>
                  </a:lnTo>
                  <a:lnTo>
                    <a:pt x="2677350" y="0"/>
                  </a:lnTo>
                  <a:close/>
                </a:path>
                <a:path w="11430000" h="3600450">
                  <a:moveTo>
                    <a:pt x="2687777" y="3590925"/>
                  </a:moveTo>
                  <a:lnTo>
                    <a:pt x="2659202" y="3590925"/>
                  </a:lnTo>
                  <a:lnTo>
                    <a:pt x="2659202" y="3600450"/>
                  </a:lnTo>
                  <a:lnTo>
                    <a:pt x="2687777" y="3600450"/>
                  </a:lnTo>
                  <a:lnTo>
                    <a:pt x="2687777" y="3590925"/>
                  </a:lnTo>
                  <a:close/>
                </a:path>
                <a:path w="11430000" h="3600450">
                  <a:moveTo>
                    <a:pt x="2724988" y="0"/>
                  </a:moveTo>
                  <a:lnTo>
                    <a:pt x="2696413" y="0"/>
                  </a:lnTo>
                  <a:lnTo>
                    <a:pt x="2696413" y="9525"/>
                  </a:lnTo>
                  <a:lnTo>
                    <a:pt x="2724988" y="9525"/>
                  </a:lnTo>
                  <a:lnTo>
                    <a:pt x="2724988" y="0"/>
                  </a:lnTo>
                  <a:close/>
                </a:path>
                <a:path w="11430000" h="3600450">
                  <a:moveTo>
                    <a:pt x="2735415" y="3590925"/>
                  </a:moveTo>
                  <a:lnTo>
                    <a:pt x="2706840" y="3590925"/>
                  </a:lnTo>
                  <a:lnTo>
                    <a:pt x="2706840" y="3600450"/>
                  </a:lnTo>
                  <a:lnTo>
                    <a:pt x="2735415" y="3600450"/>
                  </a:lnTo>
                  <a:lnTo>
                    <a:pt x="2735415" y="3590925"/>
                  </a:lnTo>
                  <a:close/>
                </a:path>
                <a:path w="11430000" h="3600450">
                  <a:moveTo>
                    <a:pt x="2772626" y="0"/>
                  </a:moveTo>
                  <a:lnTo>
                    <a:pt x="2744051" y="0"/>
                  </a:lnTo>
                  <a:lnTo>
                    <a:pt x="2744051" y="9525"/>
                  </a:lnTo>
                  <a:lnTo>
                    <a:pt x="2772626" y="9525"/>
                  </a:lnTo>
                  <a:lnTo>
                    <a:pt x="2772626" y="0"/>
                  </a:lnTo>
                  <a:close/>
                </a:path>
                <a:path w="11430000" h="3600450">
                  <a:moveTo>
                    <a:pt x="2783065" y="3590925"/>
                  </a:moveTo>
                  <a:lnTo>
                    <a:pt x="2754490" y="3590925"/>
                  </a:lnTo>
                  <a:lnTo>
                    <a:pt x="2754490" y="3600450"/>
                  </a:lnTo>
                  <a:lnTo>
                    <a:pt x="2783065" y="3600450"/>
                  </a:lnTo>
                  <a:lnTo>
                    <a:pt x="2783065" y="3590925"/>
                  </a:lnTo>
                  <a:close/>
                </a:path>
                <a:path w="11430000" h="3600450">
                  <a:moveTo>
                    <a:pt x="2820276" y="0"/>
                  </a:moveTo>
                  <a:lnTo>
                    <a:pt x="2791701" y="0"/>
                  </a:lnTo>
                  <a:lnTo>
                    <a:pt x="2791701" y="9525"/>
                  </a:lnTo>
                  <a:lnTo>
                    <a:pt x="2820276" y="9525"/>
                  </a:lnTo>
                  <a:lnTo>
                    <a:pt x="2820276" y="0"/>
                  </a:lnTo>
                  <a:close/>
                </a:path>
                <a:path w="11430000" h="3600450">
                  <a:moveTo>
                    <a:pt x="2830703" y="3590925"/>
                  </a:moveTo>
                  <a:lnTo>
                    <a:pt x="2802128" y="3590925"/>
                  </a:lnTo>
                  <a:lnTo>
                    <a:pt x="2802128" y="3600450"/>
                  </a:lnTo>
                  <a:lnTo>
                    <a:pt x="2830703" y="3600450"/>
                  </a:lnTo>
                  <a:lnTo>
                    <a:pt x="2830703" y="3590925"/>
                  </a:lnTo>
                  <a:close/>
                </a:path>
                <a:path w="11430000" h="3600450">
                  <a:moveTo>
                    <a:pt x="2867914" y="0"/>
                  </a:moveTo>
                  <a:lnTo>
                    <a:pt x="2839339" y="0"/>
                  </a:lnTo>
                  <a:lnTo>
                    <a:pt x="2839339" y="9525"/>
                  </a:lnTo>
                  <a:lnTo>
                    <a:pt x="2867914" y="9525"/>
                  </a:lnTo>
                  <a:lnTo>
                    <a:pt x="2867914" y="0"/>
                  </a:lnTo>
                  <a:close/>
                </a:path>
                <a:path w="11430000" h="3600450">
                  <a:moveTo>
                    <a:pt x="2878340" y="3590925"/>
                  </a:moveTo>
                  <a:lnTo>
                    <a:pt x="2849765" y="3590925"/>
                  </a:lnTo>
                  <a:lnTo>
                    <a:pt x="2849765" y="3600450"/>
                  </a:lnTo>
                  <a:lnTo>
                    <a:pt x="2878340" y="3600450"/>
                  </a:lnTo>
                  <a:lnTo>
                    <a:pt x="2878340" y="3590925"/>
                  </a:lnTo>
                  <a:close/>
                </a:path>
                <a:path w="11430000" h="3600450">
                  <a:moveTo>
                    <a:pt x="2915551" y="0"/>
                  </a:moveTo>
                  <a:lnTo>
                    <a:pt x="2886976" y="0"/>
                  </a:lnTo>
                  <a:lnTo>
                    <a:pt x="2886976" y="9525"/>
                  </a:lnTo>
                  <a:lnTo>
                    <a:pt x="2915551" y="9525"/>
                  </a:lnTo>
                  <a:lnTo>
                    <a:pt x="2915551" y="0"/>
                  </a:lnTo>
                  <a:close/>
                </a:path>
                <a:path w="11430000" h="3600450">
                  <a:moveTo>
                    <a:pt x="2925978" y="3590925"/>
                  </a:moveTo>
                  <a:lnTo>
                    <a:pt x="2897403" y="3590925"/>
                  </a:lnTo>
                  <a:lnTo>
                    <a:pt x="2897403" y="3600450"/>
                  </a:lnTo>
                  <a:lnTo>
                    <a:pt x="2925978" y="3600450"/>
                  </a:lnTo>
                  <a:lnTo>
                    <a:pt x="2925978" y="3590925"/>
                  </a:lnTo>
                  <a:close/>
                </a:path>
                <a:path w="11430000" h="3600450">
                  <a:moveTo>
                    <a:pt x="2963189" y="0"/>
                  </a:moveTo>
                  <a:lnTo>
                    <a:pt x="2934614" y="0"/>
                  </a:lnTo>
                  <a:lnTo>
                    <a:pt x="2934614" y="9525"/>
                  </a:lnTo>
                  <a:lnTo>
                    <a:pt x="2963189" y="9525"/>
                  </a:lnTo>
                  <a:lnTo>
                    <a:pt x="2963189" y="0"/>
                  </a:lnTo>
                  <a:close/>
                </a:path>
                <a:path w="11430000" h="3600450">
                  <a:moveTo>
                    <a:pt x="2973616" y="3590925"/>
                  </a:moveTo>
                  <a:lnTo>
                    <a:pt x="2945041" y="3590925"/>
                  </a:lnTo>
                  <a:lnTo>
                    <a:pt x="2945041" y="3600450"/>
                  </a:lnTo>
                  <a:lnTo>
                    <a:pt x="2973616" y="3600450"/>
                  </a:lnTo>
                  <a:lnTo>
                    <a:pt x="2973616" y="3590925"/>
                  </a:lnTo>
                  <a:close/>
                </a:path>
                <a:path w="11430000" h="3600450">
                  <a:moveTo>
                    <a:pt x="3010827" y="0"/>
                  </a:moveTo>
                  <a:lnTo>
                    <a:pt x="2982252" y="0"/>
                  </a:lnTo>
                  <a:lnTo>
                    <a:pt x="2982252" y="9525"/>
                  </a:lnTo>
                  <a:lnTo>
                    <a:pt x="3010827" y="9525"/>
                  </a:lnTo>
                  <a:lnTo>
                    <a:pt x="3010827" y="0"/>
                  </a:lnTo>
                  <a:close/>
                </a:path>
                <a:path w="11430000" h="3600450">
                  <a:moveTo>
                    <a:pt x="3021266" y="3590925"/>
                  </a:moveTo>
                  <a:lnTo>
                    <a:pt x="2992691" y="3590925"/>
                  </a:lnTo>
                  <a:lnTo>
                    <a:pt x="2992691" y="3600450"/>
                  </a:lnTo>
                  <a:lnTo>
                    <a:pt x="3021266" y="3600450"/>
                  </a:lnTo>
                  <a:lnTo>
                    <a:pt x="3021266" y="3590925"/>
                  </a:lnTo>
                  <a:close/>
                </a:path>
                <a:path w="11430000" h="3600450">
                  <a:moveTo>
                    <a:pt x="3058477" y="0"/>
                  </a:moveTo>
                  <a:lnTo>
                    <a:pt x="3029902" y="0"/>
                  </a:lnTo>
                  <a:lnTo>
                    <a:pt x="3029902" y="9525"/>
                  </a:lnTo>
                  <a:lnTo>
                    <a:pt x="3058477" y="9525"/>
                  </a:lnTo>
                  <a:lnTo>
                    <a:pt x="3058477" y="0"/>
                  </a:lnTo>
                  <a:close/>
                </a:path>
                <a:path w="11430000" h="3600450">
                  <a:moveTo>
                    <a:pt x="3068904" y="3590925"/>
                  </a:moveTo>
                  <a:lnTo>
                    <a:pt x="3040329" y="3590925"/>
                  </a:lnTo>
                  <a:lnTo>
                    <a:pt x="3040329" y="3600450"/>
                  </a:lnTo>
                  <a:lnTo>
                    <a:pt x="3068904" y="3600450"/>
                  </a:lnTo>
                  <a:lnTo>
                    <a:pt x="3068904" y="3590925"/>
                  </a:lnTo>
                  <a:close/>
                </a:path>
                <a:path w="11430000" h="3600450">
                  <a:moveTo>
                    <a:pt x="3106115" y="0"/>
                  </a:moveTo>
                  <a:lnTo>
                    <a:pt x="3077540" y="0"/>
                  </a:lnTo>
                  <a:lnTo>
                    <a:pt x="3077540" y="9525"/>
                  </a:lnTo>
                  <a:lnTo>
                    <a:pt x="3106115" y="9525"/>
                  </a:lnTo>
                  <a:lnTo>
                    <a:pt x="3106115" y="0"/>
                  </a:lnTo>
                  <a:close/>
                </a:path>
                <a:path w="11430000" h="3600450">
                  <a:moveTo>
                    <a:pt x="3116542" y="3590925"/>
                  </a:moveTo>
                  <a:lnTo>
                    <a:pt x="3087967" y="3590925"/>
                  </a:lnTo>
                  <a:lnTo>
                    <a:pt x="3087967" y="3600450"/>
                  </a:lnTo>
                  <a:lnTo>
                    <a:pt x="3116542" y="3600450"/>
                  </a:lnTo>
                  <a:lnTo>
                    <a:pt x="3116542" y="3590925"/>
                  </a:lnTo>
                  <a:close/>
                </a:path>
                <a:path w="11430000" h="3600450">
                  <a:moveTo>
                    <a:pt x="3153753" y="0"/>
                  </a:moveTo>
                  <a:lnTo>
                    <a:pt x="3125178" y="0"/>
                  </a:lnTo>
                  <a:lnTo>
                    <a:pt x="3125178" y="9525"/>
                  </a:lnTo>
                  <a:lnTo>
                    <a:pt x="3153753" y="9525"/>
                  </a:lnTo>
                  <a:lnTo>
                    <a:pt x="3153753" y="0"/>
                  </a:lnTo>
                  <a:close/>
                </a:path>
                <a:path w="11430000" h="3600450">
                  <a:moveTo>
                    <a:pt x="3164179" y="3590925"/>
                  </a:moveTo>
                  <a:lnTo>
                    <a:pt x="3135604" y="3590925"/>
                  </a:lnTo>
                  <a:lnTo>
                    <a:pt x="3135604" y="3600450"/>
                  </a:lnTo>
                  <a:lnTo>
                    <a:pt x="3164179" y="3600450"/>
                  </a:lnTo>
                  <a:lnTo>
                    <a:pt x="3164179" y="3590925"/>
                  </a:lnTo>
                  <a:close/>
                </a:path>
                <a:path w="11430000" h="3600450">
                  <a:moveTo>
                    <a:pt x="3201390" y="0"/>
                  </a:moveTo>
                  <a:lnTo>
                    <a:pt x="3172815" y="0"/>
                  </a:lnTo>
                  <a:lnTo>
                    <a:pt x="3172815" y="9525"/>
                  </a:lnTo>
                  <a:lnTo>
                    <a:pt x="3201390" y="9525"/>
                  </a:lnTo>
                  <a:lnTo>
                    <a:pt x="3201390" y="0"/>
                  </a:lnTo>
                  <a:close/>
                </a:path>
                <a:path w="11430000" h="3600450">
                  <a:moveTo>
                    <a:pt x="3211817" y="3590925"/>
                  </a:moveTo>
                  <a:lnTo>
                    <a:pt x="3183242" y="3590925"/>
                  </a:lnTo>
                  <a:lnTo>
                    <a:pt x="3183242" y="3600450"/>
                  </a:lnTo>
                  <a:lnTo>
                    <a:pt x="3211817" y="3600450"/>
                  </a:lnTo>
                  <a:lnTo>
                    <a:pt x="3211817" y="3590925"/>
                  </a:lnTo>
                  <a:close/>
                </a:path>
                <a:path w="11430000" h="3600450">
                  <a:moveTo>
                    <a:pt x="3249028" y="0"/>
                  </a:moveTo>
                  <a:lnTo>
                    <a:pt x="3220453" y="0"/>
                  </a:lnTo>
                  <a:lnTo>
                    <a:pt x="3220453" y="9525"/>
                  </a:lnTo>
                  <a:lnTo>
                    <a:pt x="3249028" y="9525"/>
                  </a:lnTo>
                  <a:lnTo>
                    <a:pt x="3249028" y="0"/>
                  </a:lnTo>
                  <a:close/>
                </a:path>
                <a:path w="11430000" h="3600450">
                  <a:moveTo>
                    <a:pt x="3259455" y="3590925"/>
                  </a:moveTo>
                  <a:lnTo>
                    <a:pt x="3230880" y="3590925"/>
                  </a:lnTo>
                  <a:lnTo>
                    <a:pt x="3230880" y="3600450"/>
                  </a:lnTo>
                  <a:lnTo>
                    <a:pt x="3259455" y="3600450"/>
                  </a:lnTo>
                  <a:lnTo>
                    <a:pt x="3259455" y="3590925"/>
                  </a:lnTo>
                  <a:close/>
                </a:path>
                <a:path w="11430000" h="3600450">
                  <a:moveTo>
                    <a:pt x="3296678" y="0"/>
                  </a:moveTo>
                  <a:lnTo>
                    <a:pt x="3268103" y="0"/>
                  </a:lnTo>
                  <a:lnTo>
                    <a:pt x="3268103" y="9525"/>
                  </a:lnTo>
                  <a:lnTo>
                    <a:pt x="3296678" y="9525"/>
                  </a:lnTo>
                  <a:lnTo>
                    <a:pt x="3296678" y="0"/>
                  </a:lnTo>
                  <a:close/>
                </a:path>
                <a:path w="11430000" h="3600450">
                  <a:moveTo>
                    <a:pt x="3307105" y="3590925"/>
                  </a:moveTo>
                  <a:lnTo>
                    <a:pt x="3278530" y="3590925"/>
                  </a:lnTo>
                  <a:lnTo>
                    <a:pt x="3278530" y="3600450"/>
                  </a:lnTo>
                  <a:lnTo>
                    <a:pt x="3307105" y="3600450"/>
                  </a:lnTo>
                  <a:lnTo>
                    <a:pt x="3307105" y="3590925"/>
                  </a:lnTo>
                  <a:close/>
                </a:path>
                <a:path w="11430000" h="3600450">
                  <a:moveTo>
                    <a:pt x="3344316" y="0"/>
                  </a:moveTo>
                  <a:lnTo>
                    <a:pt x="3315741" y="0"/>
                  </a:lnTo>
                  <a:lnTo>
                    <a:pt x="3315741" y="9525"/>
                  </a:lnTo>
                  <a:lnTo>
                    <a:pt x="3344316" y="9525"/>
                  </a:lnTo>
                  <a:lnTo>
                    <a:pt x="3344316" y="0"/>
                  </a:lnTo>
                  <a:close/>
                </a:path>
                <a:path w="11430000" h="3600450">
                  <a:moveTo>
                    <a:pt x="3354743" y="3590925"/>
                  </a:moveTo>
                  <a:lnTo>
                    <a:pt x="3326168" y="3590925"/>
                  </a:lnTo>
                  <a:lnTo>
                    <a:pt x="3326168" y="3600450"/>
                  </a:lnTo>
                  <a:lnTo>
                    <a:pt x="3354743" y="3600450"/>
                  </a:lnTo>
                  <a:lnTo>
                    <a:pt x="3354743" y="3590925"/>
                  </a:lnTo>
                  <a:close/>
                </a:path>
                <a:path w="11430000" h="3600450">
                  <a:moveTo>
                    <a:pt x="3391954" y="0"/>
                  </a:moveTo>
                  <a:lnTo>
                    <a:pt x="3363379" y="0"/>
                  </a:lnTo>
                  <a:lnTo>
                    <a:pt x="3363379" y="9525"/>
                  </a:lnTo>
                  <a:lnTo>
                    <a:pt x="3391954" y="9525"/>
                  </a:lnTo>
                  <a:lnTo>
                    <a:pt x="3391954" y="0"/>
                  </a:lnTo>
                  <a:close/>
                </a:path>
                <a:path w="11430000" h="3600450">
                  <a:moveTo>
                    <a:pt x="3402380" y="3590925"/>
                  </a:moveTo>
                  <a:lnTo>
                    <a:pt x="3373805" y="3590925"/>
                  </a:lnTo>
                  <a:lnTo>
                    <a:pt x="3373805" y="3600450"/>
                  </a:lnTo>
                  <a:lnTo>
                    <a:pt x="3402380" y="3600450"/>
                  </a:lnTo>
                  <a:lnTo>
                    <a:pt x="3402380" y="3590925"/>
                  </a:lnTo>
                  <a:close/>
                </a:path>
                <a:path w="11430000" h="3600450">
                  <a:moveTo>
                    <a:pt x="3439591" y="0"/>
                  </a:moveTo>
                  <a:lnTo>
                    <a:pt x="3411016" y="0"/>
                  </a:lnTo>
                  <a:lnTo>
                    <a:pt x="3411016" y="9525"/>
                  </a:lnTo>
                  <a:lnTo>
                    <a:pt x="3439591" y="9525"/>
                  </a:lnTo>
                  <a:lnTo>
                    <a:pt x="3439591" y="0"/>
                  </a:lnTo>
                  <a:close/>
                </a:path>
                <a:path w="11430000" h="3600450">
                  <a:moveTo>
                    <a:pt x="3450018" y="3590925"/>
                  </a:moveTo>
                  <a:lnTo>
                    <a:pt x="3421443" y="3590925"/>
                  </a:lnTo>
                  <a:lnTo>
                    <a:pt x="3421443" y="3600450"/>
                  </a:lnTo>
                  <a:lnTo>
                    <a:pt x="3450018" y="3600450"/>
                  </a:lnTo>
                  <a:lnTo>
                    <a:pt x="3450018" y="3590925"/>
                  </a:lnTo>
                  <a:close/>
                </a:path>
                <a:path w="11430000" h="3600450">
                  <a:moveTo>
                    <a:pt x="3487229" y="0"/>
                  </a:moveTo>
                  <a:lnTo>
                    <a:pt x="3458654" y="0"/>
                  </a:lnTo>
                  <a:lnTo>
                    <a:pt x="3458654" y="9525"/>
                  </a:lnTo>
                  <a:lnTo>
                    <a:pt x="3487229" y="9525"/>
                  </a:lnTo>
                  <a:lnTo>
                    <a:pt x="3487229" y="0"/>
                  </a:lnTo>
                  <a:close/>
                </a:path>
                <a:path w="11430000" h="3600450">
                  <a:moveTo>
                    <a:pt x="3497669" y="3590925"/>
                  </a:moveTo>
                  <a:lnTo>
                    <a:pt x="3469094" y="3590925"/>
                  </a:lnTo>
                  <a:lnTo>
                    <a:pt x="3469094" y="3600450"/>
                  </a:lnTo>
                  <a:lnTo>
                    <a:pt x="3497669" y="3600450"/>
                  </a:lnTo>
                  <a:lnTo>
                    <a:pt x="3497669" y="3590925"/>
                  </a:lnTo>
                  <a:close/>
                </a:path>
                <a:path w="11430000" h="3600450">
                  <a:moveTo>
                    <a:pt x="3534867" y="0"/>
                  </a:moveTo>
                  <a:lnTo>
                    <a:pt x="3506292" y="0"/>
                  </a:lnTo>
                  <a:lnTo>
                    <a:pt x="3506292" y="9525"/>
                  </a:lnTo>
                  <a:lnTo>
                    <a:pt x="3534867" y="9525"/>
                  </a:lnTo>
                  <a:lnTo>
                    <a:pt x="3534867" y="0"/>
                  </a:lnTo>
                  <a:close/>
                </a:path>
                <a:path w="11430000" h="3600450">
                  <a:moveTo>
                    <a:pt x="3545306" y="3590925"/>
                  </a:moveTo>
                  <a:lnTo>
                    <a:pt x="3516731" y="3590925"/>
                  </a:lnTo>
                  <a:lnTo>
                    <a:pt x="3516731" y="3600450"/>
                  </a:lnTo>
                  <a:lnTo>
                    <a:pt x="3545306" y="3600450"/>
                  </a:lnTo>
                  <a:lnTo>
                    <a:pt x="3545306" y="3590925"/>
                  </a:lnTo>
                  <a:close/>
                </a:path>
                <a:path w="11430000" h="3600450">
                  <a:moveTo>
                    <a:pt x="3582517" y="0"/>
                  </a:moveTo>
                  <a:lnTo>
                    <a:pt x="3553942" y="0"/>
                  </a:lnTo>
                  <a:lnTo>
                    <a:pt x="3553942" y="9525"/>
                  </a:lnTo>
                  <a:lnTo>
                    <a:pt x="3582517" y="9525"/>
                  </a:lnTo>
                  <a:lnTo>
                    <a:pt x="3582517" y="0"/>
                  </a:lnTo>
                  <a:close/>
                </a:path>
                <a:path w="11430000" h="3600450">
                  <a:moveTo>
                    <a:pt x="3592944" y="3590925"/>
                  </a:moveTo>
                  <a:lnTo>
                    <a:pt x="3564369" y="3590925"/>
                  </a:lnTo>
                  <a:lnTo>
                    <a:pt x="3564369" y="3600450"/>
                  </a:lnTo>
                  <a:lnTo>
                    <a:pt x="3592944" y="3600450"/>
                  </a:lnTo>
                  <a:lnTo>
                    <a:pt x="3592944" y="3590925"/>
                  </a:lnTo>
                  <a:close/>
                </a:path>
                <a:path w="11430000" h="3600450">
                  <a:moveTo>
                    <a:pt x="3630155" y="0"/>
                  </a:moveTo>
                  <a:lnTo>
                    <a:pt x="3601580" y="0"/>
                  </a:lnTo>
                  <a:lnTo>
                    <a:pt x="3601580" y="9525"/>
                  </a:lnTo>
                  <a:lnTo>
                    <a:pt x="3630155" y="9525"/>
                  </a:lnTo>
                  <a:lnTo>
                    <a:pt x="3630155" y="0"/>
                  </a:lnTo>
                  <a:close/>
                </a:path>
                <a:path w="11430000" h="3600450">
                  <a:moveTo>
                    <a:pt x="3640582" y="3590925"/>
                  </a:moveTo>
                  <a:lnTo>
                    <a:pt x="3612007" y="3590925"/>
                  </a:lnTo>
                  <a:lnTo>
                    <a:pt x="3612007" y="3600450"/>
                  </a:lnTo>
                  <a:lnTo>
                    <a:pt x="3640582" y="3600450"/>
                  </a:lnTo>
                  <a:lnTo>
                    <a:pt x="3640582" y="3590925"/>
                  </a:lnTo>
                  <a:close/>
                </a:path>
                <a:path w="11430000" h="3600450">
                  <a:moveTo>
                    <a:pt x="3677793" y="0"/>
                  </a:moveTo>
                  <a:lnTo>
                    <a:pt x="3649218" y="0"/>
                  </a:lnTo>
                  <a:lnTo>
                    <a:pt x="3649218" y="9525"/>
                  </a:lnTo>
                  <a:lnTo>
                    <a:pt x="3677793" y="9525"/>
                  </a:lnTo>
                  <a:lnTo>
                    <a:pt x="3677793" y="0"/>
                  </a:lnTo>
                  <a:close/>
                </a:path>
                <a:path w="11430000" h="3600450">
                  <a:moveTo>
                    <a:pt x="3688219" y="3590925"/>
                  </a:moveTo>
                  <a:lnTo>
                    <a:pt x="3659644" y="3590925"/>
                  </a:lnTo>
                  <a:lnTo>
                    <a:pt x="3659644" y="3600450"/>
                  </a:lnTo>
                  <a:lnTo>
                    <a:pt x="3688219" y="3600450"/>
                  </a:lnTo>
                  <a:lnTo>
                    <a:pt x="3688219" y="3590925"/>
                  </a:lnTo>
                  <a:close/>
                </a:path>
                <a:path w="11430000" h="3600450">
                  <a:moveTo>
                    <a:pt x="3725430" y="0"/>
                  </a:moveTo>
                  <a:lnTo>
                    <a:pt x="3696855" y="0"/>
                  </a:lnTo>
                  <a:lnTo>
                    <a:pt x="3696855" y="9525"/>
                  </a:lnTo>
                  <a:lnTo>
                    <a:pt x="3725430" y="9525"/>
                  </a:lnTo>
                  <a:lnTo>
                    <a:pt x="3725430" y="0"/>
                  </a:lnTo>
                  <a:close/>
                </a:path>
                <a:path w="11430000" h="3600450">
                  <a:moveTo>
                    <a:pt x="3735857" y="3590925"/>
                  </a:moveTo>
                  <a:lnTo>
                    <a:pt x="3707282" y="3590925"/>
                  </a:lnTo>
                  <a:lnTo>
                    <a:pt x="3707282" y="3600450"/>
                  </a:lnTo>
                  <a:lnTo>
                    <a:pt x="3735857" y="3600450"/>
                  </a:lnTo>
                  <a:lnTo>
                    <a:pt x="3735857" y="3590925"/>
                  </a:lnTo>
                  <a:close/>
                </a:path>
                <a:path w="11430000" h="3600450">
                  <a:moveTo>
                    <a:pt x="3773068" y="0"/>
                  </a:moveTo>
                  <a:lnTo>
                    <a:pt x="3744493" y="0"/>
                  </a:lnTo>
                  <a:lnTo>
                    <a:pt x="3744493" y="9525"/>
                  </a:lnTo>
                  <a:lnTo>
                    <a:pt x="3773068" y="9525"/>
                  </a:lnTo>
                  <a:lnTo>
                    <a:pt x="3773068" y="0"/>
                  </a:lnTo>
                  <a:close/>
                </a:path>
                <a:path w="11430000" h="3600450">
                  <a:moveTo>
                    <a:pt x="3783507" y="3590925"/>
                  </a:moveTo>
                  <a:lnTo>
                    <a:pt x="3754932" y="3590925"/>
                  </a:lnTo>
                  <a:lnTo>
                    <a:pt x="3754932" y="3600450"/>
                  </a:lnTo>
                  <a:lnTo>
                    <a:pt x="3783507" y="3600450"/>
                  </a:lnTo>
                  <a:lnTo>
                    <a:pt x="3783507" y="3590925"/>
                  </a:lnTo>
                  <a:close/>
                </a:path>
                <a:path w="11430000" h="3600450">
                  <a:moveTo>
                    <a:pt x="3820718" y="0"/>
                  </a:moveTo>
                  <a:lnTo>
                    <a:pt x="3792143" y="0"/>
                  </a:lnTo>
                  <a:lnTo>
                    <a:pt x="3792143" y="9525"/>
                  </a:lnTo>
                  <a:lnTo>
                    <a:pt x="3820718" y="9525"/>
                  </a:lnTo>
                  <a:lnTo>
                    <a:pt x="3820718" y="0"/>
                  </a:lnTo>
                  <a:close/>
                </a:path>
                <a:path w="11430000" h="3600450">
                  <a:moveTo>
                    <a:pt x="3831145" y="3590925"/>
                  </a:moveTo>
                  <a:lnTo>
                    <a:pt x="3802570" y="3590925"/>
                  </a:lnTo>
                  <a:lnTo>
                    <a:pt x="3802570" y="3600450"/>
                  </a:lnTo>
                  <a:lnTo>
                    <a:pt x="3831145" y="3600450"/>
                  </a:lnTo>
                  <a:lnTo>
                    <a:pt x="3831145" y="3590925"/>
                  </a:lnTo>
                  <a:close/>
                </a:path>
                <a:path w="11430000" h="3600450">
                  <a:moveTo>
                    <a:pt x="3868356" y="0"/>
                  </a:moveTo>
                  <a:lnTo>
                    <a:pt x="3839781" y="0"/>
                  </a:lnTo>
                  <a:lnTo>
                    <a:pt x="3839781" y="9525"/>
                  </a:lnTo>
                  <a:lnTo>
                    <a:pt x="3868356" y="9525"/>
                  </a:lnTo>
                  <a:lnTo>
                    <a:pt x="3868356" y="0"/>
                  </a:lnTo>
                  <a:close/>
                </a:path>
                <a:path w="11430000" h="3600450">
                  <a:moveTo>
                    <a:pt x="3878783" y="3590925"/>
                  </a:moveTo>
                  <a:lnTo>
                    <a:pt x="3850208" y="3590925"/>
                  </a:lnTo>
                  <a:lnTo>
                    <a:pt x="3850208" y="3600450"/>
                  </a:lnTo>
                  <a:lnTo>
                    <a:pt x="3878783" y="3600450"/>
                  </a:lnTo>
                  <a:lnTo>
                    <a:pt x="3878783" y="3590925"/>
                  </a:lnTo>
                  <a:close/>
                </a:path>
                <a:path w="11430000" h="3600450">
                  <a:moveTo>
                    <a:pt x="3915994" y="0"/>
                  </a:moveTo>
                  <a:lnTo>
                    <a:pt x="3887419" y="0"/>
                  </a:lnTo>
                  <a:lnTo>
                    <a:pt x="3887419" y="9525"/>
                  </a:lnTo>
                  <a:lnTo>
                    <a:pt x="3915994" y="9525"/>
                  </a:lnTo>
                  <a:lnTo>
                    <a:pt x="3915994" y="0"/>
                  </a:lnTo>
                  <a:close/>
                </a:path>
                <a:path w="11430000" h="3600450">
                  <a:moveTo>
                    <a:pt x="3926421" y="3590925"/>
                  </a:moveTo>
                  <a:lnTo>
                    <a:pt x="3897846" y="3590925"/>
                  </a:lnTo>
                  <a:lnTo>
                    <a:pt x="3897846" y="3600450"/>
                  </a:lnTo>
                  <a:lnTo>
                    <a:pt x="3926421" y="3600450"/>
                  </a:lnTo>
                  <a:lnTo>
                    <a:pt x="3926421" y="3590925"/>
                  </a:lnTo>
                  <a:close/>
                </a:path>
                <a:path w="11430000" h="3600450">
                  <a:moveTo>
                    <a:pt x="3963632" y="0"/>
                  </a:moveTo>
                  <a:lnTo>
                    <a:pt x="3935057" y="0"/>
                  </a:lnTo>
                  <a:lnTo>
                    <a:pt x="3935057" y="9525"/>
                  </a:lnTo>
                  <a:lnTo>
                    <a:pt x="3963632" y="9525"/>
                  </a:lnTo>
                  <a:lnTo>
                    <a:pt x="3963632" y="0"/>
                  </a:lnTo>
                  <a:close/>
                </a:path>
                <a:path w="11430000" h="3600450">
                  <a:moveTo>
                    <a:pt x="3974058" y="3590925"/>
                  </a:moveTo>
                  <a:lnTo>
                    <a:pt x="3945483" y="3590925"/>
                  </a:lnTo>
                  <a:lnTo>
                    <a:pt x="3945483" y="3600450"/>
                  </a:lnTo>
                  <a:lnTo>
                    <a:pt x="3974058" y="3600450"/>
                  </a:lnTo>
                  <a:lnTo>
                    <a:pt x="3974058" y="3590925"/>
                  </a:lnTo>
                  <a:close/>
                </a:path>
                <a:path w="11430000" h="3600450">
                  <a:moveTo>
                    <a:pt x="4011269" y="0"/>
                  </a:moveTo>
                  <a:lnTo>
                    <a:pt x="3982694" y="0"/>
                  </a:lnTo>
                  <a:lnTo>
                    <a:pt x="3982694" y="9525"/>
                  </a:lnTo>
                  <a:lnTo>
                    <a:pt x="4011269" y="9525"/>
                  </a:lnTo>
                  <a:lnTo>
                    <a:pt x="4011269" y="0"/>
                  </a:lnTo>
                  <a:close/>
                </a:path>
                <a:path w="11430000" h="3600450">
                  <a:moveTo>
                    <a:pt x="4021696" y="3590925"/>
                  </a:moveTo>
                  <a:lnTo>
                    <a:pt x="3993121" y="3590925"/>
                  </a:lnTo>
                  <a:lnTo>
                    <a:pt x="3993121" y="3600450"/>
                  </a:lnTo>
                  <a:lnTo>
                    <a:pt x="4021696" y="3600450"/>
                  </a:lnTo>
                  <a:lnTo>
                    <a:pt x="4021696" y="3590925"/>
                  </a:lnTo>
                  <a:close/>
                </a:path>
                <a:path w="11430000" h="3600450">
                  <a:moveTo>
                    <a:pt x="4058920" y="0"/>
                  </a:moveTo>
                  <a:lnTo>
                    <a:pt x="4030345" y="0"/>
                  </a:lnTo>
                  <a:lnTo>
                    <a:pt x="4030345" y="9525"/>
                  </a:lnTo>
                  <a:lnTo>
                    <a:pt x="4058920" y="9525"/>
                  </a:lnTo>
                  <a:lnTo>
                    <a:pt x="4058920" y="0"/>
                  </a:lnTo>
                  <a:close/>
                </a:path>
                <a:path w="11430000" h="3600450">
                  <a:moveTo>
                    <a:pt x="4069346" y="3590925"/>
                  </a:moveTo>
                  <a:lnTo>
                    <a:pt x="4040771" y="3590925"/>
                  </a:lnTo>
                  <a:lnTo>
                    <a:pt x="4040771" y="3600450"/>
                  </a:lnTo>
                  <a:lnTo>
                    <a:pt x="4069346" y="3600450"/>
                  </a:lnTo>
                  <a:lnTo>
                    <a:pt x="4069346" y="3590925"/>
                  </a:lnTo>
                  <a:close/>
                </a:path>
                <a:path w="11430000" h="3600450">
                  <a:moveTo>
                    <a:pt x="4106557" y="0"/>
                  </a:moveTo>
                  <a:lnTo>
                    <a:pt x="4077982" y="0"/>
                  </a:lnTo>
                  <a:lnTo>
                    <a:pt x="4077982" y="9525"/>
                  </a:lnTo>
                  <a:lnTo>
                    <a:pt x="4106557" y="9525"/>
                  </a:lnTo>
                  <a:lnTo>
                    <a:pt x="4106557" y="0"/>
                  </a:lnTo>
                  <a:close/>
                </a:path>
                <a:path w="11430000" h="3600450">
                  <a:moveTo>
                    <a:pt x="4116984" y="3590925"/>
                  </a:moveTo>
                  <a:lnTo>
                    <a:pt x="4088409" y="3590925"/>
                  </a:lnTo>
                  <a:lnTo>
                    <a:pt x="4088409" y="3600450"/>
                  </a:lnTo>
                  <a:lnTo>
                    <a:pt x="4116984" y="3600450"/>
                  </a:lnTo>
                  <a:lnTo>
                    <a:pt x="4116984" y="3590925"/>
                  </a:lnTo>
                  <a:close/>
                </a:path>
                <a:path w="11430000" h="3600450">
                  <a:moveTo>
                    <a:pt x="4154195" y="0"/>
                  </a:moveTo>
                  <a:lnTo>
                    <a:pt x="4125620" y="0"/>
                  </a:lnTo>
                  <a:lnTo>
                    <a:pt x="4125620" y="9525"/>
                  </a:lnTo>
                  <a:lnTo>
                    <a:pt x="4154195" y="9525"/>
                  </a:lnTo>
                  <a:lnTo>
                    <a:pt x="4154195" y="0"/>
                  </a:lnTo>
                  <a:close/>
                </a:path>
                <a:path w="11430000" h="3600450">
                  <a:moveTo>
                    <a:pt x="4164622" y="3590925"/>
                  </a:moveTo>
                  <a:lnTo>
                    <a:pt x="4136047" y="3590925"/>
                  </a:lnTo>
                  <a:lnTo>
                    <a:pt x="4136047" y="3600450"/>
                  </a:lnTo>
                  <a:lnTo>
                    <a:pt x="4164622" y="3600450"/>
                  </a:lnTo>
                  <a:lnTo>
                    <a:pt x="4164622" y="3590925"/>
                  </a:lnTo>
                  <a:close/>
                </a:path>
                <a:path w="11430000" h="3600450">
                  <a:moveTo>
                    <a:pt x="4201833" y="0"/>
                  </a:moveTo>
                  <a:lnTo>
                    <a:pt x="4173258" y="0"/>
                  </a:lnTo>
                  <a:lnTo>
                    <a:pt x="4173258" y="9525"/>
                  </a:lnTo>
                  <a:lnTo>
                    <a:pt x="4201833" y="9525"/>
                  </a:lnTo>
                  <a:lnTo>
                    <a:pt x="4201833" y="0"/>
                  </a:lnTo>
                  <a:close/>
                </a:path>
                <a:path w="11430000" h="3600450">
                  <a:moveTo>
                    <a:pt x="4212260" y="3590925"/>
                  </a:moveTo>
                  <a:lnTo>
                    <a:pt x="4183684" y="3590925"/>
                  </a:lnTo>
                  <a:lnTo>
                    <a:pt x="4183684" y="3600450"/>
                  </a:lnTo>
                  <a:lnTo>
                    <a:pt x="4212260" y="3600450"/>
                  </a:lnTo>
                  <a:lnTo>
                    <a:pt x="4212260" y="3590925"/>
                  </a:lnTo>
                  <a:close/>
                </a:path>
                <a:path w="11430000" h="3600450">
                  <a:moveTo>
                    <a:pt x="4249471" y="0"/>
                  </a:moveTo>
                  <a:lnTo>
                    <a:pt x="4220896" y="0"/>
                  </a:lnTo>
                  <a:lnTo>
                    <a:pt x="4220896" y="9525"/>
                  </a:lnTo>
                  <a:lnTo>
                    <a:pt x="4249471" y="9525"/>
                  </a:lnTo>
                  <a:lnTo>
                    <a:pt x="4249471" y="0"/>
                  </a:lnTo>
                  <a:close/>
                </a:path>
                <a:path w="11430000" h="3600450">
                  <a:moveTo>
                    <a:pt x="4259910" y="3590925"/>
                  </a:moveTo>
                  <a:lnTo>
                    <a:pt x="4231335" y="3590925"/>
                  </a:lnTo>
                  <a:lnTo>
                    <a:pt x="4231335" y="3600450"/>
                  </a:lnTo>
                  <a:lnTo>
                    <a:pt x="4259910" y="3600450"/>
                  </a:lnTo>
                  <a:lnTo>
                    <a:pt x="4259910" y="3590925"/>
                  </a:lnTo>
                  <a:close/>
                </a:path>
                <a:path w="11430000" h="3600450">
                  <a:moveTo>
                    <a:pt x="4297121" y="0"/>
                  </a:moveTo>
                  <a:lnTo>
                    <a:pt x="4268546" y="0"/>
                  </a:lnTo>
                  <a:lnTo>
                    <a:pt x="4268546" y="9525"/>
                  </a:lnTo>
                  <a:lnTo>
                    <a:pt x="4297121" y="9525"/>
                  </a:lnTo>
                  <a:lnTo>
                    <a:pt x="4297121" y="0"/>
                  </a:lnTo>
                  <a:close/>
                </a:path>
                <a:path w="11430000" h="3600450">
                  <a:moveTo>
                    <a:pt x="4307548" y="3590925"/>
                  </a:moveTo>
                  <a:lnTo>
                    <a:pt x="4278973" y="3590925"/>
                  </a:lnTo>
                  <a:lnTo>
                    <a:pt x="4278973" y="3600450"/>
                  </a:lnTo>
                  <a:lnTo>
                    <a:pt x="4307548" y="3600450"/>
                  </a:lnTo>
                  <a:lnTo>
                    <a:pt x="4307548" y="3590925"/>
                  </a:lnTo>
                  <a:close/>
                </a:path>
                <a:path w="11430000" h="3600450">
                  <a:moveTo>
                    <a:pt x="4344759" y="0"/>
                  </a:moveTo>
                  <a:lnTo>
                    <a:pt x="4316184" y="0"/>
                  </a:lnTo>
                  <a:lnTo>
                    <a:pt x="4316184" y="9525"/>
                  </a:lnTo>
                  <a:lnTo>
                    <a:pt x="4344759" y="9525"/>
                  </a:lnTo>
                  <a:lnTo>
                    <a:pt x="4344759" y="0"/>
                  </a:lnTo>
                  <a:close/>
                </a:path>
                <a:path w="11430000" h="3600450">
                  <a:moveTo>
                    <a:pt x="4355185" y="3590925"/>
                  </a:moveTo>
                  <a:lnTo>
                    <a:pt x="4326610" y="3590925"/>
                  </a:lnTo>
                  <a:lnTo>
                    <a:pt x="4326610" y="3600450"/>
                  </a:lnTo>
                  <a:lnTo>
                    <a:pt x="4355185" y="3600450"/>
                  </a:lnTo>
                  <a:lnTo>
                    <a:pt x="4355185" y="3590925"/>
                  </a:lnTo>
                  <a:close/>
                </a:path>
                <a:path w="11430000" h="3600450">
                  <a:moveTo>
                    <a:pt x="4392396" y="0"/>
                  </a:moveTo>
                  <a:lnTo>
                    <a:pt x="4363821" y="0"/>
                  </a:lnTo>
                  <a:lnTo>
                    <a:pt x="4363821" y="9525"/>
                  </a:lnTo>
                  <a:lnTo>
                    <a:pt x="4392396" y="9525"/>
                  </a:lnTo>
                  <a:lnTo>
                    <a:pt x="4392396" y="0"/>
                  </a:lnTo>
                  <a:close/>
                </a:path>
                <a:path w="11430000" h="3600450">
                  <a:moveTo>
                    <a:pt x="4402823" y="3590925"/>
                  </a:moveTo>
                  <a:lnTo>
                    <a:pt x="4374248" y="3590925"/>
                  </a:lnTo>
                  <a:lnTo>
                    <a:pt x="4374248" y="3600450"/>
                  </a:lnTo>
                  <a:lnTo>
                    <a:pt x="4402823" y="3600450"/>
                  </a:lnTo>
                  <a:lnTo>
                    <a:pt x="4402823" y="3590925"/>
                  </a:lnTo>
                  <a:close/>
                </a:path>
                <a:path w="11430000" h="3600450">
                  <a:moveTo>
                    <a:pt x="4440034" y="0"/>
                  </a:moveTo>
                  <a:lnTo>
                    <a:pt x="4411459" y="0"/>
                  </a:lnTo>
                  <a:lnTo>
                    <a:pt x="4411459" y="9525"/>
                  </a:lnTo>
                  <a:lnTo>
                    <a:pt x="4440034" y="9525"/>
                  </a:lnTo>
                  <a:lnTo>
                    <a:pt x="4440034" y="0"/>
                  </a:lnTo>
                  <a:close/>
                </a:path>
                <a:path w="11430000" h="3600450">
                  <a:moveTo>
                    <a:pt x="4450461" y="3590925"/>
                  </a:moveTo>
                  <a:lnTo>
                    <a:pt x="4421886" y="3590925"/>
                  </a:lnTo>
                  <a:lnTo>
                    <a:pt x="4421886" y="3600450"/>
                  </a:lnTo>
                  <a:lnTo>
                    <a:pt x="4450461" y="3600450"/>
                  </a:lnTo>
                  <a:lnTo>
                    <a:pt x="4450461" y="3590925"/>
                  </a:lnTo>
                  <a:close/>
                </a:path>
                <a:path w="11430000" h="3600450">
                  <a:moveTo>
                    <a:pt x="4487672" y="0"/>
                  </a:moveTo>
                  <a:lnTo>
                    <a:pt x="4459097" y="0"/>
                  </a:lnTo>
                  <a:lnTo>
                    <a:pt x="4459097" y="9525"/>
                  </a:lnTo>
                  <a:lnTo>
                    <a:pt x="4487672" y="9525"/>
                  </a:lnTo>
                  <a:lnTo>
                    <a:pt x="4487672" y="0"/>
                  </a:lnTo>
                  <a:close/>
                </a:path>
                <a:path w="11430000" h="3600450">
                  <a:moveTo>
                    <a:pt x="4498111" y="3590925"/>
                  </a:moveTo>
                  <a:lnTo>
                    <a:pt x="4469536" y="3590925"/>
                  </a:lnTo>
                  <a:lnTo>
                    <a:pt x="4469536" y="3600450"/>
                  </a:lnTo>
                  <a:lnTo>
                    <a:pt x="4498111" y="3600450"/>
                  </a:lnTo>
                  <a:lnTo>
                    <a:pt x="4498111" y="3590925"/>
                  </a:lnTo>
                  <a:close/>
                </a:path>
                <a:path w="11430000" h="3600450">
                  <a:moveTo>
                    <a:pt x="4535322" y="0"/>
                  </a:moveTo>
                  <a:lnTo>
                    <a:pt x="4506747" y="0"/>
                  </a:lnTo>
                  <a:lnTo>
                    <a:pt x="4506747" y="9525"/>
                  </a:lnTo>
                  <a:lnTo>
                    <a:pt x="4535322" y="9525"/>
                  </a:lnTo>
                  <a:lnTo>
                    <a:pt x="4535322" y="0"/>
                  </a:lnTo>
                  <a:close/>
                </a:path>
                <a:path w="11430000" h="3600450">
                  <a:moveTo>
                    <a:pt x="4545749" y="3590925"/>
                  </a:moveTo>
                  <a:lnTo>
                    <a:pt x="4517174" y="3590925"/>
                  </a:lnTo>
                  <a:lnTo>
                    <a:pt x="4517174" y="3600450"/>
                  </a:lnTo>
                  <a:lnTo>
                    <a:pt x="4545749" y="3600450"/>
                  </a:lnTo>
                  <a:lnTo>
                    <a:pt x="4545749" y="3590925"/>
                  </a:lnTo>
                  <a:close/>
                </a:path>
                <a:path w="11430000" h="3600450">
                  <a:moveTo>
                    <a:pt x="4582960" y="0"/>
                  </a:moveTo>
                  <a:lnTo>
                    <a:pt x="4554385" y="0"/>
                  </a:lnTo>
                  <a:lnTo>
                    <a:pt x="4554385" y="9525"/>
                  </a:lnTo>
                  <a:lnTo>
                    <a:pt x="4582960" y="9525"/>
                  </a:lnTo>
                  <a:lnTo>
                    <a:pt x="4582960" y="0"/>
                  </a:lnTo>
                  <a:close/>
                </a:path>
                <a:path w="11430000" h="3600450">
                  <a:moveTo>
                    <a:pt x="4593387" y="3590925"/>
                  </a:moveTo>
                  <a:lnTo>
                    <a:pt x="4564812" y="3590925"/>
                  </a:lnTo>
                  <a:lnTo>
                    <a:pt x="4564812" y="3600450"/>
                  </a:lnTo>
                  <a:lnTo>
                    <a:pt x="4593387" y="3600450"/>
                  </a:lnTo>
                  <a:lnTo>
                    <a:pt x="4593387" y="3590925"/>
                  </a:lnTo>
                  <a:close/>
                </a:path>
                <a:path w="11430000" h="3600450">
                  <a:moveTo>
                    <a:pt x="4630598" y="0"/>
                  </a:moveTo>
                  <a:lnTo>
                    <a:pt x="4602023" y="0"/>
                  </a:lnTo>
                  <a:lnTo>
                    <a:pt x="4602023" y="9525"/>
                  </a:lnTo>
                  <a:lnTo>
                    <a:pt x="4630598" y="9525"/>
                  </a:lnTo>
                  <a:lnTo>
                    <a:pt x="4630598" y="0"/>
                  </a:lnTo>
                  <a:close/>
                </a:path>
                <a:path w="11430000" h="3600450">
                  <a:moveTo>
                    <a:pt x="4641024" y="3590925"/>
                  </a:moveTo>
                  <a:lnTo>
                    <a:pt x="4612449" y="3590925"/>
                  </a:lnTo>
                  <a:lnTo>
                    <a:pt x="4612449" y="3600450"/>
                  </a:lnTo>
                  <a:lnTo>
                    <a:pt x="4641024" y="3600450"/>
                  </a:lnTo>
                  <a:lnTo>
                    <a:pt x="4641024" y="3590925"/>
                  </a:lnTo>
                  <a:close/>
                </a:path>
                <a:path w="11430000" h="3600450">
                  <a:moveTo>
                    <a:pt x="4678235" y="0"/>
                  </a:moveTo>
                  <a:lnTo>
                    <a:pt x="4649660" y="0"/>
                  </a:lnTo>
                  <a:lnTo>
                    <a:pt x="4649660" y="9525"/>
                  </a:lnTo>
                  <a:lnTo>
                    <a:pt x="4678235" y="9525"/>
                  </a:lnTo>
                  <a:lnTo>
                    <a:pt x="4678235" y="0"/>
                  </a:lnTo>
                  <a:close/>
                </a:path>
                <a:path w="11430000" h="3600450">
                  <a:moveTo>
                    <a:pt x="4688662" y="3590925"/>
                  </a:moveTo>
                  <a:lnTo>
                    <a:pt x="4660087" y="3590925"/>
                  </a:lnTo>
                  <a:lnTo>
                    <a:pt x="4660087" y="3600450"/>
                  </a:lnTo>
                  <a:lnTo>
                    <a:pt x="4688662" y="3600450"/>
                  </a:lnTo>
                  <a:lnTo>
                    <a:pt x="4688662" y="3590925"/>
                  </a:lnTo>
                  <a:close/>
                </a:path>
                <a:path w="11430000" h="3600450">
                  <a:moveTo>
                    <a:pt x="4725873" y="0"/>
                  </a:moveTo>
                  <a:lnTo>
                    <a:pt x="4697298" y="0"/>
                  </a:lnTo>
                  <a:lnTo>
                    <a:pt x="4697298" y="9525"/>
                  </a:lnTo>
                  <a:lnTo>
                    <a:pt x="4725873" y="9525"/>
                  </a:lnTo>
                  <a:lnTo>
                    <a:pt x="4725873" y="0"/>
                  </a:lnTo>
                  <a:close/>
                </a:path>
                <a:path w="11430000" h="3600450">
                  <a:moveTo>
                    <a:pt x="4736300" y="3590925"/>
                  </a:moveTo>
                  <a:lnTo>
                    <a:pt x="4707725" y="3590925"/>
                  </a:lnTo>
                  <a:lnTo>
                    <a:pt x="4707725" y="3600450"/>
                  </a:lnTo>
                  <a:lnTo>
                    <a:pt x="4736300" y="3600450"/>
                  </a:lnTo>
                  <a:lnTo>
                    <a:pt x="4736300" y="3590925"/>
                  </a:lnTo>
                  <a:close/>
                </a:path>
                <a:path w="11430000" h="3600450">
                  <a:moveTo>
                    <a:pt x="4773523" y="0"/>
                  </a:moveTo>
                  <a:lnTo>
                    <a:pt x="4744948" y="0"/>
                  </a:lnTo>
                  <a:lnTo>
                    <a:pt x="4744948" y="9525"/>
                  </a:lnTo>
                  <a:lnTo>
                    <a:pt x="4773523" y="9525"/>
                  </a:lnTo>
                  <a:lnTo>
                    <a:pt x="4773523" y="0"/>
                  </a:lnTo>
                  <a:close/>
                </a:path>
                <a:path w="11430000" h="3600450">
                  <a:moveTo>
                    <a:pt x="4783950" y="3590925"/>
                  </a:moveTo>
                  <a:lnTo>
                    <a:pt x="4755375" y="3590925"/>
                  </a:lnTo>
                  <a:lnTo>
                    <a:pt x="4755375" y="3600450"/>
                  </a:lnTo>
                  <a:lnTo>
                    <a:pt x="4783950" y="3600450"/>
                  </a:lnTo>
                  <a:lnTo>
                    <a:pt x="4783950" y="3590925"/>
                  </a:lnTo>
                  <a:close/>
                </a:path>
                <a:path w="11430000" h="3600450">
                  <a:moveTo>
                    <a:pt x="4821161" y="0"/>
                  </a:moveTo>
                  <a:lnTo>
                    <a:pt x="4792586" y="0"/>
                  </a:lnTo>
                  <a:lnTo>
                    <a:pt x="4792586" y="9525"/>
                  </a:lnTo>
                  <a:lnTo>
                    <a:pt x="4821161" y="9525"/>
                  </a:lnTo>
                  <a:lnTo>
                    <a:pt x="4821161" y="0"/>
                  </a:lnTo>
                  <a:close/>
                </a:path>
                <a:path w="11430000" h="3600450">
                  <a:moveTo>
                    <a:pt x="4831588" y="3590925"/>
                  </a:moveTo>
                  <a:lnTo>
                    <a:pt x="4803013" y="3590925"/>
                  </a:lnTo>
                  <a:lnTo>
                    <a:pt x="4803013" y="3600450"/>
                  </a:lnTo>
                  <a:lnTo>
                    <a:pt x="4831588" y="3600450"/>
                  </a:lnTo>
                  <a:lnTo>
                    <a:pt x="4831588" y="3590925"/>
                  </a:lnTo>
                  <a:close/>
                </a:path>
                <a:path w="11430000" h="3600450">
                  <a:moveTo>
                    <a:pt x="4868799" y="0"/>
                  </a:moveTo>
                  <a:lnTo>
                    <a:pt x="4840224" y="0"/>
                  </a:lnTo>
                  <a:lnTo>
                    <a:pt x="4840224" y="9525"/>
                  </a:lnTo>
                  <a:lnTo>
                    <a:pt x="4868799" y="9525"/>
                  </a:lnTo>
                  <a:lnTo>
                    <a:pt x="4868799" y="0"/>
                  </a:lnTo>
                  <a:close/>
                </a:path>
                <a:path w="11430000" h="3600450">
                  <a:moveTo>
                    <a:pt x="4879225" y="3590925"/>
                  </a:moveTo>
                  <a:lnTo>
                    <a:pt x="4850650" y="3590925"/>
                  </a:lnTo>
                  <a:lnTo>
                    <a:pt x="4850650" y="3600450"/>
                  </a:lnTo>
                  <a:lnTo>
                    <a:pt x="4879225" y="3600450"/>
                  </a:lnTo>
                  <a:lnTo>
                    <a:pt x="4879225" y="3590925"/>
                  </a:lnTo>
                  <a:close/>
                </a:path>
                <a:path w="11430000" h="3600450">
                  <a:moveTo>
                    <a:pt x="4916436" y="0"/>
                  </a:moveTo>
                  <a:lnTo>
                    <a:pt x="4887861" y="0"/>
                  </a:lnTo>
                  <a:lnTo>
                    <a:pt x="4887861" y="9525"/>
                  </a:lnTo>
                  <a:lnTo>
                    <a:pt x="4916436" y="9525"/>
                  </a:lnTo>
                  <a:lnTo>
                    <a:pt x="4916436" y="0"/>
                  </a:lnTo>
                  <a:close/>
                </a:path>
                <a:path w="11430000" h="3600450">
                  <a:moveTo>
                    <a:pt x="4926863" y="3590925"/>
                  </a:moveTo>
                  <a:lnTo>
                    <a:pt x="4898288" y="3590925"/>
                  </a:lnTo>
                  <a:lnTo>
                    <a:pt x="4898288" y="3600450"/>
                  </a:lnTo>
                  <a:lnTo>
                    <a:pt x="4926863" y="3600450"/>
                  </a:lnTo>
                  <a:lnTo>
                    <a:pt x="4926863" y="3590925"/>
                  </a:lnTo>
                  <a:close/>
                </a:path>
                <a:path w="11430000" h="3600450">
                  <a:moveTo>
                    <a:pt x="4964074" y="0"/>
                  </a:moveTo>
                  <a:lnTo>
                    <a:pt x="4935499" y="0"/>
                  </a:lnTo>
                  <a:lnTo>
                    <a:pt x="4935499" y="9525"/>
                  </a:lnTo>
                  <a:lnTo>
                    <a:pt x="4964074" y="9525"/>
                  </a:lnTo>
                  <a:lnTo>
                    <a:pt x="4964074" y="0"/>
                  </a:lnTo>
                  <a:close/>
                </a:path>
                <a:path w="11430000" h="3600450">
                  <a:moveTo>
                    <a:pt x="4974514" y="3590925"/>
                  </a:moveTo>
                  <a:lnTo>
                    <a:pt x="4945926" y="3590925"/>
                  </a:lnTo>
                  <a:lnTo>
                    <a:pt x="4945926" y="3600450"/>
                  </a:lnTo>
                  <a:lnTo>
                    <a:pt x="4974514" y="3600450"/>
                  </a:lnTo>
                  <a:lnTo>
                    <a:pt x="4974514" y="3590925"/>
                  </a:lnTo>
                  <a:close/>
                </a:path>
                <a:path w="11430000" h="3600450">
                  <a:moveTo>
                    <a:pt x="5011712" y="0"/>
                  </a:moveTo>
                  <a:lnTo>
                    <a:pt x="4983137" y="0"/>
                  </a:lnTo>
                  <a:lnTo>
                    <a:pt x="4983137" y="9525"/>
                  </a:lnTo>
                  <a:lnTo>
                    <a:pt x="5011712" y="9525"/>
                  </a:lnTo>
                  <a:lnTo>
                    <a:pt x="5011712" y="0"/>
                  </a:lnTo>
                  <a:close/>
                </a:path>
                <a:path w="11430000" h="3600450">
                  <a:moveTo>
                    <a:pt x="5022151" y="3590925"/>
                  </a:moveTo>
                  <a:lnTo>
                    <a:pt x="4993576" y="3590925"/>
                  </a:lnTo>
                  <a:lnTo>
                    <a:pt x="4993576" y="3600450"/>
                  </a:lnTo>
                  <a:lnTo>
                    <a:pt x="5022151" y="3600450"/>
                  </a:lnTo>
                  <a:lnTo>
                    <a:pt x="5022151" y="3590925"/>
                  </a:lnTo>
                  <a:close/>
                </a:path>
                <a:path w="11430000" h="3600450">
                  <a:moveTo>
                    <a:pt x="5059362" y="0"/>
                  </a:moveTo>
                  <a:lnTo>
                    <a:pt x="5030787" y="0"/>
                  </a:lnTo>
                  <a:lnTo>
                    <a:pt x="5030787" y="9525"/>
                  </a:lnTo>
                  <a:lnTo>
                    <a:pt x="5059362" y="9525"/>
                  </a:lnTo>
                  <a:lnTo>
                    <a:pt x="5059362" y="0"/>
                  </a:lnTo>
                  <a:close/>
                </a:path>
                <a:path w="11430000" h="3600450">
                  <a:moveTo>
                    <a:pt x="5069789" y="3590925"/>
                  </a:moveTo>
                  <a:lnTo>
                    <a:pt x="5041214" y="3590925"/>
                  </a:lnTo>
                  <a:lnTo>
                    <a:pt x="5041214" y="3600450"/>
                  </a:lnTo>
                  <a:lnTo>
                    <a:pt x="5069789" y="3600450"/>
                  </a:lnTo>
                  <a:lnTo>
                    <a:pt x="5069789" y="3590925"/>
                  </a:lnTo>
                  <a:close/>
                </a:path>
                <a:path w="11430000" h="3600450">
                  <a:moveTo>
                    <a:pt x="5107000" y="0"/>
                  </a:moveTo>
                  <a:lnTo>
                    <a:pt x="5078425" y="0"/>
                  </a:lnTo>
                  <a:lnTo>
                    <a:pt x="5078425" y="9525"/>
                  </a:lnTo>
                  <a:lnTo>
                    <a:pt x="5107000" y="9525"/>
                  </a:lnTo>
                  <a:lnTo>
                    <a:pt x="5107000" y="0"/>
                  </a:lnTo>
                  <a:close/>
                </a:path>
                <a:path w="11430000" h="3600450">
                  <a:moveTo>
                    <a:pt x="5117427" y="3590925"/>
                  </a:moveTo>
                  <a:lnTo>
                    <a:pt x="5088852" y="3590925"/>
                  </a:lnTo>
                  <a:lnTo>
                    <a:pt x="5088852" y="3600450"/>
                  </a:lnTo>
                  <a:lnTo>
                    <a:pt x="5117427" y="3600450"/>
                  </a:lnTo>
                  <a:lnTo>
                    <a:pt x="5117427" y="3590925"/>
                  </a:lnTo>
                  <a:close/>
                </a:path>
                <a:path w="11430000" h="3600450">
                  <a:moveTo>
                    <a:pt x="5154638" y="0"/>
                  </a:moveTo>
                  <a:lnTo>
                    <a:pt x="5126063" y="0"/>
                  </a:lnTo>
                  <a:lnTo>
                    <a:pt x="5126063" y="9525"/>
                  </a:lnTo>
                  <a:lnTo>
                    <a:pt x="5154638" y="9525"/>
                  </a:lnTo>
                  <a:lnTo>
                    <a:pt x="5154638" y="0"/>
                  </a:lnTo>
                  <a:close/>
                </a:path>
                <a:path w="11430000" h="3600450">
                  <a:moveTo>
                    <a:pt x="5165064" y="3590925"/>
                  </a:moveTo>
                  <a:lnTo>
                    <a:pt x="5136489" y="3590925"/>
                  </a:lnTo>
                  <a:lnTo>
                    <a:pt x="5136489" y="3600450"/>
                  </a:lnTo>
                  <a:lnTo>
                    <a:pt x="5165064" y="3600450"/>
                  </a:lnTo>
                  <a:lnTo>
                    <a:pt x="5165064" y="3590925"/>
                  </a:lnTo>
                  <a:close/>
                </a:path>
                <a:path w="11430000" h="3600450">
                  <a:moveTo>
                    <a:pt x="5202275" y="0"/>
                  </a:moveTo>
                  <a:lnTo>
                    <a:pt x="5173700" y="0"/>
                  </a:lnTo>
                  <a:lnTo>
                    <a:pt x="5173700" y="9525"/>
                  </a:lnTo>
                  <a:lnTo>
                    <a:pt x="5202275" y="9525"/>
                  </a:lnTo>
                  <a:lnTo>
                    <a:pt x="5202275" y="0"/>
                  </a:lnTo>
                  <a:close/>
                </a:path>
                <a:path w="11430000" h="3600450">
                  <a:moveTo>
                    <a:pt x="5212715" y="3590925"/>
                  </a:moveTo>
                  <a:lnTo>
                    <a:pt x="5184140" y="3590925"/>
                  </a:lnTo>
                  <a:lnTo>
                    <a:pt x="5184140" y="3600450"/>
                  </a:lnTo>
                  <a:lnTo>
                    <a:pt x="5212715" y="3600450"/>
                  </a:lnTo>
                  <a:lnTo>
                    <a:pt x="5212715" y="3590925"/>
                  </a:lnTo>
                  <a:close/>
                </a:path>
                <a:path w="11430000" h="3600450">
                  <a:moveTo>
                    <a:pt x="5249913" y="0"/>
                  </a:moveTo>
                  <a:lnTo>
                    <a:pt x="5221338" y="0"/>
                  </a:lnTo>
                  <a:lnTo>
                    <a:pt x="5221338" y="9525"/>
                  </a:lnTo>
                  <a:lnTo>
                    <a:pt x="5249913" y="9525"/>
                  </a:lnTo>
                  <a:lnTo>
                    <a:pt x="5249913" y="0"/>
                  </a:lnTo>
                  <a:close/>
                </a:path>
                <a:path w="11430000" h="3600450">
                  <a:moveTo>
                    <a:pt x="5260352" y="3590925"/>
                  </a:moveTo>
                  <a:lnTo>
                    <a:pt x="5231777" y="3590925"/>
                  </a:lnTo>
                  <a:lnTo>
                    <a:pt x="5231777" y="3600450"/>
                  </a:lnTo>
                  <a:lnTo>
                    <a:pt x="5260352" y="3600450"/>
                  </a:lnTo>
                  <a:lnTo>
                    <a:pt x="5260352" y="3590925"/>
                  </a:lnTo>
                  <a:close/>
                </a:path>
                <a:path w="11430000" h="3600450">
                  <a:moveTo>
                    <a:pt x="5297563" y="0"/>
                  </a:moveTo>
                  <a:lnTo>
                    <a:pt x="5268988" y="0"/>
                  </a:lnTo>
                  <a:lnTo>
                    <a:pt x="5268988" y="9525"/>
                  </a:lnTo>
                  <a:lnTo>
                    <a:pt x="5297563" y="9525"/>
                  </a:lnTo>
                  <a:lnTo>
                    <a:pt x="5297563" y="0"/>
                  </a:lnTo>
                  <a:close/>
                </a:path>
                <a:path w="11430000" h="3600450">
                  <a:moveTo>
                    <a:pt x="5307990" y="3590925"/>
                  </a:moveTo>
                  <a:lnTo>
                    <a:pt x="5279415" y="3590925"/>
                  </a:lnTo>
                  <a:lnTo>
                    <a:pt x="5279415" y="3600450"/>
                  </a:lnTo>
                  <a:lnTo>
                    <a:pt x="5307990" y="3600450"/>
                  </a:lnTo>
                  <a:lnTo>
                    <a:pt x="5307990" y="3590925"/>
                  </a:lnTo>
                  <a:close/>
                </a:path>
                <a:path w="11430000" h="3600450">
                  <a:moveTo>
                    <a:pt x="5345201" y="0"/>
                  </a:moveTo>
                  <a:lnTo>
                    <a:pt x="5316626" y="0"/>
                  </a:lnTo>
                  <a:lnTo>
                    <a:pt x="5316626" y="9525"/>
                  </a:lnTo>
                  <a:lnTo>
                    <a:pt x="5345201" y="9525"/>
                  </a:lnTo>
                  <a:lnTo>
                    <a:pt x="5345201" y="0"/>
                  </a:lnTo>
                  <a:close/>
                </a:path>
                <a:path w="11430000" h="3600450">
                  <a:moveTo>
                    <a:pt x="5355628" y="3590925"/>
                  </a:moveTo>
                  <a:lnTo>
                    <a:pt x="5327053" y="3590925"/>
                  </a:lnTo>
                  <a:lnTo>
                    <a:pt x="5327053" y="3600450"/>
                  </a:lnTo>
                  <a:lnTo>
                    <a:pt x="5355628" y="3600450"/>
                  </a:lnTo>
                  <a:lnTo>
                    <a:pt x="5355628" y="3590925"/>
                  </a:lnTo>
                  <a:close/>
                </a:path>
                <a:path w="11430000" h="3600450">
                  <a:moveTo>
                    <a:pt x="5392839" y="0"/>
                  </a:moveTo>
                  <a:lnTo>
                    <a:pt x="5364264" y="0"/>
                  </a:lnTo>
                  <a:lnTo>
                    <a:pt x="5364264" y="9525"/>
                  </a:lnTo>
                  <a:lnTo>
                    <a:pt x="5392839" y="9525"/>
                  </a:lnTo>
                  <a:lnTo>
                    <a:pt x="5392839" y="0"/>
                  </a:lnTo>
                  <a:close/>
                </a:path>
                <a:path w="11430000" h="3600450">
                  <a:moveTo>
                    <a:pt x="5403266" y="3590925"/>
                  </a:moveTo>
                  <a:lnTo>
                    <a:pt x="5374691" y="3590925"/>
                  </a:lnTo>
                  <a:lnTo>
                    <a:pt x="5374691" y="3600450"/>
                  </a:lnTo>
                  <a:lnTo>
                    <a:pt x="5403266" y="3600450"/>
                  </a:lnTo>
                  <a:lnTo>
                    <a:pt x="5403266" y="3590925"/>
                  </a:lnTo>
                  <a:close/>
                </a:path>
                <a:path w="11430000" h="3600450">
                  <a:moveTo>
                    <a:pt x="5440477" y="0"/>
                  </a:moveTo>
                  <a:lnTo>
                    <a:pt x="5411902" y="0"/>
                  </a:lnTo>
                  <a:lnTo>
                    <a:pt x="5411902" y="9525"/>
                  </a:lnTo>
                  <a:lnTo>
                    <a:pt x="5440477" y="9525"/>
                  </a:lnTo>
                  <a:lnTo>
                    <a:pt x="5440477" y="0"/>
                  </a:lnTo>
                  <a:close/>
                </a:path>
                <a:path w="11430000" h="3600450">
                  <a:moveTo>
                    <a:pt x="5450903" y="3590925"/>
                  </a:moveTo>
                  <a:lnTo>
                    <a:pt x="5422328" y="3590925"/>
                  </a:lnTo>
                  <a:lnTo>
                    <a:pt x="5422328" y="3600450"/>
                  </a:lnTo>
                  <a:lnTo>
                    <a:pt x="5450903" y="3600450"/>
                  </a:lnTo>
                  <a:lnTo>
                    <a:pt x="5450903" y="3590925"/>
                  </a:lnTo>
                  <a:close/>
                </a:path>
                <a:path w="11430000" h="3600450">
                  <a:moveTo>
                    <a:pt x="5488114" y="0"/>
                  </a:moveTo>
                  <a:lnTo>
                    <a:pt x="5459539" y="0"/>
                  </a:lnTo>
                  <a:lnTo>
                    <a:pt x="5459539" y="9525"/>
                  </a:lnTo>
                  <a:lnTo>
                    <a:pt x="5488114" y="9525"/>
                  </a:lnTo>
                  <a:lnTo>
                    <a:pt x="5488114" y="0"/>
                  </a:lnTo>
                  <a:close/>
                </a:path>
                <a:path w="11430000" h="3600450">
                  <a:moveTo>
                    <a:pt x="5498554" y="3590925"/>
                  </a:moveTo>
                  <a:lnTo>
                    <a:pt x="5469979" y="3590925"/>
                  </a:lnTo>
                  <a:lnTo>
                    <a:pt x="5469979" y="3600450"/>
                  </a:lnTo>
                  <a:lnTo>
                    <a:pt x="5498554" y="3600450"/>
                  </a:lnTo>
                  <a:lnTo>
                    <a:pt x="5498554" y="3590925"/>
                  </a:lnTo>
                  <a:close/>
                </a:path>
                <a:path w="11430000" h="3600450">
                  <a:moveTo>
                    <a:pt x="5535765" y="0"/>
                  </a:moveTo>
                  <a:lnTo>
                    <a:pt x="5507190" y="0"/>
                  </a:lnTo>
                  <a:lnTo>
                    <a:pt x="5507190" y="9525"/>
                  </a:lnTo>
                  <a:lnTo>
                    <a:pt x="5535765" y="9525"/>
                  </a:lnTo>
                  <a:lnTo>
                    <a:pt x="5535765" y="0"/>
                  </a:lnTo>
                  <a:close/>
                </a:path>
                <a:path w="11430000" h="3600450">
                  <a:moveTo>
                    <a:pt x="5546191" y="3590925"/>
                  </a:moveTo>
                  <a:lnTo>
                    <a:pt x="5517616" y="3590925"/>
                  </a:lnTo>
                  <a:lnTo>
                    <a:pt x="5517616" y="3600450"/>
                  </a:lnTo>
                  <a:lnTo>
                    <a:pt x="5546191" y="3600450"/>
                  </a:lnTo>
                  <a:lnTo>
                    <a:pt x="5546191" y="3590925"/>
                  </a:lnTo>
                  <a:close/>
                </a:path>
                <a:path w="11430000" h="3600450">
                  <a:moveTo>
                    <a:pt x="5583402" y="0"/>
                  </a:moveTo>
                  <a:lnTo>
                    <a:pt x="5554827" y="0"/>
                  </a:lnTo>
                  <a:lnTo>
                    <a:pt x="5554827" y="9525"/>
                  </a:lnTo>
                  <a:lnTo>
                    <a:pt x="5583402" y="9525"/>
                  </a:lnTo>
                  <a:lnTo>
                    <a:pt x="5583402" y="0"/>
                  </a:lnTo>
                  <a:close/>
                </a:path>
                <a:path w="11430000" h="3600450">
                  <a:moveTo>
                    <a:pt x="5593829" y="3590925"/>
                  </a:moveTo>
                  <a:lnTo>
                    <a:pt x="5565254" y="3590925"/>
                  </a:lnTo>
                  <a:lnTo>
                    <a:pt x="5565254" y="3600450"/>
                  </a:lnTo>
                  <a:lnTo>
                    <a:pt x="5593829" y="3600450"/>
                  </a:lnTo>
                  <a:lnTo>
                    <a:pt x="5593829" y="3590925"/>
                  </a:lnTo>
                  <a:close/>
                </a:path>
                <a:path w="11430000" h="3600450">
                  <a:moveTo>
                    <a:pt x="5631040" y="0"/>
                  </a:moveTo>
                  <a:lnTo>
                    <a:pt x="5602465" y="0"/>
                  </a:lnTo>
                  <a:lnTo>
                    <a:pt x="5602465" y="9525"/>
                  </a:lnTo>
                  <a:lnTo>
                    <a:pt x="5631040" y="9525"/>
                  </a:lnTo>
                  <a:lnTo>
                    <a:pt x="5631040" y="0"/>
                  </a:lnTo>
                  <a:close/>
                </a:path>
                <a:path w="11430000" h="3600450">
                  <a:moveTo>
                    <a:pt x="5641467" y="3590925"/>
                  </a:moveTo>
                  <a:lnTo>
                    <a:pt x="5612892" y="3590925"/>
                  </a:lnTo>
                  <a:lnTo>
                    <a:pt x="5612892" y="3600450"/>
                  </a:lnTo>
                  <a:lnTo>
                    <a:pt x="5641467" y="3600450"/>
                  </a:lnTo>
                  <a:lnTo>
                    <a:pt x="5641467" y="3590925"/>
                  </a:lnTo>
                  <a:close/>
                </a:path>
                <a:path w="11430000" h="3600450">
                  <a:moveTo>
                    <a:pt x="5678678" y="0"/>
                  </a:moveTo>
                  <a:lnTo>
                    <a:pt x="5650103" y="0"/>
                  </a:lnTo>
                  <a:lnTo>
                    <a:pt x="5650103" y="9525"/>
                  </a:lnTo>
                  <a:lnTo>
                    <a:pt x="5678678" y="9525"/>
                  </a:lnTo>
                  <a:lnTo>
                    <a:pt x="5678678" y="0"/>
                  </a:lnTo>
                  <a:close/>
                </a:path>
                <a:path w="11430000" h="3600450">
                  <a:moveTo>
                    <a:pt x="5689104" y="3590925"/>
                  </a:moveTo>
                  <a:lnTo>
                    <a:pt x="5660529" y="3590925"/>
                  </a:lnTo>
                  <a:lnTo>
                    <a:pt x="5660529" y="3600450"/>
                  </a:lnTo>
                  <a:lnTo>
                    <a:pt x="5689104" y="3600450"/>
                  </a:lnTo>
                  <a:lnTo>
                    <a:pt x="5689104" y="3590925"/>
                  </a:lnTo>
                  <a:close/>
                </a:path>
                <a:path w="11430000" h="3600450">
                  <a:moveTo>
                    <a:pt x="5726315" y="0"/>
                  </a:moveTo>
                  <a:lnTo>
                    <a:pt x="5697740" y="0"/>
                  </a:lnTo>
                  <a:lnTo>
                    <a:pt x="5697740" y="9525"/>
                  </a:lnTo>
                  <a:lnTo>
                    <a:pt x="5726315" y="9525"/>
                  </a:lnTo>
                  <a:lnTo>
                    <a:pt x="5726315" y="0"/>
                  </a:lnTo>
                  <a:close/>
                </a:path>
                <a:path w="11430000" h="3600450">
                  <a:moveTo>
                    <a:pt x="5736755" y="3590925"/>
                  </a:moveTo>
                  <a:lnTo>
                    <a:pt x="5708180" y="3590925"/>
                  </a:lnTo>
                  <a:lnTo>
                    <a:pt x="5708180" y="3600450"/>
                  </a:lnTo>
                  <a:lnTo>
                    <a:pt x="5736755" y="3600450"/>
                  </a:lnTo>
                  <a:lnTo>
                    <a:pt x="5736755" y="3590925"/>
                  </a:lnTo>
                  <a:close/>
                </a:path>
                <a:path w="11430000" h="3600450">
                  <a:moveTo>
                    <a:pt x="5773966" y="0"/>
                  </a:moveTo>
                  <a:lnTo>
                    <a:pt x="5745391" y="0"/>
                  </a:lnTo>
                  <a:lnTo>
                    <a:pt x="5745391" y="9525"/>
                  </a:lnTo>
                  <a:lnTo>
                    <a:pt x="5773966" y="9525"/>
                  </a:lnTo>
                  <a:lnTo>
                    <a:pt x="5773966" y="0"/>
                  </a:lnTo>
                  <a:close/>
                </a:path>
                <a:path w="11430000" h="3600450">
                  <a:moveTo>
                    <a:pt x="5784393" y="3590925"/>
                  </a:moveTo>
                  <a:lnTo>
                    <a:pt x="5755818" y="3590925"/>
                  </a:lnTo>
                  <a:lnTo>
                    <a:pt x="5755818" y="3600450"/>
                  </a:lnTo>
                  <a:lnTo>
                    <a:pt x="5784393" y="3600450"/>
                  </a:lnTo>
                  <a:lnTo>
                    <a:pt x="5784393" y="3590925"/>
                  </a:lnTo>
                  <a:close/>
                </a:path>
                <a:path w="11430000" h="3600450">
                  <a:moveTo>
                    <a:pt x="5821604" y="0"/>
                  </a:moveTo>
                  <a:lnTo>
                    <a:pt x="5793029" y="0"/>
                  </a:lnTo>
                  <a:lnTo>
                    <a:pt x="5793029" y="9525"/>
                  </a:lnTo>
                  <a:lnTo>
                    <a:pt x="5821604" y="9525"/>
                  </a:lnTo>
                  <a:lnTo>
                    <a:pt x="5821604" y="0"/>
                  </a:lnTo>
                  <a:close/>
                </a:path>
                <a:path w="11430000" h="3600450">
                  <a:moveTo>
                    <a:pt x="5832030" y="3590925"/>
                  </a:moveTo>
                  <a:lnTo>
                    <a:pt x="5803455" y="3590925"/>
                  </a:lnTo>
                  <a:lnTo>
                    <a:pt x="5803455" y="3600450"/>
                  </a:lnTo>
                  <a:lnTo>
                    <a:pt x="5832030" y="3600450"/>
                  </a:lnTo>
                  <a:lnTo>
                    <a:pt x="5832030" y="3590925"/>
                  </a:lnTo>
                  <a:close/>
                </a:path>
                <a:path w="11430000" h="3600450">
                  <a:moveTo>
                    <a:pt x="5869241" y="0"/>
                  </a:moveTo>
                  <a:lnTo>
                    <a:pt x="5840666" y="0"/>
                  </a:lnTo>
                  <a:lnTo>
                    <a:pt x="5840666" y="9525"/>
                  </a:lnTo>
                  <a:lnTo>
                    <a:pt x="5869241" y="9525"/>
                  </a:lnTo>
                  <a:lnTo>
                    <a:pt x="5869241" y="0"/>
                  </a:lnTo>
                  <a:close/>
                </a:path>
                <a:path w="11430000" h="3600450">
                  <a:moveTo>
                    <a:pt x="5879668" y="3590925"/>
                  </a:moveTo>
                  <a:lnTo>
                    <a:pt x="5851093" y="3590925"/>
                  </a:lnTo>
                  <a:lnTo>
                    <a:pt x="5851093" y="3600450"/>
                  </a:lnTo>
                  <a:lnTo>
                    <a:pt x="5879668" y="3600450"/>
                  </a:lnTo>
                  <a:lnTo>
                    <a:pt x="5879668" y="3590925"/>
                  </a:lnTo>
                  <a:close/>
                </a:path>
                <a:path w="11430000" h="3600450">
                  <a:moveTo>
                    <a:pt x="5916879" y="0"/>
                  </a:moveTo>
                  <a:lnTo>
                    <a:pt x="5888304" y="0"/>
                  </a:lnTo>
                  <a:lnTo>
                    <a:pt x="5888304" y="9525"/>
                  </a:lnTo>
                  <a:lnTo>
                    <a:pt x="5916879" y="9525"/>
                  </a:lnTo>
                  <a:lnTo>
                    <a:pt x="5916879" y="0"/>
                  </a:lnTo>
                  <a:close/>
                </a:path>
                <a:path w="11430000" h="3600450">
                  <a:moveTo>
                    <a:pt x="5927306" y="3590925"/>
                  </a:moveTo>
                  <a:lnTo>
                    <a:pt x="5898731" y="3590925"/>
                  </a:lnTo>
                  <a:lnTo>
                    <a:pt x="5898731" y="3600450"/>
                  </a:lnTo>
                  <a:lnTo>
                    <a:pt x="5927306" y="3600450"/>
                  </a:lnTo>
                  <a:lnTo>
                    <a:pt x="5927306" y="3590925"/>
                  </a:lnTo>
                  <a:close/>
                </a:path>
                <a:path w="11430000" h="3600450">
                  <a:moveTo>
                    <a:pt x="5964517" y="0"/>
                  </a:moveTo>
                  <a:lnTo>
                    <a:pt x="5935942" y="0"/>
                  </a:lnTo>
                  <a:lnTo>
                    <a:pt x="5935942" y="9525"/>
                  </a:lnTo>
                  <a:lnTo>
                    <a:pt x="5964517" y="9525"/>
                  </a:lnTo>
                  <a:lnTo>
                    <a:pt x="5964517" y="0"/>
                  </a:lnTo>
                  <a:close/>
                </a:path>
                <a:path w="11430000" h="3600450">
                  <a:moveTo>
                    <a:pt x="5974956" y="3590925"/>
                  </a:moveTo>
                  <a:lnTo>
                    <a:pt x="5946381" y="3590925"/>
                  </a:lnTo>
                  <a:lnTo>
                    <a:pt x="5946381" y="3600450"/>
                  </a:lnTo>
                  <a:lnTo>
                    <a:pt x="5974956" y="3600450"/>
                  </a:lnTo>
                  <a:lnTo>
                    <a:pt x="5974956" y="3590925"/>
                  </a:lnTo>
                  <a:close/>
                </a:path>
                <a:path w="11430000" h="3600450">
                  <a:moveTo>
                    <a:pt x="6012167" y="0"/>
                  </a:moveTo>
                  <a:lnTo>
                    <a:pt x="5983592" y="0"/>
                  </a:lnTo>
                  <a:lnTo>
                    <a:pt x="5983592" y="9525"/>
                  </a:lnTo>
                  <a:lnTo>
                    <a:pt x="6012167" y="9525"/>
                  </a:lnTo>
                  <a:lnTo>
                    <a:pt x="6012167" y="0"/>
                  </a:lnTo>
                  <a:close/>
                </a:path>
                <a:path w="11430000" h="3600450">
                  <a:moveTo>
                    <a:pt x="6022594" y="3590925"/>
                  </a:moveTo>
                  <a:lnTo>
                    <a:pt x="5994019" y="3590925"/>
                  </a:lnTo>
                  <a:lnTo>
                    <a:pt x="5994019" y="3600450"/>
                  </a:lnTo>
                  <a:lnTo>
                    <a:pt x="6022594" y="3600450"/>
                  </a:lnTo>
                  <a:lnTo>
                    <a:pt x="6022594" y="3590925"/>
                  </a:lnTo>
                  <a:close/>
                </a:path>
                <a:path w="11430000" h="3600450">
                  <a:moveTo>
                    <a:pt x="6059805" y="0"/>
                  </a:moveTo>
                  <a:lnTo>
                    <a:pt x="6031230" y="0"/>
                  </a:lnTo>
                  <a:lnTo>
                    <a:pt x="6031230" y="9525"/>
                  </a:lnTo>
                  <a:lnTo>
                    <a:pt x="6059805" y="9525"/>
                  </a:lnTo>
                  <a:lnTo>
                    <a:pt x="6059805" y="0"/>
                  </a:lnTo>
                  <a:close/>
                </a:path>
                <a:path w="11430000" h="3600450">
                  <a:moveTo>
                    <a:pt x="6070231" y="3590925"/>
                  </a:moveTo>
                  <a:lnTo>
                    <a:pt x="6041656" y="3590925"/>
                  </a:lnTo>
                  <a:lnTo>
                    <a:pt x="6041656" y="3600450"/>
                  </a:lnTo>
                  <a:lnTo>
                    <a:pt x="6070231" y="3600450"/>
                  </a:lnTo>
                  <a:lnTo>
                    <a:pt x="6070231" y="3590925"/>
                  </a:lnTo>
                  <a:close/>
                </a:path>
                <a:path w="11430000" h="3600450">
                  <a:moveTo>
                    <a:pt x="6107442" y="0"/>
                  </a:moveTo>
                  <a:lnTo>
                    <a:pt x="6078867" y="0"/>
                  </a:lnTo>
                  <a:lnTo>
                    <a:pt x="6078867" y="9525"/>
                  </a:lnTo>
                  <a:lnTo>
                    <a:pt x="6107442" y="9525"/>
                  </a:lnTo>
                  <a:lnTo>
                    <a:pt x="6107442" y="0"/>
                  </a:lnTo>
                  <a:close/>
                </a:path>
                <a:path w="11430000" h="3600450">
                  <a:moveTo>
                    <a:pt x="6117869" y="3590925"/>
                  </a:moveTo>
                  <a:lnTo>
                    <a:pt x="6089294" y="3590925"/>
                  </a:lnTo>
                  <a:lnTo>
                    <a:pt x="6089294" y="3600450"/>
                  </a:lnTo>
                  <a:lnTo>
                    <a:pt x="6117869" y="3600450"/>
                  </a:lnTo>
                  <a:lnTo>
                    <a:pt x="6117869" y="3590925"/>
                  </a:lnTo>
                  <a:close/>
                </a:path>
                <a:path w="11430000" h="3600450">
                  <a:moveTo>
                    <a:pt x="6155080" y="0"/>
                  </a:moveTo>
                  <a:lnTo>
                    <a:pt x="6126505" y="0"/>
                  </a:lnTo>
                  <a:lnTo>
                    <a:pt x="6126505" y="9525"/>
                  </a:lnTo>
                  <a:lnTo>
                    <a:pt x="6155080" y="9525"/>
                  </a:lnTo>
                  <a:lnTo>
                    <a:pt x="6155080" y="0"/>
                  </a:lnTo>
                  <a:close/>
                </a:path>
                <a:path w="11430000" h="3600450">
                  <a:moveTo>
                    <a:pt x="6165507" y="3590925"/>
                  </a:moveTo>
                  <a:lnTo>
                    <a:pt x="6136932" y="3590925"/>
                  </a:lnTo>
                  <a:lnTo>
                    <a:pt x="6136932" y="3600450"/>
                  </a:lnTo>
                  <a:lnTo>
                    <a:pt x="6165507" y="3600450"/>
                  </a:lnTo>
                  <a:lnTo>
                    <a:pt x="6165507" y="3590925"/>
                  </a:lnTo>
                  <a:close/>
                </a:path>
                <a:path w="11430000" h="3600450">
                  <a:moveTo>
                    <a:pt x="6202718" y="0"/>
                  </a:moveTo>
                  <a:lnTo>
                    <a:pt x="6174143" y="0"/>
                  </a:lnTo>
                  <a:lnTo>
                    <a:pt x="6174143" y="9525"/>
                  </a:lnTo>
                  <a:lnTo>
                    <a:pt x="6202718" y="9525"/>
                  </a:lnTo>
                  <a:lnTo>
                    <a:pt x="6202718" y="0"/>
                  </a:lnTo>
                  <a:close/>
                </a:path>
                <a:path w="11430000" h="3600450">
                  <a:moveTo>
                    <a:pt x="6213157" y="3590925"/>
                  </a:moveTo>
                  <a:lnTo>
                    <a:pt x="6184582" y="3590925"/>
                  </a:lnTo>
                  <a:lnTo>
                    <a:pt x="6184582" y="3600450"/>
                  </a:lnTo>
                  <a:lnTo>
                    <a:pt x="6213157" y="3600450"/>
                  </a:lnTo>
                  <a:lnTo>
                    <a:pt x="6213157" y="3590925"/>
                  </a:lnTo>
                  <a:close/>
                </a:path>
                <a:path w="11430000" h="3600450">
                  <a:moveTo>
                    <a:pt x="6250368" y="0"/>
                  </a:moveTo>
                  <a:lnTo>
                    <a:pt x="6221793" y="0"/>
                  </a:lnTo>
                  <a:lnTo>
                    <a:pt x="6221793" y="9525"/>
                  </a:lnTo>
                  <a:lnTo>
                    <a:pt x="6250368" y="9525"/>
                  </a:lnTo>
                  <a:lnTo>
                    <a:pt x="6250368" y="0"/>
                  </a:lnTo>
                  <a:close/>
                </a:path>
                <a:path w="11430000" h="3600450">
                  <a:moveTo>
                    <a:pt x="6260795" y="3590925"/>
                  </a:moveTo>
                  <a:lnTo>
                    <a:pt x="6232220" y="3590925"/>
                  </a:lnTo>
                  <a:lnTo>
                    <a:pt x="6232220" y="3600450"/>
                  </a:lnTo>
                  <a:lnTo>
                    <a:pt x="6260795" y="3600450"/>
                  </a:lnTo>
                  <a:lnTo>
                    <a:pt x="6260795" y="3590925"/>
                  </a:lnTo>
                  <a:close/>
                </a:path>
                <a:path w="11430000" h="3600450">
                  <a:moveTo>
                    <a:pt x="6298006" y="0"/>
                  </a:moveTo>
                  <a:lnTo>
                    <a:pt x="6269431" y="0"/>
                  </a:lnTo>
                  <a:lnTo>
                    <a:pt x="6269431" y="9525"/>
                  </a:lnTo>
                  <a:lnTo>
                    <a:pt x="6298006" y="9525"/>
                  </a:lnTo>
                  <a:lnTo>
                    <a:pt x="6298006" y="0"/>
                  </a:lnTo>
                  <a:close/>
                </a:path>
                <a:path w="11430000" h="3600450">
                  <a:moveTo>
                    <a:pt x="6308433" y="3590925"/>
                  </a:moveTo>
                  <a:lnTo>
                    <a:pt x="6279858" y="3590925"/>
                  </a:lnTo>
                  <a:lnTo>
                    <a:pt x="6279858" y="3600450"/>
                  </a:lnTo>
                  <a:lnTo>
                    <a:pt x="6308433" y="3600450"/>
                  </a:lnTo>
                  <a:lnTo>
                    <a:pt x="6308433" y="3590925"/>
                  </a:lnTo>
                  <a:close/>
                </a:path>
                <a:path w="11430000" h="3600450">
                  <a:moveTo>
                    <a:pt x="6345644" y="0"/>
                  </a:moveTo>
                  <a:lnTo>
                    <a:pt x="6317069" y="0"/>
                  </a:lnTo>
                  <a:lnTo>
                    <a:pt x="6317069" y="9525"/>
                  </a:lnTo>
                  <a:lnTo>
                    <a:pt x="6345644" y="9525"/>
                  </a:lnTo>
                  <a:lnTo>
                    <a:pt x="6345644" y="0"/>
                  </a:lnTo>
                  <a:close/>
                </a:path>
                <a:path w="11430000" h="3600450">
                  <a:moveTo>
                    <a:pt x="6356070" y="3590925"/>
                  </a:moveTo>
                  <a:lnTo>
                    <a:pt x="6327495" y="3590925"/>
                  </a:lnTo>
                  <a:lnTo>
                    <a:pt x="6327495" y="3600450"/>
                  </a:lnTo>
                  <a:lnTo>
                    <a:pt x="6356070" y="3600450"/>
                  </a:lnTo>
                  <a:lnTo>
                    <a:pt x="6356070" y="3590925"/>
                  </a:lnTo>
                  <a:close/>
                </a:path>
                <a:path w="11430000" h="3600450">
                  <a:moveTo>
                    <a:pt x="6393281" y="0"/>
                  </a:moveTo>
                  <a:lnTo>
                    <a:pt x="6364706" y="0"/>
                  </a:lnTo>
                  <a:lnTo>
                    <a:pt x="6364706" y="9525"/>
                  </a:lnTo>
                  <a:lnTo>
                    <a:pt x="6393281" y="9525"/>
                  </a:lnTo>
                  <a:lnTo>
                    <a:pt x="6393281" y="0"/>
                  </a:lnTo>
                  <a:close/>
                </a:path>
                <a:path w="11430000" h="3600450">
                  <a:moveTo>
                    <a:pt x="6403708" y="3590925"/>
                  </a:moveTo>
                  <a:lnTo>
                    <a:pt x="6375133" y="3590925"/>
                  </a:lnTo>
                  <a:lnTo>
                    <a:pt x="6375133" y="3600450"/>
                  </a:lnTo>
                  <a:lnTo>
                    <a:pt x="6403708" y="3600450"/>
                  </a:lnTo>
                  <a:lnTo>
                    <a:pt x="6403708" y="3590925"/>
                  </a:lnTo>
                  <a:close/>
                </a:path>
                <a:path w="11430000" h="3600450">
                  <a:moveTo>
                    <a:pt x="6440919" y="0"/>
                  </a:moveTo>
                  <a:lnTo>
                    <a:pt x="6412344" y="0"/>
                  </a:lnTo>
                  <a:lnTo>
                    <a:pt x="6412344" y="9525"/>
                  </a:lnTo>
                  <a:lnTo>
                    <a:pt x="6440919" y="9525"/>
                  </a:lnTo>
                  <a:lnTo>
                    <a:pt x="6440919" y="0"/>
                  </a:lnTo>
                  <a:close/>
                </a:path>
                <a:path w="11430000" h="3600450">
                  <a:moveTo>
                    <a:pt x="6451359" y="3590925"/>
                  </a:moveTo>
                  <a:lnTo>
                    <a:pt x="6422784" y="3590925"/>
                  </a:lnTo>
                  <a:lnTo>
                    <a:pt x="6422784" y="3600450"/>
                  </a:lnTo>
                  <a:lnTo>
                    <a:pt x="6451359" y="3600450"/>
                  </a:lnTo>
                  <a:lnTo>
                    <a:pt x="6451359" y="3590925"/>
                  </a:lnTo>
                  <a:close/>
                </a:path>
                <a:path w="11430000" h="3600450">
                  <a:moveTo>
                    <a:pt x="6488570" y="0"/>
                  </a:moveTo>
                  <a:lnTo>
                    <a:pt x="6459995" y="0"/>
                  </a:lnTo>
                  <a:lnTo>
                    <a:pt x="6459995" y="9525"/>
                  </a:lnTo>
                  <a:lnTo>
                    <a:pt x="6488570" y="9525"/>
                  </a:lnTo>
                  <a:lnTo>
                    <a:pt x="6488570" y="0"/>
                  </a:lnTo>
                  <a:close/>
                </a:path>
                <a:path w="11430000" h="3600450">
                  <a:moveTo>
                    <a:pt x="6498996" y="3590925"/>
                  </a:moveTo>
                  <a:lnTo>
                    <a:pt x="6470421" y="3590925"/>
                  </a:lnTo>
                  <a:lnTo>
                    <a:pt x="6470421" y="3600450"/>
                  </a:lnTo>
                  <a:lnTo>
                    <a:pt x="6498996" y="3600450"/>
                  </a:lnTo>
                  <a:lnTo>
                    <a:pt x="6498996" y="3590925"/>
                  </a:lnTo>
                  <a:close/>
                </a:path>
                <a:path w="11430000" h="3600450">
                  <a:moveTo>
                    <a:pt x="6536207" y="0"/>
                  </a:moveTo>
                  <a:lnTo>
                    <a:pt x="6507632" y="0"/>
                  </a:lnTo>
                  <a:lnTo>
                    <a:pt x="6507632" y="9525"/>
                  </a:lnTo>
                  <a:lnTo>
                    <a:pt x="6536207" y="9525"/>
                  </a:lnTo>
                  <a:lnTo>
                    <a:pt x="6536207" y="0"/>
                  </a:lnTo>
                  <a:close/>
                </a:path>
                <a:path w="11430000" h="3600450">
                  <a:moveTo>
                    <a:pt x="6546634" y="3590925"/>
                  </a:moveTo>
                  <a:lnTo>
                    <a:pt x="6518059" y="3590925"/>
                  </a:lnTo>
                  <a:lnTo>
                    <a:pt x="6518059" y="3600450"/>
                  </a:lnTo>
                  <a:lnTo>
                    <a:pt x="6546634" y="3600450"/>
                  </a:lnTo>
                  <a:lnTo>
                    <a:pt x="6546634" y="3590925"/>
                  </a:lnTo>
                  <a:close/>
                </a:path>
                <a:path w="11430000" h="3600450">
                  <a:moveTo>
                    <a:pt x="6583845" y="0"/>
                  </a:moveTo>
                  <a:lnTo>
                    <a:pt x="6555270" y="0"/>
                  </a:lnTo>
                  <a:lnTo>
                    <a:pt x="6555270" y="9525"/>
                  </a:lnTo>
                  <a:lnTo>
                    <a:pt x="6583845" y="9525"/>
                  </a:lnTo>
                  <a:lnTo>
                    <a:pt x="6583845" y="0"/>
                  </a:lnTo>
                  <a:close/>
                </a:path>
                <a:path w="11430000" h="3600450">
                  <a:moveTo>
                    <a:pt x="6594272" y="3590925"/>
                  </a:moveTo>
                  <a:lnTo>
                    <a:pt x="6565697" y="3590925"/>
                  </a:lnTo>
                  <a:lnTo>
                    <a:pt x="6565697" y="3600450"/>
                  </a:lnTo>
                  <a:lnTo>
                    <a:pt x="6594272" y="3600450"/>
                  </a:lnTo>
                  <a:lnTo>
                    <a:pt x="6594272" y="3590925"/>
                  </a:lnTo>
                  <a:close/>
                </a:path>
                <a:path w="11430000" h="3600450">
                  <a:moveTo>
                    <a:pt x="6631483" y="0"/>
                  </a:moveTo>
                  <a:lnTo>
                    <a:pt x="6602908" y="0"/>
                  </a:lnTo>
                  <a:lnTo>
                    <a:pt x="6602908" y="9525"/>
                  </a:lnTo>
                  <a:lnTo>
                    <a:pt x="6631483" y="9525"/>
                  </a:lnTo>
                  <a:lnTo>
                    <a:pt x="6631483" y="0"/>
                  </a:lnTo>
                  <a:close/>
                </a:path>
                <a:path w="11430000" h="3600450">
                  <a:moveTo>
                    <a:pt x="6641909" y="3590925"/>
                  </a:moveTo>
                  <a:lnTo>
                    <a:pt x="6613334" y="3590925"/>
                  </a:lnTo>
                  <a:lnTo>
                    <a:pt x="6613334" y="3600450"/>
                  </a:lnTo>
                  <a:lnTo>
                    <a:pt x="6641909" y="3600450"/>
                  </a:lnTo>
                  <a:lnTo>
                    <a:pt x="6641909" y="3590925"/>
                  </a:lnTo>
                  <a:close/>
                </a:path>
                <a:path w="11430000" h="3600450">
                  <a:moveTo>
                    <a:pt x="6679120" y="0"/>
                  </a:moveTo>
                  <a:lnTo>
                    <a:pt x="6650545" y="0"/>
                  </a:lnTo>
                  <a:lnTo>
                    <a:pt x="6650545" y="9525"/>
                  </a:lnTo>
                  <a:lnTo>
                    <a:pt x="6679120" y="9525"/>
                  </a:lnTo>
                  <a:lnTo>
                    <a:pt x="6679120" y="0"/>
                  </a:lnTo>
                  <a:close/>
                </a:path>
                <a:path w="11430000" h="3600450">
                  <a:moveTo>
                    <a:pt x="6689560" y="3590925"/>
                  </a:moveTo>
                  <a:lnTo>
                    <a:pt x="6660985" y="3590925"/>
                  </a:lnTo>
                  <a:lnTo>
                    <a:pt x="6660985" y="3600450"/>
                  </a:lnTo>
                  <a:lnTo>
                    <a:pt x="6689560" y="3600450"/>
                  </a:lnTo>
                  <a:lnTo>
                    <a:pt x="6689560" y="3590925"/>
                  </a:lnTo>
                  <a:close/>
                </a:path>
                <a:path w="11430000" h="3600450">
                  <a:moveTo>
                    <a:pt x="6726758" y="0"/>
                  </a:moveTo>
                  <a:lnTo>
                    <a:pt x="6698183" y="0"/>
                  </a:lnTo>
                  <a:lnTo>
                    <a:pt x="6698183" y="9525"/>
                  </a:lnTo>
                  <a:lnTo>
                    <a:pt x="6726758" y="9525"/>
                  </a:lnTo>
                  <a:lnTo>
                    <a:pt x="6726758" y="0"/>
                  </a:lnTo>
                  <a:close/>
                </a:path>
                <a:path w="11430000" h="3600450">
                  <a:moveTo>
                    <a:pt x="6737197" y="3590925"/>
                  </a:moveTo>
                  <a:lnTo>
                    <a:pt x="6708622" y="3590925"/>
                  </a:lnTo>
                  <a:lnTo>
                    <a:pt x="6708622" y="3600450"/>
                  </a:lnTo>
                  <a:lnTo>
                    <a:pt x="6737197" y="3600450"/>
                  </a:lnTo>
                  <a:lnTo>
                    <a:pt x="6737197" y="3590925"/>
                  </a:lnTo>
                  <a:close/>
                </a:path>
                <a:path w="11430000" h="3600450">
                  <a:moveTo>
                    <a:pt x="6774408" y="0"/>
                  </a:moveTo>
                  <a:lnTo>
                    <a:pt x="6745833" y="0"/>
                  </a:lnTo>
                  <a:lnTo>
                    <a:pt x="6745833" y="9525"/>
                  </a:lnTo>
                  <a:lnTo>
                    <a:pt x="6774408" y="9525"/>
                  </a:lnTo>
                  <a:lnTo>
                    <a:pt x="6774408" y="0"/>
                  </a:lnTo>
                  <a:close/>
                </a:path>
                <a:path w="11430000" h="3600450">
                  <a:moveTo>
                    <a:pt x="6784835" y="3590925"/>
                  </a:moveTo>
                  <a:lnTo>
                    <a:pt x="6756260" y="3590925"/>
                  </a:lnTo>
                  <a:lnTo>
                    <a:pt x="6756260" y="3600450"/>
                  </a:lnTo>
                  <a:lnTo>
                    <a:pt x="6784835" y="3600450"/>
                  </a:lnTo>
                  <a:lnTo>
                    <a:pt x="6784835" y="3590925"/>
                  </a:lnTo>
                  <a:close/>
                </a:path>
                <a:path w="11430000" h="3600450">
                  <a:moveTo>
                    <a:pt x="6822046" y="0"/>
                  </a:moveTo>
                  <a:lnTo>
                    <a:pt x="6793471" y="0"/>
                  </a:lnTo>
                  <a:lnTo>
                    <a:pt x="6793471" y="9525"/>
                  </a:lnTo>
                  <a:lnTo>
                    <a:pt x="6822046" y="9525"/>
                  </a:lnTo>
                  <a:lnTo>
                    <a:pt x="6822046" y="0"/>
                  </a:lnTo>
                  <a:close/>
                </a:path>
                <a:path w="11430000" h="3600450">
                  <a:moveTo>
                    <a:pt x="6832473" y="3590925"/>
                  </a:moveTo>
                  <a:lnTo>
                    <a:pt x="6803898" y="3590925"/>
                  </a:lnTo>
                  <a:lnTo>
                    <a:pt x="6803898" y="3600450"/>
                  </a:lnTo>
                  <a:lnTo>
                    <a:pt x="6832473" y="3600450"/>
                  </a:lnTo>
                  <a:lnTo>
                    <a:pt x="6832473" y="3590925"/>
                  </a:lnTo>
                  <a:close/>
                </a:path>
                <a:path w="11430000" h="3600450">
                  <a:moveTo>
                    <a:pt x="6869684" y="0"/>
                  </a:moveTo>
                  <a:lnTo>
                    <a:pt x="6841109" y="0"/>
                  </a:lnTo>
                  <a:lnTo>
                    <a:pt x="6841109" y="9525"/>
                  </a:lnTo>
                  <a:lnTo>
                    <a:pt x="6869684" y="9525"/>
                  </a:lnTo>
                  <a:lnTo>
                    <a:pt x="6869684" y="0"/>
                  </a:lnTo>
                  <a:close/>
                </a:path>
                <a:path w="11430000" h="3600450">
                  <a:moveTo>
                    <a:pt x="6880111" y="3590925"/>
                  </a:moveTo>
                  <a:lnTo>
                    <a:pt x="6851536" y="3590925"/>
                  </a:lnTo>
                  <a:lnTo>
                    <a:pt x="6851536" y="3600450"/>
                  </a:lnTo>
                  <a:lnTo>
                    <a:pt x="6880111" y="3600450"/>
                  </a:lnTo>
                  <a:lnTo>
                    <a:pt x="6880111" y="3590925"/>
                  </a:lnTo>
                  <a:close/>
                </a:path>
                <a:path w="11430000" h="3600450">
                  <a:moveTo>
                    <a:pt x="6917322" y="0"/>
                  </a:moveTo>
                  <a:lnTo>
                    <a:pt x="6888747" y="0"/>
                  </a:lnTo>
                  <a:lnTo>
                    <a:pt x="6888747" y="9525"/>
                  </a:lnTo>
                  <a:lnTo>
                    <a:pt x="6917322" y="9525"/>
                  </a:lnTo>
                  <a:lnTo>
                    <a:pt x="6917322" y="0"/>
                  </a:lnTo>
                  <a:close/>
                </a:path>
                <a:path w="11430000" h="3600450">
                  <a:moveTo>
                    <a:pt x="6927761" y="3590925"/>
                  </a:moveTo>
                  <a:lnTo>
                    <a:pt x="6899173" y="3590925"/>
                  </a:lnTo>
                  <a:lnTo>
                    <a:pt x="6899173" y="3600450"/>
                  </a:lnTo>
                  <a:lnTo>
                    <a:pt x="6927761" y="3600450"/>
                  </a:lnTo>
                  <a:lnTo>
                    <a:pt x="6927761" y="3590925"/>
                  </a:lnTo>
                  <a:close/>
                </a:path>
                <a:path w="11430000" h="3600450">
                  <a:moveTo>
                    <a:pt x="6964959" y="0"/>
                  </a:moveTo>
                  <a:lnTo>
                    <a:pt x="6936384" y="0"/>
                  </a:lnTo>
                  <a:lnTo>
                    <a:pt x="6936384" y="9525"/>
                  </a:lnTo>
                  <a:lnTo>
                    <a:pt x="6964959" y="9525"/>
                  </a:lnTo>
                  <a:lnTo>
                    <a:pt x="6964959" y="0"/>
                  </a:lnTo>
                  <a:close/>
                </a:path>
                <a:path w="11430000" h="3600450">
                  <a:moveTo>
                    <a:pt x="6975399" y="3590925"/>
                  </a:moveTo>
                  <a:lnTo>
                    <a:pt x="6946824" y="3590925"/>
                  </a:lnTo>
                  <a:lnTo>
                    <a:pt x="6946824" y="3600450"/>
                  </a:lnTo>
                  <a:lnTo>
                    <a:pt x="6975399" y="3600450"/>
                  </a:lnTo>
                  <a:lnTo>
                    <a:pt x="6975399" y="3590925"/>
                  </a:lnTo>
                  <a:close/>
                </a:path>
                <a:path w="11430000" h="3600450">
                  <a:moveTo>
                    <a:pt x="7012610" y="0"/>
                  </a:moveTo>
                  <a:lnTo>
                    <a:pt x="6984035" y="0"/>
                  </a:lnTo>
                  <a:lnTo>
                    <a:pt x="6984035" y="9525"/>
                  </a:lnTo>
                  <a:lnTo>
                    <a:pt x="7012610" y="9525"/>
                  </a:lnTo>
                  <a:lnTo>
                    <a:pt x="7012610" y="0"/>
                  </a:lnTo>
                  <a:close/>
                </a:path>
                <a:path w="11430000" h="3600450">
                  <a:moveTo>
                    <a:pt x="7023036" y="3590925"/>
                  </a:moveTo>
                  <a:lnTo>
                    <a:pt x="6994461" y="3590925"/>
                  </a:lnTo>
                  <a:lnTo>
                    <a:pt x="6994461" y="3600450"/>
                  </a:lnTo>
                  <a:lnTo>
                    <a:pt x="7023036" y="3600450"/>
                  </a:lnTo>
                  <a:lnTo>
                    <a:pt x="7023036" y="3590925"/>
                  </a:lnTo>
                  <a:close/>
                </a:path>
                <a:path w="11430000" h="3600450">
                  <a:moveTo>
                    <a:pt x="7060247" y="0"/>
                  </a:moveTo>
                  <a:lnTo>
                    <a:pt x="7031672" y="0"/>
                  </a:lnTo>
                  <a:lnTo>
                    <a:pt x="7031672" y="9525"/>
                  </a:lnTo>
                  <a:lnTo>
                    <a:pt x="7060247" y="9525"/>
                  </a:lnTo>
                  <a:lnTo>
                    <a:pt x="7060247" y="0"/>
                  </a:lnTo>
                  <a:close/>
                </a:path>
                <a:path w="11430000" h="3600450">
                  <a:moveTo>
                    <a:pt x="7070674" y="3590925"/>
                  </a:moveTo>
                  <a:lnTo>
                    <a:pt x="7042099" y="3590925"/>
                  </a:lnTo>
                  <a:lnTo>
                    <a:pt x="7042099" y="3600450"/>
                  </a:lnTo>
                  <a:lnTo>
                    <a:pt x="7070674" y="3600450"/>
                  </a:lnTo>
                  <a:lnTo>
                    <a:pt x="7070674" y="3590925"/>
                  </a:lnTo>
                  <a:close/>
                </a:path>
                <a:path w="11430000" h="3600450">
                  <a:moveTo>
                    <a:pt x="7107885" y="0"/>
                  </a:moveTo>
                  <a:lnTo>
                    <a:pt x="7079310" y="0"/>
                  </a:lnTo>
                  <a:lnTo>
                    <a:pt x="7079310" y="9525"/>
                  </a:lnTo>
                  <a:lnTo>
                    <a:pt x="7107885" y="9525"/>
                  </a:lnTo>
                  <a:lnTo>
                    <a:pt x="7107885" y="0"/>
                  </a:lnTo>
                  <a:close/>
                </a:path>
                <a:path w="11430000" h="3600450">
                  <a:moveTo>
                    <a:pt x="7118312" y="3590925"/>
                  </a:moveTo>
                  <a:lnTo>
                    <a:pt x="7089737" y="3590925"/>
                  </a:lnTo>
                  <a:lnTo>
                    <a:pt x="7089737" y="3600450"/>
                  </a:lnTo>
                  <a:lnTo>
                    <a:pt x="7118312" y="3600450"/>
                  </a:lnTo>
                  <a:lnTo>
                    <a:pt x="7118312" y="3590925"/>
                  </a:lnTo>
                  <a:close/>
                </a:path>
                <a:path w="11430000" h="3600450">
                  <a:moveTo>
                    <a:pt x="7155523" y="0"/>
                  </a:moveTo>
                  <a:lnTo>
                    <a:pt x="7126948" y="0"/>
                  </a:lnTo>
                  <a:lnTo>
                    <a:pt x="7126948" y="9525"/>
                  </a:lnTo>
                  <a:lnTo>
                    <a:pt x="7155523" y="9525"/>
                  </a:lnTo>
                  <a:lnTo>
                    <a:pt x="7155523" y="0"/>
                  </a:lnTo>
                  <a:close/>
                </a:path>
                <a:path w="11430000" h="3600450">
                  <a:moveTo>
                    <a:pt x="7165949" y="3590925"/>
                  </a:moveTo>
                  <a:lnTo>
                    <a:pt x="7137374" y="3590925"/>
                  </a:lnTo>
                  <a:lnTo>
                    <a:pt x="7137374" y="3600450"/>
                  </a:lnTo>
                  <a:lnTo>
                    <a:pt x="7165949" y="3600450"/>
                  </a:lnTo>
                  <a:lnTo>
                    <a:pt x="7165949" y="3590925"/>
                  </a:lnTo>
                  <a:close/>
                </a:path>
                <a:path w="11430000" h="3600450">
                  <a:moveTo>
                    <a:pt x="7203160" y="0"/>
                  </a:moveTo>
                  <a:lnTo>
                    <a:pt x="7174585" y="0"/>
                  </a:lnTo>
                  <a:lnTo>
                    <a:pt x="7174585" y="9525"/>
                  </a:lnTo>
                  <a:lnTo>
                    <a:pt x="7203160" y="9525"/>
                  </a:lnTo>
                  <a:lnTo>
                    <a:pt x="7203160" y="0"/>
                  </a:lnTo>
                  <a:close/>
                </a:path>
                <a:path w="11430000" h="3600450">
                  <a:moveTo>
                    <a:pt x="7213600" y="3590925"/>
                  </a:moveTo>
                  <a:lnTo>
                    <a:pt x="7185025" y="3590925"/>
                  </a:lnTo>
                  <a:lnTo>
                    <a:pt x="7185025" y="3600450"/>
                  </a:lnTo>
                  <a:lnTo>
                    <a:pt x="7213600" y="3600450"/>
                  </a:lnTo>
                  <a:lnTo>
                    <a:pt x="7213600" y="3590925"/>
                  </a:lnTo>
                  <a:close/>
                </a:path>
                <a:path w="11430000" h="3600450">
                  <a:moveTo>
                    <a:pt x="7250811" y="0"/>
                  </a:moveTo>
                  <a:lnTo>
                    <a:pt x="7222236" y="0"/>
                  </a:lnTo>
                  <a:lnTo>
                    <a:pt x="7222236" y="9525"/>
                  </a:lnTo>
                  <a:lnTo>
                    <a:pt x="7250811" y="9525"/>
                  </a:lnTo>
                  <a:lnTo>
                    <a:pt x="7250811" y="0"/>
                  </a:lnTo>
                  <a:close/>
                </a:path>
                <a:path w="11430000" h="3600450">
                  <a:moveTo>
                    <a:pt x="7261238" y="3590925"/>
                  </a:moveTo>
                  <a:lnTo>
                    <a:pt x="7232663" y="3590925"/>
                  </a:lnTo>
                  <a:lnTo>
                    <a:pt x="7232663" y="3600450"/>
                  </a:lnTo>
                  <a:lnTo>
                    <a:pt x="7261238" y="3600450"/>
                  </a:lnTo>
                  <a:lnTo>
                    <a:pt x="7261238" y="3590925"/>
                  </a:lnTo>
                  <a:close/>
                </a:path>
                <a:path w="11430000" h="3600450">
                  <a:moveTo>
                    <a:pt x="7298449" y="0"/>
                  </a:moveTo>
                  <a:lnTo>
                    <a:pt x="7269874" y="0"/>
                  </a:lnTo>
                  <a:lnTo>
                    <a:pt x="7269874" y="9525"/>
                  </a:lnTo>
                  <a:lnTo>
                    <a:pt x="7298449" y="9525"/>
                  </a:lnTo>
                  <a:lnTo>
                    <a:pt x="7298449" y="0"/>
                  </a:lnTo>
                  <a:close/>
                </a:path>
                <a:path w="11430000" h="3600450">
                  <a:moveTo>
                    <a:pt x="7308875" y="3590925"/>
                  </a:moveTo>
                  <a:lnTo>
                    <a:pt x="7280300" y="3590925"/>
                  </a:lnTo>
                  <a:lnTo>
                    <a:pt x="7280300" y="3600450"/>
                  </a:lnTo>
                  <a:lnTo>
                    <a:pt x="7308875" y="3600450"/>
                  </a:lnTo>
                  <a:lnTo>
                    <a:pt x="7308875" y="3590925"/>
                  </a:lnTo>
                  <a:close/>
                </a:path>
                <a:path w="11430000" h="3600450">
                  <a:moveTo>
                    <a:pt x="7346086" y="0"/>
                  </a:moveTo>
                  <a:lnTo>
                    <a:pt x="7317511" y="0"/>
                  </a:lnTo>
                  <a:lnTo>
                    <a:pt x="7317511" y="9525"/>
                  </a:lnTo>
                  <a:lnTo>
                    <a:pt x="7346086" y="9525"/>
                  </a:lnTo>
                  <a:lnTo>
                    <a:pt x="7346086" y="0"/>
                  </a:lnTo>
                  <a:close/>
                </a:path>
                <a:path w="11430000" h="3600450">
                  <a:moveTo>
                    <a:pt x="7356513" y="3590925"/>
                  </a:moveTo>
                  <a:lnTo>
                    <a:pt x="7327938" y="3590925"/>
                  </a:lnTo>
                  <a:lnTo>
                    <a:pt x="7327938" y="3600450"/>
                  </a:lnTo>
                  <a:lnTo>
                    <a:pt x="7356513" y="3600450"/>
                  </a:lnTo>
                  <a:lnTo>
                    <a:pt x="7356513" y="3590925"/>
                  </a:lnTo>
                  <a:close/>
                </a:path>
                <a:path w="11430000" h="3600450">
                  <a:moveTo>
                    <a:pt x="7393724" y="0"/>
                  </a:moveTo>
                  <a:lnTo>
                    <a:pt x="7365149" y="0"/>
                  </a:lnTo>
                  <a:lnTo>
                    <a:pt x="7365149" y="9525"/>
                  </a:lnTo>
                  <a:lnTo>
                    <a:pt x="7393724" y="9525"/>
                  </a:lnTo>
                  <a:lnTo>
                    <a:pt x="7393724" y="0"/>
                  </a:lnTo>
                  <a:close/>
                </a:path>
                <a:path w="11430000" h="3600450">
                  <a:moveTo>
                    <a:pt x="7404151" y="3590925"/>
                  </a:moveTo>
                  <a:lnTo>
                    <a:pt x="7375576" y="3590925"/>
                  </a:lnTo>
                  <a:lnTo>
                    <a:pt x="7375576" y="3600450"/>
                  </a:lnTo>
                  <a:lnTo>
                    <a:pt x="7404151" y="3600450"/>
                  </a:lnTo>
                  <a:lnTo>
                    <a:pt x="7404151" y="3590925"/>
                  </a:lnTo>
                  <a:close/>
                </a:path>
                <a:path w="11430000" h="3600450">
                  <a:moveTo>
                    <a:pt x="7441362" y="0"/>
                  </a:moveTo>
                  <a:lnTo>
                    <a:pt x="7412787" y="0"/>
                  </a:lnTo>
                  <a:lnTo>
                    <a:pt x="7412787" y="9525"/>
                  </a:lnTo>
                  <a:lnTo>
                    <a:pt x="7441362" y="9525"/>
                  </a:lnTo>
                  <a:lnTo>
                    <a:pt x="7441362" y="0"/>
                  </a:lnTo>
                  <a:close/>
                </a:path>
                <a:path w="11430000" h="3600450">
                  <a:moveTo>
                    <a:pt x="7451801" y="3590925"/>
                  </a:moveTo>
                  <a:lnTo>
                    <a:pt x="7423226" y="3590925"/>
                  </a:lnTo>
                  <a:lnTo>
                    <a:pt x="7423226" y="3600450"/>
                  </a:lnTo>
                  <a:lnTo>
                    <a:pt x="7451801" y="3600450"/>
                  </a:lnTo>
                  <a:lnTo>
                    <a:pt x="7451801" y="3590925"/>
                  </a:lnTo>
                  <a:close/>
                </a:path>
                <a:path w="11430000" h="3600450">
                  <a:moveTo>
                    <a:pt x="7489012" y="0"/>
                  </a:moveTo>
                  <a:lnTo>
                    <a:pt x="7460437" y="0"/>
                  </a:lnTo>
                  <a:lnTo>
                    <a:pt x="7460437" y="9525"/>
                  </a:lnTo>
                  <a:lnTo>
                    <a:pt x="7489012" y="9525"/>
                  </a:lnTo>
                  <a:lnTo>
                    <a:pt x="7489012" y="0"/>
                  </a:lnTo>
                  <a:close/>
                </a:path>
                <a:path w="11430000" h="3600450">
                  <a:moveTo>
                    <a:pt x="7499439" y="3590925"/>
                  </a:moveTo>
                  <a:lnTo>
                    <a:pt x="7470864" y="3590925"/>
                  </a:lnTo>
                  <a:lnTo>
                    <a:pt x="7470864" y="3600450"/>
                  </a:lnTo>
                  <a:lnTo>
                    <a:pt x="7499439" y="3600450"/>
                  </a:lnTo>
                  <a:lnTo>
                    <a:pt x="7499439" y="3590925"/>
                  </a:lnTo>
                  <a:close/>
                </a:path>
                <a:path w="11430000" h="3600450">
                  <a:moveTo>
                    <a:pt x="7536650" y="0"/>
                  </a:moveTo>
                  <a:lnTo>
                    <a:pt x="7508075" y="0"/>
                  </a:lnTo>
                  <a:lnTo>
                    <a:pt x="7508075" y="9525"/>
                  </a:lnTo>
                  <a:lnTo>
                    <a:pt x="7536650" y="9525"/>
                  </a:lnTo>
                  <a:lnTo>
                    <a:pt x="7536650" y="0"/>
                  </a:lnTo>
                  <a:close/>
                </a:path>
                <a:path w="11430000" h="3600450">
                  <a:moveTo>
                    <a:pt x="7547076" y="3590925"/>
                  </a:moveTo>
                  <a:lnTo>
                    <a:pt x="7518501" y="3590925"/>
                  </a:lnTo>
                  <a:lnTo>
                    <a:pt x="7518501" y="3600450"/>
                  </a:lnTo>
                  <a:lnTo>
                    <a:pt x="7547076" y="3600450"/>
                  </a:lnTo>
                  <a:lnTo>
                    <a:pt x="7547076" y="3590925"/>
                  </a:lnTo>
                  <a:close/>
                </a:path>
                <a:path w="11430000" h="3600450">
                  <a:moveTo>
                    <a:pt x="7584287" y="0"/>
                  </a:moveTo>
                  <a:lnTo>
                    <a:pt x="7555712" y="0"/>
                  </a:lnTo>
                  <a:lnTo>
                    <a:pt x="7555712" y="9525"/>
                  </a:lnTo>
                  <a:lnTo>
                    <a:pt x="7584287" y="9525"/>
                  </a:lnTo>
                  <a:lnTo>
                    <a:pt x="7584287" y="0"/>
                  </a:lnTo>
                  <a:close/>
                </a:path>
                <a:path w="11430000" h="3600450">
                  <a:moveTo>
                    <a:pt x="7594714" y="3590925"/>
                  </a:moveTo>
                  <a:lnTo>
                    <a:pt x="7566139" y="3590925"/>
                  </a:lnTo>
                  <a:lnTo>
                    <a:pt x="7566139" y="3600450"/>
                  </a:lnTo>
                  <a:lnTo>
                    <a:pt x="7594714" y="3600450"/>
                  </a:lnTo>
                  <a:lnTo>
                    <a:pt x="7594714" y="3590925"/>
                  </a:lnTo>
                  <a:close/>
                </a:path>
                <a:path w="11430000" h="3600450">
                  <a:moveTo>
                    <a:pt x="7631925" y="0"/>
                  </a:moveTo>
                  <a:lnTo>
                    <a:pt x="7603350" y="0"/>
                  </a:lnTo>
                  <a:lnTo>
                    <a:pt x="7603350" y="9525"/>
                  </a:lnTo>
                  <a:lnTo>
                    <a:pt x="7631925" y="9525"/>
                  </a:lnTo>
                  <a:lnTo>
                    <a:pt x="7631925" y="0"/>
                  </a:lnTo>
                  <a:close/>
                </a:path>
                <a:path w="11430000" h="3600450">
                  <a:moveTo>
                    <a:pt x="7642352" y="3590925"/>
                  </a:moveTo>
                  <a:lnTo>
                    <a:pt x="7613777" y="3590925"/>
                  </a:lnTo>
                  <a:lnTo>
                    <a:pt x="7613777" y="3600450"/>
                  </a:lnTo>
                  <a:lnTo>
                    <a:pt x="7642352" y="3600450"/>
                  </a:lnTo>
                  <a:lnTo>
                    <a:pt x="7642352" y="3590925"/>
                  </a:lnTo>
                  <a:close/>
                </a:path>
                <a:path w="11430000" h="3600450">
                  <a:moveTo>
                    <a:pt x="7679563" y="0"/>
                  </a:moveTo>
                  <a:lnTo>
                    <a:pt x="7650988" y="0"/>
                  </a:lnTo>
                  <a:lnTo>
                    <a:pt x="7650988" y="9525"/>
                  </a:lnTo>
                  <a:lnTo>
                    <a:pt x="7679563" y="9525"/>
                  </a:lnTo>
                  <a:lnTo>
                    <a:pt x="7679563" y="0"/>
                  </a:lnTo>
                  <a:close/>
                </a:path>
                <a:path w="11430000" h="3600450">
                  <a:moveTo>
                    <a:pt x="7690002" y="3590925"/>
                  </a:moveTo>
                  <a:lnTo>
                    <a:pt x="7661427" y="3590925"/>
                  </a:lnTo>
                  <a:lnTo>
                    <a:pt x="7661427" y="3600450"/>
                  </a:lnTo>
                  <a:lnTo>
                    <a:pt x="7690002" y="3600450"/>
                  </a:lnTo>
                  <a:lnTo>
                    <a:pt x="7690002" y="3590925"/>
                  </a:lnTo>
                  <a:close/>
                </a:path>
                <a:path w="11430000" h="3600450">
                  <a:moveTo>
                    <a:pt x="7727213" y="0"/>
                  </a:moveTo>
                  <a:lnTo>
                    <a:pt x="7698638" y="0"/>
                  </a:lnTo>
                  <a:lnTo>
                    <a:pt x="7698638" y="9525"/>
                  </a:lnTo>
                  <a:lnTo>
                    <a:pt x="7727213" y="9525"/>
                  </a:lnTo>
                  <a:lnTo>
                    <a:pt x="7727213" y="0"/>
                  </a:lnTo>
                  <a:close/>
                </a:path>
                <a:path w="11430000" h="3600450">
                  <a:moveTo>
                    <a:pt x="7737640" y="3590925"/>
                  </a:moveTo>
                  <a:lnTo>
                    <a:pt x="7709065" y="3590925"/>
                  </a:lnTo>
                  <a:lnTo>
                    <a:pt x="7709065" y="3600450"/>
                  </a:lnTo>
                  <a:lnTo>
                    <a:pt x="7737640" y="3600450"/>
                  </a:lnTo>
                  <a:lnTo>
                    <a:pt x="7737640" y="3590925"/>
                  </a:lnTo>
                  <a:close/>
                </a:path>
                <a:path w="11430000" h="3600450">
                  <a:moveTo>
                    <a:pt x="7774851" y="0"/>
                  </a:moveTo>
                  <a:lnTo>
                    <a:pt x="7746276" y="0"/>
                  </a:lnTo>
                  <a:lnTo>
                    <a:pt x="7746276" y="9525"/>
                  </a:lnTo>
                  <a:lnTo>
                    <a:pt x="7774851" y="9525"/>
                  </a:lnTo>
                  <a:lnTo>
                    <a:pt x="7774851" y="0"/>
                  </a:lnTo>
                  <a:close/>
                </a:path>
                <a:path w="11430000" h="3600450">
                  <a:moveTo>
                    <a:pt x="7785278" y="3590925"/>
                  </a:moveTo>
                  <a:lnTo>
                    <a:pt x="7756703" y="3590925"/>
                  </a:lnTo>
                  <a:lnTo>
                    <a:pt x="7756703" y="3600450"/>
                  </a:lnTo>
                  <a:lnTo>
                    <a:pt x="7785278" y="3600450"/>
                  </a:lnTo>
                  <a:lnTo>
                    <a:pt x="7785278" y="3590925"/>
                  </a:lnTo>
                  <a:close/>
                </a:path>
                <a:path w="11430000" h="3600450">
                  <a:moveTo>
                    <a:pt x="7822489" y="0"/>
                  </a:moveTo>
                  <a:lnTo>
                    <a:pt x="7793914" y="0"/>
                  </a:lnTo>
                  <a:lnTo>
                    <a:pt x="7793914" y="9525"/>
                  </a:lnTo>
                  <a:lnTo>
                    <a:pt x="7822489" y="9525"/>
                  </a:lnTo>
                  <a:lnTo>
                    <a:pt x="7822489" y="0"/>
                  </a:lnTo>
                  <a:close/>
                </a:path>
                <a:path w="11430000" h="3600450">
                  <a:moveTo>
                    <a:pt x="7832915" y="3590925"/>
                  </a:moveTo>
                  <a:lnTo>
                    <a:pt x="7804340" y="3590925"/>
                  </a:lnTo>
                  <a:lnTo>
                    <a:pt x="7804340" y="3600450"/>
                  </a:lnTo>
                  <a:lnTo>
                    <a:pt x="7832915" y="3600450"/>
                  </a:lnTo>
                  <a:lnTo>
                    <a:pt x="7832915" y="3590925"/>
                  </a:lnTo>
                  <a:close/>
                </a:path>
                <a:path w="11430000" h="3600450">
                  <a:moveTo>
                    <a:pt x="7870126" y="0"/>
                  </a:moveTo>
                  <a:lnTo>
                    <a:pt x="7841551" y="0"/>
                  </a:lnTo>
                  <a:lnTo>
                    <a:pt x="7841551" y="9525"/>
                  </a:lnTo>
                  <a:lnTo>
                    <a:pt x="7870126" y="9525"/>
                  </a:lnTo>
                  <a:lnTo>
                    <a:pt x="7870126" y="0"/>
                  </a:lnTo>
                  <a:close/>
                </a:path>
                <a:path w="11430000" h="3600450">
                  <a:moveTo>
                    <a:pt x="7880553" y="3590925"/>
                  </a:moveTo>
                  <a:lnTo>
                    <a:pt x="7851978" y="3590925"/>
                  </a:lnTo>
                  <a:lnTo>
                    <a:pt x="7851978" y="3600450"/>
                  </a:lnTo>
                  <a:lnTo>
                    <a:pt x="7880553" y="3600450"/>
                  </a:lnTo>
                  <a:lnTo>
                    <a:pt x="7880553" y="3590925"/>
                  </a:lnTo>
                  <a:close/>
                </a:path>
                <a:path w="11430000" h="3600450">
                  <a:moveTo>
                    <a:pt x="7917764" y="0"/>
                  </a:moveTo>
                  <a:lnTo>
                    <a:pt x="7889189" y="0"/>
                  </a:lnTo>
                  <a:lnTo>
                    <a:pt x="7889189" y="9525"/>
                  </a:lnTo>
                  <a:lnTo>
                    <a:pt x="7917764" y="9525"/>
                  </a:lnTo>
                  <a:lnTo>
                    <a:pt x="7917764" y="0"/>
                  </a:lnTo>
                  <a:close/>
                </a:path>
                <a:path w="11430000" h="3600450">
                  <a:moveTo>
                    <a:pt x="7928203" y="3590925"/>
                  </a:moveTo>
                  <a:lnTo>
                    <a:pt x="7899628" y="3590925"/>
                  </a:lnTo>
                  <a:lnTo>
                    <a:pt x="7899628" y="3600450"/>
                  </a:lnTo>
                  <a:lnTo>
                    <a:pt x="7928203" y="3600450"/>
                  </a:lnTo>
                  <a:lnTo>
                    <a:pt x="7928203" y="3590925"/>
                  </a:lnTo>
                  <a:close/>
                </a:path>
                <a:path w="11430000" h="3600450">
                  <a:moveTo>
                    <a:pt x="7965402" y="0"/>
                  </a:moveTo>
                  <a:lnTo>
                    <a:pt x="7936839" y="0"/>
                  </a:lnTo>
                  <a:lnTo>
                    <a:pt x="7936839" y="9525"/>
                  </a:lnTo>
                  <a:lnTo>
                    <a:pt x="7965402" y="9525"/>
                  </a:lnTo>
                  <a:lnTo>
                    <a:pt x="7965402" y="0"/>
                  </a:lnTo>
                  <a:close/>
                </a:path>
                <a:path w="11430000" h="3600450">
                  <a:moveTo>
                    <a:pt x="7975841" y="3590925"/>
                  </a:moveTo>
                  <a:lnTo>
                    <a:pt x="7947266" y="3590925"/>
                  </a:lnTo>
                  <a:lnTo>
                    <a:pt x="7947266" y="3600450"/>
                  </a:lnTo>
                  <a:lnTo>
                    <a:pt x="7975841" y="3600450"/>
                  </a:lnTo>
                  <a:lnTo>
                    <a:pt x="7975841" y="3590925"/>
                  </a:lnTo>
                  <a:close/>
                </a:path>
                <a:path w="11430000" h="3600450">
                  <a:moveTo>
                    <a:pt x="8013052" y="0"/>
                  </a:moveTo>
                  <a:lnTo>
                    <a:pt x="7984477" y="0"/>
                  </a:lnTo>
                  <a:lnTo>
                    <a:pt x="7984477" y="9525"/>
                  </a:lnTo>
                  <a:lnTo>
                    <a:pt x="8013052" y="9525"/>
                  </a:lnTo>
                  <a:lnTo>
                    <a:pt x="8013052" y="0"/>
                  </a:lnTo>
                  <a:close/>
                </a:path>
                <a:path w="11430000" h="3600450">
                  <a:moveTo>
                    <a:pt x="8023479" y="3590925"/>
                  </a:moveTo>
                  <a:lnTo>
                    <a:pt x="7994904" y="3590925"/>
                  </a:lnTo>
                  <a:lnTo>
                    <a:pt x="7994904" y="3600450"/>
                  </a:lnTo>
                  <a:lnTo>
                    <a:pt x="8023479" y="3600450"/>
                  </a:lnTo>
                  <a:lnTo>
                    <a:pt x="8023479" y="3590925"/>
                  </a:lnTo>
                  <a:close/>
                </a:path>
                <a:path w="11430000" h="3600450">
                  <a:moveTo>
                    <a:pt x="8060690" y="0"/>
                  </a:moveTo>
                  <a:lnTo>
                    <a:pt x="8032115" y="0"/>
                  </a:lnTo>
                  <a:lnTo>
                    <a:pt x="8032115" y="9525"/>
                  </a:lnTo>
                  <a:lnTo>
                    <a:pt x="8060690" y="9525"/>
                  </a:lnTo>
                  <a:lnTo>
                    <a:pt x="8060690" y="0"/>
                  </a:lnTo>
                  <a:close/>
                </a:path>
                <a:path w="11430000" h="3600450">
                  <a:moveTo>
                    <a:pt x="8071117" y="3590925"/>
                  </a:moveTo>
                  <a:lnTo>
                    <a:pt x="8042542" y="3590925"/>
                  </a:lnTo>
                  <a:lnTo>
                    <a:pt x="8042542" y="3600450"/>
                  </a:lnTo>
                  <a:lnTo>
                    <a:pt x="8071117" y="3600450"/>
                  </a:lnTo>
                  <a:lnTo>
                    <a:pt x="8071117" y="3590925"/>
                  </a:lnTo>
                  <a:close/>
                </a:path>
                <a:path w="11430000" h="3600450">
                  <a:moveTo>
                    <a:pt x="8108328" y="0"/>
                  </a:moveTo>
                  <a:lnTo>
                    <a:pt x="8079753" y="0"/>
                  </a:lnTo>
                  <a:lnTo>
                    <a:pt x="8079753" y="9525"/>
                  </a:lnTo>
                  <a:lnTo>
                    <a:pt x="8108328" y="9525"/>
                  </a:lnTo>
                  <a:lnTo>
                    <a:pt x="8108328" y="0"/>
                  </a:lnTo>
                  <a:close/>
                </a:path>
                <a:path w="11430000" h="3600450">
                  <a:moveTo>
                    <a:pt x="8118754" y="3590925"/>
                  </a:moveTo>
                  <a:lnTo>
                    <a:pt x="8090179" y="3590925"/>
                  </a:lnTo>
                  <a:lnTo>
                    <a:pt x="8090179" y="3600450"/>
                  </a:lnTo>
                  <a:lnTo>
                    <a:pt x="8118754" y="3600450"/>
                  </a:lnTo>
                  <a:lnTo>
                    <a:pt x="8118754" y="3590925"/>
                  </a:lnTo>
                  <a:close/>
                </a:path>
                <a:path w="11430000" h="3600450">
                  <a:moveTo>
                    <a:pt x="8155965" y="0"/>
                  </a:moveTo>
                  <a:lnTo>
                    <a:pt x="8127390" y="0"/>
                  </a:lnTo>
                  <a:lnTo>
                    <a:pt x="8127390" y="9525"/>
                  </a:lnTo>
                  <a:lnTo>
                    <a:pt x="8155965" y="9525"/>
                  </a:lnTo>
                  <a:lnTo>
                    <a:pt x="8155965" y="0"/>
                  </a:lnTo>
                  <a:close/>
                </a:path>
                <a:path w="11430000" h="3600450">
                  <a:moveTo>
                    <a:pt x="8166405" y="3590925"/>
                  </a:moveTo>
                  <a:lnTo>
                    <a:pt x="8137830" y="3590925"/>
                  </a:lnTo>
                  <a:lnTo>
                    <a:pt x="8137830" y="3600450"/>
                  </a:lnTo>
                  <a:lnTo>
                    <a:pt x="8166405" y="3600450"/>
                  </a:lnTo>
                  <a:lnTo>
                    <a:pt x="8166405" y="3590925"/>
                  </a:lnTo>
                  <a:close/>
                </a:path>
                <a:path w="11430000" h="3600450">
                  <a:moveTo>
                    <a:pt x="8203616" y="0"/>
                  </a:moveTo>
                  <a:lnTo>
                    <a:pt x="8175028" y="0"/>
                  </a:lnTo>
                  <a:lnTo>
                    <a:pt x="8175028" y="9525"/>
                  </a:lnTo>
                  <a:lnTo>
                    <a:pt x="8203616" y="9525"/>
                  </a:lnTo>
                  <a:lnTo>
                    <a:pt x="8203616" y="0"/>
                  </a:lnTo>
                  <a:close/>
                </a:path>
                <a:path w="11430000" h="3600450">
                  <a:moveTo>
                    <a:pt x="8214042" y="3590925"/>
                  </a:moveTo>
                  <a:lnTo>
                    <a:pt x="8185467" y="3590925"/>
                  </a:lnTo>
                  <a:lnTo>
                    <a:pt x="8185467" y="3600450"/>
                  </a:lnTo>
                  <a:lnTo>
                    <a:pt x="8214042" y="3600450"/>
                  </a:lnTo>
                  <a:lnTo>
                    <a:pt x="8214042" y="3590925"/>
                  </a:lnTo>
                  <a:close/>
                </a:path>
                <a:path w="11430000" h="3600450">
                  <a:moveTo>
                    <a:pt x="8251253" y="0"/>
                  </a:moveTo>
                  <a:lnTo>
                    <a:pt x="8222678" y="0"/>
                  </a:lnTo>
                  <a:lnTo>
                    <a:pt x="8222678" y="9525"/>
                  </a:lnTo>
                  <a:lnTo>
                    <a:pt x="8251253" y="9525"/>
                  </a:lnTo>
                  <a:lnTo>
                    <a:pt x="8251253" y="0"/>
                  </a:lnTo>
                  <a:close/>
                </a:path>
                <a:path w="11430000" h="3600450">
                  <a:moveTo>
                    <a:pt x="8261680" y="3590925"/>
                  </a:moveTo>
                  <a:lnTo>
                    <a:pt x="8233105" y="3590925"/>
                  </a:lnTo>
                  <a:lnTo>
                    <a:pt x="8233105" y="3600450"/>
                  </a:lnTo>
                  <a:lnTo>
                    <a:pt x="8261680" y="3600450"/>
                  </a:lnTo>
                  <a:lnTo>
                    <a:pt x="8261680" y="3590925"/>
                  </a:lnTo>
                  <a:close/>
                </a:path>
                <a:path w="11430000" h="3600450">
                  <a:moveTo>
                    <a:pt x="8298891" y="0"/>
                  </a:moveTo>
                  <a:lnTo>
                    <a:pt x="8270316" y="0"/>
                  </a:lnTo>
                  <a:lnTo>
                    <a:pt x="8270316" y="9525"/>
                  </a:lnTo>
                  <a:lnTo>
                    <a:pt x="8298891" y="9525"/>
                  </a:lnTo>
                  <a:lnTo>
                    <a:pt x="8298891" y="0"/>
                  </a:lnTo>
                  <a:close/>
                </a:path>
                <a:path w="11430000" h="3600450">
                  <a:moveTo>
                    <a:pt x="8309318" y="3590925"/>
                  </a:moveTo>
                  <a:lnTo>
                    <a:pt x="8280743" y="3590925"/>
                  </a:lnTo>
                  <a:lnTo>
                    <a:pt x="8280743" y="3600450"/>
                  </a:lnTo>
                  <a:lnTo>
                    <a:pt x="8309318" y="3600450"/>
                  </a:lnTo>
                  <a:lnTo>
                    <a:pt x="8309318" y="3590925"/>
                  </a:lnTo>
                  <a:close/>
                </a:path>
                <a:path w="11430000" h="3600450">
                  <a:moveTo>
                    <a:pt x="8346529" y="0"/>
                  </a:moveTo>
                  <a:lnTo>
                    <a:pt x="8317954" y="0"/>
                  </a:lnTo>
                  <a:lnTo>
                    <a:pt x="8317954" y="9525"/>
                  </a:lnTo>
                  <a:lnTo>
                    <a:pt x="8346529" y="9525"/>
                  </a:lnTo>
                  <a:lnTo>
                    <a:pt x="8346529" y="0"/>
                  </a:lnTo>
                  <a:close/>
                </a:path>
                <a:path w="11430000" h="3600450">
                  <a:moveTo>
                    <a:pt x="8356955" y="3590925"/>
                  </a:moveTo>
                  <a:lnTo>
                    <a:pt x="8328380" y="3590925"/>
                  </a:lnTo>
                  <a:lnTo>
                    <a:pt x="8328380" y="3600450"/>
                  </a:lnTo>
                  <a:lnTo>
                    <a:pt x="8356955" y="3600450"/>
                  </a:lnTo>
                  <a:lnTo>
                    <a:pt x="8356955" y="3590925"/>
                  </a:lnTo>
                  <a:close/>
                </a:path>
                <a:path w="11430000" h="3600450">
                  <a:moveTo>
                    <a:pt x="8394166" y="0"/>
                  </a:moveTo>
                  <a:lnTo>
                    <a:pt x="8365591" y="0"/>
                  </a:lnTo>
                  <a:lnTo>
                    <a:pt x="8365591" y="9525"/>
                  </a:lnTo>
                  <a:lnTo>
                    <a:pt x="8394166" y="9525"/>
                  </a:lnTo>
                  <a:lnTo>
                    <a:pt x="8394166" y="0"/>
                  </a:lnTo>
                  <a:close/>
                </a:path>
                <a:path w="11430000" h="3600450">
                  <a:moveTo>
                    <a:pt x="8404606" y="3590925"/>
                  </a:moveTo>
                  <a:lnTo>
                    <a:pt x="8376031" y="3590925"/>
                  </a:lnTo>
                  <a:lnTo>
                    <a:pt x="8376031" y="3600450"/>
                  </a:lnTo>
                  <a:lnTo>
                    <a:pt x="8404606" y="3600450"/>
                  </a:lnTo>
                  <a:lnTo>
                    <a:pt x="8404606" y="3590925"/>
                  </a:lnTo>
                  <a:close/>
                </a:path>
                <a:path w="11430000" h="3600450">
                  <a:moveTo>
                    <a:pt x="8441817" y="0"/>
                  </a:moveTo>
                  <a:lnTo>
                    <a:pt x="8413229" y="0"/>
                  </a:lnTo>
                  <a:lnTo>
                    <a:pt x="8413229" y="9525"/>
                  </a:lnTo>
                  <a:lnTo>
                    <a:pt x="8441817" y="9525"/>
                  </a:lnTo>
                  <a:lnTo>
                    <a:pt x="8441817" y="0"/>
                  </a:lnTo>
                  <a:close/>
                </a:path>
                <a:path w="11430000" h="3600450">
                  <a:moveTo>
                    <a:pt x="8452244" y="3590925"/>
                  </a:moveTo>
                  <a:lnTo>
                    <a:pt x="8423669" y="3590925"/>
                  </a:lnTo>
                  <a:lnTo>
                    <a:pt x="8423669" y="3600450"/>
                  </a:lnTo>
                  <a:lnTo>
                    <a:pt x="8452244" y="3600450"/>
                  </a:lnTo>
                  <a:lnTo>
                    <a:pt x="8452244" y="3590925"/>
                  </a:lnTo>
                  <a:close/>
                </a:path>
                <a:path w="11430000" h="3600450">
                  <a:moveTo>
                    <a:pt x="8489455" y="0"/>
                  </a:moveTo>
                  <a:lnTo>
                    <a:pt x="8460880" y="0"/>
                  </a:lnTo>
                  <a:lnTo>
                    <a:pt x="8460880" y="9525"/>
                  </a:lnTo>
                  <a:lnTo>
                    <a:pt x="8489455" y="9525"/>
                  </a:lnTo>
                  <a:lnTo>
                    <a:pt x="8489455" y="0"/>
                  </a:lnTo>
                  <a:close/>
                </a:path>
                <a:path w="11430000" h="3600450">
                  <a:moveTo>
                    <a:pt x="8499881" y="3590925"/>
                  </a:moveTo>
                  <a:lnTo>
                    <a:pt x="8471306" y="3590925"/>
                  </a:lnTo>
                  <a:lnTo>
                    <a:pt x="8471306" y="3600450"/>
                  </a:lnTo>
                  <a:lnTo>
                    <a:pt x="8499881" y="3600450"/>
                  </a:lnTo>
                  <a:lnTo>
                    <a:pt x="8499881" y="3590925"/>
                  </a:lnTo>
                  <a:close/>
                </a:path>
                <a:path w="11430000" h="3600450">
                  <a:moveTo>
                    <a:pt x="8537092" y="0"/>
                  </a:moveTo>
                  <a:lnTo>
                    <a:pt x="8508517" y="0"/>
                  </a:lnTo>
                  <a:lnTo>
                    <a:pt x="8508517" y="9525"/>
                  </a:lnTo>
                  <a:lnTo>
                    <a:pt x="8537092" y="9525"/>
                  </a:lnTo>
                  <a:lnTo>
                    <a:pt x="8537092" y="0"/>
                  </a:lnTo>
                  <a:close/>
                </a:path>
                <a:path w="11430000" h="3600450">
                  <a:moveTo>
                    <a:pt x="8547519" y="3590925"/>
                  </a:moveTo>
                  <a:lnTo>
                    <a:pt x="8518944" y="3590925"/>
                  </a:lnTo>
                  <a:lnTo>
                    <a:pt x="8518944" y="3600450"/>
                  </a:lnTo>
                  <a:lnTo>
                    <a:pt x="8547519" y="3600450"/>
                  </a:lnTo>
                  <a:lnTo>
                    <a:pt x="8547519" y="3590925"/>
                  </a:lnTo>
                  <a:close/>
                </a:path>
                <a:path w="11430000" h="3600450">
                  <a:moveTo>
                    <a:pt x="8584730" y="0"/>
                  </a:moveTo>
                  <a:lnTo>
                    <a:pt x="8556155" y="0"/>
                  </a:lnTo>
                  <a:lnTo>
                    <a:pt x="8556155" y="9525"/>
                  </a:lnTo>
                  <a:lnTo>
                    <a:pt x="8584730" y="9525"/>
                  </a:lnTo>
                  <a:lnTo>
                    <a:pt x="8584730" y="0"/>
                  </a:lnTo>
                  <a:close/>
                </a:path>
                <a:path w="11430000" h="3600450">
                  <a:moveTo>
                    <a:pt x="8595157" y="3590925"/>
                  </a:moveTo>
                  <a:lnTo>
                    <a:pt x="8566582" y="3590925"/>
                  </a:lnTo>
                  <a:lnTo>
                    <a:pt x="8566582" y="3600450"/>
                  </a:lnTo>
                  <a:lnTo>
                    <a:pt x="8595157" y="3600450"/>
                  </a:lnTo>
                  <a:lnTo>
                    <a:pt x="8595157" y="3590925"/>
                  </a:lnTo>
                  <a:close/>
                </a:path>
                <a:path w="11430000" h="3600450">
                  <a:moveTo>
                    <a:pt x="8632368" y="0"/>
                  </a:moveTo>
                  <a:lnTo>
                    <a:pt x="8603793" y="0"/>
                  </a:lnTo>
                  <a:lnTo>
                    <a:pt x="8603793" y="9525"/>
                  </a:lnTo>
                  <a:lnTo>
                    <a:pt x="8632368" y="9525"/>
                  </a:lnTo>
                  <a:lnTo>
                    <a:pt x="8632368" y="0"/>
                  </a:lnTo>
                  <a:close/>
                </a:path>
                <a:path w="11430000" h="3600450">
                  <a:moveTo>
                    <a:pt x="8642794" y="3590925"/>
                  </a:moveTo>
                  <a:lnTo>
                    <a:pt x="8614219" y="3590925"/>
                  </a:lnTo>
                  <a:lnTo>
                    <a:pt x="8614219" y="3600450"/>
                  </a:lnTo>
                  <a:lnTo>
                    <a:pt x="8642794" y="3600450"/>
                  </a:lnTo>
                  <a:lnTo>
                    <a:pt x="8642794" y="3590925"/>
                  </a:lnTo>
                  <a:close/>
                </a:path>
                <a:path w="11430000" h="3600450">
                  <a:moveTo>
                    <a:pt x="8680005" y="0"/>
                  </a:moveTo>
                  <a:lnTo>
                    <a:pt x="8651430" y="0"/>
                  </a:lnTo>
                  <a:lnTo>
                    <a:pt x="8651430" y="9525"/>
                  </a:lnTo>
                  <a:lnTo>
                    <a:pt x="8680005" y="9525"/>
                  </a:lnTo>
                  <a:lnTo>
                    <a:pt x="8680005" y="0"/>
                  </a:lnTo>
                  <a:close/>
                </a:path>
                <a:path w="11430000" h="3600450">
                  <a:moveTo>
                    <a:pt x="8690445" y="3590925"/>
                  </a:moveTo>
                  <a:lnTo>
                    <a:pt x="8661870" y="3590925"/>
                  </a:lnTo>
                  <a:lnTo>
                    <a:pt x="8661870" y="3600450"/>
                  </a:lnTo>
                  <a:lnTo>
                    <a:pt x="8690445" y="3600450"/>
                  </a:lnTo>
                  <a:lnTo>
                    <a:pt x="8690445" y="3590925"/>
                  </a:lnTo>
                  <a:close/>
                </a:path>
                <a:path w="11430000" h="3600450">
                  <a:moveTo>
                    <a:pt x="8727656" y="0"/>
                  </a:moveTo>
                  <a:lnTo>
                    <a:pt x="8699081" y="0"/>
                  </a:lnTo>
                  <a:lnTo>
                    <a:pt x="8699081" y="9525"/>
                  </a:lnTo>
                  <a:lnTo>
                    <a:pt x="8727656" y="9525"/>
                  </a:lnTo>
                  <a:lnTo>
                    <a:pt x="8727656" y="0"/>
                  </a:lnTo>
                  <a:close/>
                </a:path>
                <a:path w="11430000" h="3600450">
                  <a:moveTo>
                    <a:pt x="8738083" y="3590925"/>
                  </a:moveTo>
                  <a:lnTo>
                    <a:pt x="8709508" y="3590925"/>
                  </a:lnTo>
                  <a:lnTo>
                    <a:pt x="8709508" y="3600450"/>
                  </a:lnTo>
                  <a:lnTo>
                    <a:pt x="8738083" y="3600450"/>
                  </a:lnTo>
                  <a:lnTo>
                    <a:pt x="8738083" y="3590925"/>
                  </a:lnTo>
                  <a:close/>
                </a:path>
                <a:path w="11430000" h="3600450">
                  <a:moveTo>
                    <a:pt x="8775294" y="0"/>
                  </a:moveTo>
                  <a:lnTo>
                    <a:pt x="8746719" y="0"/>
                  </a:lnTo>
                  <a:lnTo>
                    <a:pt x="8746719" y="9525"/>
                  </a:lnTo>
                  <a:lnTo>
                    <a:pt x="8775294" y="9525"/>
                  </a:lnTo>
                  <a:lnTo>
                    <a:pt x="8775294" y="0"/>
                  </a:lnTo>
                  <a:close/>
                </a:path>
                <a:path w="11430000" h="3600450">
                  <a:moveTo>
                    <a:pt x="8785720" y="3590925"/>
                  </a:moveTo>
                  <a:lnTo>
                    <a:pt x="8757145" y="3590925"/>
                  </a:lnTo>
                  <a:lnTo>
                    <a:pt x="8757145" y="3600450"/>
                  </a:lnTo>
                  <a:lnTo>
                    <a:pt x="8785720" y="3600450"/>
                  </a:lnTo>
                  <a:lnTo>
                    <a:pt x="8785720" y="3590925"/>
                  </a:lnTo>
                  <a:close/>
                </a:path>
                <a:path w="11430000" h="3600450">
                  <a:moveTo>
                    <a:pt x="8822931" y="0"/>
                  </a:moveTo>
                  <a:lnTo>
                    <a:pt x="8794356" y="0"/>
                  </a:lnTo>
                  <a:lnTo>
                    <a:pt x="8794356" y="9525"/>
                  </a:lnTo>
                  <a:lnTo>
                    <a:pt x="8822931" y="9525"/>
                  </a:lnTo>
                  <a:lnTo>
                    <a:pt x="8822931" y="0"/>
                  </a:lnTo>
                  <a:close/>
                </a:path>
                <a:path w="11430000" h="3600450">
                  <a:moveTo>
                    <a:pt x="8833358" y="3590925"/>
                  </a:moveTo>
                  <a:lnTo>
                    <a:pt x="8804783" y="3590925"/>
                  </a:lnTo>
                  <a:lnTo>
                    <a:pt x="8804783" y="3600450"/>
                  </a:lnTo>
                  <a:lnTo>
                    <a:pt x="8833358" y="3600450"/>
                  </a:lnTo>
                  <a:lnTo>
                    <a:pt x="8833358" y="3590925"/>
                  </a:lnTo>
                  <a:close/>
                </a:path>
                <a:path w="11430000" h="3600450">
                  <a:moveTo>
                    <a:pt x="8870569" y="0"/>
                  </a:moveTo>
                  <a:lnTo>
                    <a:pt x="8841994" y="0"/>
                  </a:lnTo>
                  <a:lnTo>
                    <a:pt x="8841994" y="9525"/>
                  </a:lnTo>
                  <a:lnTo>
                    <a:pt x="8870569" y="9525"/>
                  </a:lnTo>
                  <a:lnTo>
                    <a:pt x="8870569" y="0"/>
                  </a:lnTo>
                  <a:close/>
                </a:path>
                <a:path w="11430000" h="3600450">
                  <a:moveTo>
                    <a:pt x="8881008" y="3590925"/>
                  </a:moveTo>
                  <a:lnTo>
                    <a:pt x="8852433" y="3590925"/>
                  </a:lnTo>
                  <a:lnTo>
                    <a:pt x="8852433" y="3600450"/>
                  </a:lnTo>
                  <a:lnTo>
                    <a:pt x="8881008" y="3600450"/>
                  </a:lnTo>
                  <a:lnTo>
                    <a:pt x="8881008" y="3590925"/>
                  </a:lnTo>
                  <a:close/>
                </a:path>
                <a:path w="11430000" h="3600450">
                  <a:moveTo>
                    <a:pt x="8918207" y="0"/>
                  </a:moveTo>
                  <a:lnTo>
                    <a:pt x="8889632" y="0"/>
                  </a:lnTo>
                  <a:lnTo>
                    <a:pt x="8889632" y="9525"/>
                  </a:lnTo>
                  <a:lnTo>
                    <a:pt x="8918207" y="9525"/>
                  </a:lnTo>
                  <a:lnTo>
                    <a:pt x="8918207" y="0"/>
                  </a:lnTo>
                  <a:close/>
                </a:path>
                <a:path w="11430000" h="3600450">
                  <a:moveTo>
                    <a:pt x="8928646" y="3590925"/>
                  </a:moveTo>
                  <a:lnTo>
                    <a:pt x="8900071" y="3590925"/>
                  </a:lnTo>
                  <a:lnTo>
                    <a:pt x="8900071" y="3600450"/>
                  </a:lnTo>
                  <a:lnTo>
                    <a:pt x="8928646" y="3600450"/>
                  </a:lnTo>
                  <a:lnTo>
                    <a:pt x="8928646" y="3590925"/>
                  </a:lnTo>
                  <a:close/>
                </a:path>
                <a:path w="11430000" h="3600450">
                  <a:moveTo>
                    <a:pt x="8965857" y="0"/>
                  </a:moveTo>
                  <a:lnTo>
                    <a:pt x="8937282" y="0"/>
                  </a:lnTo>
                  <a:lnTo>
                    <a:pt x="8937282" y="9525"/>
                  </a:lnTo>
                  <a:lnTo>
                    <a:pt x="8965857" y="9525"/>
                  </a:lnTo>
                  <a:lnTo>
                    <a:pt x="8965857" y="0"/>
                  </a:lnTo>
                  <a:close/>
                </a:path>
                <a:path w="11430000" h="3600450">
                  <a:moveTo>
                    <a:pt x="8976284" y="3590925"/>
                  </a:moveTo>
                  <a:lnTo>
                    <a:pt x="8947709" y="3590925"/>
                  </a:lnTo>
                  <a:lnTo>
                    <a:pt x="8947709" y="3600450"/>
                  </a:lnTo>
                  <a:lnTo>
                    <a:pt x="8976284" y="3600450"/>
                  </a:lnTo>
                  <a:lnTo>
                    <a:pt x="8976284" y="3590925"/>
                  </a:lnTo>
                  <a:close/>
                </a:path>
                <a:path w="11430000" h="3600450">
                  <a:moveTo>
                    <a:pt x="9013495" y="0"/>
                  </a:moveTo>
                  <a:lnTo>
                    <a:pt x="8984920" y="0"/>
                  </a:lnTo>
                  <a:lnTo>
                    <a:pt x="8984920" y="9525"/>
                  </a:lnTo>
                  <a:lnTo>
                    <a:pt x="9013495" y="9525"/>
                  </a:lnTo>
                  <a:lnTo>
                    <a:pt x="9013495" y="0"/>
                  </a:lnTo>
                  <a:close/>
                </a:path>
                <a:path w="11430000" h="3600450">
                  <a:moveTo>
                    <a:pt x="9023921" y="3590925"/>
                  </a:moveTo>
                  <a:lnTo>
                    <a:pt x="8995346" y="3590925"/>
                  </a:lnTo>
                  <a:lnTo>
                    <a:pt x="8995346" y="3600450"/>
                  </a:lnTo>
                  <a:lnTo>
                    <a:pt x="9023921" y="3600450"/>
                  </a:lnTo>
                  <a:lnTo>
                    <a:pt x="9023921" y="3590925"/>
                  </a:lnTo>
                  <a:close/>
                </a:path>
                <a:path w="11430000" h="3600450">
                  <a:moveTo>
                    <a:pt x="9061132" y="0"/>
                  </a:moveTo>
                  <a:lnTo>
                    <a:pt x="9032557" y="0"/>
                  </a:lnTo>
                  <a:lnTo>
                    <a:pt x="9032557" y="9525"/>
                  </a:lnTo>
                  <a:lnTo>
                    <a:pt x="9061132" y="9525"/>
                  </a:lnTo>
                  <a:lnTo>
                    <a:pt x="9061132" y="0"/>
                  </a:lnTo>
                  <a:close/>
                </a:path>
                <a:path w="11430000" h="3600450">
                  <a:moveTo>
                    <a:pt x="9071559" y="3590925"/>
                  </a:moveTo>
                  <a:lnTo>
                    <a:pt x="9042984" y="3590925"/>
                  </a:lnTo>
                  <a:lnTo>
                    <a:pt x="9042984" y="3600450"/>
                  </a:lnTo>
                  <a:lnTo>
                    <a:pt x="9071559" y="3600450"/>
                  </a:lnTo>
                  <a:lnTo>
                    <a:pt x="9071559" y="3590925"/>
                  </a:lnTo>
                  <a:close/>
                </a:path>
                <a:path w="11430000" h="3600450">
                  <a:moveTo>
                    <a:pt x="9108770" y="0"/>
                  </a:moveTo>
                  <a:lnTo>
                    <a:pt x="9080195" y="0"/>
                  </a:lnTo>
                  <a:lnTo>
                    <a:pt x="9080195" y="9525"/>
                  </a:lnTo>
                  <a:lnTo>
                    <a:pt x="9108770" y="9525"/>
                  </a:lnTo>
                  <a:lnTo>
                    <a:pt x="9108770" y="0"/>
                  </a:lnTo>
                  <a:close/>
                </a:path>
                <a:path w="11430000" h="3600450">
                  <a:moveTo>
                    <a:pt x="9119197" y="3590925"/>
                  </a:moveTo>
                  <a:lnTo>
                    <a:pt x="9090622" y="3590925"/>
                  </a:lnTo>
                  <a:lnTo>
                    <a:pt x="9090622" y="3600450"/>
                  </a:lnTo>
                  <a:lnTo>
                    <a:pt x="9119197" y="3600450"/>
                  </a:lnTo>
                  <a:lnTo>
                    <a:pt x="9119197" y="3590925"/>
                  </a:lnTo>
                  <a:close/>
                </a:path>
                <a:path w="11430000" h="3600450">
                  <a:moveTo>
                    <a:pt x="9156408" y="0"/>
                  </a:moveTo>
                  <a:lnTo>
                    <a:pt x="9127833" y="0"/>
                  </a:lnTo>
                  <a:lnTo>
                    <a:pt x="9127833" y="9525"/>
                  </a:lnTo>
                  <a:lnTo>
                    <a:pt x="9156408" y="9525"/>
                  </a:lnTo>
                  <a:lnTo>
                    <a:pt x="9156408" y="0"/>
                  </a:lnTo>
                  <a:close/>
                </a:path>
                <a:path w="11430000" h="3600450">
                  <a:moveTo>
                    <a:pt x="9166847" y="3590925"/>
                  </a:moveTo>
                  <a:lnTo>
                    <a:pt x="9138272" y="3590925"/>
                  </a:lnTo>
                  <a:lnTo>
                    <a:pt x="9138272" y="3600450"/>
                  </a:lnTo>
                  <a:lnTo>
                    <a:pt x="9166847" y="3600450"/>
                  </a:lnTo>
                  <a:lnTo>
                    <a:pt x="9166847" y="3590925"/>
                  </a:lnTo>
                  <a:close/>
                </a:path>
                <a:path w="11430000" h="3600450">
                  <a:moveTo>
                    <a:pt x="9204058" y="0"/>
                  </a:moveTo>
                  <a:lnTo>
                    <a:pt x="9175483" y="0"/>
                  </a:lnTo>
                  <a:lnTo>
                    <a:pt x="9175483" y="9525"/>
                  </a:lnTo>
                  <a:lnTo>
                    <a:pt x="9204058" y="9525"/>
                  </a:lnTo>
                  <a:lnTo>
                    <a:pt x="9204058" y="0"/>
                  </a:lnTo>
                  <a:close/>
                </a:path>
                <a:path w="11430000" h="3600450">
                  <a:moveTo>
                    <a:pt x="9214485" y="3590925"/>
                  </a:moveTo>
                  <a:lnTo>
                    <a:pt x="9185910" y="3590925"/>
                  </a:lnTo>
                  <a:lnTo>
                    <a:pt x="9185910" y="3600450"/>
                  </a:lnTo>
                  <a:lnTo>
                    <a:pt x="9214485" y="3600450"/>
                  </a:lnTo>
                  <a:lnTo>
                    <a:pt x="9214485" y="3590925"/>
                  </a:lnTo>
                  <a:close/>
                </a:path>
                <a:path w="11430000" h="3600450">
                  <a:moveTo>
                    <a:pt x="9251696" y="0"/>
                  </a:moveTo>
                  <a:lnTo>
                    <a:pt x="9223121" y="0"/>
                  </a:lnTo>
                  <a:lnTo>
                    <a:pt x="9223121" y="9525"/>
                  </a:lnTo>
                  <a:lnTo>
                    <a:pt x="9251696" y="9525"/>
                  </a:lnTo>
                  <a:lnTo>
                    <a:pt x="9251696" y="0"/>
                  </a:lnTo>
                  <a:close/>
                </a:path>
                <a:path w="11430000" h="3600450">
                  <a:moveTo>
                    <a:pt x="9262123" y="3590925"/>
                  </a:moveTo>
                  <a:lnTo>
                    <a:pt x="9233548" y="3590925"/>
                  </a:lnTo>
                  <a:lnTo>
                    <a:pt x="9233548" y="3600450"/>
                  </a:lnTo>
                  <a:lnTo>
                    <a:pt x="9262123" y="3600450"/>
                  </a:lnTo>
                  <a:lnTo>
                    <a:pt x="9262123" y="3590925"/>
                  </a:lnTo>
                  <a:close/>
                </a:path>
                <a:path w="11430000" h="3600450">
                  <a:moveTo>
                    <a:pt x="9299334" y="0"/>
                  </a:moveTo>
                  <a:lnTo>
                    <a:pt x="9270759" y="0"/>
                  </a:lnTo>
                  <a:lnTo>
                    <a:pt x="9270759" y="9525"/>
                  </a:lnTo>
                  <a:lnTo>
                    <a:pt x="9299334" y="9525"/>
                  </a:lnTo>
                  <a:lnTo>
                    <a:pt x="9299334" y="0"/>
                  </a:lnTo>
                  <a:close/>
                </a:path>
                <a:path w="11430000" h="3600450">
                  <a:moveTo>
                    <a:pt x="9309760" y="3590925"/>
                  </a:moveTo>
                  <a:lnTo>
                    <a:pt x="9281185" y="3590925"/>
                  </a:lnTo>
                  <a:lnTo>
                    <a:pt x="9281185" y="3600450"/>
                  </a:lnTo>
                  <a:lnTo>
                    <a:pt x="9309760" y="3600450"/>
                  </a:lnTo>
                  <a:lnTo>
                    <a:pt x="9309760" y="3590925"/>
                  </a:lnTo>
                  <a:close/>
                </a:path>
                <a:path w="11430000" h="3600450">
                  <a:moveTo>
                    <a:pt x="9346971" y="0"/>
                  </a:moveTo>
                  <a:lnTo>
                    <a:pt x="9318396" y="0"/>
                  </a:lnTo>
                  <a:lnTo>
                    <a:pt x="9318396" y="9525"/>
                  </a:lnTo>
                  <a:lnTo>
                    <a:pt x="9346971" y="9525"/>
                  </a:lnTo>
                  <a:lnTo>
                    <a:pt x="9346971" y="0"/>
                  </a:lnTo>
                  <a:close/>
                </a:path>
                <a:path w="11430000" h="3600450">
                  <a:moveTo>
                    <a:pt x="9357398" y="3590925"/>
                  </a:moveTo>
                  <a:lnTo>
                    <a:pt x="9328823" y="3590925"/>
                  </a:lnTo>
                  <a:lnTo>
                    <a:pt x="9328823" y="3600450"/>
                  </a:lnTo>
                  <a:lnTo>
                    <a:pt x="9357398" y="3600450"/>
                  </a:lnTo>
                  <a:lnTo>
                    <a:pt x="9357398" y="3590925"/>
                  </a:lnTo>
                  <a:close/>
                </a:path>
                <a:path w="11430000" h="3600450">
                  <a:moveTo>
                    <a:pt x="9394609" y="0"/>
                  </a:moveTo>
                  <a:lnTo>
                    <a:pt x="9366034" y="0"/>
                  </a:lnTo>
                  <a:lnTo>
                    <a:pt x="9366034" y="9525"/>
                  </a:lnTo>
                  <a:lnTo>
                    <a:pt x="9394609" y="9525"/>
                  </a:lnTo>
                  <a:lnTo>
                    <a:pt x="9394609" y="0"/>
                  </a:lnTo>
                  <a:close/>
                </a:path>
                <a:path w="11430000" h="3600450">
                  <a:moveTo>
                    <a:pt x="9405048" y="3590925"/>
                  </a:moveTo>
                  <a:lnTo>
                    <a:pt x="9376473" y="3590925"/>
                  </a:lnTo>
                  <a:lnTo>
                    <a:pt x="9376473" y="3600450"/>
                  </a:lnTo>
                  <a:lnTo>
                    <a:pt x="9405048" y="3600450"/>
                  </a:lnTo>
                  <a:lnTo>
                    <a:pt x="9405048" y="3590925"/>
                  </a:lnTo>
                  <a:close/>
                </a:path>
                <a:path w="11430000" h="3600450">
                  <a:moveTo>
                    <a:pt x="9442259" y="0"/>
                  </a:moveTo>
                  <a:lnTo>
                    <a:pt x="9413684" y="0"/>
                  </a:lnTo>
                  <a:lnTo>
                    <a:pt x="9413684" y="9525"/>
                  </a:lnTo>
                  <a:lnTo>
                    <a:pt x="9442259" y="9525"/>
                  </a:lnTo>
                  <a:lnTo>
                    <a:pt x="9442259" y="0"/>
                  </a:lnTo>
                  <a:close/>
                </a:path>
                <a:path w="11430000" h="3600450">
                  <a:moveTo>
                    <a:pt x="9452686" y="3590925"/>
                  </a:moveTo>
                  <a:lnTo>
                    <a:pt x="9424111" y="3590925"/>
                  </a:lnTo>
                  <a:lnTo>
                    <a:pt x="9424111" y="3600450"/>
                  </a:lnTo>
                  <a:lnTo>
                    <a:pt x="9452686" y="3600450"/>
                  </a:lnTo>
                  <a:lnTo>
                    <a:pt x="9452686" y="3590925"/>
                  </a:lnTo>
                  <a:close/>
                </a:path>
                <a:path w="11430000" h="3600450">
                  <a:moveTo>
                    <a:pt x="9489897" y="0"/>
                  </a:moveTo>
                  <a:lnTo>
                    <a:pt x="9461322" y="0"/>
                  </a:lnTo>
                  <a:lnTo>
                    <a:pt x="9461322" y="9525"/>
                  </a:lnTo>
                  <a:lnTo>
                    <a:pt x="9489897" y="9525"/>
                  </a:lnTo>
                  <a:lnTo>
                    <a:pt x="9489897" y="0"/>
                  </a:lnTo>
                  <a:close/>
                </a:path>
                <a:path w="11430000" h="3600450">
                  <a:moveTo>
                    <a:pt x="9500324" y="3590925"/>
                  </a:moveTo>
                  <a:lnTo>
                    <a:pt x="9471749" y="3590925"/>
                  </a:lnTo>
                  <a:lnTo>
                    <a:pt x="9471749" y="3600450"/>
                  </a:lnTo>
                  <a:lnTo>
                    <a:pt x="9500324" y="3600450"/>
                  </a:lnTo>
                  <a:lnTo>
                    <a:pt x="9500324" y="3590925"/>
                  </a:lnTo>
                  <a:close/>
                </a:path>
                <a:path w="11430000" h="3600450">
                  <a:moveTo>
                    <a:pt x="9537535" y="0"/>
                  </a:moveTo>
                  <a:lnTo>
                    <a:pt x="9508960" y="0"/>
                  </a:lnTo>
                  <a:lnTo>
                    <a:pt x="9508960" y="9525"/>
                  </a:lnTo>
                  <a:lnTo>
                    <a:pt x="9537535" y="9525"/>
                  </a:lnTo>
                  <a:lnTo>
                    <a:pt x="9537535" y="0"/>
                  </a:lnTo>
                  <a:close/>
                </a:path>
                <a:path w="11430000" h="3600450">
                  <a:moveTo>
                    <a:pt x="9547962" y="3590925"/>
                  </a:moveTo>
                  <a:lnTo>
                    <a:pt x="9519387" y="3590925"/>
                  </a:lnTo>
                  <a:lnTo>
                    <a:pt x="9519387" y="3600450"/>
                  </a:lnTo>
                  <a:lnTo>
                    <a:pt x="9547962" y="3600450"/>
                  </a:lnTo>
                  <a:lnTo>
                    <a:pt x="9547962" y="3590925"/>
                  </a:lnTo>
                  <a:close/>
                </a:path>
                <a:path w="11430000" h="3600450">
                  <a:moveTo>
                    <a:pt x="9585173" y="0"/>
                  </a:moveTo>
                  <a:lnTo>
                    <a:pt x="9556598" y="0"/>
                  </a:lnTo>
                  <a:lnTo>
                    <a:pt x="9556598" y="9525"/>
                  </a:lnTo>
                  <a:lnTo>
                    <a:pt x="9585173" y="9525"/>
                  </a:lnTo>
                  <a:lnTo>
                    <a:pt x="9585173" y="0"/>
                  </a:lnTo>
                  <a:close/>
                </a:path>
                <a:path w="11430000" h="3600450">
                  <a:moveTo>
                    <a:pt x="9595599" y="3590925"/>
                  </a:moveTo>
                  <a:lnTo>
                    <a:pt x="9567024" y="3590925"/>
                  </a:lnTo>
                  <a:lnTo>
                    <a:pt x="9567024" y="3600450"/>
                  </a:lnTo>
                  <a:lnTo>
                    <a:pt x="9595599" y="3600450"/>
                  </a:lnTo>
                  <a:lnTo>
                    <a:pt x="9595599" y="3590925"/>
                  </a:lnTo>
                  <a:close/>
                </a:path>
                <a:path w="11430000" h="3600450">
                  <a:moveTo>
                    <a:pt x="9632810" y="0"/>
                  </a:moveTo>
                  <a:lnTo>
                    <a:pt x="9604235" y="0"/>
                  </a:lnTo>
                  <a:lnTo>
                    <a:pt x="9604235" y="9525"/>
                  </a:lnTo>
                  <a:lnTo>
                    <a:pt x="9632810" y="9525"/>
                  </a:lnTo>
                  <a:lnTo>
                    <a:pt x="9632810" y="0"/>
                  </a:lnTo>
                  <a:close/>
                </a:path>
                <a:path w="11430000" h="3600450">
                  <a:moveTo>
                    <a:pt x="9643250" y="3590925"/>
                  </a:moveTo>
                  <a:lnTo>
                    <a:pt x="9614675" y="3590925"/>
                  </a:lnTo>
                  <a:lnTo>
                    <a:pt x="9614675" y="3600450"/>
                  </a:lnTo>
                  <a:lnTo>
                    <a:pt x="9643250" y="3600450"/>
                  </a:lnTo>
                  <a:lnTo>
                    <a:pt x="9643250" y="3590925"/>
                  </a:lnTo>
                  <a:close/>
                </a:path>
                <a:path w="11430000" h="3600450">
                  <a:moveTo>
                    <a:pt x="9680461" y="0"/>
                  </a:moveTo>
                  <a:lnTo>
                    <a:pt x="9651886" y="0"/>
                  </a:lnTo>
                  <a:lnTo>
                    <a:pt x="9651886" y="9525"/>
                  </a:lnTo>
                  <a:lnTo>
                    <a:pt x="9680461" y="9525"/>
                  </a:lnTo>
                  <a:lnTo>
                    <a:pt x="9680461" y="0"/>
                  </a:lnTo>
                  <a:close/>
                </a:path>
                <a:path w="11430000" h="3600450">
                  <a:moveTo>
                    <a:pt x="9690887" y="3590925"/>
                  </a:moveTo>
                  <a:lnTo>
                    <a:pt x="9662312" y="3590925"/>
                  </a:lnTo>
                  <a:lnTo>
                    <a:pt x="9662312" y="3600450"/>
                  </a:lnTo>
                  <a:lnTo>
                    <a:pt x="9690887" y="3600450"/>
                  </a:lnTo>
                  <a:lnTo>
                    <a:pt x="9690887" y="3590925"/>
                  </a:lnTo>
                  <a:close/>
                </a:path>
                <a:path w="11430000" h="3600450">
                  <a:moveTo>
                    <a:pt x="9728098" y="0"/>
                  </a:moveTo>
                  <a:lnTo>
                    <a:pt x="9699523" y="0"/>
                  </a:lnTo>
                  <a:lnTo>
                    <a:pt x="9699523" y="9525"/>
                  </a:lnTo>
                  <a:lnTo>
                    <a:pt x="9728098" y="9525"/>
                  </a:lnTo>
                  <a:lnTo>
                    <a:pt x="9728098" y="0"/>
                  </a:lnTo>
                  <a:close/>
                </a:path>
                <a:path w="11430000" h="3600450">
                  <a:moveTo>
                    <a:pt x="9738525" y="3590925"/>
                  </a:moveTo>
                  <a:lnTo>
                    <a:pt x="9709950" y="3590925"/>
                  </a:lnTo>
                  <a:lnTo>
                    <a:pt x="9709950" y="3600450"/>
                  </a:lnTo>
                  <a:lnTo>
                    <a:pt x="9738525" y="3600450"/>
                  </a:lnTo>
                  <a:lnTo>
                    <a:pt x="9738525" y="3590925"/>
                  </a:lnTo>
                  <a:close/>
                </a:path>
                <a:path w="11430000" h="3600450">
                  <a:moveTo>
                    <a:pt x="9775736" y="0"/>
                  </a:moveTo>
                  <a:lnTo>
                    <a:pt x="9747161" y="0"/>
                  </a:lnTo>
                  <a:lnTo>
                    <a:pt x="9747161" y="9525"/>
                  </a:lnTo>
                  <a:lnTo>
                    <a:pt x="9775736" y="9525"/>
                  </a:lnTo>
                  <a:lnTo>
                    <a:pt x="9775736" y="0"/>
                  </a:lnTo>
                  <a:close/>
                </a:path>
                <a:path w="11430000" h="3600450">
                  <a:moveTo>
                    <a:pt x="9786163" y="3590925"/>
                  </a:moveTo>
                  <a:lnTo>
                    <a:pt x="9757588" y="3590925"/>
                  </a:lnTo>
                  <a:lnTo>
                    <a:pt x="9757588" y="3600450"/>
                  </a:lnTo>
                  <a:lnTo>
                    <a:pt x="9786163" y="3600450"/>
                  </a:lnTo>
                  <a:lnTo>
                    <a:pt x="9786163" y="3590925"/>
                  </a:lnTo>
                  <a:close/>
                </a:path>
                <a:path w="11430000" h="3600450">
                  <a:moveTo>
                    <a:pt x="9823374" y="0"/>
                  </a:moveTo>
                  <a:lnTo>
                    <a:pt x="9794799" y="0"/>
                  </a:lnTo>
                  <a:lnTo>
                    <a:pt x="9794799" y="9525"/>
                  </a:lnTo>
                  <a:lnTo>
                    <a:pt x="9823374" y="9525"/>
                  </a:lnTo>
                  <a:lnTo>
                    <a:pt x="9823374" y="0"/>
                  </a:lnTo>
                  <a:close/>
                </a:path>
                <a:path w="11430000" h="3600450">
                  <a:moveTo>
                    <a:pt x="9833800" y="3590925"/>
                  </a:moveTo>
                  <a:lnTo>
                    <a:pt x="9805225" y="3590925"/>
                  </a:lnTo>
                  <a:lnTo>
                    <a:pt x="9805225" y="3600450"/>
                  </a:lnTo>
                  <a:lnTo>
                    <a:pt x="9833800" y="3600450"/>
                  </a:lnTo>
                  <a:lnTo>
                    <a:pt x="9833800" y="3590925"/>
                  </a:lnTo>
                  <a:close/>
                </a:path>
                <a:path w="11430000" h="3600450">
                  <a:moveTo>
                    <a:pt x="9871011" y="0"/>
                  </a:moveTo>
                  <a:lnTo>
                    <a:pt x="9842436" y="0"/>
                  </a:lnTo>
                  <a:lnTo>
                    <a:pt x="9842436" y="9525"/>
                  </a:lnTo>
                  <a:lnTo>
                    <a:pt x="9871011" y="9525"/>
                  </a:lnTo>
                  <a:lnTo>
                    <a:pt x="9871011" y="0"/>
                  </a:lnTo>
                  <a:close/>
                </a:path>
                <a:path w="11430000" h="3600450">
                  <a:moveTo>
                    <a:pt x="9881451" y="3590925"/>
                  </a:moveTo>
                  <a:lnTo>
                    <a:pt x="9852876" y="3590925"/>
                  </a:lnTo>
                  <a:lnTo>
                    <a:pt x="9852876" y="3600450"/>
                  </a:lnTo>
                  <a:lnTo>
                    <a:pt x="9881451" y="3600450"/>
                  </a:lnTo>
                  <a:lnTo>
                    <a:pt x="9881451" y="3590925"/>
                  </a:lnTo>
                  <a:close/>
                </a:path>
                <a:path w="11430000" h="3600450">
                  <a:moveTo>
                    <a:pt x="9918649" y="0"/>
                  </a:moveTo>
                  <a:lnTo>
                    <a:pt x="9890074" y="0"/>
                  </a:lnTo>
                  <a:lnTo>
                    <a:pt x="9890074" y="9525"/>
                  </a:lnTo>
                  <a:lnTo>
                    <a:pt x="9918649" y="9525"/>
                  </a:lnTo>
                  <a:lnTo>
                    <a:pt x="9918649" y="0"/>
                  </a:lnTo>
                  <a:close/>
                </a:path>
                <a:path w="11430000" h="3600450">
                  <a:moveTo>
                    <a:pt x="9929089" y="3590925"/>
                  </a:moveTo>
                  <a:lnTo>
                    <a:pt x="9900514" y="3590925"/>
                  </a:lnTo>
                  <a:lnTo>
                    <a:pt x="9900514" y="3600450"/>
                  </a:lnTo>
                  <a:lnTo>
                    <a:pt x="9929089" y="3600450"/>
                  </a:lnTo>
                  <a:lnTo>
                    <a:pt x="9929089" y="3590925"/>
                  </a:lnTo>
                  <a:close/>
                </a:path>
                <a:path w="11430000" h="3600450">
                  <a:moveTo>
                    <a:pt x="9966300" y="0"/>
                  </a:moveTo>
                  <a:lnTo>
                    <a:pt x="9937725" y="0"/>
                  </a:lnTo>
                  <a:lnTo>
                    <a:pt x="9937725" y="9525"/>
                  </a:lnTo>
                  <a:lnTo>
                    <a:pt x="9966300" y="9525"/>
                  </a:lnTo>
                  <a:lnTo>
                    <a:pt x="9966300" y="0"/>
                  </a:lnTo>
                  <a:close/>
                </a:path>
                <a:path w="11430000" h="3600450">
                  <a:moveTo>
                    <a:pt x="9976726" y="3590925"/>
                  </a:moveTo>
                  <a:lnTo>
                    <a:pt x="9948151" y="3590925"/>
                  </a:lnTo>
                  <a:lnTo>
                    <a:pt x="9948151" y="3600450"/>
                  </a:lnTo>
                  <a:lnTo>
                    <a:pt x="9976726" y="3600450"/>
                  </a:lnTo>
                  <a:lnTo>
                    <a:pt x="9976726" y="3590925"/>
                  </a:lnTo>
                  <a:close/>
                </a:path>
                <a:path w="11430000" h="3600450">
                  <a:moveTo>
                    <a:pt x="10013937" y="0"/>
                  </a:moveTo>
                  <a:lnTo>
                    <a:pt x="9985362" y="0"/>
                  </a:lnTo>
                  <a:lnTo>
                    <a:pt x="9985362" y="9525"/>
                  </a:lnTo>
                  <a:lnTo>
                    <a:pt x="10013937" y="9525"/>
                  </a:lnTo>
                  <a:lnTo>
                    <a:pt x="10013937" y="0"/>
                  </a:lnTo>
                  <a:close/>
                </a:path>
                <a:path w="11430000" h="3600450">
                  <a:moveTo>
                    <a:pt x="10024364" y="3590925"/>
                  </a:moveTo>
                  <a:lnTo>
                    <a:pt x="9995789" y="3590925"/>
                  </a:lnTo>
                  <a:lnTo>
                    <a:pt x="9995789" y="3600450"/>
                  </a:lnTo>
                  <a:lnTo>
                    <a:pt x="10024364" y="3600450"/>
                  </a:lnTo>
                  <a:lnTo>
                    <a:pt x="10024364" y="3590925"/>
                  </a:lnTo>
                  <a:close/>
                </a:path>
                <a:path w="11430000" h="3600450">
                  <a:moveTo>
                    <a:pt x="10061575" y="0"/>
                  </a:moveTo>
                  <a:lnTo>
                    <a:pt x="10033000" y="0"/>
                  </a:lnTo>
                  <a:lnTo>
                    <a:pt x="10033000" y="9525"/>
                  </a:lnTo>
                  <a:lnTo>
                    <a:pt x="10061575" y="9525"/>
                  </a:lnTo>
                  <a:lnTo>
                    <a:pt x="10061575" y="0"/>
                  </a:lnTo>
                  <a:close/>
                </a:path>
                <a:path w="11430000" h="3600450">
                  <a:moveTo>
                    <a:pt x="10072002" y="3590925"/>
                  </a:moveTo>
                  <a:lnTo>
                    <a:pt x="10043427" y="3590925"/>
                  </a:lnTo>
                  <a:lnTo>
                    <a:pt x="10043427" y="3600450"/>
                  </a:lnTo>
                  <a:lnTo>
                    <a:pt x="10072002" y="3600450"/>
                  </a:lnTo>
                  <a:lnTo>
                    <a:pt x="10072002" y="3590925"/>
                  </a:lnTo>
                  <a:close/>
                </a:path>
                <a:path w="11430000" h="3600450">
                  <a:moveTo>
                    <a:pt x="10109213" y="0"/>
                  </a:moveTo>
                  <a:lnTo>
                    <a:pt x="10080638" y="0"/>
                  </a:lnTo>
                  <a:lnTo>
                    <a:pt x="10080638" y="9525"/>
                  </a:lnTo>
                  <a:lnTo>
                    <a:pt x="10109213" y="9525"/>
                  </a:lnTo>
                  <a:lnTo>
                    <a:pt x="10109213" y="0"/>
                  </a:lnTo>
                  <a:close/>
                </a:path>
                <a:path w="11430000" h="3600450">
                  <a:moveTo>
                    <a:pt x="10119652" y="3590925"/>
                  </a:moveTo>
                  <a:lnTo>
                    <a:pt x="10091077" y="3590925"/>
                  </a:lnTo>
                  <a:lnTo>
                    <a:pt x="10091077" y="3600450"/>
                  </a:lnTo>
                  <a:lnTo>
                    <a:pt x="10119652" y="3600450"/>
                  </a:lnTo>
                  <a:lnTo>
                    <a:pt x="10119652" y="3590925"/>
                  </a:lnTo>
                  <a:close/>
                </a:path>
                <a:path w="11430000" h="3600450">
                  <a:moveTo>
                    <a:pt x="10156850" y="0"/>
                  </a:moveTo>
                  <a:lnTo>
                    <a:pt x="10128275" y="0"/>
                  </a:lnTo>
                  <a:lnTo>
                    <a:pt x="10128275" y="9525"/>
                  </a:lnTo>
                  <a:lnTo>
                    <a:pt x="10156850" y="9525"/>
                  </a:lnTo>
                  <a:lnTo>
                    <a:pt x="10156850" y="0"/>
                  </a:lnTo>
                  <a:close/>
                </a:path>
                <a:path w="11430000" h="3600450">
                  <a:moveTo>
                    <a:pt x="10167290" y="3590925"/>
                  </a:moveTo>
                  <a:lnTo>
                    <a:pt x="10138715" y="3590925"/>
                  </a:lnTo>
                  <a:lnTo>
                    <a:pt x="10138715" y="3600450"/>
                  </a:lnTo>
                  <a:lnTo>
                    <a:pt x="10167290" y="3600450"/>
                  </a:lnTo>
                  <a:lnTo>
                    <a:pt x="10167290" y="3590925"/>
                  </a:lnTo>
                  <a:close/>
                </a:path>
                <a:path w="11430000" h="3600450">
                  <a:moveTo>
                    <a:pt x="10204501" y="0"/>
                  </a:moveTo>
                  <a:lnTo>
                    <a:pt x="10175926" y="0"/>
                  </a:lnTo>
                  <a:lnTo>
                    <a:pt x="10175926" y="9525"/>
                  </a:lnTo>
                  <a:lnTo>
                    <a:pt x="10204501" y="9525"/>
                  </a:lnTo>
                  <a:lnTo>
                    <a:pt x="10204501" y="0"/>
                  </a:lnTo>
                  <a:close/>
                </a:path>
                <a:path w="11430000" h="3600450">
                  <a:moveTo>
                    <a:pt x="10214927" y="3590925"/>
                  </a:moveTo>
                  <a:lnTo>
                    <a:pt x="10186352" y="3590925"/>
                  </a:lnTo>
                  <a:lnTo>
                    <a:pt x="10186352" y="3600450"/>
                  </a:lnTo>
                  <a:lnTo>
                    <a:pt x="10214927" y="3600450"/>
                  </a:lnTo>
                  <a:lnTo>
                    <a:pt x="10214927" y="3590925"/>
                  </a:lnTo>
                  <a:close/>
                </a:path>
                <a:path w="11430000" h="3600450">
                  <a:moveTo>
                    <a:pt x="10252138" y="0"/>
                  </a:moveTo>
                  <a:lnTo>
                    <a:pt x="10223563" y="0"/>
                  </a:lnTo>
                  <a:lnTo>
                    <a:pt x="10223563" y="9525"/>
                  </a:lnTo>
                  <a:lnTo>
                    <a:pt x="10252138" y="9525"/>
                  </a:lnTo>
                  <a:lnTo>
                    <a:pt x="10252138" y="0"/>
                  </a:lnTo>
                  <a:close/>
                </a:path>
                <a:path w="11430000" h="3600450">
                  <a:moveTo>
                    <a:pt x="10262565" y="3590925"/>
                  </a:moveTo>
                  <a:lnTo>
                    <a:pt x="10233990" y="3590925"/>
                  </a:lnTo>
                  <a:lnTo>
                    <a:pt x="10233990" y="3600450"/>
                  </a:lnTo>
                  <a:lnTo>
                    <a:pt x="10262565" y="3600450"/>
                  </a:lnTo>
                  <a:lnTo>
                    <a:pt x="10262565" y="3590925"/>
                  </a:lnTo>
                  <a:close/>
                </a:path>
                <a:path w="11430000" h="3600450">
                  <a:moveTo>
                    <a:pt x="10299776" y="0"/>
                  </a:moveTo>
                  <a:lnTo>
                    <a:pt x="10271201" y="0"/>
                  </a:lnTo>
                  <a:lnTo>
                    <a:pt x="10271201" y="9525"/>
                  </a:lnTo>
                  <a:lnTo>
                    <a:pt x="10299776" y="9525"/>
                  </a:lnTo>
                  <a:lnTo>
                    <a:pt x="10299776" y="0"/>
                  </a:lnTo>
                  <a:close/>
                </a:path>
                <a:path w="11430000" h="3600450">
                  <a:moveTo>
                    <a:pt x="10310203" y="3590925"/>
                  </a:moveTo>
                  <a:lnTo>
                    <a:pt x="10281628" y="3590925"/>
                  </a:lnTo>
                  <a:lnTo>
                    <a:pt x="10281628" y="3600450"/>
                  </a:lnTo>
                  <a:lnTo>
                    <a:pt x="10310203" y="3600450"/>
                  </a:lnTo>
                  <a:lnTo>
                    <a:pt x="10310203" y="3590925"/>
                  </a:lnTo>
                  <a:close/>
                </a:path>
                <a:path w="11430000" h="3600450">
                  <a:moveTo>
                    <a:pt x="10347414" y="0"/>
                  </a:moveTo>
                  <a:lnTo>
                    <a:pt x="10318839" y="0"/>
                  </a:lnTo>
                  <a:lnTo>
                    <a:pt x="10318839" y="9525"/>
                  </a:lnTo>
                  <a:lnTo>
                    <a:pt x="10347414" y="9525"/>
                  </a:lnTo>
                  <a:lnTo>
                    <a:pt x="10347414" y="0"/>
                  </a:lnTo>
                  <a:close/>
                </a:path>
                <a:path w="11430000" h="3600450">
                  <a:moveTo>
                    <a:pt x="10357841" y="3590925"/>
                  </a:moveTo>
                  <a:lnTo>
                    <a:pt x="10329266" y="3590925"/>
                  </a:lnTo>
                  <a:lnTo>
                    <a:pt x="10329266" y="3600450"/>
                  </a:lnTo>
                  <a:lnTo>
                    <a:pt x="10357841" y="3600450"/>
                  </a:lnTo>
                  <a:lnTo>
                    <a:pt x="10357841" y="3590925"/>
                  </a:lnTo>
                  <a:close/>
                </a:path>
                <a:path w="11430000" h="3600450">
                  <a:moveTo>
                    <a:pt x="10395052" y="0"/>
                  </a:moveTo>
                  <a:lnTo>
                    <a:pt x="10366477" y="0"/>
                  </a:lnTo>
                  <a:lnTo>
                    <a:pt x="10366477" y="9525"/>
                  </a:lnTo>
                  <a:lnTo>
                    <a:pt x="10395052" y="9525"/>
                  </a:lnTo>
                  <a:lnTo>
                    <a:pt x="10395052" y="0"/>
                  </a:lnTo>
                  <a:close/>
                </a:path>
                <a:path w="11430000" h="3600450">
                  <a:moveTo>
                    <a:pt x="10405491" y="3590925"/>
                  </a:moveTo>
                  <a:lnTo>
                    <a:pt x="10376916" y="3590925"/>
                  </a:lnTo>
                  <a:lnTo>
                    <a:pt x="10376916" y="3600450"/>
                  </a:lnTo>
                  <a:lnTo>
                    <a:pt x="10405491" y="3600450"/>
                  </a:lnTo>
                  <a:lnTo>
                    <a:pt x="10405491" y="3590925"/>
                  </a:lnTo>
                  <a:close/>
                </a:path>
                <a:path w="11430000" h="3600450">
                  <a:moveTo>
                    <a:pt x="10442702" y="0"/>
                  </a:moveTo>
                  <a:lnTo>
                    <a:pt x="10414127" y="0"/>
                  </a:lnTo>
                  <a:lnTo>
                    <a:pt x="10414127" y="9525"/>
                  </a:lnTo>
                  <a:lnTo>
                    <a:pt x="10442702" y="9525"/>
                  </a:lnTo>
                  <a:lnTo>
                    <a:pt x="10442702" y="0"/>
                  </a:lnTo>
                  <a:close/>
                </a:path>
                <a:path w="11430000" h="3600450">
                  <a:moveTo>
                    <a:pt x="10453129" y="3590925"/>
                  </a:moveTo>
                  <a:lnTo>
                    <a:pt x="10424554" y="3590925"/>
                  </a:lnTo>
                  <a:lnTo>
                    <a:pt x="10424554" y="3600450"/>
                  </a:lnTo>
                  <a:lnTo>
                    <a:pt x="10453129" y="3600450"/>
                  </a:lnTo>
                  <a:lnTo>
                    <a:pt x="10453129" y="3590925"/>
                  </a:lnTo>
                  <a:close/>
                </a:path>
                <a:path w="11430000" h="3600450">
                  <a:moveTo>
                    <a:pt x="10490340" y="0"/>
                  </a:moveTo>
                  <a:lnTo>
                    <a:pt x="10461765" y="0"/>
                  </a:lnTo>
                  <a:lnTo>
                    <a:pt x="10461765" y="9525"/>
                  </a:lnTo>
                  <a:lnTo>
                    <a:pt x="10490340" y="9525"/>
                  </a:lnTo>
                  <a:lnTo>
                    <a:pt x="10490340" y="0"/>
                  </a:lnTo>
                  <a:close/>
                </a:path>
                <a:path w="11430000" h="3600450">
                  <a:moveTo>
                    <a:pt x="10500766" y="3590925"/>
                  </a:moveTo>
                  <a:lnTo>
                    <a:pt x="10472191" y="3590925"/>
                  </a:lnTo>
                  <a:lnTo>
                    <a:pt x="10472191" y="3600450"/>
                  </a:lnTo>
                  <a:lnTo>
                    <a:pt x="10500766" y="3600450"/>
                  </a:lnTo>
                  <a:lnTo>
                    <a:pt x="10500766" y="3590925"/>
                  </a:lnTo>
                  <a:close/>
                </a:path>
                <a:path w="11430000" h="3600450">
                  <a:moveTo>
                    <a:pt x="10537977" y="0"/>
                  </a:moveTo>
                  <a:lnTo>
                    <a:pt x="10509402" y="0"/>
                  </a:lnTo>
                  <a:lnTo>
                    <a:pt x="10509402" y="9525"/>
                  </a:lnTo>
                  <a:lnTo>
                    <a:pt x="10537977" y="9525"/>
                  </a:lnTo>
                  <a:lnTo>
                    <a:pt x="10537977" y="0"/>
                  </a:lnTo>
                  <a:close/>
                </a:path>
                <a:path w="11430000" h="3600450">
                  <a:moveTo>
                    <a:pt x="10548404" y="3590925"/>
                  </a:moveTo>
                  <a:lnTo>
                    <a:pt x="10519829" y="3590925"/>
                  </a:lnTo>
                  <a:lnTo>
                    <a:pt x="10519829" y="3600450"/>
                  </a:lnTo>
                  <a:lnTo>
                    <a:pt x="10548404" y="3600450"/>
                  </a:lnTo>
                  <a:lnTo>
                    <a:pt x="10548404" y="3590925"/>
                  </a:lnTo>
                  <a:close/>
                </a:path>
                <a:path w="11430000" h="3600450">
                  <a:moveTo>
                    <a:pt x="10585615" y="0"/>
                  </a:moveTo>
                  <a:lnTo>
                    <a:pt x="10557040" y="0"/>
                  </a:lnTo>
                  <a:lnTo>
                    <a:pt x="10557040" y="9525"/>
                  </a:lnTo>
                  <a:lnTo>
                    <a:pt x="10585615" y="9525"/>
                  </a:lnTo>
                  <a:lnTo>
                    <a:pt x="10585615" y="0"/>
                  </a:lnTo>
                  <a:close/>
                </a:path>
                <a:path w="11430000" h="3600450">
                  <a:moveTo>
                    <a:pt x="10596042" y="3590925"/>
                  </a:moveTo>
                  <a:lnTo>
                    <a:pt x="10567467" y="3590925"/>
                  </a:lnTo>
                  <a:lnTo>
                    <a:pt x="10567467" y="3600450"/>
                  </a:lnTo>
                  <a:lnTo>
                    <a:pt x="10596042" y="3600450"/>
                  </a:lnTo>
                  <a:lnTo>
                    <a:pt x="10596042" y="3590925"/>
                  </a:lnTo>
                  <a:close/>
                </a:path>
                <a:path w="11430000" h="3600450">
                  <a:moveTo>
                    <a:pt x="10633253" y="0"/>
                  </a:moveTo>
                  <a:lnTo>
                    <a:pt x="10604678" y="0"/>
                  </a:lnTo>
                  <a:lnTo>
                    <a:pt x="10604678" y="9525"/>
                  </a:lnTo>
                  <a:lnTo>
                    <a:pt x="10633253" y="9525"/>
                  </a:lnTo>
                  <a:lnTo>
                    <a:pt x="10633253" y="0"/>
                  </a:lnTo>
                  <a:close/>
                </a:path>
                <a:path w="11430000" h="3600450">
                  <a:moveTo>
                    <a:pt x="10643692" y="3590925"/>
                  </a:moveTo>
                  <a:lnTo>
                    <a:pt x="10615117" y="3590925"/>
                  </a:lnTo>
                  <a:lnTo>
                    <a:pt x="10615117" y="3600450"/>
                  </a:lnTo>
                  <a:lnTo>
                    <a:pt x="10643692" y="3600450"/>
                  </a:lnTo>
                  <a:lnTo>
                    <a:pt x="10643692" y="3590925"/>
                  </a:lnTo>
                  <a:close/>
                </a:path>
                <a:path w="11430000" h="3600450">
                  <a:moveTo>
                    <a:pt x="10680903" y="0"/>
                  </a:moveTo>
                  <a:lnTo>
                    <a:pt x="10652328" y="0"/>
                  </a:lnTo>
                  <a:lnTo>
                    <a:pt x="10652328" y="9525"/>
                  </a:lnTo>
                  <a:lnTo>
                    <a:pt x="10680903" y="9525"/>
                  </a:lnTo>
                  <a:lnTo>
                    <a:pt x="10680903" y="0"/>
                  </a:lnTo>
                  <a:close/>
                </a:path>
                <a:path w="11430000" h="3600450">
                  <a:moveTo>
                    <a:pt x="10691330" y="3590925"/>
                  </a:moveTo>
                  <a:lnTo>
                    <a:pt x="10662755" y="3590925"/>
                  </a:lnTo>
                  <a:lnTo>
                    <a:pt x="10662755" y="3600450"/>
                  </a:lnTo>
                  <a:lnTo>
                    <a:pt x="10691330" y="3600450"/>
                  </a:lnTo>
                  <a:lnTo>
                    <a:pt x="10691330" y="3590925"/>
                  </a:lnTo>
                  <a:close/>
                </a:path>
                <a:path w="11430000" h="3600450">
                  <a:moveTo>
                    <a:pt x="10728541" y="0"/>
                  </a:moveTo>
                  <a:lnTo>
                    <a:pt x="10699966" y="0"/>
                  </a:lnTo>
                  <a:lnTo>
                    <a:pt x="10699966" y="9525"/>
                  </a:lnTo>
                  <a:lnTo>
                    <a:pt x="10728541" y="9525"/>
                  </a:lnTo>
                  <a:lnTo>
                    <a:pt x="10728541" y="0"/>
                  </a:lnTo>
                  <a:close/>
                </a:path>
                <a:path w="11430000" h="3600450">
                  <a:moveTo>
                    <a:pt x="10738968" y="3590925"/>
                  </a:moveTo>
                  <a:lnTo>
                    <a:pt x="10710393" y="3590925"/>
                  </a:lnTo>
                  <a:lnTo>
                    <a:pt x="10710393" y="3600450"/>
                  </a:lnTo>
                  <a:lnTo>
                    <a:pt x="10738968" y="3600450"/>
                  </a:lnTo>
                  <a:lnTo>
                    <a:pt x="10738968" y="3590925"/>
                  </a:lnTo>
                  <a:close/>
                </a:path>
                <a:path w="11430000" h="3600450">
                  <a:moveTo>
                    <a:pt x="10776179" y="0"/>
                  </a:moveTo>
                  <a:lnTo>
                    <a:pt x="10747604" y="0"/>
                  </a:lnTo>
                  <a:lnTo>
                    <a:pt x="10747604" y="9525"/>
                  </a:lnTo>
                  <a:lnTo>
                    <a:pt x="10776179" y="9525"/>
                  </a:lnTo>
                  <a:lnTo>
                    <a:pt x="10776179" y="0"/>
                  </a:lnTo>
                  <a:close/>
                </a:path>
                <a:path w="11430000" h="3600450">
                  <a:moveTo>
                    <a:pt x="10786605" y="3590925"/>
                  </a:moveTo>
                  <a:lnTo>
                    <a:pt x="10758030" y="3590925"/>
                  </a:lnTo>
                  <a:lnTo>
                    <a:pt x="10758030" y="3600450"/>
                  </a:lnTo>
                  <a:lnTo>
                    <a:pt x="10786605" y="3600450"/>
                  </a:lnTo>
                  <a:lnTo>
                    <a:pt x="10786605" y="3590925"/>
                  </a:lnTo>
                  <a:close/>
                </a:path>
                <a:path w="11430000" h="3600450">
                  <a:moveTo>
                    <a:pt x="10823816" y="0"/>
                  </a:moveTo>
                  <a:lnTo>
                    <a:pt x="10795241" y="0"/>
                  </a:lnTo>
                  <a:lnTo>
                    <a:pt x="10795241" y="9525"/>
                  </a:lnTo>
                  <a:lnTo>
                    <a:pt x="10823816" y="9525"/>
                  </a:lnTo>
                  <a:lnTo>
                    <a:pt x="10823816" y="0"/>
                  </a:lnTo>
                  <a:close/>
                </a:path>
                <a:path w="11430000" h="3600450">
                  <a:moveTo>
                    <a:pt x="10834243" y="3590925"/>
                  </a:moveTo>
                  <a:lnTo>
                    <a:pt x="10805668" y="3590925"/>
                  </a:lnTo>
                  <a:lnTo>
                    <a:pt x="10805668" y="3600450"/>
                  </a:lnTo>
                  <a:lnTo>
                    <a:pt x="10834243" y="3600450"/>
                  </a:lnTo>
                  <a:lnTo>
                    <a:pt x="10834243" y="3590925"/>
                  </a:lnTo>
                  <a:close/>
                </a:path>
                <a:path w="11430000" h="3600450">
                  <a:moveTo>
                    <a:pt x="10871454" y="0"/>
                  </a:moveTo>
                  <a:lnTo>
                    <a:pt x="10842879" y="0"/>
                  </a:lnTo>
                  <a:lnTo>
                    <a:pt x="10842879" y="9525"/>
                  </a:lnTo>
                  <a:lnTo>
                    <a:pt x="10871454" y="9525"/>
                  </a:lnTo>
                  <a:lnTo>
                    <a:pt x="10871454" y="0"/>
                  </a:lnTo>
                  <a:close/>
                </a:path>
                <a:path w="11430000" h="3600450">
                  <a:moveTo>
                    <a:pt x="10881893" y="3590925"/>
                  </a:moveTo>
                  <a:lnTo>
                    <a:pt x="10853318" y="3590925"/>
                  </a:lnTo>
                  <a:lnTo>
                    <a:pt x="10853318" y="3600450"/>
                  </a:lnTo>
                  <a:lnTo>
                    <a:pt x="10881893" y="3600450"/>
                  </a:lnTo>
                  <a:lnTo>
                    <a:pt x="10881893" y="3590925"/>
                  </a:lnTo>
                  <a:close/>
                </a:path>
                <a:path w="11430000" h="3600450">
                  <a:moveTo>
                    <a:pt x="10919104" y="0"/>
                  </a:moveTo>
                  <a:lnTo>
                    <a:pt x="10890529" y="0"/>
                  </a:lnTo>
                  <a:lnTo>
                    <a:pt x="10890529" y="9525"/>
                  </a:lnTo>
                  <a:lnTo>
                    <a:pt x="10919104" y="9525"/>
                  </a:lnTo>
                  <a:lnTo>
                    <a:pt x="10919104" y="0"/>
                  </a:lnTo>
                  <a:close/>
                </a:path>
                <a:path w="11430000" h="3600450">
                  <a:moveTo>
                    <a:pt x="10929531" y="3590925"/>
                  </a:moveTo>
                  <a:lnTo>
                    <a:pt x="10900956" y="3590925"/>
                  </a:lnTo>
                  <a:lnTo>
                    <a:pt x="10900956" y="3600450"/>
                  </a:lnTo>
                  <a:lnTo>
                    <a:pt x="10929531" y="3600450"/>
                  </a:lnTo>
                  <a:lnTo>
                    <a:pt x="10929531" y="3590925"/>
                  </a:lnTo>
                  <a:close/>
                </a:path>
                <a:path w="11430000" h="3600450">
                  <a:moveTo>
                    <a:pt x="10966742" y="0"/>
                  </a:moveTo>
                  <a:lnTo>
                    <a:pt x="10938167" y="0"/>
                  </a:lnTo>
                  <a:lnTo>
                    <a:pt x="10938167" y="9525"/>
                  </a:lnTo>
                  <a:lnTo>
                    <a:pt x="10966742" y="9525"/>
                  </a:lnTo>
                  <a:lnTo>
                    <a:pt x="10966742" y="0"/>
                  </a:lnTo>
                  <a:close/>
                </a:path>
                <a:path w="11430000" h="3600450">
                  <a:moveTo>
                    <a:pt x="10977169" y="3590925"/>
                  </a:moveTo>
                  <a:lnTo>
                    <a:pt x="10948594" y="3590925"/>
                  </a:lnTo>
                  <a:lnTo>
                    <a:pt x="10948594" y="3600450"/>
                  </a:lnTo>
                  <a:lnTo>
                    <a:pt x="10977169" y="3600450"/>
                  </a:lnTo>
                  <a:lnTo>
                    <a:pt x="10977169" y="3590925"/>
                  </a:lnTo>
                  <a:close/>
                </a:path>
                <a:path w="11430000" h="3600450">
                  <a:moveTo>
                    <a:pt x="11014380" y="0"/>
                  </a:moveTo>
                  <a:lnTo>
                    <a:pt x="10985805" y="0"/>
                  </a:lnTo>
                  <a:lnTo>
                    <a:pt x="10985805" y="9525"/>
                  </a:lnTo>
                  <a:lnTo>
                    <a:pt x="11014380" y="9525"/>
                  </a:lnTo>
                  <a:lnTo>
                    <a:pt x="11014380" y="0"/>
                  </a:lnTo>
                  <a:close/>
                </a:path>
                <a:path w="11430000" h="3600450">
                  <a:moveTo>
                    <a:pt x="11024807" y="3590925"/>
                  </a:moveTo>
                  <a:lnTo>
                    <a:pt x="10996232" y="3590925"/>
                  </a:lnTo>
                  <a:lnTo>
                    <a:pt x="10996232" y="3600450"/>
                  </a:lnTo>
                  <a:lnTo>
                    <a:pt x="11024807" y="3600450"/>
                  </a:lnTo>
                  <a:lnTo>
                    <a:pt x="11024807" y="3590925"/>
                  </a:lnTo>
                  <a:close/>
                </a:path>
                <a:path w="11430000" h="3600450">
                  <a:moveTo>
                    <a:pt x="11062018" y="0"/>
                  </a:moveTo>
                  <a:lnTo>
                    <a:pt x="11033443" y="0"/>
                  </a:lnTo>
                  <a:lnTo>
                    <a:pt x="11033443" y="9525"/>
                  </a:lnTo>
                  <a:lnTo>
                    <a:pt x="11062018" y="9525"/>
                  </a:lnTo>
                  <a:lnTo>
                    <a:pt x="11062018" y="0"/>
                  </a:lnTo>
                  <a:close/>
                </a:path>
                <a:path w="11430000" h="3600450">
                  <a:moveTo>
                    <a:pt x="11072444" y="3590925"/>
                  </a:moveTo>
                  <a:lnTo>
                    <a:pt x="11043869" y="3590925"/>
                  </a:lnTo>
                  <a:lnTo>
                    <a:pt x="11043869" y="3600450"/>
                  </a:lnTo>
                  <a:lnTo>
                    <a:pt x="11072444" y="3600450"/>
                  </a:lnTo>
                  <a:lnTo>
                    <a:pt x="11072444" y="3590925"/>
                  </a:lnTo>
                  <a:close/>
                </a:path>
                <a:path w="11430000" h="3600450">
                  <a:moveTo>
                    <a:pt x="11109655" y="0"/>
                  </a:moveTo>
                  <a:lnTo>
                    <a:pt x="11081080" y="0"/>
                  </a:lnTo>
                  <a:lnTo>
                    <a:pt x="11081080" y="9525"/>
                  </a:lnTo>
                  <a:lnTo>
                    <a:pt x="11109655" y="9525"/>
                  </a:lnTo>
                  <a:lnTo>
                    <a:pt x="11109655" y="0"/>
                  </a:lnTo>
                  <a:close/>
                </a:path>
                <a:path w="11430000" h="3600450">
                  <a:moveTo>
                    <a:pt x="11120095" y="3590925"/>
                  </a:moveTo>
                  <a:lnTo>
                    <a:pt x="11091520" y="3590925"/>
                  </a:lnTo>
                  <a:lnTo>
                    <a:pt x="11091520" y="3600450"/>
                  </a:lnTo>
                  <a:lnTo>
                    <a:pt x="11120095" y="3600450"/>
                  </a:lnTo>
                  <a:lnTo>
                    <a:pt x="11120095" y="3590925"/>
                  </a:lnTo>
                  <a:close/>
                </a:path>
                <a:path w="11430000" h="3600450">
                  <a:moveTo>
                    <a:pt x="11157293" y="0"/>
                  </a:moveTo>
                  <a:lnTo>
                    <a:pt x="11128718" y="0"/>
                  </a:lnTo>
                  <a:lnTo>
                    <a:pt x="11128718" y="9525"/>
                  </a:lnTo>
                  <a:lnTo>
                    <a:pt x="11157293" y="9525"/>
                  </a:lnTo>
                  <a:lnTo>
                    <a:pt x="11157293" y="0"/>
                  </a:lnTo>
                  <a:close/>
                </a:path>
                <a:path w="11430000" h="3600450">
                  <a:moveTo>
                    <a:pt x="11167732" y="3590925"/>
                  </a:moveTo>
                  <a:lnTo>
                    <a:pt x="11139157" y="3590925"/>
                  </a:lnTo>
                  <a:lnTo>
                    <a:pt x="11139157" y="3600450"/>
                  </a:lnTo>
                  <a:lnTo>
                    <a:pt x="11167732" y="3600450"/>
                  </a:lnTo>
                  <a:lnTo>
                    <a:pt x="11167732" y="3590925"/>
                  </a:lnTo>
                  <a:close/>
                </a:path>
                <a:path w="11430000" h="3600450">
                  <a:moveTo>
                    <a:pt x="11204943" y="0"/>
                  </a:moveTo>
                  <a:lnTo>
                    <a:pt x="11176368" y="0"/>
                  </a:lnTo>
                  <a:lnTo>
                    <a:pt x="11176368" y="9525"/>
                  </a:lnTo>
                  <a:lnTo>
                    <a:pt x="11204943" y="9525"/>
                  </a:lnTo>
                  <a:lnTo>
                    <a:pt x="11204943" y="0"/>
                  </a:lnTo>
                  <a:close/>
                </a:path>
                <a:path w="11430000" h="3600450">
                  <a:moveTo>
                    <a:pt x="11215370" y="3590925"/>
                  </a:moveTo>
                  <a:lnTo>
                    <a:pt x="11186795" y="3590925"/>
                  </a:lnTo>
                  <a:lnTo>
                    <a:pt x="11186795" y="3600450"/>
                  </a:lnTo>
                  <a:lnTo>
                    <a:pt x="11215370" y="3600450"/>
                  </a:lnTo>
                  <a:lnTo>
                    <a:pt x="11215370" y="3590925"/>
                  </a:lnTo>
                  <a:close/>
                </a:path>
                <a:path w="11430000" h="3600450">
                  <a:moveTo>
                    <a:pt x="11252581" y="0"/>
                  </a:moveTo>
                  <a:lnTo>
                    <a:pt x="11224006" y="0"/>
                  </a:lnTo>
                  <a:lnTo>
                    <a:pt x="11224006" y="9525"/>
                  </a:lnTo>
                  <a:lnTo>
                    <a:pt x="11252581" y="9525"/>
                  </a:lnTo>
                  <a:lnTo>
                    <a:pt x="11252581" y="0"/>
                  </a:lnTo>
                  <a:close/>
                </a:path>
                <a:path w="11430000" h="3600450">
                  <a:moveTo>
                    <a:pt x="11263008" y="3590925"/>
                  </a:moveTo>
                  <a:lnTo>
                    <a:pt x="11234433" y="3590925"/>
                  </a:lnTo>
                  <a:lnTo>
                    <a:pt x="11234433" y="3600450"/>
                  </a:lnTo>
                  <a:lnTo>
                    <a:pt x="11263008" y="3600450"/>
                  </a:lnTo>
                  <a:lnTo>
                    <a:pt x="11263008" y="3590925"/>
                  </a:lnTo>
                  <a:close/>
                </a:path>
                <a:path w="11430000" h="3600450">
                  <a:moveTo>
                    <a:pt x="11300219" y="0"/>
                  </a:moveTo>
                  <a:lnTo>
                    <a:pt x="11271644" y="0"/>
                  </a:lnTo>
                  <a:lnTo>
                    <a:pt x="11271644" y="9525"/>
                  </a:lnTo>
                  <a:lnTo>
                    <a:pt x="11300219" y="9525"/>
                  </a:lnTo>
                  <a:lnTo>
                    <a:pt x="11300219" y="0"/>
                  </a:lnTo>
                  <a:close/>
                </a:path>
                <a:path w="11430000" h="3600450">
                  <a:moveTo>
                    <a:pt x="11310645" y="3590925"/>
                  </a:moveTo>
                  <a:lnTo>
                    <a:pt x="11282070" y="3590925"/>
                  </a:lnTo>
                  <a:lnTo>
                    <a:pt x="11282070" y="3600450"/>
                  </a:lnTo>
                  <a:lnTo>
                    <a:pt x="11310645" y="3600450"/>
                  </a:lnTo>
                  <a:lnTo>
                    <a:pt x="11310645" y="3590925"/>
                  </a:lnTo>
                  <a:close/>
                </a:path>
                <a:path w="11430000" h="3600450">
                  <a:moveTo>
                    <a:pt x="11347856" y="0"/>
                  </a:moveTo>
                  <a:lnTo>
                    <a:pt x="11319281" y="0"/>
                  </a:lnTo>
                  <a:lnTo>
                    <a:pt x="11319281" y="9525"/>
                  </a:lnTo>
                  <a:lnTo>
                    <a:pt x="11347856" y="9525"/>
                  </a:lnTo>
                  <a:lnTo>
                    <a:pt x="11347856" y="0"/>
                  </a:lnTo>
                  <a:close/>
                </a:path>
                <a:path w="11430000" h="3600450">
                  <a:moveTo>
                    <a:pt x="11358080" y="3600246"/>
                  </a:moveTo>
                  <a:lnTo>
                    <a:pt x="11357547" y="3590747"/>
                  </a:lnTo>
                  <a:lnTo>
                    <a:pt x="11353800" y="3590925"/>
                  </a:lnTo>
                  <a:lnTo>
                    <a:pt x="11329721" y="3590925"/>
                  </a:lnTo>
                  <a:lnTo>
                    <a:pt x="11329721" y="3600450"/>
                  </a:lnTo>
                  <a:lnTo>
                    <a:pt x="11353813" y="3600450"/>
                  </a:lnTo>
                  <a:lnTo>
                    <a:pt x="11358080" y="3600246"/>
                  </a:lnTo>
                  <a:close/>
                </a:path>
                <a:path w="11430000" h="3600450">
                  <a:moveTo>
                    <a:pt x="11393488" y="11252"/>
                  </a:moveTo>
                  <a:lnTo>
                    <a:pt x="11366513" y="1143"/>
                  </a:lnTo>
                  <a:lnTo>
                    <a:pt x="11364925" y="10515"/>
                  </a:lnTo>
                  <a:lnTo>
                    <a:pt x="11366818" y="10795"/>
                  </a:lnTo>
                  <a:lnTo>
                    <a:pt x="11373129" y="12382"/>
                  </a:lnTo>
                  <a:lnTo>
                    <a:pt x="11379314" y="14605"/>
                  </a:lnTo>
                  <a:lnTo>
                    <a:pt x="11385271" y="17411"/>
                  </a:lnTo>
                  <a:lnTo>
                    <a:pt x="11388535" y="19367"/>
                  </a:lnTo>
                  <a:lnTo>
                    <a:pt x="11393488" y="11252"/>
                  </a:lnTo>
                  <a:close/>
                </a:path>
                <a:path w="11430000" h="3600450">
                  <a:moveTo>
                    <a:pt x="11402149" y="3583165"/>
                  </a:moveTo>
                  <a:lnTo>
                    <a:pt x="11396104" y="3575799"/>
                  </a:lnTo>
                  <a:lnTo>
                    <a:pt x="11390859" y="3579698"/>
                  </a:lnTo>
                  <a:lnTo>
                    <a:pt x="11385271" y="3583051"/>
                  </a:lnTo>
                  <a:lnTo>
                    <a:pt x="11379314" y="3585857"/>
                  </a:lnTo>
                  <a:lnTo>
                    <a:pt x="11373993" y="3587762"/>
                  </a:lnTo>
                  <a:lnTo>
                    <a:pt x="11376889" y="3596843"/>
                  </a:lnTo>
                  <a:lnTo>
                    <a:pt x="11382972" y="3594658"/>
                  </a:lnTo>
                  <a:lnTo>
                    <a:pt x="11389766" y="3591445"/>
                  </a:lnTo>
                  <a:lnTo>
                    <a:pt x="11396142" y="3587623"/>
                  </a:lnTo>
                  <a:lnTo>
                    <a:pt x="11402149" y="3583165"/>
                  </a:lnTo>
                  <a:close/>
                </a:path>
                <a:path w="11430000" h="3600450">
                  <a:moveTo>
                    <a:pt x="11424272" y="47218"/>
                  </a:moveTo>
                  <a:lnTo>
                    <a:pt x="11408575" y="23304"/>
                  </a:lnTo>
                  <a:lnTo>
                    <a:pt x="11401730" y="29921"/>
                  </a:lnTo>
                  <a:lnTo>
                    <a:pt x="11405311" y="33858"/>
                  </a:lnTo>
                  <a:lnTo>
                    <a:pt x="11409248" y="39154"/>
                  </a:lnTo>
                  <a:lnTo>
                    <a:pt x="11412601" y="44742"/>
                  </a:lnTo>
                  <a:lnTo>
                    <a:pt x="11415408" y="50685"/>
                  </a:lnTo>
                  <a:lnTo>
                    <a:pt x="11415459" y="50838"/>
                  </a:lnTo>
                  <a:lnTo>
                    <a:pt x="11424272" y="47218"/>
                  </a:lnTo>
                  <a:close/>
                </a:path>
                <a:path w="11430000" h="3600450">
                  <a:moveTo>
                    <a:pt x="11427587" y="3542957"/>
                  </a:moveTo>
                  <a:lnTo>
                    <a:pt x="11418367" y="3540620"/>
                  </a:lnTo>
                  <a:lnTo>
                    <a:pt x="11417630" y="3543579"/>
                  </a:lnTo>
                  <a:lnTo>
                    <a:pt x="11415408" y="3549777"/>
                  </a:lnTo>
                  <a:lnTo>
                    <a:pt x="11412601" y="3555720"/>
                  </a:lnTo>
                  <a:lnTo>
                    <a:pt x="11409248" y="3561308"/>
                  </a:lnTo>
                  <a:lnTo>
                    <a:pt x="11407686" y="3563416"/>
                  </a:lnTo>
                  <a:lnTo>
                    <a:pt x="11415382" y="3569017"/>
                  </a:lnTo>
                  <a:lnTo>
                    <a:pt x="11417173" y="3566591"/>
                  </a:lnTo>
                  <a:lnTo>
                    <a:pt x="11420996" y="3560216"/>
                  </a:lnTo>
                  <a:lnTo>
                    <a:pt x="11424209" y="3553422"/>
                  </a:lnTo>
                  <a:lnTo>
                    <a:pt x="11426749" y="3546348"/>
                  </a:lnTo>
                  <a:lnTo>
                    <a:pt x="11427587" y="3542957"/>
                  </a:lnTo>
                  <a:close/>
                </a:path>
                <a:path w="11430000" h="3600450">
                  <a:moveTo>
                    <a:pt x="11430000" y="3495776"/>
                  </a:moveTo>
                  <a:lnTo>
                    <a:pt x="11420475" y="3495776"/>
                  </a:lnTo>
                  <a:lnTo>
                    <a:pt x="11420475" y="3524339"/>
                  </a:lnTo>
                  <a:lnTo>
                    <a:pt x="11430000" y="3524339"/>
                  </a:lnTo>
                  <a:lnTo>
                    <a:pt x="11430000" y="3495776"/>
                  </a:lnTo>
                  <a:close/>
                </a:path>
                <a:path w="11430000" h="3600450">
                  <a:moveTo>
                    <a:pt x="11430000" y="3448139"/>
                  </a:moveTo>
                  <a:lnTo>
                    <a:pt x="11420475" y="3448139"/>
                  </a:lnTo>
                  <a:lnTo>
                    <a:pt x="11420475" y="3476714"/>
                  </a:lnTo>
                  <a:lnTo>
                    <a:pt x="11430000" y="3476714"/>
                  </a:lnTo>
                  <a:lnTo>
                    <a:pt x="11430000" y="3448139"/>
                  </a:lnTo>
                  <a:close/>
                </a:path>
                <a:path w="11430000" h="3600450">
                  <a:moveTo>
                    <a:pt x="11430000" y="3400501"/>
                  </a:moveTo>
                  <a:lnTo>
                    <a:pt x="11420475" y="3400501"/>
                  </a:lnTo>
                  <a:lnTo>
                    <a:pt x="11420475" y="3429076"/>
                  </a:lnTo>
                  <a:lnTo>
                    <a:pt x="11430000" y="3429076"/>
                  </a:lnTo>
                  <a:lnTo>
                    <a:pt x="11430000" y="3400501"/>
                  </a:lnTo>
                  <a:close/>
                </a:path>
                <a:path w="11430000" h="3600450">
                  <a:moveTo>
                    <a:pt x="11430000" y="3352850"/>
                  </a:moveTo>
                  <a:lnTo>
                    <a:pt x="11420475" y="3352850"/>
                  </a:lnTo>
                  <a:lnTo>
                    <a:pt x="11420475" y="3381425"/>
                  </a:lnTo>
                  <a:lnTo>
                    <a:pt x="11430000" y="3381425"/>
                  </a:lnTo>
                  <a:lnTo>
                    <a:pt x="11430000" y="3352850"/>
                  </a:lnTo>
                  <a:close/>
                </a:path>
                <a:path w="11430000" h="3600450">
                  <a:moveTo>
                    <a:pt x="11430000" y="3305213"/>
                  </a:moveTo>
                  <a:lnTo>
                    <a:pt x="11420475" y="3305213"/>
                  </a:lnTo>
                  <a:lnTo>
                    <a:pt x="11420475" y="3333788"/>
                  </a:lnTo>
                  <a:lnTo>
                    <a:pt x="11430000" y="3333788"/>
                  </a:lnTo>
                  <a:lnTo>
                    <a:pt x="11430000" y="3305213"/>
                  </a:lnTo>
                  <a:close/>
                </a:path>
                <a:path w="11430000" h="3600450">
                  <a:moveTo>
                    <a:pt x="11430000" y="3257575"/>
                  </a:moveTo>
                  <a:lnTo>
                    <a:pt x="11420475" y="3257575"/>
                  </a:lnTo>
                  <a:lnTo>
                    <a:pt x="11420475" y="3286150"/>
                  </a:lnTo>
                  <a:lnTo>
                    <a:pt x="11430000" y="3286150"/>
                  </a:lnTo>
                  <a:lnTo>
                    <a:pt x="11430000" y="3257575"/>
                  </a:lnTo>
                  <a:close/>
                </a:path>
                <a:path w="11430000" h="3600450">
                  <a:moveTo>
                    <a:pt x="11430000" y="3209937"/>
                  </a:moveTo>
                  <a:lnTo>
                    <a:pt x="11420475" y="3209937"/>
                  </a:lnTo>
                  <a:lnTo>
                    <a:pt x="11420475" y="3238512"/>
                  </a:lnTo>
                  <a:lnTo>
                    <a:pt x="11430000" y="3238512"/>
                  </a:lnTo>
                  <a:lnTo>
                    <a:pt x="11430000" y="3209937"/>
                  </a:lnTo>
                  <a:close/>
                </a:path>
                <a:path w="11430000" h="3600450">
                  <a:moveTo>
                    <a:pt x="11430000" y="3162300"/>
                  </a:moveTo>
                  <a:lnTo>
                    <a:pt x="11420475" y="3162300"/>
                  </a:lnTo>
                  <a:lnTo>
                    <a:pt x="11420475" y="3190875"/>
                  </a:lnTo>
                  <a:lnTo>
                    <a:pt x="11430000" y="3190875"/>
                  </a:lnTo>
                  <a:lnTo>
                    <a:pt x="11430000" y="3162300"/>
                  </a:lnTo>
                  <a:close/>
                </a:path>
                <a:path w="11430000" h="3600450">
                  <a:moveTo>
                    <a:pt x="11430000" y="3114649"/>
                  </a:moveTo>
                  <a:lnTo>
                    <a:pt x="11420475" y="3114649"/>
                  </a:lnTo>
                  <a:lnTo>
                    <a:pt x="11420475" y="3143224"/>
                  </a:lnTo>
                  <a:lnTo>
                    <a:pt x="11430000" y="3143224"/>
                  </a:lnTo>
                  <a:lnTo>
                    <a:pt x="11430000" y="3114649"/>
                  </a:lnTo>
                  <a:close/>
                </a:path>
                <a:path w="11430000" h="3600450">
                  <a:moveTo>
                    <a:pt x="11430000" y="3067012"/>
                  </a:moveTo>
                  <a:lnTo>
                    <a:pt x="11420475" y="3067012"/>
                  </a:lnTo>
                  <a:lnTo>
                    <a:pt x="11420475" y="3095587"/>
                  </a:lnTo>
                  <a:lnTo>
                    <a:pt x="11430000" y="3095587"/>
                  </a:lnTo>
                  <a:lnTo>
                    <a:pt x="11430000" y="3067012"/>
                  </a:lnTo>
                  <a:close/>
                </a:path>
                <a:path w="11430000" h="3600450">
                  <a:moveTo>
                    <a:pt x="11430000" y="3019374"/>
                  </a:moveTo>
                  <a:lnTo>
                    <a:pt x="11420475" y="3019374"/>
                  </a:lnTo>
                  <a:lnTo>
                    <a:pt x="11420475" y="3047949"/>
                  </a:lnTo>
                  <a:lnTo>
                    <a:pt x="11430000" y="3047949"/>
                  </a:lnTo>
                  <a:lnTo>
                    <a:pt x="11430000" y="3019374"/>
                  </a:lnTo>
                  <a:close/>
                </a:path>
                <a:path w="11430000" h="3600450">
                  <a:moveTo>
                    <a:pt x="11430000" y="2971736"/>
                  </a:moveTo>
                  <a:lnTo>
                    <a:pt x="11420475" y="2971736"/>
                  </a:lnTo>
                  <a:lnTo>
                    <a:pt x="11420475" y="3000311"/>
                  </a:lnTo>
                  <a:lnTo>
                    <a:pt x="11430000" y="3000311"/>
                  </a:lnTo>
                  <a:lnTo>
                    <a:pt x="11430000" y="2971736"/>
                  </a:lnTo>
                  <a:close/>
                </a:path>
                <a:path w="11430000" h="3600450">
                  <a:moveTo>
                    <a:pt x="11430000" y="2924098"/>
                  </a:moveTo>
                  <a:lnTo>
                    <a:pt x="11420475" y="2924098"/>
                  </a:lnTo>
                  <a:lnTo>
                    <a:pt x="11420475" y="2952673"/>
                  </a:lnTo>
                  <a:lnTo>
                    <a:pt x="11430000" y="2952673"/>
                  </a:lnTo>
                  <a:lnTo>
                    <a:pt x="11430000" y="2924098"/>
                  </a:lnTo>
                  <a:close/>
                </a:path>
                <a:path w="11430000" h="3600450">
                  <a:moveTo>
                    <a:pt x="11430000" y="2876448"/>
                  </a:moveTo>
                  <a:lnTo>
                    <a:pt x="11420475" y="2876448"/>
                  </a:lnTo>
                  <a:lnTo>
                    <a:pt x="11420475" y="2905023"/>
                  </a:lnTo>
                  <a:lnTo>
                    <a:pt x="11430000" y="2905023"/>
                  </a:lnTo>
                  <a:lnTo>
                    <a:pt x="11430000" y="2876448"/>
                  </a:lnTo>
                  <a:close/>
                </a:path>
                <a:path w="11430000" h="3600450">
                  <a:moveTo>
                    <a:pt x="11430000" y="2828810"/>
                  </a:moveTo>
                  <a:lnTo>
                    <a:pt x="11420475" y="2828810"/>
                  </a:lnTo>
                  <a:lnTo>
                    <a:pt x="11420475" y="2857385"/>
                  </a:lnTo>
                  <a:lnTo>
                    <a:pt x="11430000" y="2857385"/>
                  </a:lnTo>
                  <a:lnTo>
                    <a:pt x="11430000" y="2828810"/>
                  </a:lnTo>
                  <a:close/>
                </a:path>
                <a:path w="11430000" h="3600450">
                  <a:moveTo>
                    <a:pt x="11430000" y="2781173"/>
                  </a:moveTo>
                  <a:lnTo>
                    <a:pt x="11420475" y="2781173"/>
                  </a:lnTo>
                  <a:lnTo>
                    <a:pt x="11420475" y="2809748"/>
                  </a:lnTo>
                  <a:lnTo>
                    <a:pt x="11430000" y="2809748"/>
                  </a:lnTo>
                  <a:lnTo>
                    <a:pt x="11430000" y="2781173"/>
                  </a:lnTo>
                  <a:close/>
                </a:path>
                <a:path w="11430000" h="3600450">
                  <a:moveTo>
                    <a:pt x="11430000" y="2733535"/>
                  </a:moveTo>
                  <a:lnTo>
                    <a:pt x="11420475" y="2733535"/>
                  </a:lnTo>
                  <a:lnTo>
                    <a:pt x="11420475" y="2762110"/>
                  </a:lnTo>
                  <a:lnTo>
                    <a:pt x="11430000" y="2762110"/>
                  </a:lnTo>
                  <a:lnTo>
                    <a:pt x="11430000" y="2733535"/>
                  </a:lnTo>
                  <a:close/>
                </a:path>
                <a:path w="11430000" h="3600450">
                  <a:moveTo>
                    <a:pt x="11430000" y="2685897"/>
                  </a:moveTo>
                  <a:lnTo>
                    <a:pt x="11420475" y="2685897"/>
                  </a:lnTo>
                  <a:lnTo>
                    <a:pt x="11420475" y="2714472"/>
                  </a:lnTo>
                  <a:lnTo>
                    <a:pt x="11430000" y="2714472"/>
                  </a:lnTo>
                  <a:lnTo>
                    <a:pt x="11430000" y="2685897"/>
                  </a:lnTo>
                  <a:close/>
                </a:path>
                <a:path w="11430000" h="3600450">
                  <a:moveTo>
                    <a:pt x="11430000" y="2638247"/>
                  </a:moveTo>
                  <a:lnTo>
                    <a:pt x="11420475" y="2638247"/>
                  </a:lnTo>
                  <a:lnTo>
                    <a:pt x="11420475" y="2666822"/>
                  </a:lnTo>
                  <a:lnTo>
                    <a:pt x="11430000" y="2666822"/>
                  </a:lnTo>
                  <a:lnTo>
                    <a:pt x="11430000" y="2638247"/>
                  </a:lnTo>
                  <a:close/>
                </a:path>
                <a:path w="11430000" h="3600450">
                  <a:moveTo>
                    <a:pt x="11430000" y="2590609"/>
                  </a:moveTo>
                  <a:lnTo>
                    <a:pt x="11420475" y="2590609"/>
                  </a:lnTo>
                  <a:lnTo>
                    <a:pt x="11420475" y="2619184"/>
                  </a:lnTo>
                  <a:lnTo>
                    <a:pt x="11430000" y="2619184"/>
                  </a:lnTo>
                  <a:lnTo>
                    <a:pt x="11430000" y="2590609"/>
                  </a:lnTo>
                  <a:close/>
                </a:path>
                <a:path w="11430000" h="3600450">
                  <a:moveTo>
                    <a:pt x="11430000" y="2542971"/>
                  </a:moveTo>
                  <a:lnTo>
                    <a:pt x="11420475" y="2542971"/>
                  </a:lnTo>
                  <a:lnTo>
                    <a:pt x="11420475" y="2571546"/>
                  </a:lnTo>
                  <a:lnTo>
                    <a:pt x="11430000" y="2571546"/>
                  </a:lnTo>
                  <a:lnTo>
                    <a:pt x="11430000" y="2542971"/>
                  </a:lnTo>
                  <a:close/>
                </a:path>
                <a:path w="11430000" h="3600450">
                  <a:moveTo>
                    <a:pt x="11430000" y="2495334"/>
                  </a:moveTo>
                  <a:lnTo>
                    <a:pt x="11420475" y="2495334"/>
                  </a:lnTo>
                  <a:lnTo>
                    <a:pt x="11420475" y="2523909"/>
                  </a:lnTo>
                  <a:lnTo>
                    <a:pt x="11430000" y="2523909"/>
                  </a:lnTo>
                  <a:lnTo>
                    <a:pt x="11430000" y="2495334"/>
                  </a:lnTo>
                  <a:close/>
                </a:path>
                <a:path w="11430000" h="3600450">
                  <a:moveTo>
                    <a:pt x="11430000" y="2447696"/>
                  </a:moveTo>
                  <a:lnTo>
                    <a:pt x="11420475" y="2447696"/>
                  </a:lnTo>
                  <a:lnTo>
                    <a:pt x="11420475" y="2476271"/>
                  </a:lnTo>
                  <a:lnTo>
                    <a:pt x="11430000" y="2476271"/>
                  </a:lnTo>
                  <a:lnTo>
                    <a:pt x="11430000" y="2447696"/>
                  </a:lnTo>
                  <a:close/>
                </a:path>
                <a:path w="11430000" h="3600450">
                  <a:moveTo>
                    <a:pt x="11430000" y="2400046"/>
                  </a:moveTo>
                  <a:lnTo>
                    <a:pt x="11420475" y="2400046"/>
                  </a:lnTo>
                  <a:lnTo>
                    <a:pt x="11420475" y="2428621"/>
                  </a:lnTo>
                  <a:lnTo>
                    <a:pt x="11430000" y="2428621"/>
                  </a:lnTo>
                  <a:lnTo>
                    <a:pt x="11430000" y="2400046"/>
                  </a:lnTo>
                  <a:close/>
                </a:path>
                <a:path w="11430000" h="3600450">
                  <a:moveTo>
                    <a:pt x="11430000" y="2352408"/>
                  </a:moveTo>
                  <a:lnTo>
                    <a:pt x="11420475" y="2352408"/>
                  </a:lnTo>
                  <a:lnTo>
                    <a:pt x="11420475" y="2380983"/>
                  </a:lnTo>
                  <a:lnTo>
                    <a:pt x="11430000" y="2380983"/>
                  </a:lnTo>
                  <a:lnTo>
                    <a:pt x="11430000" y="2352408"/>
                  </a:lnTo>
                  <a:close/>
                </a:path>
                <a:path w="11430000" h="3600450">
                  <a:moveTo>
                    <a:pt x="11430000" y="2304770"/>
                  </a:moveTo>
                  <a:lnTo>
                    <a:pt x="11420475" y="2304770"/>
                  </a:lnTo>
                  <a:lnTo>
                    <a:pt x="11420475" y="2333345"/>
                  </a:lnTo>
                  <a:lnTo>
                    <a:pt x="11430000" y="2333345"/>
                  </a:lnTo>
                  <a:lnTo>
                    <a:pt x="11430000" y="2304770"/>
                  </a:lnTo>
                  <a:close/>
                </a:path>
                <a:path w="11430000" h="3600450">
                  <a:moveTo>
                    <a:pt x="11430000" y="2257133"/>
                  </a:moveTo>
                  <a:lnTo>
                    <a:pt x="11420475" y="2257133"/>
                  </a:lnTo>
                  <a:lnTo>
                    <a:pt x="11420475" y="2285708"/>
                  </a:lnTo>
                  <a:lnTo>
                    <a:pt x="11430000" y="2285708"/>
                  </a:lnTo>
                  <a:lnTo>
                    <a:pt x="11430000" y="2257133"/>
                  </a:lnTo>
                  <a:close/>
                </a:path>
                <a:path w="11430000" h="3600450">
                  <a:moveTo>
                    <a:pt x="11430000" y="2209495"/>
                  </a:moveTo>
                  <a:lnTo>
                    <a:pt x="11420475" y="2209495"/>
                  </a:lnTo>
                  <a:lnTo>
                    <a:pt x="11420475" y="2238070"/>
                  </a:lnTo>
                  <a:lnTo>
                    <a:pt x="11430000" y="2238070"/>
                  </a:lnTo>
                  <a:lnTo>
                    <a:pt x="11430000" y="2209495"/>
                  </a:lnTo>
                  <a:close/>
                </a:path>
                <a:path w="11430000" h="3600450">
                  <a:moveTo>
                    <a:pt x="11430000" y="2161844"/>
                  </a:moveTo>
                  <a:lnTo>
                    <a:pt x="11420475" y="2161844"/>
                  </a:lnTo>
                  <a:lnTo>
                    <a:pt x="11420475" y="2190419"/>
                  </a:lnTo>
                  <a:lnTo>
                    <a:pt x="11430000" y="2190419"/>
                  </a:lnTo>
                  <a:lnTo>
                    <a:pt x="11430000" y="2161844"/>
                  </a:lnTo>
                  <a:close/>
                </a:path>
                <a:path w="11430000" h="3600450">
                  <a:moveTo>
                    <a:pt x="11430000" y="2114207"/>
                  </a:moveTo>
                  <a:lnTo>
                    <a:pt x="11420475" y="2114207"/>
                  </a:lnTo>
                  <a:lnTo>
                    <a:pt x="11420475" y="2142782"/>
                  </a:lnTo>
                  <a:lnTo>
                    <a:pt x="11430000" y="2142782"/>
                  </a:lnTo>
                  <a:lnTo>
                    <a:pt x="11430000" y="2114207"/>
                  </a:lnTo>
                  <a:close/>
                </a:path>
                <a:path w="11430000" h="3600450">
                  <a:moveTo>
                    <a:pt x="11430000" y="2066569"/>
                  </a:moveTo>
                  <a:lnTo>
                    <a:pt x="11420475" y="2066569"/>
                  </a:lnTo>
                  <a:lnTo>
                    <a:pt x="11420475" y="2095144"/>
                  </a:lnTo>
                  <a:lnTo>
                    <a:pt x="11430000" y="2095144"/>
                  </a:lnTo>
                  <a:lnTo>
                    <a:pt x="11430000" y="2066569"/>
                  </a:lnTo>
                  <a:close/>
                </a:path>
                <a:path w="11430000" h="3600450">
                  <a:moveTo>
                    <a:pt x="11430000" y="2018931"/>
                  </a:moveTo>
                  <a:lnTo>
                    <a:pt x="11420475" y="2018931"/>
                  </a:lnTo>
                  <a:lnTo>
                    <a:pt x="11420475" y="2047506"/>
                  </a:lnTo>
                  <a:lnTo>
                    <a:pt x="11430000" y="2047506"/>
                  </a:lnTo>
                  <a:lnTo>
                    <a:pt x="11430000" y="2018931"/>
                  </a:lnTo>
                  <a:close/>
                </a:path>
                <a:path w="11430000" h="3600450">
                  <a:moveTo>
                    <a:pt x="11430000" y="1971294"/>
                  </a:moveTo>
                  <a:lnTo>
                    <a:pt x="11420475" y="1971294"/>
                  </a:lnTo>
                  <a:lnTo>
                    <a:pt x="11420475" y="1999869"/>
                  </a:lnTo>
                  <a:lnTo>
                    <a:pt x="11430000" y="1999869"/>
                  </a:lnTo>
                  <a:lnTo>
                    <a:pt x="11430000" y="1971294"/>
                  </a:lnTo>
                  <a:close/>
                </a:path>
                <a:path w="11430000" h="3600450">
                  <a:moveTo>
                    <a:pt x="11430000" y="1923643"/>
                  </a:moveTo>
                  <a:lnTo>
                    <a:pt x="11420475" y="1923643"/>
                  </a:lnTo>
                  <a:lnTo>
                    <a:pt x="11420475" y="1952218"/>
                  </a:lnTo>
                  <a:lnTo>
                    <a:pt x="11430000" y="1952218"/>
                  </a:lnTo>
                  <a:lnTo>
                    <a:pt x="11430000" y="1923643"/>
                  </a:lnTo>
                  <a:close/>
                </a:path>
                <a:path w="11430000" h="3600450">
                  <a:moveTo>
                    <a:pt x="11430000" y="1876005"/>
                  </a:moveTo>
                  <a:lnTo>
                    <a:pt x="11420475" y="1876005"/>
                  </a:lnTo>
                  <a:lnTo>
                    <a:pt x="11420475" y="1904580"/>
                  </a:lnTo>
                  <a:lnTo>
                    <a:pt x="11430000" y="1904580"/>
                  </a:lnTo>
                  <a:lnTo>
                    <a:pt x="11430000" y="1876005"/>
                  </a:lnTo>
                  <a:close/>
                </a:path>
                <a:path w="11430000" h="3600450">
                  <a:moveTo>
                    <a:pt x="11430000" y="1828368"/>
                  </a:moveTo>
                  <a:lnTo>
                    <a:pt x="11420475" y="1828368"/>
                  </a:lnTo>
                  <a:lnTo>
                    <a:pt x="11420475" y="1856943"/>
                  </a:lnTo>
                  <a:lnTo>
                    <a:pt x="11430000" y="1856943"/>
                  </a:lnTo>
                  <a:lnTo>
                    <a:pt x="11430000" y="1828368"/>
                  </a:lnTo>
                  <a:close/>
                </a:path>
                <a:path w="11430000" h="3600450">
                  <a:moveTo>
                    <a:pt x="11430000" y="1780730"/>
                  </a:moveTo>
                  <a:lnTo>
                    <a:pt x="11420475" y="1780730"/>
                  </a:lnTo>
                  <a:lnTo>
                    <a:pt x="11420475" y="1809305"/>
                  </a:lnTo>
                  <a:lnTo>
                    <a:pt x="11430000" y="1809305"/>
                  </a:lnTo>
                  <a:lnTo>
                    <a:pt x="11430000" y="1780730"/>
                  </a:lnTo>
                  <a:close/>
                </a:path>
                <a:path w="11430000" h="3600450">
                  <a:moveTo>
                    <a:pt x="11430000" y="1733092"/>
                  </a:moveTo>
                  <a:lnTo>
                    <a:pt x="11420475" y="1733092"/>
                  </a:lnTo>
                  <a:lnTo>
                    <a:pt x="11420475" y="1761667"/>
                  </a:lnTo>
                  <a:lnTo>
                    <a:pt x="11430000" y="1761667"/>
                  </a:lnTo>
                  <a:lnTo>
                    <a:pt x="11430000" y="1733092"/>
                  </a:lnTo>
                  <a:close/>
                </a:path>
                <a:path w="11430000" h="3600450">
                  <a:moveTo>
                    <a:pt x="11430000" y="1685442"/>
                  </a:moveTo>
                  <a:lnTo>
                    <a:pt x="11420475" y="1685442"/>
                  </a:lnTo>
                  <a:lnTo>
                    <a:pt x="11420475" y="1714017"/>
                  </a:lnTo>
                  <a:lnTo>
                    <a:pt x="11430000" y="1714017"/>
                  </a:lnTo>
                  <a:lnTo>
                    <a:pt x="11430000" y="1685442"/>
                  </a:lnTo>
                  <a:close/>
                </a:path>
                <a:path w="11430000" h="3600450">
                  <a:moveTo>
                    <a:pt x="11430000" y="1637804"/>
                  </a:moveTo>
                  <a:lnTo>
                    <a:pt x="11420475" y="1637804"/>
                  </a:lnTo>
                  <a:lnTo>
                    <a:pt x="11420475" y="1666379"/>
                  </a:lnTo>
                  <a:lnTo>
                    <a:pt x="11430000" y="1666379"/>
                  </a:lnTo>
                  <a:lnTo>
                    <a:pt x="11430000" y="1637804"/>
                  </a:lnTo>
                  <a:close/>
                </a:path>
                <a:path w="11430000" h="3600450">
                  <a:moveTo>
                    <a:pt x="11430000" y="1590167"/>
                  </a:moveTo>
                  <a:lnTo>
                    <a:pt x="11420475" y="1590167"/>
                  </a:lnTo>
                  <a:lnTo>
                    <a:pt x="11420475" y="1618742"/>
                  </a:lnTo>
                  <a:lnTo>
                    <a:pt x="11430000" y="1618742"/>
                  </a:lnTo>
                  <a:lnTo>
                    <a:pt x="11430000" y="1590167"/>
                  </a:lnTo>
                  <a:close/>
                </a:path>
                <a:path w="11430000" h="3600450">
                  <a:moveTo>
                    <a:pt x="11430000" y="1542529"/>
                  </a:moveTo>
                  <a:lnTo>
                    <a:pt x="11420475" y="1542529"/>
                  </a:lnTo>
                  <a:lnTo>
                    <a:pt x="11420475" y="1571104"/>
                  </a:lnTo>
                  <a:lnTo>
                    <a:pt x="11430000" y="1571104"/>
                  </a:lnTo>
                  <a:lnTo>
                    <a:pt x="11430000" y="1542529"/>
                  </a:lnTo>
                  <a:close/>
                </a:path>
                <a:path w="11430000" h="3600450">
                  <a:moveTo>
                    <a:pt x="11430000" y="1494891"/>
                  </a:moveTo>
                  <a:lnTo>
                    <a:pt x="11420475" y="1494891"/>
                  </a:lnTo>
                  <a:lnTo>
                    <a:pt x="11420475" y="1523466"/>
                  </a:lnTo>
                  <a:lnTo>
                    <a:pt x="11430000" y="1523466"/>
                  </a:lnTo>
                  <a:lnTo>
                    <a:pt x="11430000" y="1494891"/>
                  </a:lnTo>
                  <a:close/>
                </a:path>
                <a:path w="11430000" h="3600450">
                  <a:moveTo>
                    <a:pt x="11430000" y="1447253"/>
                  </a:moveTo>
                  <a:lnTo>
                    <a:pt x="11420475" y="1447253"/>
                  </a:lnTo>
                  <a:lnTo>
                    <a:pt x="11420475" y="1475828"/>
                  </a:lnTo>
                  <a:lnTo>
                    <a:pt x="11430000" y="1475828"/>
                  </a:lnTo>
                  <a:lnTo>
                    <a:pt x="11430000" y="1447253"/>
                  </a:lnTo>
                  <a:close/>
                </a:path>
                <a:path w="11430000" h="3600450">
                  <a:moveTo>
                    <a:pt x="11430000" y="1399603"/>
                  </a:moveTo>
                  <a:lnTo>
                    <a:pt x="11420475" y="1399603"/>
                  </a:lnTo>
                  <a:lnTo>
                    <a:pt x="11420475" y="1428178"/>
                  </a:lnTo>
                  <a:lnTo>
                    <a:pt x="11430000" y="1428178"/>
                  </a:lnTo>
                  <a:lnTo>
                    <a:pt x="11430000" y="1399603"/>
                  </a:lnTo>
                  <a:close/>
                </a:path>
                <a:path w="11430000" h="3600450">
                  <a:moveTo>
                    <a:pt x="11430000" y="1351965"/>
                  </a:moveTo>
                  <a:lnTo>
                    <a:pt x="11420475" y="1351965"/>
                  </a:lnTo>
                  <a:lnTo>
                    <a:pt x="11420475" y="1380540"/>
                  </a:lnTo>
                  <a:lnTo>
                    <a:pt x="11430000" y="1380540"/>
                  </a:lnTo>
                  <a:lnTo>
                    <a:pt x="11430000" y="1351965"/>
                  </a:lnTo>
                  <a:close/>
                </a:path>
                <a:path w="11430000" h="3600450">
                  <a:moveTo>
                    <a:pt x="11430000" y="1304328"/>
                  </a:moveTo>
                  <a:lnTo>
                    <a:pt x="11420475" y="1304328"/>
                  </a:lnTo>
                  <a:lnTo>
                    <a:pt x="11420475" y="1332903"/>
                  </a:lnTo>
                  <a:lnTo>
                    <a:pt x="11430000" y="1332903"/>
                  </a:lnTo>
                  <a:lnTo>
                    <a:pt x="11430000" y="1304328"/>
                  </a:lnTo>
                  <a:close/>
                </a:path>
                <a:path w="11430000" h="3600450">
                  <a:moveTo>
                    <a:pt x="11430000" y="1256690"/>
                  </a:moveTo>
                  <a:lnTo>
                    <a:pt x="11420475" y="1256690"/>
                  </a:lnTo>
                  <a:lnTo>
                    <a:pt x="11420475" y="1285265"/>
                  </a:lnTo>
                  <a:lnTo>
                    <a:pt x="11430000" y="1285265"/>
                  </a:lnTo>
                  <a:lnTo>
                    <a:pt x="11430000" y="1256690"/>
                  </a:lnTo>
                  <a:close/>
                </a:path>
                <a:path w="11430000" h="3600450">
                  <a:moveTo>
                    <a:pt x="11430000" y="1209052"/>
                  </a:moveTo>
                  <a:lnTo>
                    <a:pt x="11420475" y="1209052"/>
                  </a:lnTo>
                  <a:lnTo>
                    <a:pt x="11420475" y="1237627"/>
                  </a:lnTo>
                  <a:lnTo>
                    <a:pt x="11430000" y="1237627"/>
                  </a:lnTo>
                  <a:lnTo>
                    <a:pt x="11430000" y="1209052"/>
                  </a:lnTo>
                  <a:close/>
                </a:path>
                <a:path w="11430000" h="3600450">
                  <a:moveTo>
                    <a:pt x="11430000" y="1161402"/>
                  </a:moveTo>
                  <a:lnTo>
                    <a:pt x="11420475" y="1161402"/>
                  </a:lnTo>
                  <a:lnTo>
                    <a:pt x="11420475" y="1189977"/>
                  </a:lnTo>
                  <a:lnTo>
                    <a:pt x="11430000" y="1189977"/>
                  </a:lnTo>
                  <a:lnTo>
                    <a:pt x="11430000" y="1161402"/>
                  </a:lnTo>
                  <a:close/>
                </a:path>
                <a:path w="11430000" h="3600450">
                  <a:moveTo>
                    <a:pt x="11430000" y="1113764"/>
                  </a:moveTo>
                  <a:lnTo>
                    <a:pt x="11420475" y="1113764"/>
                  </a:lnTo>
                  <a:lnTo>
                    <a:pt x="11420475" y="1142339"/>
                  </a:lnTo>
                  <a:lnTo>
                    <a:pt x="11430000" y="1142339"/>
                  </a:lnTo>
                  <a:lnTo>
                    <a:pt x="11430000" y="1113764"/>
                  </a:lnTo>
                  <a:close/>
                </a:path>
                <a:path w="11430000" h="3600450">
                  <a:moveTo>
                    <a:pt x="11430000" y="1066126"/>
                  </a:moveTo>
                  <a:lnTo>
                    <a:pt x="11420475" y="1066126"/>
                  </a:lnTo>
                  <a:lnTo>
                    <a:pt x="11420475" y="1094701"/>
                  </a:lnTo>
                  <a:lnTo>
                    <a:pt x="11430000" y="1094701"/>
                  </a:lnTo>
                  <a:lnTo>
                    <a:pt x="11430000" y="1066126"/>
                  </a:lnTo>
                  <a:close/>
                </a:path>
                <a:path w="11430000" h="3600450">
                  <a:moveTo>
                    <a:pt x="11430000" y="1018489"/>
                  </a:moveTo>
                  <a:lnTo>
                    <a:pt x="11420475" y="1018489"/>
                  </a:lnTo>
                  <a:lnTo>
                    <a:pt x="11420475" y="1047064"/>
                  </a:lnTo>
                  <a:lnTo>
                    <a:pt x="11430000" y="1047064"/>
                  </a:lnTo>
                  <a:lnTo>
                    <a:pt x="11430000" y="1018489"/>
                  </a:lnTo>
                  <a:close/>
                </a:path>
                <a:path w="11430000" h="3600450">
                  <a:moveTo>
                    <a:pt x="11430000" y="970851"/>
                  </a:moveTo>
                  <a:lnTo>
                    <a:pt x="11420475" y="970851"/>
                  </a:lnTo>
                  <a:lnTo>
                    <a:pt x="11420475" y="999426"/>
                  </a:lnTo>
                  <a:lnTo>
                    <a:pt x="11430000" y="999426"/>
                  </a:lnTo>
                  <a:lnTo>
                    <a:pt x="11430000" y="970851"/>
                  </a:lnTo>
                  <a:close/>
                </a:path>
                <a:path w="11430000" h="3600450">
                  <a:moveTo>
                    <a:pt x="11430000" y="923201"/>
                  </a:moveTo>
                  <a:lnTo>
                    <a:pt x="11420475" y="923201"/>
                  </a:lnTo>
                  <a:lnTo>
                    <a:pt x="11420475" y="951776"/>
                  </a:lnTo>
                  <a:lnTo>
                    <a:pt x="11430000" y="951776"/>
                  </a:lnTo>
                  <a:lnTo>
                    <a:pt x="11430000" y="923201"/>
                  </a:lnTo>
                  <a:close/>
                </a:path>
                <a:path w="11430000" h="3600450">
                  <a:moveTo>
                    <a:pt x="11430000" y="875563"/>
                  </a:moveTo>
                  <a:lnTo>
                    <a:pt x="11420475" y="875563"/>
                  </a:lnTo>
                  <a:lnTo>
                    <a:pt x="11420475" y="904138"/>
                  </a:lnTo>
                  <a:lnTo>
                    <a:pt x="11430000" y="904138"/>
                  </a:lnTo>
                  <a:lnTo>
                    <a:pt x="11430000" y="875563"/>
                  </a:lnTo>
                  <a:close/>
                </a:path>
                <a:path w="11430000" h="3600450">
                  <a:moveTo>
                    <a:pt x="11430000" y="827925"/>
                  </a:moveTo>
                  <a:lnTo>
                    <a:pt x="11420475" y="827925"/>
                  </a:lnTo>
                  <a:lnTo>
                    <a:pt x="11420475" y="856500"/>
                  </a:lnTo>
                  <a:lnTo>
                    <a:pt x="11430000" y="856500"/>
                  </a:lnTo>
                  <a:lnTo>
                    <a:pt x="11430000" y="827925"/>
                  </a:lnTo>
                  <a:close/>
                </a:path>
                <a:path w="11430000" h="3600450">
                  <a:moveTo>
                    <a:pt x="11430000" y="780288"/>
                  </a:moveTo>
                  <a:lnTo>
                    <a:pt x="11420475" y="780288"/>
                  </a:lnTo>
                  <a:lnTo>
                    <a:pt x="11420475" y="808863"/>
                  </a:lnTo>
                  <a:lnTo>
                    <a:pt x="11430000" y="808863"/>
                  </a:lnTo>
                  <a:lnTo>
                    <a:pt x="11430000" y="780288"/>
                  </a:lnTo>
                  <a:close/>
                </a:path>
                <a:path w="11430000" h="3600450">
                  <a:moveTo>
                    <a:pt x="11430000" y="732650"/>
                  </a:moveTo>
                  <a:lnTo>
                    <a:pt x="11420475" y="732650"/>
                  </a:lnTo>
                  <a:lnTo>
                    <a:pt x="11420475" y="761225"/>
                  </a:lnTo>
                  <a:lnTo>
                    <a:pt x="11430000" y="761225"/>
                  </a:lnTo>
                  <a:lnTo>
                    <a:pt x="11430000" y="732650"/>
                  </a:lnTo>
                  <a:close/>
                </a:path>
                <a:path w="11430000" h="3600450">
                  <a:moveTo>
                    <a:pt x="11430000" y="684999"/>
                  </a:moveTo>
                  <a:lnTo>
                    <a:pt x="11420475" y="684999"/>
                  </a:lnTo>
                  <a:lnTo>
                    <a:pt x="11420475" y="713574"/>
                  </a:lnTo>
                  <a:lnTo>
                    <a:pt x="11430000" y="713574"/>
                  </a:lnTo>
                  <a:lnTo>
                    <a:pt x="11430000" y="684999"/>
                  </a:lnTo>
                  <a:close/>
                </a:path>
                <a:path w="11430000" h="3600450">
                  <a:moveTo>
                    <a:pt x="11430000" y="637362"/>
                  </a:moveTo>
                  <a:lnTo>
                    <a:pt x="11420475" y="637362"/>
                  </a:lnTo>
                  <a:lnTo>
                    <a:pt x="11420475" y="665937"/>
                  </a:lnTo>
                  <a:lnTo>
                    <a:pt x="11430000" y="665937"/>
                  </a:lnTo>
                  <a:lnTo>
                    <a:pt x="11430000" y="637362"/>
                  </a:lnTo>
                  <a:close/>
                </a:path>
                <a:path w="11430000" h="3600450">
                  <a:moveTo>
                    <a:pt x="11430000" y="589724"/>
                  </a:moveTo>
                  <a:lnTo>
                    <a:pt x="11420475" y="589724"/>
                  </a:lnTo>
                  <a:lnTo>
                    <a:pt x="11420475" y="618299"/>
                  </a:lnTo>
                  <a:lnTo>
                    <a:pt x="11430000" y="618299"/>
                  </a:lnTo>
                  <a:lnTo>
                    <a:pt x="11430000" y="589724"/>
                  </a:lnTo>
                  <a:close/>
                </a:path>
                <a:path w="11430000" h="3600450">
                  <a:moveTo>
                    <a:pt x="11430000" y="542086"/>
                  </a:moveTo>
                  <a:lnTo>
                    <a:pt x="11420475" y="542086"/>
                  </a:lnTo>
                  <a:lnTo>
                    <a:pt x="11420475" y="570661"/>
                  </a:lnTo>
                  <a:lnTo>
                    <a:pt x="11430000" y="570661"/>
                  </a:lnTo>
                  <a:lnTo>
                    <a:pt x="11430000" y="542086"/>
                  </a:lnTo>
                  <a:close/>
                </a:path>
                <a:path w="11430000" h="3600450">
                  <a:moveTo>
                    <a:pt x="11430000" y="494449"/>
                  </a:moveTo>
                  <a:lnTo>
                    <a:pt x="11420475" y="494449"/>
                  </a:lnTo>
                  <a:lnTo>
                    <a:pt x="11420475" y="523024"/>
                  </a:lnTo>
                  <a:lnTo>
                    <a:pt x="11430000" y="523024"/>
                  </a:lnTo>
                  <a:lnTo>
                    <a:pt x="11430000" y="494449"/>
                  </a:lnTo>
                  <a:close/>
                </a:path>
                <a:path w="11430000" h="3600450">
                  <a:moveTo>
                    <a:pt x="11430000" y="446798"/>
                  </a:moveTo>
                  <a:lnTo>
                    <a:pt x="11420475" y="446798"/>
                  </a:lnTo>
                  <a:lnTo>
                    <a:pt x="11420475" y="475373"/>
                  </a:lnTo>
                  <a:lnTo>
                    <a:pt x="11430000" y="475373"/>
                  </a:lnTo>
                  <a:lnTo>
                    <a:pt x="11430000" y="446798"/>
                  </a:lnTo>
                  <a:close/>
                </a:path>
                <a:path w="11430000" h="3600450">
                  <a:moveTo>
                    <a:pt x="11430000" y="399161"/>
                  </a:moveTo>
                  <a:lnTo>
                    <a:pt x="11420475" y="399161"/>
                  </a:lnTo>
                  <a:lnTo>
                    <a:pt x="11420475" y="427736"/>
                  </a:lnTo>
                  <a:lnTo>
                    <a:pt x="11430000" y="427736"/>
                  </a:lnTo>
                  <a:lnTo>
                    <a:pt x="11430000" y="399161"/>
                  </a:lnTo>
                  <a:close/>
                </a:path>
                <a:path w="11430000" h="3600450">
                  <a:moveTo>
                    <a:pt x="11430000" y="351523"/>
                  </a:moveTo>
                  <a:lnTo>
                    <a:pt x="11420475" y="351523"/>
                  </a:lnTo>
                  <a:lnTo>
                    <a:pt x="11420475" y="380098"/>
                  </a:lnTo>
                  <a:lnTo>
                    <a:pt x="11430000" y="380098"/>
                  </a:lnTo>
                  <a:lnTo>
                    <a:pt x="11430000" y="351523"/>
                  </a:lnTo>
                  <a:close/>
                </a:path>
                <a:path w="11430000" h="3600450">
                  <a:moveTo>
                    <a:pt x="11430000" y="303885"/>
                  </a:moveTo>
                  <a:lnTo>
                    <a:pt x="11420475" y="303885"/>
                  </a:lnTo>
                  <a:lnTo>
                    <a:pt x="11420475" y="332460"/>
                  </a:lnTo>
                  <a:lnTo>
                    <a:pt x="11430000" y="332460"/>
                  </a:lnTo>
                  <a:lnTo>
                    <a:pt x="11430000" y="303885"/>
                  </a:lnTo>
                  <a:close/>
                </a:path>
                <a:path w="11430000" h="3600450">
                  <a:moveTo>
                    <a:pt x="11430000" y="256247"/>
                  </a:moveTo>
                  <a:lnTo>
                    <a:pt x="11420475" y="256247"/>
                  </a:lnTo>
                  <a:lnTo>
                    <a:pt x="11420475" y="284822"/>
                  </a:lnTo>
                  <a:lnTo>
                    <a:pt x="11430000" y="284822"/>
                  </a:lnTo>
                  <a:lnTo>
                    <a:pt x="11430000" y="256247"/>
                  </a:lnTo>
                  <a:close/>
                </a:path>
                <a:path w="11430000" h="3600450">
                  <a:moveTo>
                    <a:pt x="11430000" y="208610"/>
                  </a:moveTo>
                  <a:lnTo>
                    <a:pt x="11420475" y="208610"/>
                  </a:lnTo>
                  <a:lnTo>
                    <a:pt x="11420475" y="237185"/>
                  </a:lnTo>
                  <a:lnTo>
                    <a:pt x="11430000" y="237185"/>
                  </a:lnTo>
                  <a:lnTo>
                    <a:pt x="11430000" y="208610"/>
                  </a:lnTo>
                  <a:close/>
                </a:path>
                <a:path w="11430000" h="3600450">
                  <a:moveTo>
                    <a:pt x="11430000" y="160959"/>
                  </a:moveTo>
                  <a:lnTo>
                    <a:pt x="11420475" y="160959"/>
                  </a:lnTo>
                  <a:lnTo>
                    <a:pt x="11420475" y="189534"/>
                  </a:lnTo>
                  <a:lnTo>
                    <a:pt x="11430000" y="189534"/>
                  </a:lnTo>
                  <a:lnTo>
                    <a:pt x="11430000" y="160959"/>
                  </a:lnTo>
                  <a:close/>
                </a:path>
                <a:path w="11430000" h="3600450">
                  <a:moveTo>
                    <a:pt x="11430000" y="113322"/>
                  </a:moveTo>
                  <a:lnTo>
                    <a:pt x="11420475" y="113322"/>
                  </a:lnTo>
                  <a:lnTo>
                    <a:pt x="11420475" y="141897"/>
                  </a:lnTo>
                  <a:lnTo>
                    <a:pt x="11430000" y="141897"/>
                  </a:lnTo>
                  <a:lnTo>
                    <a:pt x="11430000" y="113322"/>
                  </a:lnTo>
                  <a:close/>
                </a:path>
                <a:path w="11430000" h="3600450">
                  <a:moveTo>
                    <a:pt x="11430000" y="76200"/>
                  </a:moveTo>
                  <a:lnTo>
                    <a:pt x="11429644" y="68694"/>
                  </a:lnTo>
                  <a:lnTo>
                    <a:pt x="11429251" y="66052"/>
                  </a:lnTo>
                  <a:lnTo>
                    <a:pt x="11419827" y="67322"/>
                  </a:lnTo>
                  <a:lnTo>
                    <a:pt x="11420158" y="69634"/>
                  </a:lnTo>
                  <a:lnTo>
                    <a:pt x="11420475" y="76200"/>
                  </a:lnTo>
                  <a:lnTo>
                    <a:pt x="11420475" y="94259"/>
                  </a:lnTo>
                  <a:lnTo>
                    <a:pt x="11430000" y="94259"/>
                  </a:lnTo>
                  <a:lnTo>
                    <a:pt x="11430000" y="7620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57728" y="2755392"/>
              <a:ext cx="5876925" cy="3252470"/>
            </a:xfrm>
            <a:custGeom>
              <a:avLst/>
              <a:gdLst/>
              <a:ahLst/>
              <a:cxnLst/>
              <a:rect l="l" t="t" r="r" b="b"/>
              <a:pathLst>
                <a:path w="5876925" h="3252470">
                  <a:moveTo>
                    <a:pt x="5876544" y="3252216"/>
                  </a:moveTo>
                  <a:lnTo>
                    <a:pt x="0" y="3252216"/>
                  </a:lnTo>
                  <a:lnTo>
                    <a:pt x="0" y="0"/>
                  </a:lnTo>
                  <a:lnTo>
                    <a:pt x="5876544" y="0"/>
                  </a:lnTo>
                  <a:lnTo>
                    <a:pt x="5876544" y="44957"/>
                  </a:lnTo>
                  <a:lnTo>
                    <a:pt x="128396" y="44957"/>
                  </a:lnTo>
                  <a:lnTo>
                    <a:pt x="118894" y="45829"/>
                  </a:lnTo>
                  <a:lnTo>
                    <a:pt x="84259" y="74300"/>
                  </a:lnTo>
                  <a:lnTo>
                    <a:pt x="80771" y="92582"/>
                  </a:lnTo>
                  <a:lnTo>
                    <a:pt x="80771" y="3083432"/>
                  </a:lnTo>
                  <a:lnTo>
                    <a:pt x="102056" y="3123211"/>
                  </a:lnTo>
                  <a:lnTo>
                    <a:pt x="128396" y="3131057"/>
                  </a:lnTo>
                  <a:lnTo>
                    <a:pt x="5876544" y="3131057"/>
                  </a:lnTo>
                  <a:lnTo>
                    <a:pt x="5876544" y="3252216"/>
                  </a:lnTo>
                  <a:close/>
                </a:path>
                <a:path w="5876925" h="3252470">
                  <a:moveTo>
                    <a:pt x="5876544" y="3131057"/>
                  </a:moveTo>
                  <a:lnTo>
                    <a:pt x="5748146" y="3131057"/>
                  </a:lnTo>
                  <a:lnTo>
                    <a:pt x="5757648" y="3130185"/>
                  </a:lnTo>
                  <a:lnTo>
                    <a:pt x="5766428" y="3127570"/>
                  </a:lnTo>
                  <a:lnTo>
                    <a:pt x="5794899" y="3092934"/>
                  </a:lnTo>
                  <a:lnTo>
                    <a:pt x="5795771" y="3083432"/>
                  </a:lnTo>
                  <a:lnTo>
                    <a:pt x="5795771" y="92582"/>
                  </a:lnTo>
                  <a:lnTo>
                    <a:pt x="5774486" y="52803"/>
                  </a:lnTo>
                  <a:lnTo>
                    <a:pt x="5748146" y="44957"/>
                  </a:lnTo>
                  <a:lnTo>
                    <a:pt x="5876544" y="44957"/>
                  </a:lnTo>
                  <a:lnTo>
                    <a:pt x="5876544" y="313105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33736" y="2795587"/>
              <a:ext cx="5724525" cy="3095625"/>
            </a:xfrm>
            <a:custGeom>
              <a:avLst/>
              <a:gdLst/>
              <a:ahLst/>
              <a:cxnLst/>
              <a:rect l="l" t="t" r="r" b="b"/>
              <a:pathLst>
                <a:path w="5724525" h="3095625">
                  <a:moveTo>
                    <a:pt x="5675576" y="3095624"/>
                  </a:moveTo>
                  <a:lnTo>
                    <a:pt x="48947" y="3095624"/>
                  </a:lnTo>
                  <a:lnTo>
                    <a:pt x="45541" y="3095288"/>
                  </a:lnTo>
                  <a:lnTo>
                    <a:pt x="10739" y="3075202"/>
                  </a:lnTo>
                  <a:lnTo>
                    <a:pt x="0" y="3046677"/>
                  </a:lnTo>
                  <a:lnTo>
                    <a:pt x="0" y="30432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675576" y="0"/>
                  </a:lnTo>
                  <a:lnTo>
                    <a:pt x="5711612" y="17775"/>
                  </a:lnTo>
                  <a:lnTo>
                    <a:pt x="5724524" y="48947"/>
                  </a:lnTo>
                  <a:lnTo>
                    <a:pt x="5724524" y="3046677"/>
                  </a:lnTo>
                  <a:lnTo>
                    <a:pt x="5706748" y="3082713"/>
                  </a:lnTo>
                  <a:lnTo>
                    <a:pt x="5678983" y="3095288"/>
                  </a:lnTo>
                  <a:lnTo>
                    <a:pt x="5675576" y="3095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33736" y="2795587"/>
              <a:ext cx="5724525" cy="3095625"/>
            </a:xfrm>
            <a:custGeom>
              <a:avLst/>
              <a:gdLst/>
              <a:ahLst/>
              <a:cxnLst/>
              <a:rect l="l" t="t" r="r" b="b"/>
              <a:pathLst>
                <a:path w="5724525" h="3095625">
                  <a:moveTo>
                    <a:pt x="0" y="30432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5344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1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5672137" y="0"/>
                  </a:lnTo>
                  <a:lnTo>
                    <a:pt x="5675576" y="0"/>
                  </a:lnTo>
                  <a:lnTo>
                    <a:pt x="5678983" y="335"/>
                  </a:lnTo>
                  <a:lnTo>
                    <a:pt x="5682357" y="1006"/>
                  </a:lnTo>
                  <a:lnTo>
                    <a:pt x="5685730" y="1677"/>
                  </a:lnTo>
                  <a:lnTo>
                    <a:pt x="5689006" y="2671"/>
                  </a:lnTo>
                  <a:lnTo>
                    <a:pt x="5692184" y="3987"/>
                  </a:lnTo>
                  <a:lnTo>
                    <a:pt x="5695362" y="5303"/>
                  </a:lnTo>
                  <a:lnTo>
                    <a:pt x="5698381" y="6917"/>
                  </a:lnTo>
                  <a:lnTo>
                    <a:pt x="5701241" y="8828"/>
                  </a:lnTo>
                  <a:lnTo>
                    <a:pt x="5704101" y="10739"/>
                  </a:lnTo>
                  <a:lnTo>
                    <a:pt x="5706748" y="12911"/>
                  </a:lnTo>
                  <a:lnTo>
                    <a:pt x="5709180" y="15343"/>
                  </a:lnTo>
                  <a:lnTo>
                    <a:pt x="5711612" y="17775"/>
                  </a:lnTo>
                  <a:lnTo>
                    <a:pt x="5724524" y="52387"/>
                  </a:lnTo>
                  <a:lnTo>
                    <a:pt x="5724524" y="3043237"/>
                  </a:lnTo>
                  <a:lnTo>
                    <a:pt x="5724524" y="3046677"/>
                  </a:lnTo>
                  <a:lnTo>
                    <a:pt x="5724188" y="3050083"/>
                  </a:lnTo>
                  <a:lnTo>
                    <a:pt x="5723517" y="3053457"/>
                  </a:lnTo>
                  <a:lnTo>
                    <a:pt x="5722846" y="3056830"/>
                  </a:lnTo>
                  <a:lnTo>
                    <a:pt x="5698381" y="3088706"/>
                  </a:lnTo>
                  <a:lnTo>
                    <a:pt x="5692184" y="3091636"/>
                  </a:lnTo>
                  <a:lnTo>
                    <a:pt x="5689006" y="3092953"/>
                  </a:lnTo>
                  <a:lnTo>
                    <a:pt x="5685730" y="3093946"/>
                  </a:lnTo>
                  <a:lnTo>
                    <a:pt x="5682357" y="3094617"/>
                  </a:lnTo>
                  <a:lnTo>
                    <a:pt x="5678983" y="3095288"/>
                  </a:lnTo>
                  <a:lnTo>
                    <a:pt x="5675576" y="3095624"/>
                  </a:lnTo>
                  <a:lnTo>
                    <a:pt x="5672137" y="3095624"/>
                  </a:lnTo>
                  <a:lnTo>
                    <a:pt x="52387" y="3095624"/>
                  </a:lnTo>
                  <a:lnTo>
                    <a:pt x="48947" y="3095624"/>
                  </a:lnTo>
                  <a:lnTo>
                    <a:pt x="45541" y="3095288"/>
                  </a:lnTo>
                  <a:lnTo>
                    <a:pt x="42167" y="3094617"/>
                  </a:lnTo>
                  <a:lnTo>
                    <a:pt x="38793" y="3093946"/>
                  </a:lnTo>
                  <a:lnTo>
                    <a:pt x="23282" y="3086795"/>
                  </a:lnTo>
                  <a:lnTo>
                    <a:pt x="20422" y="3084884"/>
                  </a:lnTo>
                  <a:lnTo>
                    <a:pt x="17776" y="3082713"/>
                  </a:lnTo>
                  <a:lnTo>
                    <a:pt x="15344" y="3080280"/>
                  </a:lnTo>
                  <a:lnTo>
                    <a:pt x="12911" y="3077848"/>
                  </a:lnTo>
                  <a:lnTo>
                    <a:pt x="10739" y="3075202"/>
                  </a:lnTo>
                  <a:lnTo>
                    <a:pt x="8828" y="3072341"/>
                  </a:lnTo>
                  <a:lnTo>
                    <a:pt x="6917" y="3069481"/>
                  </a:lnTo>
                  <a:lnTo>
                    <a:pt x="0" y="3046677"/>
                  </a:lnTo>
                  <a:lnTo>
                    <a:pt x="0" y="3043237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511401" y="3248701"/>
            <a:ext cx="3199130" cy="72644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200" b="1" spc="70" dirty="0">
                <a:solidFill>
                  <a:srgbClr val="7C3AEC"/>
                </a:solidFill>
                <a:latin typeface="Times New Roman"/>
                <a:cs typeface="Times New Roman"/>
              </a:rPr>
              <a:t>add</a:t>
            </a:r>
            <a:r>
              <a:rPr sz="1200" spc="7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200" b="1" spc="70" dirty="0">
                <a:solidFill>
                  <a:srgbClr val="2562EB"/>
                </a:solidFill>
                <a:latin typeface="Times New Roman"/>
                <a:cs typeface="Times New Roman"/>
              </a:rPr>
              <a:t>A001-</a:t>
            </a:r>
            <a:r>
              <a:rPr sz="1200" b="1" spc="100" dirty="0">
                <a:solidFill>
                  <a:srgbClr val="2562EB"/>
                </a:solidFill>
                <a:latin typeface="Times New Roman"/>
                <a:cs typeface="Times New Roman"/>
              </a:rPr>
              <a:t>Ndiaye</a:t>
            </a:r>
            <a:r>
              <a:rPr sz="1200" spc="10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200" spc="3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4A2B8"/>
                </a:solidFill>
                <a:latin typeface="Arial"/>
                <a:cs typeface="Arial"/>
              </a:rPr>
              <a:t>──►</a:t>
            </a:r>
            <a:r>
              <a:rPr sz="1100" spc="39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1200" b="1" spc="195" dirty="0">
                <a:solidFill>
                  <a:srgbClr val="16A24A"/>
                </a:solidFill>
                <a:latin typeface="Times New Roman"/>
                <a:cs typeface="Times New Roman"/>
              </a:rPr>
              <a:t>{</a:t>
            </a:r>
            <a:r>
              <a:rPr sz="1200" b="1" spc="40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200" b="1" spc="55" dirty="0">
                <a:solidFill>
                  <a:srgbClr val="16A24A"/>
                </a:solidFill>
                <a:latin typeface="Times New Roman"/>
                <a:cs typeface="Times New Roman"/>
              </a:rPr>
              <a:t>A001-</a:t>
            </a:r>
            <a:r>
              <a:rPr sz="1200" b="1" spc="70" dirty="0">
                <a:solidFill>
                  <a:srgbClr val="16A24A"/>
                </a:solidFill>
                <a:latin typeface="Times New Roman"/>
                <a:cs typeface="Times New Roman"/>
              </a:rPr>
              <a:t>Ndiaye</a:t>
            </a:r>
            <a:r>
              <a:rPr sz="1200" b="1" spc="40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200" b="1" spc="145" dirty="0">
                <a:solidFill>
                  <a:srgbClr val="16A24A"/>
                </a:solidFill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955675">
              <a:lnSpc>
                <a:spcPct val="100000"/>
              </a:lnSpc>
              <a:spcBef>
                <a:spcPts val="459"/>
              </a:spcBef>
            </a:pPr>
            <a:r>
              <a:rPr sz="1100" spc="10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1100">
              <a:latin typeface="Arial"/>
              <a:cs typeface="Arial"/>
            </a:endParaRPr>
          </a:p>
          <a:p>
            <a:pPr marL="955675">
              <a:lnSpc>
                <a:spcPct val="100000"/>
              </a:lnSpc>
              <a:spcBef>
                <a:spcPts val="480"/>
              </a:spcBef>
            </a:pPr>
            <a:r>
              <a:rPr sz="1100" spc="20" dirty="0">
                <a:solidFill>
                  <a:srgbClr val="334054"/>
                </a:solidFill>
                <a:latin typeface="Arial"/>
                <a:cs typeface="Arial"/>
              </a:rPr>
              <a:t>▼</a:t>
            </a:r>
            <a:endParaRPr sz="11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69321" y="3995419"/>
            <a:ext cx="268414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00" dirty="0">
                <a:solidFill>
                  <a:srgbClr val="94A2B8"/>
                </a:solidFill>
                <a:latin typeface="Arial"/>
                <a:cs typeface="Arial"/>
              </a:rPr>
              <a:t>──►</a:t>
            </a:r>
            <a:r>
              <a:rPr sz="1100" spc="390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1200" b="1" spc="195" dirty="0">
                <a:solidFill>
                  <a:srgbClr val="16A24A"/>
                </a:solidFill>
                <a:latin typeface="Times New Roman"/>
                <a:cs typeface="Times New Roman"/>
              </a:rPr>
              <a:t>{</a:t>
            </a:r>
            <a:r>
              <a:rPr sz="1200" b="1" spc="40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200" b="1" spc="55" dirty="0">
                <a:solidFill>
                  <a:srgbClr val="16A24A"/>
                </a:solidFill>
                <a:latin typeface="Times New Roman"/>
                <a:cs typeface="Times New Roman"/>
              </a:rPr>
              <a:t>A001-</a:t>
            </a:r>
            <a:r>
              <a:rPr sz="1200" b="1" spc="114" dirty="0">
                <a:solidFill>
                  <a:srgbClr val="16A24A"/>
                </a:solidFill>
                <a:latin typeface="Times New Roman"/>
                <a:cs typeface="Times New Roman"/>
              </a:rPr>
              <a:t>Ndiaye,</a:t>
            </a:r>
            <a:r>
              <a:rPr sz="1200" b="1" spc="40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200" b="1" spc="55" dirty="0">
                <a:solidFill>
                  <a:srgbClr val="16A24A"/>
                </a:solidFill>
                <a:latin typeface="Times New Roman"/>
                <a:cs typeface="Times New Roman"/>
              </a:rPr>
              <a:t>A002-</a:t>
            </a:r>
            <a:r>
              <a:rPr sz="1200" b="1" spc="170" dirty="0">
                <a:solidFill>
                  <a:srgbClr val="16A24A"/>
                </a:solidFill>
                <a:latin typeface="Times New Roman"/>
                <a:cs typeface="Times New Roman"/>
              </a:rPr>
              <a:t>Fall</a:t>
            </a:r>
            <a:r>
              <a:rPr sz="1200" b="1" spc="40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200" b="1" spc="145" dirty="0">
                <a:solidFill>
                  <a:srgbClr val="16A24A"/>
                </a:solidFill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11401" y="3934500"/>
            <a:ext cx="1226185" cy="72644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200" b="1" spc="70" dirty="0">
                <a:solidFill>
                  <a:srgbClr val="7C3AEC"/>
                </a:solidFill>
                <a:latin typeface="Times New Roman"/>
                <a:cs typeface="Times New Roman"/>
              </a:rPr>
              <a:t>add</a:t>
            </a:r>
            <a:r>
              <a:rPr sz="1200" spc="7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200" b="1" spc="70" dirty="0">
                <a:solidFill>
                  <a:srgbClr val="2562EB"/>
                </a:solidFill>
                <a:latin typeface="Times New Roman"/>
                <a:cs typeface="Times New Roman"/>
              </a:rPr>
              <a:t>A002-</a:t>
            </a:r>
            <a:r>
              <a:rPr sz="1200" b="1" spc="180" dirty="0">
                <a:solidFill>
                  <a:srgbClr val="2562EB"/>
                </a:solidFill>
                <a:latin typeface="Times New Roman"/>
                <a:cs typeface="Times New Roman"/>
              </a:rPr>
              <a:t>Fall</a:t>
            </a:r>
            <a:r>
              <a:rPr sz="1200" spc="18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955675">
              <a:lnSpc>
                <a:spcPct val="100000"/>
              </a:lnSpc>
              <a:spcBef>
                <a:spcPts val="459"/>
              </a:spcBef>
            </a:pPr>
            <a:r>
              <a:rPr sz="1100" spc="10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1100">
              <a:latin typeface="Arial"/>
              <a:cs typeface="Arial"/>
            </a:endParaRPr>
          </a:p>
          <a:p>
            <a:pPr marL="955675">
              <a:lnSpc>
                <a:spcPct val="100000"/>
              </a:lnSpc>
              <a:spcBef>
                <a:spcPts val="480"/>
              </a:spcBef>
            </a:pPr>
            <a:r>
              <a:rPr sz="1100" spc="20" dirty="0">
                <a:solidFill>
                  <a:srgbClr val="334054"/>
                </a:solidFill>
                <a:latin typeface="Arial"/>
                <a:cs typeface="Arial"/>
              </a:rPr>
              <a:t>▼</a:t>
            </a:r>
            <a:endParaRPr sz="11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524249" y="4933949"/>
            <a:ext cx="2305050" cy="190500"/>
          </a:xfrm>
          <a:custGeom>
            <a:avLst/>
            <a:gdLst/>
            <a:ahLst/>
            <a:cxnLst/>
            <a:rect l="l" t="t" r="r" b="b"/>
            <a:pathLst>
              <a:path w="2305050" h="190500">
                <a:moveTo>
                  <a:pt x="2288525" y="190499"/>
                </a:moveTo>
                <a:lnTo>
                  <a:pt x="16523" y="190499"/>
                </a:lnTo>
                <a:lnTo>
                  <a:pt x="14093" y="190016"/>
                </a:lnTo>
                <a:lnTo>
                  <a:pt x="0" y="173976"/>
                </a:lnTo>
                <a:lnTo>
                  <a:pt x="0" y="171449"/>
                </a:lnTo>
                <a:lnTo>
                  <a:pt x="0" y="16523"/>
                </a:lnTo>
                <a:lnTo>
                  <a:pt x="16523" y="0"/>
                </a:lnTo>
                <a:lnTo>
                  <a:pt x="2288525" y="0"/>
                </a:lnTo>
                <a:lnTo>
                  <a:pt x="2305049" y="16523"/>
                </a:lnTo>
                <a:lnTo>
                  <a:pt x="2305049" y="173976"/>
                </a:lnTo>
                <a:lnTo>
                  <a:pt x="2290955" y="190016"/>
                </a:lnTo>
                <a:lnTo>
                  <a:pt x="2288525" y="190499"/>
                </a:lnTo>
                <a:close/>
              </a:path>
            </a:pathLst>
          </a:custGeom>
          <a:solidFill>
            <a:srgbClr val="FE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511401" y="4636243"/>
            <a:ext cx="5169535" cy="7131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b="1" spc="70" dirty="0">
                <a:solidFill>
                  <a:srgbClr val="7C3AEC"/>
                </a:solidFill>
                <a:latin typeface="Times New Roman"/>
                <a:cs typeface="Times New Roman"/>
              </a:rPr>
              <a:t>add</a:t>
            </a:r>
            <a:r>
              <a:rPr sz="1200" spc="7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200" b="1" spc="70" dirty="0">
                <a:solidFill>
                  <a:srgbClr val="2562EB"/>
                </a:solidFill>
                <a:latin typeface="Times New Roman"/>
                <a:cs typeface="Times New Roman"/>
              </a:rPr>
              <a:t>A001-</a:t>
            </a:r>
            <a:r>
              <a:rPr sz="1200" b="1" spc="100" dirty="0">
                <a:solidFill>
                  <a:srgbClr val="2562EB"/>
                </a:solidFill>
                <a:latin typeface="Times New Roman"/>
                <a:cs typeface="Times New Roman"/>
              </a:rPr>
              <a:t>Ndiaye</a:t>
            </a:r>
            <a:r>
              <a:rPr sz="1200" spc="10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200" spc="3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4A2B8"/>
                </a:solidFill>
                <a:latin typeface="Arial"/>
                <a:cs typeface="Arial"/>
              </a:rPr>
              <a:t>──►</a:t>
            </a:r>
            <a:r>
              <a:rPr sz="1100" spc="39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1200" b="1" spc="195" dirty="0">
                <a:solidFill>
                  <a:srgbClr val="16A24A"/>
                </a:solidFill>
                <a:latin typeface="Times New Roman"/>
                <a:cs typeface="Times New Roman"/>
              </a:rPr>
              <a:t>{</a:t>
            </a:r>
            <a:r>
              <a:rPr sz="1200" b="1" spc="39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200" b="1" spc="55" dirty="0">
                <a:solidFill>
                  <a:srgbClr val="16A24A"/>
                </a:solidFill>
                <a:latin typeface="Times New Roman"/>
                <a:cs typeface="Times New Roman"/>
              </a:rPr>
              <a:t>A001-</a:t>
            </a:r>
            <a:r>
              <a:rPr sz="1200" b="1" spc="114" dirty="0">
                <a:solidFill>
                  <a:srgbClr val="16A24A"/>
                </a:solidFill>
                <a:latin typeface="Times New Roman"/>
                <a:cs typeface="Times New Roman"/>
              </a:rPr>
              <a:t>Ndiaye,</a:t>
            </a:r>
            <a:r>
              <a:rPr sz="1200" b="1" spc="40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200" b="1" spc="55" dirty="0">
                <a:solidFill>
                  <a:srgbClr val="16A24A"/>
                </a:solidFill>
                <a:latin typeface="Times New Roman"/>
                <a:cs typeface="Times New Roman"/>
              </a:rPr>
              <a:t>A002-</a:t>
            </a:r>
            <a:r>
              <a:rPr sz="1200" b="1" spc="170" dirty="0">
                <a:solidFill>
                  <a:srgbClr val="16A24A"/>
                </a:solidFill>
                <a:latin typeface="Times New Roman"/>
                <a:cs typeface="Times New Roman"/>
              </a:rPr>
              <a:t>Fall</a:t>
            </a:r>
            <a:r>
              <a:rPr sz="1200" b="1" spc="39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200" b="1" spc="145" dirty="0">
                <a:solidFill>
                  <a:srgbClr val="16A24A"/>
                </a:solidFill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359"/>
              </a:spcBef>
            </a:pPr>
            <a:r>
              <a:rPr sz="1100" b="1" spc="120" dirty="0">
                <a:solidFill>
                  <a:srgbClr val="DB2525"/>
                </a:solidFill>
                <a:latin typeface="Times New Roman"/>
                <a:cs typeface="Times New Roman"/>
              </a:rPr>
              <a:t>↑</a:t>
            </a:r>
            <a:r>
              <a:rPr sz="1100" b="1" spc="425" dirty="0">
                <a:solidFill>
                  <a:srgbClr val="DB2525"/>
                </a:solidFill>
                <a:latin typeface="Times New Roman"/>
                <a:cs typeface="Times New Roman"/>
              </a:rPr>
              <a:t> </a:t>
            </a:r>
            <a:r>
              <a:rPr sz="1200" b="1" spc="135" dirty="0">
                <a:solidFill>
                  <a:srgbClr val="DB2525"/>
                </a:solidFill>
                <a:latin typeface="Times New Roman"/>
                <a:cs typeface="Times New Roman"/>
              </a:rPr>
              <a:t>silencieusement</a:t>
            </a:r>
            <a:r>
              <a:rPr sz="1200" b="1" spc="400" dirty="0">
                <a:solidFill>
                  <a:srgbClr val="DB2525"/>
                </a:solidFill>
                <a:latin typeface="Times New Roman"/>
                <a:cs typeface="Times New Roman"/>
              </a:rPr>
              <a:t> </a:t>
            </a:r>
            <a:r>
              <a:rPr sz="1200" b="1" spc="125" dirty="0">
                <a:solidFill>
                  <a:srgbClr val="DB2525"/>
                </a:solidFill>
                <a:latin typeface="Times New Roman"/>
                <a:cs typeface="Times New Roman"/>
              </a:rPr>
              <a:t>ignoré</a:t>
            </a:r>
            <a:r>
              <a:rPr sz="1200" b="1" spc="400" dirty="0">
                <a:solidFill>
                  <a:srgbClr val="DB2525"/>
                </a:solidFill>
                <a:latin typeface="Times New Roman"/>
                <a:cs typeface="Times New Roman"/>
              </a:rPr>
              <a:t> </a:t>
            </a:r>
            <a:r>
              <a:rPr sz="1200" b="1" spc="220" dirty="0">
                <a:solidFill>
                  <a:srgbClr val="DB2525"/>
                </a:solidFill>
                <a:latin typeface="Times New Roman"/>
                <a:cs typeface="Times New Roman"/>
              </a:rPr>
              <a:t>!</a:t>
            </a:r>
            <a:endParaRPr sz="1200">
              <a:latin typeface="Times New Roman"/>
              <a:cs typeface="Times New Roman"/>
            </a:endParaRPr>
          </a:p>
          <a:p>
            <a:pPr marL="2327275">
              <a:lnSpc>
                <a:spcPct val="100000"/>
              </a:lnSpc>
              <a:spcBef>
                <a:spcPts val="359"/>
              </a:spcBef>
            </a:pPr>
            <a:r>
              <a:rPr sz="1200" spc="155" dirty="0">
                <a:solidFill>
                  <a:srgbClr val="334054"/>
                </a:solidFill>
                <a:latin typeface="Times New Roman"/>
                <a:cs typeface="Times New Roman"/>
              </a:rPr>
              <a:t>(Pas</a:t>
            </a:r>
            <a:r>
              <a:rPr sz="120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00" spc="225" dirty="0">
                <a:solidFill>
                  <a:srgbClr val="334054"/>
                </a:solidFill>
                <a:latin typeface="Times New Roman"/>
                <a:cs typeface="Times New Roman"/>
              </a:rPr>
              <a:t>d'erreur,</a:t>
            </a:r>
            <a:r>
              <a:rPr sz="1200" spc="3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00" spc="215" dirty="0">
                <a:solidFill>
                  <a:srgbClr val="334054"/>
                </a:solidFill>
                <a:latin typeface="Times New Roman"/>
                <a:cs typeface="Times New Roman"/>
              </a:rPr>
              <a:t>juste</a:t>
            </a:r>
            <a:r>
              <a:rPr sz="1200" spc="3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00" spc="135" dirty="0">
                <a:solidFill>
                  <a:srgbClr val="334054"/>
                </a:solidFill>
                <a:latin typeface="Times New Roman"/>
                <a:cs typeface="Times New Roman"/>
              </a:rPr>
              <a:t>pas</a:t>
            </a:r>
            <a:r>
              <a:rPr sz="1200" spc="3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00" spc="210" dirty="0">
                <a:solidFill>
                  <a:srgbClr val="334054"/>
                </a:solidFill>
                <a:latin typeface="Times New Roman"/>
                <a:cs typeface="Times New Roman"/>
              </a:rPr>
              <a:t>d'ajout)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629974" y="6522640"/>
            <a:ext cx="337185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30" dirty="0">
                <a:solidFill>
                  <a:srgbClr val="94A2B8"/>
                </a:solidFill>
                <a:latin typeface="Arial"/>
                <a:cs typeface="Arial"/>
              </a:rPr>
              <a:t>25/57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52" name="object 52"/>
            <p:cNvSpPr/>
            <p:nvPr/>
          </p:nvSpPr>
          <p:spPr>
            <a:xfrm>
              <a:off x="5362574" y="6800849"/>
              <a:ext cx="6829425" cy="57150"/>
            </a:xfrm>
            <a:custGeom>
              <a:avLst/>
              <a:gdLst/>
              <a:ahLst/>
              <a:cxnLst/>
              <a:rect l="l" t="t" r="r" b="b"/>
              <a:pathLst>
                <a:path w="6829425" h="57150">
                  <a:moveTo>
                    <a:pt x="0" y="57149"/>
                  </a:moveTo>
                  <a:lnTo>
                    <a:pt x="6829424" y="57149"/>
                  </a:lnTo>
                  <a:lnTo>
                    <a:pt x="68294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6800849"/>
              <a:ext cx="5362575" cy="57150"/>
            </a:xfrm>
            <a:custGeom>
              <a:avLst/>
              <a:gdLst/>
              <a:ahLst/>
              <a:cxnLst/>
              <a:rect l="l" t="t" r="r" b="b"/>
              <a:pathLst>
                <a:path w="5362575" h="57150">
                  <a:moveTo>
                    <a:pt x="53625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5362574" y="0"/>
                  </a:lnTo>
                  <a:lnTo>
                    <a:pt x="53625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HashSet</a:t>
            </a:r>
            <a:r>
              <a:rPr spc="-155" dirty="0"/>
              <a:t> </a:t>
            </a:r>
            <a:r>
              <a:rPr spc="-150" dirty="0"/>
              <a:t>vs</a:t>
            </a:r>
            <a:r>
              <a:rPr spc="-155" dirty="0"/>
              <a:t> </a:t>
            </a:r>
            <a:r>
              <a:rPr spc="-160" dirty="0"/>
              <a:t>TreeSet</a:t>
            </a:r>
            <a:r>
              <a:rPr spc="-155" dirty="0"/>
              <a:t> </a:t>
            </a:r>
            <a:r>
              <a:rPr spc="-150" dirty="0"/>
              <a:t>vs </a:t>
            </a:r>
            <a:r>
              <a:rPr spc="-160" dirty="0"/>
              <a:t>LinkedHashSet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848" y="1042416"/>
            <a:ext cx="11576685" cy="3401695"/>
            <a:chOff x="307848" y="1042416"/>
            <a:chExt cx="11576685" cy="3401695"/>
          </a:xfrm>
        </p:grpSpPr>
        <p:sp>
          <p:nvSpPr>
            <p:cNvPr id="4" name="object 4"/>
            <p:cNvSpPr/>
            <p:nvPr/>
          </p:nvSpPr>
          <p:spPr>
            <a:xfrm>
              <a:off x="335280" y="1051560"/>
              <a:ext cx="11521440" cy="3347085"/>
            </a:xfrm>
            <a:custGeom>
              <a:avLst/>
              <a:gdLst/>
              <a:ahLst/>
              <a:cxnLst/>
              <a:rect l="l" t="t" r="r" b="b"/>
              <a:pathLst>
                <a:path w="11521440" h="3347085">
                  <a:moveTo>
                    <a:pt x="11521440" y="3346704"/>
                  </a:moveTo>
                  <a:lnTo>
                    <a:pt x="0" y="3346704"/>
                  </a:lnTo>
                  <a:lnTo>
                    <a:pt x="0" y="0"/>
                  </a:lnTo>
                  <a:lnTo>
                    <a:pt x="11521440" y="0"/>
                  </a:lnTo>
                  <a:lnTo>
                    <a:pt x="11521440" y="24764"/>
                  </a:lnTo>
                  <a:lnTo>
                    <a:pt x="160019" y="24764"/>
                  </a:lnTo>
                  <a:lnTo>
                    <a:pt x="148760" y="25308"/>
                  </a:lnTo>
                  <a:lnTo>
                    <a:pt x="106084" y="38276"/>
                  </a:lnTo>
                  <a:lnTo>
                    <a:pt x="71620" y="66588"/>
                  </a:lnTo>
                  <a:lnTo>
                    <a:pt x="50613" y="105934"/>
                  </a:lnTo>
                  <a:lnTo>
                    <a:pt x="45719" y="139064"/>
                  </a:lnTo>
                  <a:lnTo>
                    <a:pt x="45719" y="3168014"/>
                  </a:lnTo>
                  <a:lnTo>
                    <a:pt x="54420" y="3211754"/>
                  </a:lnTo>
                  <a:lnTo>
                    <a:pt x="79197" y="3248836"/>
                  </a:lnTo>
                  <a:lnTo>
                    <a:pt x="116279" y="3273613"/>
                  </a:lnTo>
                  <a:lnTo>
                    <a:pt x="160019" y="3282314"/>
                  </a:lnTo>
                  <a:lnTo>
                    <a:pt x="11521440" y="3282314"/>
                  </a:lnTo>
                  <a:lnTo>
                    <a:pt x="11521440" y="3346704"/>
                  </a:lnTo>
                  <a:close/>
                </a:path>
                <a:path w="11521440" h="3347085">
                  <a:moveTo>
                    <a:pt x="11521440" y="3282314"/>
                  </a:moveTo>
                  <a:lnTo>
                    <a:pt x="11361419" y="3282314"/>
                  </a:lnTo>
                  <a:lnTo>
                    <a:pt x="11372678" y="3281770"/>
                  </a:lnTo>
                  <a:lnTo>
                    <a:pt x="11383721" y="3280139"/>
                  </a:lnTo>
                  <a:lnTo>
                    <a:pt x="11424932" y="3263069"/>
                  </a:lnTo>
                  <a:lnTo>
                    <a:pt x="11456473" y="3231528"/>
                  </a:lnTo>
                  <a:lnTo>
                    <a:pt x="11473543" y="3190317"/>
                  </a:lnTo>
                  <a:lnTo>
                    <a:pt x="11475719" y="3168014"/>
                  </a:lnTo>
                  <a:lnTo>
                    <a:pt x="11475719" y="139064"/>
                  </a:lnTo>
                  <a:lnTo>
                    <a:pt x="11467018" y="95323"/>
                  </a:lnTo>
                  <a:lnTo>
                    <a:pt x="11442241" y="58242"/>
                  </a:lnTo>
                  <a:lnTo>
                    <a:pt x="11405159" y="33465"/>
                  </a:lnTo>
                  <a:lnTo>
                    <a:pt x="11361419" y="24764"/>
                  </a:lnTo>
                  <a:lnTo>
                    <a:pt x="11521440" y="24764"/>
                  </a:lnTo>
                  <a:lnTo>
                    <a:pt x="11521440" y="328231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7848" y="1042416"/>
              <a:ext cx="11576685" cy="3401695"/>
            </a:xfrm>
            <a:custGeom>
              <a:avLst/>
              <a:gdLst/>
              <a:ahLst/>
              <a:cxnLst/>
              <a:rect l="l" t="t" r="r" b="b"/>
              <a:pathLst>
                <a:path w="11576685" h="3401695">
                  <a:moveTo>
                    <a:pt x="11576304" y="3401568"/>
                  </a:moveTo>
                  <a:lnTo>
                    <a:pt x="0" y="3401568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33908"/>
                  </a:lnTo>
                  <a:lnTo>
                    <a:pt x="187451" y="33908"/>
                  </a:lnTo>
                  <a:lnTo>
                    <a:pt x="176192" y="34452"/>
                  </a:lnTo>
                  <a:lnTo>
                    <a:pt x="133516" y="47420"/>
                  </a:lnTo>
                  <a:lnTo>
                    <a:pt x="99052" y="75732"/>
                  </a:lnTo>
                  <a:lnTo>
                    <a:pt x="78045" y="115078"/>
                  </a:lnTo>
                  <a:lnTo>
                    <a:pt x="73151" y="148208"/>
                  </a:lnTo>
                  <a:lnTo>
                    <a:pt x="73151" y="3177158"/>
                  </a:lnTo>
                  <a:lnTo>
                    <a:pt x="81852" y="3220898"/>
                  </a:lnTo>
                  <a:lnTo>
                    <a:pt x="106629" y="3257980"/>
                  </a:lnTo>
                  <a:lnTo>
                    <a:pt x="143711" y="3282757"/>
                  </a:lnTo>
                  <a:lnTo>
                    <a:pt x="187451" y="3291458"/>
                  </a:lnTo>
                  <a:lnTo>
                    <a:pt x="11576304" y="3291458"/>
                  </a:lnTo>
                  <a:lnTo>
                    <a:pt x="11576304" y="3401568"/>
                  </a:lnTo>
                  <a:close/>
                </a:path>
                <a:path w="11576685" h="3401695">
                  <a:moveTo>
                    <a:pt x="11576304" y="3291458"/>
                  </a:moveTo>
                  <a:lnTo>
                    <a:pt x="11388851" y="3291458"/>
                  </a:lnTo>
                  <a:lnTo>
                    <a:pt x="11400110" y="3290914"/>
                  </a:lnTo>
                  <a:lnTo>
                    <a:pt x="11411153" y="3289283"/>
                  </a:lnTo>
                  <a:lnTo>
                    <a:pt x="11452364" y="3272213"/>
                  </a:lnTo>
                  <a:lnTo>
                    <a:pt x="11483905" y="3240672"/>
                  </a:lnTo>
                  <a:lnTo>
                    <a:pt x="11500975" y="3199461"/>
                  </a:lnTo>
                  <a:lnTo>
                    <a:pt x="11503151" y="3177158"/>
                  </a:lnTo>
                  <a:lnTo>
                    <a:pt x="11503151" y="148208"/>
                  </a:lnTo>
                  <a:lnTo>
                    <a:pt x="11494450" y="104467"/>
                  </a:lnTo>
                  <a:lnTo>
                    <a:pt x="11469673" y="67386"/>
                  </a:lnTo>
                  <a:lnTo>
                    <a:pt x="11432591" y="42609"/>
                  </a:lnTo>
                  <a:lnTo>
                    <a:pt x="11388851" y="33908"/>
                  </a:lnTo>
                  <a:lnTo>
                    <a:pt x="11576304" y="33908"/>
                  </a:lnTo>
                  <a:lnTo>
                    <a:pt x="11576304" y="329145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1081087"/>
              <a:ext cx="11420475" cy="3248025"/>
            </a:xfrm>
            <a:custGeom>
              <a:avLst/>
              <a:gdLst/>
              <a:ahLst/>
              <a:cxnLst/>
              <a:rect l="l" t="t" r="r" b="b"/>
              <a:pathLst>
                <a:path w="11420475" h="3248025">
                  <a:moveTo>
                    <a:pt x="0" y="31384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1310936" y="0"/>
                  </a:lnTo>
                  <a:lnTo>
                    <a:pt x="11318127" y="0"/>
                  </a:lnTo>
                  <a:lnTo>
                    <a:pt x="11325250" y="701"/>
                  </a:lnTo>
                  <a:lnTo>
                    <a:pt x="11365811" y="14464"/>
                  </a:lnTo>
                  <a:lnTo>
                    <a:pt x="11398016" y="42701"/>
                  </a:lnTo>
                  <a:lnTo>
                    <a:pt x="11416964" y="81113"/>
                  </a:lnTo>
                  <a:lnTo>
                    <a:pt x="11418368" y="88167"/>
                  </a:lnTo>
                  <a:lnTo>
                    <a:pt x="11419771" y="95221"/>
                  </a:lnTo>
                  <a:lnTo>
                    <a:pt x="11420472" y="102345"/>
                  </a:lnTo>
                  <a:lnTo>
                    <a:pt x="11420474" y="109537"/>
                  </a:lnTo>
                  <a:lnTo>
                    <a:pt x="11420474" y="3138487"/>
                  </a:lnTo>
                  <a:lnTo>
                    <a:pt x="11420472" y="3145679"/>
                  </a:lnTo>
                  <a:lnTo>
                    <a:pt x="11419771" y="3152802"/>
                  </a:lnTo>
                  <a:lnTo>
                    <a:pt x="11418368" y="3159856"/>
                  </a:lnTo>
                  <a:lnTo>
                    <a:pt x="11416964" y="3166910"/>
                  </a:lnTo>
                  <a:lnTo>
                    <a:pt x="11398016" y="3205322"/>
                  </a:lnTo>
                  <a:lnTo>
                    <a:pt x="11365811" y="3233559"/>
                  </a:lnTo>
                  <a:lnTo>
                    <a:pt x="11352853" y="3239685"/>
                  </a:lnTo>
                  <a:lnTo>
                    <a:pt x="11346208" y="3242438"/>
                  </a:lnTo>
                  <a:lnTo>
                    <a:pt x="11310936" y="3248024"/>
                  </a:lnTo>
                  <a:lnTo>
                    <a:pt x="109537" y="3248024"/>
                  </a:lnTo>
                  <a:lnTo>
                    <a:pt x="102345" y="3248024"/>
                  </a:lnTo>
                  <a:lnTo>
                    <a:pt x="95221" y="3247322"/>
                  </a:lnTo>
                  <a:lnTo>
                    <a:pt x="88167" y="3245919"/>
                  </a:lnTo>
                  <a:lnTo>
                    <a:pt x="81113" y="3244516"/>
                  </a:lnTo>
                  <a:lnTo>
                    <a:pt x="74264" y="3242438"/>
                  </a:lnTo>
                  <a:lnTo>
                    <a:pt x="67619" y="3239685"/>
                  </a:lnTo>
                  <a:lnTo>
                    <a:pt x="60974" y="3236933"/>
                  </a:lnTo>
                  <a:lnTo>
                    <a:pt x="26997" y="3210855"/>
                  </a:lnTo>
                  <a:lnTo>
                    <a:pt x="18460" y="3199342"/>
                  </a:lnTo>
                  <a:lnTo>
                    <a:pt x="14464" y="3193362"/>
                  </a:lnTo>
                  <a:lnTo>
                    <a:pt x="701" y="3152802"/>
                  </a:lnTo>
                  <a:lnTo>
                    <a:pt x="0" y="3145679"/>
                  </a:lnTo>
                  <a:lnTo>
                    <a:pt x="0" y="31384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90524" y="1085850"/>
            <a:ext cx="1714500" cy="495300"/>
          </a:xfrm>
          <a:custGeom>
            <a:avLst/>
            <a:gdLst/>
            <a:ahLst/>
            <a:cxnLst/>
            <a:rect l="l" t="t" r="r" b="b"/>
            <a:pathLst>
              <a:path w="1714500" h="495300">
                <a:moveTo>
                  <a:pt x="1714499" y="495299"/>
                </a:moveTo>
                <a:lnTo>
                  <a:pt x="0" y="495299"/>
                </a:lnTo>
                <a:lnTo>
                  <a:pt x="0" y="104774"/>
                </a:lnTo>
                <a:lnTo>
                  <a:pt x="7975" y="64679"/>
                </a:lnTo>
                <a:lnTo>
                  <a:pt x="30687" y="30687"/>
                </a:lnTo>
                <a:lnTo>
                  <a:pt x="64679" y="7975"/>
                </a:lnTo>
                <a:lnTo>
                  <a:pt x="104774" y="0"/>
                </a:lnTo>
                <a:lnTo>
                  <a:pt x="1714499" y="0"/>
                </a:lnTo>
                <a:lnTo>
                  <a:pt x="1714499" y="495299"/>
                </a:lnTo>
                <a:close/>
              </a:path>
            </a:pathLst>
          </a:custGeom>
          <a:solidFill>
            <a:srgbClr val="1D3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8496300" y="1085850"/>
            <a:ext cx="3305175" cy="495300"/>
            <a:chOff x="8496300" y="1085850"/>
            <a:chExt cx="3305175" cy="495300"/>
          </a:xfrm>
        </p:grpSpPr>
        <p:sp>
          <p:nvSpPr>
            <p:cNvPr id="9" name="object 9"/>
            <p:cNvSpPr/>
            <p:nvPr/>
          </p:nvSpPr>
          <p:spPr>
            <a:xfrm>
              <a:off x="8496300" y="1085850"/>
              <a:ext cx="3305175" cy="495300"/>
            </a:xfrm>
            <a:custGeom>
              <a:avLst/>
              <a:gdLst/>
              <a:ahLst/>
              <a:cxnLst/>
              <a:rect l="l" t="t" r="r" b="b"/>
              <a:pathLst>
                <a:path w="3305175" h="495300">
                  <a:moveTo>
                    <a:pt x="3305174" y="495299"/>
                  </a:moveTo>
                  <a:lnTo>
                    <a:pt x="0" y="495299"/>
                  </a:lnTo>
                  <a:lnTo>
                    <a:pt x="0" y="0"/>
                  </a:lnTo>
                  <a:lnTo>
                    <a:pt x="3200399" y="0"/>
                  </a:lnTo>
                  <a:lnTo>
                    <a:pt x="3210720" y="498"/>
                  </a:lnTo>
                  <a:lnTo>
                    <a:pt x="3249838" y="12385"/>
                  </a:lnTo>
                  <a:lnTo>
                    <a:pt x="3281432" y="38338"/>
                  </a:lnTo>
                  <a:lnTo>
                    <a:pt x="3300687" y="74405"/>
                  </a:lnTo>
                  <a:lnTo>
                    <a:pt x="3305174" y="104773"/>
                  </a:lnTo>
                  <a:lnTo>
                    <a:pt x="3305174" y="495299"/>
                  </a:lnTo>
                  <a:close/>
                </a:path>
              </a:pathLst>
            </a:custGeom>
            <a:solidFill>
              <a:srgbClr val="1D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5807" y="1260474"/>
              <a:ext cx="184150" cy="14605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295524" y="1714499"/>
            <a:ext cx="781050" cy="276225"/>
            <a:chOff x="2295524" y="1714499"/>
            <a:chExt cx="781050" cy="276225"/>
          </a:xfrm>
        </p:grpSpPr>
        <p:sp>
          <p:nvSpPr>
            <p:cNvPr id="12" name="object 12"/>
            <p:cNvSpPr/>
            <p:nvPr/>
          </p:nvSpPr>
          <p:spPr>
            <a:xfrm>
              <a:off x="2300287" y="1719262"/>
              <a:ext cx="771525" cy="266700"/>
            </a:xfrm>
            <a:custGeom>
              <a:avLst/>
              <a:gdLst/>
              <a:ahLst/>
              <a:cxnLst/>
              <a:rect l="l" t="t" r="r" b="b"/>
              <a:pathLst>
                <a:path w="771525" h="266700">
                  <a:moveTo>
                    <a:pt x="638174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6" y="240453"/>
                  </a:lnTo>
                  <a:lnTo>
                    <a:pt x="26246" y="212793"/>
                  </a:lnTo>
                  <a:lnTo>
                    <a:pt x="7791" y="178266"/>
                  </a:lnTo>
                  <a:lnTo>
                    <a:pt x="160" y="139901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5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638174" y="0"/>
                  </a:lnTo>
                  <a:lnTo>
                    <a:pt x="676884" y="5740"/>
                  </a:lnTo>
                  <a:lnTo>
                    <a:pt x="712260" y="22473"/>
                  </a:lnTo>
                  <a:lnTo>
                    <a:pt x="741256" y="48752"/>
                  </a:lnTo>
                  <a:lnTo>
                    <a:pt x="761373" y="82319"/>
                  </a:lnTo>
                  <a:lnTo>
                    <a:pt x="770884" y="120279"/>
                  </a:lnTo>
                  <a:lnTo>
                    <a:pt x="771524" y="133349"/>
                  </a:lnTo>
                  <a:lnTo>
                    <a:pt x="771364" y="139901"/>
                  </a:lnTo>
                  <a:lnTo>
                    <a:pt x="763732" y="178266"/>
                  </a:lnTo>
                  <a:lnTo>
                    <a:pt x="745278" y="212793"/>
                  </a:lnTo>
                  <a:lnTo>
                    <a:pt x="717618" y="240453"/>
                  </a:lnTo>
                  <a:lnTo>
                    <a:pt x="683091" y="258908"/>
                  </a:lnTo>
                  <a:lnTo>
                    <a:pt x="644725" y="266539"/>
                  </a:lnTo>
                  <a:lnTo>
                    <a:pt x="638174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0287" y="1719262"/>
              <a:ext cx="771525" cy="266700"/>
            </a:xfrm>
            <a:custGeom>
              <a:avLst/>
              <a:gdLst/>
              <a:ahLst/>
              <a:cxnLst/>
              <a:rect l="l" t="t" r="r" b="b"/>
              <a:pathLst>
                <a:path w="771525" h="266700">
                  <a:moveTo>
                    <a:pt x="0" y="133349"/>
                  </a:moveTo>
                  <a:lnTo>
                    <a:pt x="5740" y="94639"/>
                  </a:lnTo>
                  <a:lnTo>
                    <a:pt x="22473" y="59264"/>
                  </a:lnTo>
                  <a:lnTo>
                    <a:pt x="48752" y="30267"/>
                  </a:lnTo>
                  <a:lnTo>
                    <a:pt x="82318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638174" y="0"/>
                  </a:lnTo>
                  <a:lnTo>
                    <a:pt x="676884" y="5740"/>
                  </a:lnTo>
                  <a:lnTo>
                    <a:pt x="712260" y="22473"/>
                  </a:lnTo>
                  <a:lnTo>
                    <a:pt x="741256" y="48752"/>
                  </a:lnTo>
                  <a:lnTo>
                    <a:pt x="761373" y="82319"/>
                  </a:lnTo>
                  <a:lnTo>
                    <a:pt x="770884" y="120279"/>
                  </a:lnTo>
                  <a:lnTo>
                    <a:pt x="771524" y="133349"/>
                  </a:lnTo>
                  <a:lnTo>
                    <a:pt x="771364" y="139901"/>
                  </a:lnTo>
                  <a:lnTo>
                    <a:pt x="763732" y="178266"/>
                  </a:lnTo>
                  <a:lnTo>
                    <a:pt x="745278" y="212793"/>
                  </a:lnTo>
                  <a:lnTo>
                    <a:pt x="717618" y="240453"/>
                  </a:lnTo>
                  <a:lnTo>
                    <a:pt x="683091" y="258908"/>
                  </a:lnTo>
                  <a:lnTo>
                    <a:pt x="644725" y="266539"/>
                  </a:lnTo>
                  <a:lnTo>
                    <a:pt x="638174" y="266699"/>
                  </a:lnTo>
                  <a:lnTo>
                    <a:pt x="133349" y="266699"/>
                  </a:lnTo>
                  <a:lnTo>
                    <a:pt x="94639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</a:path>
              </a:pathLst>
            </a:custGeom>
            <a:ln w="9524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7323" y="1784349"/>
              <a:ext cx="123825" cy="127000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5486399" y="1714499"/>
            <a:ext cx="638175" cy="276225"/>
            <a:chOff x="5486399" y="1714499"/>
            <a:chExt cx="638175" cy="276225"/>
          </a:xfrm>
        </p:grpSpPr>
        <p:sp>
          <p:nvSpPr>
            <p:cNvPr id="16" name="object 16"/>
            <p:cNvSpPr/>
            <p:nvPr/>
          </p:nvSpPr>
          <p:spPr>
            <a:xfrm>
              <a:off x="5491162" y="1719262"/>
              <a:ext cx="628650" cy="266700"/>
            </a:xfrm>
            <a:custGeom>
              <a:avLst/>
              <a:gdLst/>
              <a:ahLst/>
              <a:cxnLst/>
              <a:rect l="l" t="t" r="r" b="b"/>
              <a:pathLst>
                <a:path w="628650" h="266700">
                  <a:moveTo>
                    <a:pt x="495299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5" y="240453"/>
                  </a:lnTo>
                  <a:lnTo>
                    <a:pt x="26245" y="212793"/>
                  </a:lnTo>
                  <a:lnTo>
                    <a:pt x="7791" y="178266"/>
                  </a:lnTo>
                  <a:lnTo>
                    <a:pt x="159" y="139901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1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495299" y="0"/>
                  </a:lnTo>
                  <a:lnTo>
                    <a:pt x="534008" y="5740"/>
                  </a:lnTo>
                  <a:lnTo>
                    <a:pt x="569384" y="22473"/>
                  </a:lnTo>
                  <a:lnTo>
                    <a:pt x="598381" y="48752"/>
                  </a:lnTo>
                  <a:lnTo>
                    <a:pt x="618498" y="82319"/>
                  </a:lnTo>
                  <a:lnTo>
                    <a:pt x="628008" y="120279"/>
                  </a:lnTo>
                  <a:lnTo>
                    <a:pt x="628649" y="133349"/>
                  </a:lnTo>
                  <a:lnTo>
                    <a:pt x="628489" y="139901"/>
                  </a:lnTo>
                  <a:lnTo>
                    <a:pt x="620857" y="178266"/>
                  </a:lnTo>
                  <a:lnTo>
                    <a:pt x="602402" y="212793"/>
                  </a:lnTo>
                  <a:lnTo>
                    <a:pt x="574742" y="240453"/>
                  </a:lnTo>
                  <a:lnTo>
                    <a:pt x="540216" y="258908"/>
                  </a:lnTo>
                  <a:lnTo>
                    <a:pt x="501851" y="266539"/>
                  </a:lnTo>
                  <a:lnTo>
                    <a:pt x="495299" y="2666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91162" y="1719262"/>
              <a:ext cx="628650" cy="266700"/>
            </a:xfrm>
            <a:custGeom>
              <a:avLst/>
              <a:gdLst/>
              <a:ahLst/>
              <a:cxnLst/>
              <a:rect l="l" t="t" r="r" b="b"/>
              <a:pathLst>
                <a:path w="628650" h="266700">
                  <a:moveTo>
                    <a:pt x="0" y="133349"/>
                  </a:moveTo>
                  <a:lnTo>
                    <a:pt x="5740" y="94639"/>
                  </a:lnTo>
                  <a:lnTo>
                    <a:pt x="22473" y="59264"/>
                  </a:lnTo>
                  <a:lnTo>
                    <a:pt x="48751" y="30267"/>
                  </a:lnTo>
                  <a:lnTo>
                    <a:pt x="82318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495299" y="0"/>
                  </a:lnTo>
                  <a:lnTo>
                    <a:pt x="534008" y="5740"/>
                  </a:lnTo>
                  <a:lnTo>
                    <a:pt x="569384" y="22473"/>
                  </a:lnTo>
                  <a:lnTo>
                    <a:pt x="598381" y="48752"/>
                  </a:lnTo>
                  <a:lnTo>
                    <a:pt x="618498" y="82319"/>
                  </a:lnTo>
                  <a:lnTo>
                    <a:pt x="628008" y="120279"/>
                  </a:lnTo>
                  <a:lnTo>
                    <a:pt x="628649" y="133349"/>
                  </a:lnTo>
                  <a:lnTo>
                    <a:pt x="628489" y="139901"/>
                  </a:lnTo>
                  <a:lnTo>
                    <a:pt x="620857" y="178266"/>
                  </a:lnTo>
                  <a:lnTo>
                    <a:pt x="602402" y="212793"/>
                  </a:lnTo>
                  <a:lnTo>
                    <a:pt x="574742" y="240453"/>
                  </a:lnTo>
                  <a:lnTo>
                    <a:pt x="540216" y="258908"/>
                  </a:lnTo>
                  <a:lnTo>
                    <a:pt x="501851" y="266539"/>
                  </a:lnTo>
                  <a:lnTo>
                    <a:pt x="495299" y="266699"/>
                  </a:lnTo>
                  <a:lnTo>
                    <a:pt x="133349" y="266699"/>
                  </a:lnTo>
                  <a:lnTo>
                    <a:pt x="94639" y="260959"/>
                  </a:lnTo>
                  <a:lnTo>
                    <a:pt x="59263" y="244226"/>
                  </a:lnTo>
                  <a:lnTo>
                    <a:pt x="30267" y="217947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</a:path>
              </a:pathLst>
            </a:custGeom>
            <a:ln w="9524">
              <a:solidFill>
                <a:srgbClr val="E8D5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2365" y="1793874"/>
              <a:ext cx="139700" cy="11112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8686799" y="1714499"/>
            <a:ext cx="914400" cy="276225"/>
            <a:chOff x="8686799" y="1714499"/>
            <a:chExt cx="914400" cy="276225"/>
          </a:xfrm>
        </p:grpSpPr>
        <p:sp>
          <p:nvSpPr>
            <p:cNvPr id="20" name="object 20"/>
            <p:cNvSpPr/>
            <p:nvPr/>
          </p:nvSpPr>
          <p:spPr>
            <a:xfrm>
              <a:off x="8691561" y="1719262"/>
              <a:ext cx="904875" cy="266700"/>
            </a:xfrm>
            <a:custGeom>
              <a:avLst/>
              <a:gdLst/>
              <a:ahLst/>
              <a:cxnLst/>
              <a:rect l="l" t="t" r="r" b="b"/>
              <a:pathLst>
                <a:path w="904875" h="266700">
                  <a:moveTo>
                    <a:pt x="771524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1" y="258908"/>
                  </a:lnTo>
                  <a:lnTo>
                    <a:pt x="53905" y="240453"/>
                  </a:lnTo>
                  <a:lnTo>
                    <a:pt x="26245" y="212793"/>
                  </a:lnTo>
                  <a:lnTo>
                    <a:pt x="7790" y="178266"/>
                  </a:lnTo>
                  <a:lnTo>
                    <a:pt x="160" y="139901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0" y="88432"/>
                  </a:lnTo>
                  <a:lnTo>
                    <a:pt x="26244" y="53906"/>
                  </a:lnTo>
                  <a:lnTo>
                    <a:pt x="53905" y="26246"/>
                  </a:lnTo>
                  <a:lnTo>
                    <a:pt x="88431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771524" y="0"/>
                  </a:lnTo>
                  <a:lnTo>
                    <a:pt x="810233" y="5740"/>
                  </a:lnTo>
                  <a:lnTo>
                    <a:pt x="845609" y="22473"/>
                  </a:lnTo>
                  <a:lnTo>
                    <a:pt x="874606" y="48752"/>
                  </a:lnTo>
                  <a:lnTo>
                    <a:pt x="894723" y="82319"/>
                  </a:lnTo>
                  <a:lnTo>
                    <a:pt x="904233" y="120279"/>
                  </a:lnTo>
                  <a:lnTo>
                    <a:pt x="904874" y="133349"/>
                  </a:lnTo>
                  <a:lnTo>
                    <a:pt x="904714" y="139901"/>
                  </a:lnTo>
                  <a:lnTo>
                    <a:pt x="897082" y="178266"/>
                  </a:lnTo>
                  <a:lnTo>
                    <a:pt x="878628" y="212793"/>
                  </a:lnTo>
                  <a:lnTo>
                    <a:pt x="850967" y="240453"/>
                  </a:lnTo>
                  <a:lnTo>
                    <a:pt x="816441" y="258908"/>
                  </a:lnTo>
                  <a:lnTo>
                    <a:pt x="778076" y="266539"/>
                  </a:lnTo>
                  <a:lnTo>
                    <a:pt x="771524" y="266699"/>
                  </a:lnTo>
                  <a:close/>
                </a:path>
              </a:pathLst>
            </a:custGeom>
            <a:solidFill>
              <a:srgbClr val="DF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91561" y="1719262"/>
              <a:ext cx="904875" cy="266700"/>
            </a:xfrm>
            <a:custGeom>
              <a:avLst/>
              <a:gdLst/>
              <a:ahLst/>
              <a:cxnLst/>
              <a:rect l="l" t="t" r="r" b="b"/>
              <a:pathLst>
                <a:path w="904875" h="266700">
                  <a:moveTo>
                    <a:pt x="0" y="133349"/>
                  </a:moveTo>
                  <a:lnTo>
                    <a:pt x="5739" y="94639"/>
                  </a:lnTo>
                  <a:lnTo>
                    <a:pt x="22471" y="59264"/>
                  </a:lnTo>
                  <a:lnTo>
                    <a:pt x="48751" y="30267"/>
                  </a:lnTo>
                  <a:lnTo>
                    <a:pt x="82318" y="10150"/>
                  </a:lnTo>
                  <a:lnTo>
                    <a:pt x="120278" y="640"/>
                  </a:lnTo>
                  <a:lnTo>
                    <a:pt x="133349" y="0"/>
                  </a:lnTo>
                  <a:lnTo>
                    <a:pt x="771524" y="0"/>
                  </a:lnTo>
                  <a:lnTo>
                    <a:pt x="810233" y="5740"/>
                  </a:lnTo>
                  <a:lnTo>
                    <a:pt x="845609" y="22473"/>
                  </a:lnTo>
                  <a:lnTo>
                    <a:pt x="874606" y="48752"/>
                  </a:lnTo>
                  <a:lnTo>
                    <a:pt x="894723" y="82319"/>
                  </a:lnTo>
                  <a:lnTo>
                    <a:pt x="904233" y="120279"/>
                  </a:lnTo>
                  <a:lnTo>
                    <a:pt x="904874" y="133349"/>
                  </a:lnTo>
                  <a:lnTo>
                    <a:pt x="904714" y="139901"/>
                  </a:lnTo>
                  <a:lnTo>
                    <a:pt x="897082" y="178266"/>
                  </a:lnTo>
                  <a:lnTo>
                    <a:pt x="878628" y="212793"/>
                  </a:lnTo>
                  <a:lnTo>
                    <a:pt x="850967" y="240453"/>
                  </a:lnTo>
                  <a:lnTo>
                    <a:pt x="816441" y="258908"/>
                  </a:lnTo>
                  <a:lnTo>
                    <a:pt x="778076" y="266539"/>
                  </a:lnTo>
                  <a:lnTo>
                    <a:pt x="771524" y="266699"/>
                  </a:lnTo>
                  <a:lnTo>
                    <a:pt x="133349" y="266699"/>
                  </a:lnTo>
                  <a:lnTo>
                    <a:pt x="94638" y="260959"/>
                  </a:lnTo>
                  <a:lnTo>
                    <a:pt x="59263" y="244226"/>
                  </a:lnTo>
                  <a:lnTo>
                    <a:pt x="30266" y="217947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</a:path>
              </a:pathLst>
            </a:custGeom>
            <a:ln w="9524">
              <a:solidFill>
                <a:srgbClr val="C7D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87407" y="1784349"/>
              <a:ext cx="123825" cy="127000"/>
            </a:xfrm>
            <a:prstGeom prst="rect">
              <a:avLst/>
            </a:prstGeom>
          </p:spPr>
        </p:pic>
      </p:grp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90524" y="1085850"/>
          <a:ext cx="11410950" cy="2564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6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4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sz="11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CRITÈRE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03225">
                        <a:lnSpc>
                          <a:spcPct val="100000"/>
                        </a:lnSpc>
                      </a:pPr>
                      <a:r>
                        <a:rPr sz="11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HASHSET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solidFill>
                      <a:srgbClr val="1D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050925">
                        <a:lnSpc>
                          <a:spcPct val="100000"/>
                        </a:lnSpc>
                      </a:pPr>
                      <a:r>
                        <a:rPr sz="11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TREESET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solidFill>
                      <a:srgbClr val="1D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59105">
                        <a:lnSpc>
                          <a:spcPct val="100000"/>
                        </a:lnSpc>
                      </a:pPr>
                      <a:r>
                        <a:rPr sz="11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LINKEDHASHSET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Ordre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473075">
                        <a:lnSpc>
                          <a:spcPct val="100000"/>
                        </a:lnSpc>
                      </a:pPr>
                      <a:r>
                        <a:rPr sz="1150" b="1" spc="-10" dirty="0">
                          <a:solidFill>
                            <a:srgbClr val="1C4ED8"/>
                          </a:solidFill>
                          <a:latin typeface="Arial"/>
                          <a:cs typeface="Arial"/>
                        </a:rPr>
                        <a:t>Aucun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136650">
                        <a:lnSpc>
                          <a:spcPct val="100000"/>
                        </a:lnSpc>
                      </a:pPr>
                      <a:r>
                        <a:rPr sz="1150" b="1" spc="-20" dirty="0">
                          <a:solidFill>
                            <a:srgbClr val="7D21CD"/>
                          </a:solidFill>
                          <a:latin typeface="Arial"/>
                          <a:cs typeface="Arial"/>
                        </a:rPr>
                        <a:t>Trié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471805">
                        <a:lnSpc>
                          <a:spcPct val="100000"/>
                        </a:lnSpc>
                      </a:pPr>
                      <a:r>
                        <a:rPr sz="1150" b="1" spc="-10" dirty="0">
                          <a:solidFill>
                            <a:srgbClr val="4237CA"/>
                          </a:solidFill>
                          <a:latin typeface="Arial"/>
                          <a:cs typeface="Arial"/>
                        </a:rPr>
                        <a:t>Insertion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35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Vitesse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sz="1300" b="1" spc="85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O(1)</a:t>
                      </a:r>
                      <a:r>
                        <a:rPr sz="1300" b="1" spc="5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solidFill>
                            <a:srgbClr val="64738B"/>
                          </a:solidFill>
                          <a:latin typeface="Arial"/>
                          <a:cs typeface="Arial"/>
                        </a:rPr>
                        <a:t>(très</a:t>
                      </a:r>
                      <a:r>
                        <a:rPr sz="1100" spc="-35" dirty="0">
                          <a:solidFill>
                            <a:srgbClr val="64738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64738B"/>
                          </a:solidFill>
                          <a:latin typeface="Arial"/>
                          <a:cs typeface="Arial"/>
                        </a:rPr>
                        <a:t>rapide)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35025">
                        <a:lnSpc>
                          <a:spcPct val="100000"/>
                        </a:lnSpc>
                      </a:pPr>
                      <a:r>
                        <a:rPr sz="1300" b="1" spc="95" dirty="0">
                          <a:solidFill>
                            <a:srgbClr val="CA8A04"/>
                          </a:solidFill>
                          <a:latin typeface="Times New Roman"/>
                          <a:cs typeface="Times New Roman"/>
                        </a:rPr>
                        <a:t>O(log</a:t>
                      </a:r>
                      <a:r>
                        <a:rPr sz="1300" b="1" spc="390" dirty="0">
                          <a:solidFill>
                            <a:srgbClr val="CA8A0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135" dirty="0">
                          <a:solidFill>
                            <a:srgbClr val="CA8A04"/>
                          </a:solidFill>
                          <a:latin typeface="Times New Roman"/>
                          <a:cs typeface="Times New Roman"/>
                        </a:rPr>
                        <a:t>n)</a:t>
                      </a:r>
                      <a:r>
                        <a:rPr sz="1300" b="1" spc="10" dirty="0">
                          <a:solidFill>
                            <a:srgbClr val="CA8A0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solidFill>
                            <a:srgbClr val="64738B"/>
                          </a:solidFill>
                          <a:latin typeface="Arial"/>
                          <a:cs typeface="Arial"/>
                        </a:rPr>
                        <a:t>(plus</a:t>
                      </a:r>
                      <a:r>
                        <a:rPr sz="1100" spc="-35" dirty="0">
                          <a:solidFill>
                            <a:srgbClr val="64738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64738B"/>
                          </a:solidFill>
                          <a:latin typeface="Arial"/>
                          <a:cs typeface="Arial"/>
                        </a:rPr>
                        <a:t>lent)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86055">
                        <a:lnSpc>
                          <a:spcPct val="100000"/>
                        </a:lnSpc>
                      </a:pPr>
                      <a:r>
                        <a:rPr sz="1300" b="1" spc="85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O(1)</a:t>
                      </a:r>
                      <a:r>
                        <a:rPr sz="1300" b="1" spc="10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solidFill>
                            <a:srgbClr val="64738B"/>
                          </a:solidFill>
                          <a:latin typeface="Arial"/>
                          <a:cs typeface="Arial"/>
                        </a:rPr>
                        <a:t>(rapide)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Prérequis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050" b="1" spc="135" dirty="0">
                          <a:solidFill>
                            <a:srgbClr val="0E1729"/>
                          </a:solidFill>
                          <a:latin typeface="Times New Roman"/>
                          <a:cs typeface="Times New Roman"/>
                        </a:rPr>
                        <a:t>equals()</a:t>
                      </a:r>
                      <a:r>
                        <a:rPr sz="1050" b="1" spc="90" dirty="0">
                          <a:solidFill>
                            <a:srgbClr val="0E17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35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60" dirty="0">
                          <a:solidFill>
                            <a:srgbClr val="0E1729"/>
                          </a:solidFill>
                          <a:latin typeface="Times New Roman"/>
                          <a:cs typeface="Times New Roman"/>
                        </a:rPr>
                        <a:t>hashCode()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50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050" b="1" dirty="0">
                          <a:solidFill>
                            <a:srgbClr val="0E1729"/>
                          </a:solidFill>
                          <a:latin typeface="Times New Roman"/>
                          <a:cs typeface="Times New Roman"/>
                        </a:rPr>
                        <a:t>Comparable</a:t>
                      </a:r>
                      <a:r>
                        <a:rPr sz="1050" b="1" spc="175" dirty="0">
                          <a:solidFill>
                            <a:srgbClr val="0E17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-3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ou</a:t>
                      </a:r>
                      <a:r>
                        <a:rPr sz="1350" spc="6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0E1729"/>
                          </a:solidFill>
                          <a:latin typeface="Times New Roman"/>
                          <a:cs typeface="Times New Roman"/>
                        </a:rPr>
                        <a:t>Comparator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050" b="1" spc="135" dirty="0">
                          <a:solidFill>
                            <a:srgbClr val="0E1729"/>
                          </a:solidFill>
                          <a:latin typeface="Times New Roman"/>
                          <a:cs typeface="Times New Roman"/>
                        </a:rPr>
                        <a:t>equals()</a:t>
                      </a:r>
                      <a:r>
                        <a:rPr sz="1050" b="1" spc="90" dirty="0">
                          <a:solidFill>
                            <a:srgbClr val="0E17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35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60" dirty="0">
                          <a:solidFill>
                            <a:srgbClr val="0E1729"/>
                          </a:solidFill>
                          <a:latin typeface="Times New Roman"/>
                          <a:cs typeface="Times New Roman"/>
                        </a:rPr>
                        <a:t>hashCode()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4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Null</a:t>
                      </a:r>
                      <a:r>
                        <a:rPr sz="1350" spc="-3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3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autorisé</a:t>
                      </a:r>
                      <a:r>
                        <a:rPr sz="135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7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Oui</a:t>
                      </a:r>
                      <a:r>
                        <a:rPr sz="135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4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(1</a:t>
                      </a:r>
                      <a:r>
                        <a:rPr sz="135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seul)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104965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5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Non</a:t>
                      </a:r>
                      <a:r>
                        <a:rPr sz="1350" spc="-4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2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(sauf</a:t>
                      </a:r>
                      <a:r>
                        <a:rPr sz="1350" spc="-6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1350" spc="-5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4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Comparator </a:t>
                      </a:r>
                      <a:r>
                        <a:rPr sz="1350" spc="-2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gère)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7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Oui</a:t>
                      </a:r>
                      <a:r>
                        <a:rPr sz="135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4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(1</a:t>
                      </a:r>
                      <a:r>
                        <a:rPr sz="135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seul)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92548" y="1263649"/>
            <a:ext cx="133350" cy="1397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87590" y="1257299"/>
            <a:ext cx="133350" cy="15240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92548" y="3352800"/>
            <a:ext cx="133350" cy="9525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97115" y="3352800"/>
            <a:ext cx="95250" cy="9525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82632" y="3352800"/>
            <a:ext cx="133350" cy="9525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568325" y="3859212"/>
            <a:ext cx="115062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65" dirty="0">
                <a:solidFill>
                  <a:srgbClr val="334054"/>
                </a:solidFill>
                <a:latin typeface="Arial"/>
                <a:cs typeface="Arial"/>
              </a:rPr>
              <a:t>Usage</a:t>
            </a:r>
            <a:r>
              <a:rPr sz="1350" spc="-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principal</a:t>
            </a:r>
            <a:endParaRPr sz="13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79848" y="3881239"/>
            <a:ext cx="2434590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Unicité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pure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performance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maximale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4890" y="3761461"/>
            <a:ext cx="256095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1200" spc="-65" dirty="0">
                <a:solidFill>
                  <a:srgbClr val="334054"/>
                </a:solidFill>
                <a:latin typeface="Arial"/>
                <a:cs typeface="Arial"/>
              </a:rPr>
              <a:t>Besoin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20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4054"/>
                </a:solidFill>
                <a:latin typeface="Arial"/>
                <a:cs typeface="Arial"/>
              </a:rPr>
              <a:t>trier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334054"/>
                </a:solidFill>
                <a:latin typeface="Arial"/>
                <a:cs typeface="Arial"/>
              </a:rPr>
              <a:t>ou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334054"/>
                </a:solidFill>
                <a:latin typeface="Arial"/>
                <a:cs typeface="Arial"/>
              </a:rPr>
              <a:t>faire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requêtes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par </a:t>
            </a:r>
            <a:r>
              <a:rPr sz="1200" spc="-10" dirty="0">
                <a:solidFill>
                  <a:srgbClr val="334054"/>
                </a:solidFill>
                <a:latin typeface="Arial"/>
                <a:cs typeface="Arial"/>
              </a:rPr>
              <a:t>plage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69932" y="3881239"/>
            <a:ext cx="230441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Unicité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Arial"/>
                <a:cs typeface="Arial"/>
              </a:rPr>
              <a:t>+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 conserver </a:t>
            </a:r>
            <a:r>
              <a:rPr sz="1200" spc="-20" dirty="0">
                <a:solidFill>
                  <a:srgbClr val="334054"/>
                </a:solidFill>
                <a:latin typeface="Arial"/>
                <a:cs typeface="Arial"/>
              </a:rPr>
              <a:t>l'ordre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4054"/>
                </a:solidFill>
                <a:latin typeface="Arial"/>
                <a:cs typeface="Arial"/>
              </a:rPr>
              <a:t>d'arrivée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80999" y="4619624"/>
            <a:ext cx="11430000" cy="742950"/>
            <a:chOff x="380999" y="4619624"/>
            <a:chExt cx="11430000" cy="742950"/>
          </a:xfrm>
        </p:grpSpPr>
        <p:sp>
          <p:nvSpPr>
            <p:cNvPr id="34" name="object 34"/>
            <p:cNvSpPr/>
            <p:nvPr/>
          </p:nvSpPr>
          <p:spPr>
            <a:xfrm>
              <a:off x="404812" y="4619624"/>
              <a:ext cx="11406505" cy="742950"/>
            </a:xfrm>
            <a:custGeom>
              <a:avLst/>
              <a:gdLst/>
              <a:ahLst/>
              <a:cxnLst/>
              <a:rect l="l" t="t" r="r" b="b"/>
              <a:pathLst>
                <a:path w="11406505" h="742950">
                  <a:moveTo>
                    <a:pt x="11334989" y="742949"/>
                  </a:moveTo>
                  <a:lnTo>
                    <a:pt x="0" y="742949"/>
                  </a:lnTo>
                  <a:lnTo>
                    <a:pt x="0" y="0"/>
                  </a:lnTo>
                  <a:lnTo>
                    <a:pt x="11334989" y="0"/>
                  </a:lnTo>
                  <a:lnTo>
                    <a:pt x="11339945" y="488"/>
                  </a:lnTo>
                  <a:lnTo>
                    <a:pt x="11376481" y="15621"/>
                  </a:lnTo>
                  <a:lnTo>
                    <a:pt x="11402300" y="51661"/>
                  </a:lnTo>
                  <a:lnTo>
                    <a:pt x="11406186" y="71196"/>
                  </a:lnTo>
                  <a:lnTo>
                    <a:pt x="11406186" y="671753"/>
                  </a:lnTo>
                  <a:lnTo>
                    <a:pt x="11390564" y="713243"/>
                  </a:lnTo>
                  <a:lnTo>
                    <a:pt x="11354524" y="739063"/>
                  </a:lnTo>
                  <a:lnTo>
                    <a:pt x="11334989" y="74294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0999" y="4619624"/>
              <a:ext cx="47625" cy="742950"/>
            </a:xfrm>
            <a:custGeom>
              <a:avLst/>
              <a:gdLst/>
              <a:ahLst/>
              <a:cxnLst/>
              <a:rect l="l" t="t" r="r" b="b"/>
              <a:pathLst>
                <a:path w="47625" h="742950">
                  <a:moveTo>
                    <a:pt x="0" y="74294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742949"/>
                  </a:lnTo>
                  <a:lnTo>
                    <a:pt x="0" y="74294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5474" y="4876799"/>
              <a:ext cx="158750" cy="2286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920750" y="4662054"/>
            <a:ext cx="8634095" cy="55372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300" b="1" spc="-105" dirty="0">
                <a:solidFill>
                  <a:srgbClr val="993312"/>
                </a:solidFill>
                <a:latin typeface="Arial"/>
                <a:cs typeface="Arial"/>
              </a:rPr>
              <a:t>Règle</a:t>
            </a:r>
            <a:r>
              <a:rPr sz="1300" b="1" spc="-7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b="1" spc="-90" dirty="0">
                <a:solidFill>
                  <a:srgbClr val="993312"/>
                </a:solidFill>
                <a:latin typeface="Arial"/>
                <a:cs typeface="Arial"/>
              </a:rPr>
              <a:t>simple</a:t>
            </a:r>
            <a:r>
              <a:rPr sz="1300" b="1" spc="-70" dirty="0">
                <a:solidFill>
                  <a:srgbClr val="993312"/>
                </a:solidFill>
                <a:latin typeface="Arial"/>
                <a:cs typeface="Arial"/>
              </a:rPr>
              <a:t> :</a:t>
            </a:r>
            <a:r>
              <a:rPr sz="1300" b="1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Utilisez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050" b="1" spc="45" dirty="0">
                <a:solidFill>
                  <a:srgbClr val="0E1729"/>
                </a:solidFill>
                <a:latin typeface="Times New Roman"/>
                <a:cs typeface="Times New Roman"/>
              </a:rPr>
              <a:t>HashSet</a:t>
            </a:r>
            <a:r>
              <a:rPr sz="1050" b="1" spc="65" dirty="0">
                <a:solidFill>
                  <a:srgbClr val="0E1729"/>
                </a:solidFill>
                <a:latin typeface="Times New Roman"/>
                <a:cs typeface="Times New Roman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par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défaut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(90%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des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cas).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200" spc="-70" dirty="0">
                <a:solidFill>
                  <a:srgbClr val="993312"/>
                </a:solidFill>
                <a:latin typeface="Arial"/>
                <a:cs typeface="Arial"/>
              </a:rPr>
              <a:t>Passez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993312"/>
                </a:solidFill>
                <a:latin typeface="Arial"/>
                <a:cs typeface="Arial"/>
              </a:rPr>
              <a:t>à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050" b="1" spc="80" dirty="0">
                <a:solidFill>
                  <a:srgbClr val="0E1729"/>
                </a:solidFill>
                <a:latin typeface="Times New Roman"/>
                <a:cs typeface="Times New Roman"/>
              </a:rPr>
              <a:t>TreeSet</a:t>
            </a:r>
            <a:r>
              <a:rPr sz="1050" b="1" spc="40" dirty="0">
                <a:solidFill>
                  <a:srgbClr val="0E1729"/>
                </a:solidFill>
                <a:latin typeface="Times New Roman"/>
                <a:cs typeface="Times New Roman"/>
              </a:rPr>
              <a:t> 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uniquement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si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993312"/>
                </a:solidFill>
                <a:latin typeface="Arial"/>
                <a:cs typeface="Arial"/>
              </a:rPr>
              <a:t>vous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993312"/>
                </a:solidFill>
                <a:latin typeface="Arial"/>
                <a:cs typeface="Arial"/>
              </a:rPr>
              <a:t>avez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besoin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93312"/>
                </a:solidFill>
                <a:latin typeface="Arial"/>
                <a:cs typeface="Arial"/>
              </a:rPr>
              <a:t>d'un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93312"/>
                </a:solidFill>
                <a:latin typeface="Arial"/>
                <a:cs typeface="Arial"/>
              </a:rPr>
              <a:t>tri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permanent,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993312"/>
                </a:solidFill>
                <a:latin typeface="Arial"/>
                <a:cs typeface="Arial"/>
              </a:rPr>
              <a:t>ou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050" b="1" spc="45" dirty="0">
                <a:solidFill>
                  <a:srgbClr val="0E1729"/>
                </a:solidFill>
                <a:latin typeface="Times New Roman"/>
                <a:cs typeface="Times New Roman"/>
              </a:rPr>
              <a:t>LinkedHashSet</a:t>
            </a:r>
            <a:r>
              <a:rPr sz="1050" b="1" spc="40" dirty="0">
                <a:solidFill>
                  <a:srgbClr val="0E1729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si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l'ordre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d'insertion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est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993312"/>
                </a:solidFill>
                <a:latin typeface="Arial"/>
                <a:cs typeface="Arial"/>
              </a:rPr>
              <a:t>crucial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993312"/>
                </a:solidFill>
                <a:latin typeface="Arial"/>
                <a:cs typeface="Arial"/>
              </a:rPr>
              <a:t>(ex: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93312"/>
                </a:solidFill>
                <a:latin typeface="Arial"/>
                <a:cs typeface="Arial"/>
              </a:rPr>
              <a:t>historique).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9" name="object 39"/>
            <p:cNvSpPr/>
            <p:nvPr/>
          </p:nvSpPr>
          <p:spPr>
            <a:xfrm>
              <a:off x="5562599" y="6800849"/>
              <a:ext cx="6629400" cy="57150"/>
            </a:xfrm>
            <a:custGeom>
              <a:avLst/>
              <a:gdLst/>
              <a:ahLst/>
              <a:cxnLst/>
              <a:rect l="l" t="t" r="r" b="b"/>
              <a:pathLst>
                <a:path w="6629400" h="57150">
                  <a:moveTo>
                    <a:pt x="0" y="57149"/>
                  </a:moveTo>
                  <a:lnTo>
                    <a:pt x="6629399" y="57149"/>
                  </a:lnTo>
                  <a:lnTo>
                    <a:pt x="66293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0" y="6800849"/>
              <a:ext cx="5562600" cy="57150"/>
            </a:xfrm>
            <a:custGeom>
              <a:avLst/>
              <a:gdLst/>
              <a:ahLst/>
              <a:cxnLst/>
              <a:rect l="l" t="t" r="r" b="b"/>
              <a:pathLst>
                <a:path w="5562600" h="57150">
                  <a:moveTo>
                    <a:pt x="55625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5562599" y="0"/>
                  </a:lnTo>
                  <a:lnTo>
                    <a:pt x="556259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26/57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61995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HashSet</a:t>
            </a:r>
            <a:r>
              <a:rPr spc="-160" dirty="0"/>
              <a:t> </a:t>
            </a:r>
            <a:r>
              <a:rPr spc="-130" dirty="0"/>
              <a:t>:</a:t>
            </a:r>
            <a:r>
              <a:rPr spc="-155" dirty="0"/>
              <a:t> </a:t>
            </a:r>
            <a:r>
              <a:rPr spc="-185" dirty="0"/>
              <a:t>comment</a:t>
            </a:r>
            <a:r>
              <a:rPr spc="-160" dirty="0"/>
              <a:t> </a:t>
            </a:r>
            <a:r>
              <a:rPr spc="-145" dirty="0"/>
              <a:t>les</a:t>
            </a:r>
            <a:r>
              <a:rPr spc="-155" dirty="0"/>
              <a:t> </a:t>
            </a:r>
            <a:r>
              <a:rPr spc="-190" dirty="0"/>
              <a:t>doublons</a:t>
            </a:r>
            <a:r>
              <a:rPr spc="-155" dirty="0"/>
              <a:t> </a:t>
            </a:r>
            <a:r>
              <a:rPr spc="-170" dirty="0"/>
              <a:t>sont</a:t>
            </a:r>
            <a:r>
              <a:rPr spc="-160" dirty="0"/>
              <a:t> </a:t>
            </a:r>
            <a:r>
              <a:rPr spc="-80" dirty="0"/>
              <a:t>évités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1376" y="902208"/>
            <a:ext cx="3764279" cy="680085"/>
            <a:chOff x="341376" y="902208"/>
            <a:chExt cx="3764279" cy="680085"/>
          </a:xfrm>
        </p:grpSpPr>
        <p:sp>
          <p:nvSpPr>
            <p:cNvPr id="4" name="object 4"/>
            <p:cNvSpPr/>
            <p:nvPr/>
          </p:nvSpPr>
          <p:spPr>
            <a:xfrm>
              <a:off x="341376" y="902208"/>
              <a:ext cx="3764279" cy="680085"/>
            </a:xfrm>
            <a:custGeom>
              <a:avLst/>
              <a:gdLst/>
              <a:ahLst/>
              <a:cxnLst/>
              <a:rect l="l" t="t" r="r" b="b"/>
              <a:pathLst>
                <a:path w="3764279" h="680085">
                  <a:moveTo>
                    <a:pt x="3764280" y="679704"/>
                  </a:moveTo>
                  <a:lnTo>
                    <a:pt x="0" y="679704"/>
                  </a:lnTo>
                  <a:lnTo>
                    <a:pt x="0" y="0"/>
                  </a:lnTo>
                  <a:lnTo>
                    <a:pt x="3764280" y="0"/>
                  </a:lnTo>
                  <a:lnTo>
                    <a:pt x="3764280" y="40766"/>
                  </a:lnTo>
                  <a:lnTo>
                    <a:pt x="115823" y="40766"/>
                  </a:lnTo>
                  <a:lnTo>
                    <a:pt x="109255" y="41084"/>
                  </a:lnTo>
                  <a:lnTo>
                    <a:pt x="73546" y="55875"/>
                  </a:lnTo>
                  <a:lnTo>
                    <a:pt x="52003" y="88115"/>
                  </a:lnTo>
                  <a:lnTo>
                    <a:pt x="49148" y="107441"/>
                  </a:lnTo>
                  <a:lnTo>
                    <a:pt x="49148" y="555116"/>
                  </a:lnTo>
                  <a:lnTo>
                    <a:pt x="60375" y="592166"/>
                  </a:lnTo>
                  <a:lnTo>
                    <a:pt x="90308" y="616716"/>
                  </a:lnTo>
                  <a:lnTo>
                    <a:pt x="115823" y="621791"/>
                  </a:lnTo>
                  <a:lnTo>
                    <a:pt x="3764280" y="621791"/>
                  </a:lnTo>
                  <a:lnTo>
                    <a:pt x="3764280" y="679704"/>
                  </a:lnTo>
                  <a:close/>
                </a:path>
                <a:path w="3764279" h="680085">
                  <a:moveTo>
                    <a:pt x="3764280" y="621791"/>
                  </a:moveTo>
                  <a:lnTo>
                    <a:pt x="3649598" y="621791"/>
                  </a:lnTo>
                  <a:lnTo>
                    <a:pt x="3656166" y="621474"/>
                  </a:lnTo>
                  <a:lnTo>
                    <a:pt x="3662608" y="620522"/>
                  </a:lnTo>
                  <a:lnTo>
                    <a:pt x="3696745" y="602262"/>
                  </a:lnTo>
                  <a:lnTo>
                    <a:pt x="3715004" y="568126"/>
                  </a:lnTo>
                  <a:lnTo>
                    <a:pt x="3716273" y="555116"/>
                  </a:lnTo>
                  <a:lnTo>
                    <a:pt x="3716273" y="107441"/>
                  </a:lnTo>
                  <a:lnTo>
                    <a:pt x="3705047" y="70392"/>
                  </a:lnTo>
                  <a:lnTo>
                    <a:pt x="3675113" y="45842"/>
                  </a:lnTo>
                  <a:lnTo>
                    <a:pt x="3649598" y="40766"/>
                  </a:lnTo>
                  <a:lnTo>
                    <a:pt x="3764280" y="40766"/>
                  </a:lnTo>
                  <a:lnTo>
                    <a:pt x="3764280" y="621791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5762" y="938212"/>
              <a:ext cx="3676650" cy="590550"/>
            </a:xfrm>
            <a:custGeom>
              <a:avLst/>
              <a:gdLst/>
              <a:ahLst/>
              <a:cxnLst/>
              <a:rect l="l" t="t" r="r" b="b"/>
              <a:pathLst>
                <a:path w="3676650" h="590550">
                  <a:moveTo>
                    <a:pt x="3609902" y="590549"/>
                  </a:moveTo>
                  <a:lnTo>
                    <a:pt x="66746" y="590549"/>
                  </a:lnTo>
                  <a:lnTo>
                    <a:pt x="62101" y="590092"/>
                  </a:lnTo>
                  <a:lnTo>
                    <a:pt x="24240" y="572943"/>
                  </a:lnTo>
                  <a:lnTo>
                    <a:pt x="2287" y="537649"/>
                  </a:lnTo>
                  <a:lnTo>
                    <a:pt x="0" y="523803"/>
                  </a:lnTo>
                  <a:lnTo>
                    <a:pt x="0" y="5191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609902" y="0"/>
                  </a:lnTo>
                  <a:lnTo>
                    <a:pt x="3648800" y="14645"/>
                  </a:lnTo>
                  <a:lnTo>
                    <a:pt x="3673006" y="48433"/>
                  </a:lnTo>
                  <a:lnTo>
                    <a:pt x="3676649" y="66746"/>
                  </a:lnTo>
                  <a:lnTo>
                    <a:pt x="3676649" y="523803"/>
                  </a:lnTo>
                  <a:lnTo>
                    <a:pt x="3662003" y="562700"/>
                  </a:lnTo>
                  <a:lnTo>
                    <a:pt x="3628216" y="586907"/>
                  </a:lnTo>
                  <a:lnTo>
                    <a:pt x="3614547" y="590092"/>
                  </a:lnTo>
                  <a:lnTo>
                    <a:pt x="3609902" y="5905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938212"/>
              <a:ext cx="3676650" cy="590550"/>
            </a:xfrm>
            <a:custGeom>
              <a:avLst/>
              <a:gdLst/>
              <a:ahLst/>
              <a:cxnLst/>
              <a:rect l="l" t="t" r="r" b="b"/>
              <a:pathLst>
                <a:path w="3676650" h="590550">
                  <a:moveTo>
                    <a:pt x="0" y="5191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605212" y="0"/>
                  </a:lnTo>
                  <a:lnTo>
                    <a:pt x="3609902" y="0"/>
                  </a:lnTo>
                  <a:lnTo>
                    <a:pt x="3614547" y="457"/>
                  </a:lnTo>
                  <a:lnTo>
                    <a:pt x="3619148" y="1372"/>
                  </a:lnTo>
                  <a:lnTo>
                    <a:pt x="3623748" y="2287"/>
                  </a:lnTo>
                  <a:lnTo>
                    <a:pt x="3644900" y="12039"/>
                  </a:lnTo>
                  <a:lnTo>
                    <a:pt x="3648800" y="14645"/>
                  </a:lnTo>
                  <a:lnTo>
                    <a:pt x="3664610" y="31748"/>
                  </a:lnTo>
                  <a:lnTo>
                    <a:pt x="3667215" y="35649"/>
                  </a:lnTo>
                  <a:lnTo>
                    <a:pt x="3675276" y="57500"/>
                  </a:lnTo>
                  <a:lnTo>
                    <a:pt x="3676192" y="62101"/>
                  </a:lnTo>
                  <a:lnTo>
                    <a:pt x="3676649" y="66746"/>
                  </a:lnTo>
                  <a:lnTo>
                    <a:pt x="3676649" y="71437"/>
                  </a:lnTo>
                  <a:lnTo>
                    <a:pt x="3676649" y="519112"/>
                  </a:lnTo>
                  <a:lnTo>
                    <a:pt x="3676649" y="523803"/>
                  </a:lnTo>
                  <a:lnTo>
                    <a:pt x="3676192" y="528448"/>
                  </a:lnTo>
                  <a:lnTo>
                    <a:pt x="3664609" y="558800"/>
                  </a:lnTo>
                  <a:lnTo>
                    <a:pt x="3662003" y="562700"/>
                  </a:lnTo>
                  <a:lnTo>
                    <a:pt x="3628216" y="586907"/>
                  </a:lnTo>
                  <a:lnTo>
                    <a:pt x="3619148" y="589177"/>
                  </a:lnTo>
                  <a:lnTo>
                    <a:pt x="3614547" y="590092"/>
                  </a:lnTo>
                  <a:lnTo>
                    <a:pt x="3609902" y="590549"/>
                  </a:lnTo>
                  <a:lnTo>
                    <a:pt x="3605212" y="590549"/>
                  </a:lnTo>
                  <a:lnTo>
                    <a:pt x="71437" y="590549"/>
                  </a:lnTo>
                  <a:lnTo>
                    <a:pt x="66746" y="590549"/>
                  </a:lnTo>
                  <a:lnTo>
                    <a:pt x="62101" y="590092"/>
                  </a:lnTo>
                  <a:lnTo>
                    <a:pt x="57500" y="589177"/>
                  </a:lnTo>
                  <a:lnTo>
                    <a:pt x="52900" y="588262"/>
                  </a:lnTo>
                  <a:lnTo>
                    <a:pt x="20923" y="569626"/>
                  </a:lnTo>
                  <a:lnTo>
                    <a:pt x="17606" y="566309"/>
                  </a:lnTo>
                  <a:lnTo>
                    <a:pt x="5437" y="546450"/>
                  </a:lnTo>
                  <a:lnTo>
                    <a:pt x="3642" y="542116"/>
                  </a:lnTo>
                  <a:lnTo>
                    <a:pt x="2287" y="537649"/>
                  </a:lnTo>
                  <a:lnTo>
                    <a:pt x="1372" y="533049"/>
                  </a:lnTo>
                  <a:lnTo>
                    <a:pt x="457" y="528448"/>
                  </a:lnTo>
                  <a:lnTo>
                    <a:pt x="0" y="523803"/>
                  </a:lnTo>
                  <a:lnTo>
                    <a:pt x="0" y="5191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399" y="109537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400" y="279599"/>
                  </a:lnTo>
                  <a:lnTo>
                    <a:pt x="63497" y="261671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8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4"/>
                  </a:lnTo>
                  <a:lnTo>
                    <a:pt x="277401" y="191000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6516" y="1084460"/>
            <a:ext cx="9969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28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0750" y="1109464"/>
            <a:ext cx="260540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Calculer</a:t>
            </a:r>
            <a:r>
              <a:rPr sz="120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34054"/>
                </a:solidFill>
                <a:latin typeface="Monaco"/>
                <a:cs typeface="Monaco"/>
              </a:rPr>
              <a:t>hashCode()</a:t>
            </a:r>
            <a:r>
              <a:rPr sz="1050" spc="-345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20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Arial"/>
                <a:cs typeface="Arial"/>
              </a:rPr>
              <a:t>l'objet</a:t>
            </a:r>
            <a:r>
              <a:rPr sz="120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334054"/>
                </a:solidFill>
                <a:latin typeface="Arial"/>
                <a:cs typeface="Arial"/>
              </a:rPr>
              <a:t>à</a:t>
            </a:r>
            <a:r>
              <a:rPr sz="120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4054"/>
                </a:solidFill>
                <a:latin typeface="Arial"/>
                <a:cs typeface="Arial"/>
              </a:rPr>
              <a:t>ajouter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18432" y="902208"/>
            <a:ext cx="3755390" cy="680085"/>
            <a:chOff x="4218432" y="902208"/>
            <a:chExt cx="3755390" cy="680085"/>
          </a:xfrm>
        </p:grpSpPr>
        <p:sp>
          <p:nvSpPr>
            <p:cNvPr id="11" name="object 11"/>
            <p:cNvSpPr/>
            <p:nvPr/>
          </p:nvSpPr>
          <p:spPr>
            <a:xfrm>
              <a:off x="4218432" y="902208"/>
              <a:ext cx="3755390" cy="680085"/>
            </a:xfrm>
            <a:custGeom>
              <a:avLst/>
              <a:gdLst/>
              <a:ahLst/>
              <a:cxnLst/>
              <a:rect l="l" t="t" r="r" b="b"/>
              <a:pathLst>
                <a:path w="3755390" h="680085">
                  <a:moveTo>
                    <a:pt x="3755136" y="679704"/>
                  </a:moveTo>
                  <a:lnTo>
                    <a:pt x="0" y="679704"/>
                  </a:lnTo>
                  <a:lnTo>
                    <a:pt x="0" y="0"/>
                  </a:lnTo>
                  <a:lnTo>
                    <a:pt x="3755136" y="0"/>
                  </a:lnTo>
                  <a:lnTo>
                    <a:pt x="3755136" y="40766"/>
                  </a:lnTo>
                  <a:lnTo>
                    <a:pt x="115442" y="40766"/>
                  </a:lnTo>
                  <a:lnTo>
                    <a:pt x="108874" y="41084"/>
                  </a:lnTo>
                  <a:lnTo>
                    <a:pt x="73164" y="55875"/>
                  </a:lnTo>
                  <a:lnTo>
                    <a:pt x="51621" y="88115"/>
                  </a:lnTo>
                  <a:lnTo>
                    <a:pt x="48767" y="107441"/>
                  </a:lnTo>
                  <a:lnTo>
                    <a:pt x="48767" y="555116"/>
                  </a:lnTo>
                  <a:lnTo>
                    <a:pt x="59993" y="592166"/>
                  </a:lnTo>
                  <a:lnTo>
                    <a:pt x="89926" y="616716"/>
                  </a:lnTo>
                  <a:lnTo>
                    <a:pt x="115442" y="621791"/>
                  </a:lnTo>
                  <a:lnTo>
                    <a:pt x="3755136" y="621791"/>
                  </a:lnTo>
                  <a:lnTo>
                    <a:pt x="3755136" y="679704"/>
                  </a:lnTo>
                  <a:close/>
                </a:path>
                <a:path w="3755390" h="680085">
                  <a:moveTo>
                    <a:pt x="3755136" y="621791"/>
                  </a:moveTo>
                  <a:lnTo>
                    <a:pt x="3639692" y="621791"/>
                  </a:lnTo>
                  <a:lnTo>
                    <a:pt x="3646260" y="621474"/>
                  </a:lnTo>
                  <a:lnTo>
                    <a:pt x="3652701" y="620522"/>
                  </a:lnTo>
                  <a:lnTo>
                    <a:pt x="3686838" y="602262"/>
                  </a:lnTo>
                  <a:lnTo>
                    <a:pt x="3705098" y="568126"/>
                  </a:lnTo>
                  <a:lnTo>
                    <a:pt x="3706367" y="555116"/>
                  </a:lnTo>
                  <a:lnTo>
                    <a:pt x="3706367" y="107441"/>
                  </a:lnTo>
                  <a:lnTo>
                    <a:pt x="3695140" y="70392"/>
                  </a:lnTo>
                  <a:lnTo>
                    <a:pt x="3665206" y="45842"/>
                  </a:lnTo>
                  <a:lnTo>
                    <a:pt x="3639692" y="40766"/>
                  </a:lnTo>
                  <a:lnTo>
                    <a:pt x="3755136" y="40766"/>
                  </a:lnTo>
                  <a:lnTo>
                    <a:pt x="3755136" y="621791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62436" y="938212"/>
              <a:ext cx="3667125" cy="590550"/>
            </a:xfrm>
            <a:custGeom>
              <a:avLst/>
              <a:gdLst/>
              <a:ahLst/>
              <a:cxnLst/>
              <a:rect l="l" t="t" r="r" b="b"/>
              <a:pathLst>
                <a:path w="3667125" h="590550">
                  <a:moveTo>
                    <a:pt x="3600378" y="590549"/>
                  </a:moveTo>
                  <a:lnTo>
                    <a:pt x="66747" y="590549"/>
                  </a:lnTo>
                  <a:lnTo>
                    <a:pt x="62101" y="590092"/>
                  </a:lnTo>
                  <a:lnTo>
                    <a:pt x="24240" y="572943"/>
                  </a:lnTo>
                  <a:lnTo>
                    <a:pt x="2287" y="537649"/>
                  </a:lnTo>
                  <a:lnTo>
                    <a:pt x="0" y="523803"/>
                  </a:lnTo>
                  <a:lnTo>
                    <a:pt x="0" y="5191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3600378" y="0"/>
                  </a:lnTo>
                  <a:lnTo>
                    <a:pt x="3639275" y="14645"/>
                  </a:lnTo>
                  <a:lnTo>
                    <a:pt x="3663481" y="48433"/>
                  </a:lnTo>
                  <a:lnTo>
                    <a:pt x="3667124" y="66746"/>
                  </a:lnTo>
                  <a:lnTo>
                    <a:pt x="3667124" y="523803"/>
                  </a:lnTo>
                  <a:lnTo>
                    <a:pt x="3652478" y="562700"/>
                  </a:lnTo>
                  <a:lnTo>
                    <a:pt x="3618691" y="586907"/>
                  </a:lnTo>
                  <a:lnTo>
                    <a:pt x="3605023" y="590092"/>
                  </a:lnTo>
                  <a:lnTo>
                    <a:pt x="3600378" y="5905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62436" y="938212"/>
              <a:ext cx="3667125" cy="590550"/>
            </a:xfrm>
            <a:custGeom>
              <a:avLst/>
              <a:gdLst/>
              <a:ahLst/>
              <a:cxnLst/>
              <a:rect l="l" t="t" r="r" b="b"/>
              <a:pathLst>
                <a:path w="3667125" h="590550">
                  <a:moveTo>
                    <a:pt x="0" y="5191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3595687" y="0"/>
                  </a:lnTo>
                  <a:lnTo>
                    <a:pt x="3600378" y="0"/>
                  </a:lnTo>
                  <a:lnTo>
                    <a:pt x="3605024" y="457"/>
                  </a:lnTo>
                  <a:lnTo>
                    <a:pt x="3609624" y="1372"/>
                  </a:lnTo>
                  <a:lnTo>
                    <a:pt x="3614224" y="2287"/>
                  </a:lnTo>
                  <a:lnTo>
                    <a:pt x="3646200" y="20923"/>
                  </a:lnTo>
                  <a:lnTo>
                    <a:pt x="3649517" y="24240"/>
                  </a:lnTo>
                  <a:lnTo>
                    <a:pt x="3652478" y="27848"/>
                  </a:lnTo>
                  <a:lnTo>
                    <a:pt x="3655084" y="31748"/>
                  </a:lnTo>
                  <a:lnTo>
                    <a:pt x="3657690" y="35649"/>
                  </a:lnTo>
                  <a:lnTo>
                    <a:pt x="3659891" y="39765"/>
                  </a:lnTo>
                  <a:lnTo>
                    <a:pt x="3661685" y="44099"/>
                  </a:lnTo>
                  <a:lnTo>
                    <a:pt x="3663481" y="48433"/>
                  </a:lnTo>
                  <a:lnTo>
                    <a:pt x="3664836" y="52900"/>
                  </a:lnTo>
                  <a:lnTo>
                    <a:pt x="3665751" y="57500"/>
                  </a:lnTo>
                  <a:lnTo>
                    <a:pt x="3666666" y="62101"/>
                  </a:lnTo>
                  <a:lnTo>
                    <a:pt x="3667124" y="66746"/>
                  </a:lnTo>
                  <a:lnTo>
                    <a:pt x="3667124" y="71437"/>
                  </a:lnTo>
                  <a:lnTo>
                    <a:pt x="3667124" y="519112"/>
                  </a:lnTo>
                  <a:lnTo>
                    <a:pt x="3667124" y="523803"/>
                  </a:lnTo>
                  <a:lnTo>
                    <a:pt x="3666666" y="528448"/>
                  </a:lnTo>
                  <a:lnTo>
                    <a:pt x="3665751" y="533049"/>
                  </a:lnTo>
                  <a:lnTo>
                    <a:pt x="3664836" y="537649"/>
                  </a:lnTo>
                  <a:lnTo>
                    <a:pt x="3663481" y="542116"/>
                  </a:lnTo>
                  <a:lnTo>
                    <a:pt x="3661685" y="546450"/>
                  </a:lnTo>
                  <a:lnTo>
                    <a:pt x="3659891" y="550783"/>
                  </a:lnTo>
                  <a:lnTo>
                    <a:pt x="3657690" y="554900"/>
                  </a:lnTo>
                  <a:lnTo>
                    <a:pt x="3655083" y="558800"/>
                  </a:lnTo>
                  <a:lnTo>
                    <a:pt x="3652478" y="562700"/>
                  </a:lnTo>
                  <a:lnTo>
                    <a:pt x="3649517" y="566309"/>
                  </a:lnTo>
                  <a:lnTo>
                    <a:pt x="3646200" y="569626"/>
                  </a:lnTo>
                  <a:lnTo>
                    <a:pt x="3642884" y="572943"/>
                  </a:lnTo>
                  <a:lnTo>
                    <a:pt x="3609623" y="589177"/>
                  </a:lnTo>
                  <a:lnTo>
                    <a:pt x="3605023" y="590092"/>
                  </a:lnTo>
                  <a:lnTo>
                    <a:pt x="3600378" y="590549"/>
                  </a:lnTo>
                  <a:lnTo>
                    <a:pt x="3595687" y="590549"/>
                  </a:lnTo>
                  <a:lnTo>
                    <a:pt x="71437" y="590549"/>
                  </a:lnTo>
                  <a:lnTo>
                    <a:pt x="66747" y="590549"/>
                  </a:lnTo>
                  <a:lnTo>
                    <a:pt x="62101" y="590092"/>
                  </a:lnTo>
                  <a:lnTo>
                    <a:pt x="57500" y="589177"/>
                  </a:lnTo>
                  <a:lnTo>
                    <a:pt x="52899" y="588262"/>
                  </a:lnTo>
                  <a:lnTo>
                    <a:pt x="20923" y="569626"/>
                  </a:lnTo>
                  <a:lnTo>
                    <a:pt x="17606" y="566309"/>
                  </a:lnTo>
                  <a:lnTo>
                    <a:pt x="457" y="528448"/>
                  </a:lnTo>
                  <a:lnTo>
                    <a:pt x="0" y="523803"/>
                  </a:lnTo>
                  <a:lnTo>
                    <a:pt x="0" y="5191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10074" y="109537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9" y="279599"/>
                  </a:lnTo>
                  <a:lnTo>
                    <a:pt x="63496" y="261671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8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3" y="171"/>
                  </a:lnTo>
                  <a:lnTo>
                    <a:pt x="190999" y="8348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4"/>
                  </a:lnTo>
                  <a:lnTo>
                    <a:pt x="277401" y="191000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0999" y="277401"/>
                  </a:lnTo>
                  <a:lnTo>
                    <a:pt x="149893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82951" y="1084460"/>
            <a:ext cx="13398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4150" y="1033264"/>
            <a:ext cx="2438400" cy="382270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34"/>
              </a:spcBef>
            </a:pP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Déterminer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4054"/>
                </a:solidFill>
                <a:latin typeface="Arial"/>
                <a:cs typeface="Arial"/>
              </a:rPr>
              <a:t>l'index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 du</a:t>
            </a:r>
            <a:r>
              <a:rPr sz="120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b="1" spc="-60" dirty="0">
                <a:solidFill>
                  <a:srgbClr val="334054"/>
                </a:solidFill>
                <a:latin typeface="Arial"/>
                <a:cs typeface="Arial"/>
              </a:rPr>
              <a:t>bucket</a:t>
            </a:r>
            <a:r>
              <a:rPr sz="12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334054"/>
                </a:solidFill>
                <a:latin typeface="Arial"/>
                <a:cs typeface="Arial"/>
              </a:rPr>
              <a:t>(hash</a:t>
            </a:r>
            <a:r>
              <a:rPr sz="120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334054"/>
                </a:solidFill>
                <a:latin typeface="Arial"/>
                <a:cs typeface="Arial"/>
              </a:rPr>
              <a:t>% </a:t>
            </a:r>
            <a:r>
              <a:rPr sz="1200" spc="-10" dirty="0">
                <a:solidFill>
                  <a:srgbClr val="334054"/>
                </a:solidFill>
                <a:latin typeface="Arial"/>
                <a:cs typeface="Arial"/>
              </a:rPr>
              <a:t>capacité)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86344" y="902208"/>
            <a:ext cx="3764279" cy="680085"/>
            <a:chOff x="8086344" y="902208"/>
            <a:chExt cx="3764279" cy="680085"/>
          </a:xfrm>
        </p:grpSpPr>
        <p:sp>
          <p:nvSpPr>
            <p:cNvPr id="18" name="object 18"/>
            <p:cNvSpPr/>
            <p:nvPr/>
          </p:nvSpPr>
          <p:spPr>
            <a:xfrm>
              <a:off x="8086344" y="902208"/>
              <a:ext cx="3764279" cy="680085"/>
            </a:xfrm>
            <a:custGeom>
              <a:avLst/>
              <a:gdLst/>
              <a:ahLst/>
              <a:cxnLst/>
              <a:rect l="l" t="t" r="r" b="b"/>
              <a:pathLst>
                <a:path w="3764279" h="680085">
                  <a:moveTo>
                    <a:pt x="3764280" y="679704"/>
                  </a:moveTo>
                  <a:lnTo>
                    <a:pt x="0" y="679704"/>
                  </a:lnTo>
                  <a:lnTo>
                    <a:pt x="0" y="0"/>
                  </a:lnTo>
                  <a:lnTo>
                    <a:pt x="3764280" y="0"/>
                  </a:lnTo>
                  <a:lnTo>
                    <a:pt x="3764280" y="40766"/>
                  </a:lnTo>
                  <a:lnTo>
                    <a:pt x="114680" y="40766"/>
                  </a:lnTo>
                  <a:lnTo>
                    <a:pt x="108112" y="41084"/>
                  </a:lnTo>
                  <a:lnTo>
                    <a:pt x="72402" y="55875"/>
                  </a:lnTo>
                  <a:lnTo>
                    <a:pt x="50859" y="88115"/>
                  </a:lnTo>
                  <a:lnTo>
                    <a:pt x="48005" y="107441"/>
                  </a:lnTo>
                  <a:lnTo>
                    <a:pt x="48005" y="555116"/>
                  </a:lnTo>
                  <a:lnTo>
                    <a:pt x="59231" y="592166"/>
                  </a:lnTo>
                  <a:lnTo>
                    <a:pt x="89163" y="616716"/>
                  </a:lnTo>
                  <a:lnTo>
                    <a:pt x="114680" y="621791"/>
                  </a:lnTo>
                  <a:lnTo>
                    <a:pt x="3764280" y="621791"/>
                  </a:lnTo>
                  <a:lnTo>
                    <a:pt x="3764280" y="679704"/>
                  </a:lnTo>
                  <a:close/>
                </a:path>
                <a:path w="3764279" h="680085">
                  <a:moveTo>
                    <a:pt x="3764280" y="621791"/>
                  </a:moveTo>
                  <a:lnTo>
                    <a:pt x="3648455" y="621791"/>
                  </a:lnTo>
                  <a:lnTo>
                    <a:pt x="3655022" y="621474"/>
                  </a:lnTo>
                  <a:lnTo>
                    <a:pt x="3661464" y="620522"/>
                  </a:lnTo>
                  <a:lnTo>
                    <a:pt x="3695601" y="602262"/>
                  </a:lnTo>
                  <a:lnTo>
                    <a:pt x="3713860" y="568126"/>
                  </a:lnTo>
                  <a:lnTo>
                    <a:pt x="3715130" y="555116"/>
                  </a:lnTo>
                  <a:lnTo>
                    <a:pt x="3715130" y="107441"/>
                  </a:lnTo>
                  <a:lnTo>
                    <a:pt x="3703903" y="70392"/>
                  </a:lnTo>
                  <a:lnTo>
                    <a:pt x="3673968" y="45842"/>
                  </a:lnTo>
                  <a:lnTo>
                    <a:pt x="3648455" y="40766"/>
                  </a:lnTo>
                  <a:lnTo>
                    <a:pt x="3764280" y="40766"/>
                  </a:lnTo>
                  <a:lnTo>
                    <a:pt x="3764280" y="621791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29586" y="938212"/>
              <a:ext cx="3676650" cy="590550"/>
            </a:xfrm>
            <a:custGeom>
              <a:avLst/>
              <a:gdLst/>
              <a:ahLst/>
              <a:cxnLst/>
              <a:rect l="l" t="t" r="r" b="b"/>
              <a:pathLst>
                <a:path w="3676650" h="590550">
                  <a:moveTo>
                    <a:pt x="3609903" y="590549"/>
                  </a:moveTo>
                  <a:lnTo>
                    <a:pt x="66747" y="590549"/>
                  </a:lnTo>
                  <a:lnTo>
                    <a:pt x="62101" y="590092"/>
                  </a:lnTo>
                  <a:lnTo>
                    <a:pt x="24240" y="572943"/>
                  </a:lnTo>
                  <a:lnTo>
                    <a:pt x="2287" y="537649"/>
                  </a:lnTo>
                  <a:lnTo>
                    <a:pt x="0" y="523803"/>
                  </a:lnTo>
                  <a:lnTo>
                    <a:pt x="0" y="5191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3609903" y="0"/>
                  </a:lnTo>
                  <a:lnTo>
                    <a:pt x="3648800" y="14645"/>
                  </a:lnTo>
                  <a:lnTo>
                    <a:pt x="3673006" y="48433"/>
                  </a:lnTo>
                  <a:lnTo>
                    <a:pt x="3676649" y="66746"/>
                  </a:lnTo>
                  <a:lnTo>
                    <a:pt x="3676649" y="523803"/>
                  </a:lnTo>
                  <a:lnTo>
                    <a:pt x="3662004" y="562700"/>
                  </a:lnTo>
                  <a:lnTo>
                    <a:pt x="3628217" y="586907"/>
                  </a:lnTo>
                  <a:lnTo>
                    <a:pt x="3614548" y="590092"/>
                  </a:lnTo>
                  <a:lnTo>
                    <a:pt x="3609903" y="5905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29586" y="938212"/>
              <a:ext cx="3676650" cy="590550"/>
            </a:xfrm>
            <a:custGeom>
              <a:avLst/>
              <a:gdLst/>
              <a:ahLst/>
              <a:cxnLst/>
              <a:rect l="l" t="t" r="r" b="b"/>
              <a:pathLst>
                <a:path w="3676650" h="590550">
                  <a:moveTo>
                    <a:pt x="0" y="5191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605212" y="0"/>
                  </a:lnTo>
                  <a:lnTo>
                    <a:pt x="3609903" y="0"/>
                  </a:lnTo>
                  <a:lnTo>
                    <a:pt x="3614548" y="457"/>
                  </a:lnTo>
                  <a:lnTo>
                    <a:pt x="3619149" y="1372"/>
                  </a:lnTo>
                  <a:lnTo>
                    <a:pt x="3623750" y="2287"/>
                  </a:lnTo>
                  <a:lnTo>
                    <a:pt x="3644899" y="12039"/>
                  </a:lnTo>
                  <a:lnTo>
                    <a:pt x="3648800" y="14645"/>
                  </a:lnTo>
                  <a:lnTo>
                    <a:pt x="3664610" y="31748"/>
                  </a:lnTo>
                  <a:lnTo>
                    <a:pt x="3667215" y="35649"/>
                  </a:lnTo>
                  <a:lnTo>
                    <a:pt x="3669416" y="39765"/>
                  </a:lnTo>
                  <a:lnTo>
                    <a:pt x="3671211" y="44099"/>
                  </a:lnTo>
                  <a:lnTo>
                    <a:pt x="3673006" y="48433"/>
                  </a:lnTo>
                  <a:lnTo>
                    <a:pt x="3676650" y="71437"/>
                  </a:lnTo>
                  <a:lnTo>
                    <a:pt x="3676650" y="519112"/>
                  </a:lnTo>
                  <a:lnTo>
                    <a:pt x="3676649" y="523803"/>
                  </a:lnTo>
                  <a:lnTo>
                    <a:pt x="3676190" y="528448"/>
                  </a:lnTo>
                  <a:lnTo>
                    <a:pt x="3675275" y="533049"/>
                  </a:lnTo>
                  <a:lnTo>
                    <a:pt x="3674360" y="537649"/>
                  </a:lnTo>
                  <a:lnTo>
                    <a:pt x="3673006" y="542116"/>
                  </a:lnTo>
                  <a:lnTo>
                    <a:pt x="3671211" y="546450"/>
                  </a:lnTo>
                  <a:lnTo>
                    <a:pt x="3669416" y="550783"/>
                  </a:lnTo>
                  <a:lnTo>
                    <a:pt x="3644899" y="578510"/>
                  </a:lnTo>
                  <a:lnTo>
                    <a:pt x="3641000" y="581116"/>
                  </a:lnTo>
                  <a:lnTo>
                    <a:pt x="3619149" y="589177"/>
                  </a:lnTo>
                  <a:lnTo>
                    <a:pt x="3614548" y="590092"/>
                  </a:lnTo>
                  <a:lnTo>
                    <a:pt x="3609903" y="590549"/>
                  </a:lnTo>
                  <a:lnTo>
                    <a:pt x="3605212" y="590549"/>
                  </a:lnTo>
                  <a:lnTo>
                    <a:pt x="71438" y="590549"/>
                  </a:lnTo>
                  <a:lnTo>
                    <a:pt x="66747" y="590549"/>
                  </a:lnTo>
                  <a:lnTo>
                    <a:pt x="62101" y="590092"/>
                  </a:lnTo>
                  <a:lnTo>
                    <a:pt x="57501" y="589177"/>
                  </a:lnTo>
                  <a:lnTo>
                    <a:pt x="52899" y="588262"/>
                  </a:lnTo>
                  <a:lnTo>
                    <a:pt x="48432" y="586907"/>
                  </a:lnTo>
                  <a:lnTo>
                    <a:pt x="44099" y="585111"/>
                  </a:lnTo>
                  <a:lnTo>
                    <a:pt x="39764" y="583316"/>
                  </a:lnTo>
                  <a:lnTo>
                    <a:pt x="20923" y="569626"/>
                  </a:lnTo>
                  <a:lnTo>
                    <a:pt x="17606" y="566309"/>
                  </a:lnTo>
                  <a:lnTo>
                    <a:pt x="14645" y="562700"/>
                  </a:lnTo>
                  <a:lnTo>
                    <a:pt x="12039" y="558800"/>
                  </a:lnTo>
                  <a:lnTo>
                    <a:pt x="9433" y="554900"/>
                  </a:lnTo>
                  <a:lnTo>
                    <a:pt x="0" y="523803"/>
                  </a:lnTo>
                  <a:lnTo>
                    <a:pt x="0" y="5191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77224" y="109537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9" y="279599"/>
                  </a:lnTo>
                  <a:lnTo>
                    <a:pt x="63496" y="261671"/>
                  </a:lnTo>
                  <a:lnTo>
                    <a:pt x="32428" y="233514"/>
                  </a:lnTo>
                  <a:lnTo>
                    <a:pt x="10874" y="197550"/>
                  </a:lnTo>
                  <a:lnTo>
                    <a:pt x="685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19" y="57756"/>
                  </a:lnTo>
                  <a:lnTo>
                    <a:pt x="57756" y="28120"/>
                  </a:lnTo>
                  <a:lnTo>
                    <a:pt x="94748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3" y="171"/>
                  </a:lnTo>
                  <a:lnTo>
                    <a:pt x="190999" y="8348"/>
                  </a:lnTo>
                  <a:lnTo>
                    <a:pt x="227991" y="28120"/>
                  </a:lnTo>
                  <a:lnTo>
                    <a:pt x="257628" y="57756"/>
                  </a:lnTo>
                  <a:lnTo>
                    <a:pt x="277400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7" y="149894"/>
                  </a:lnTo>
                  <a:lnTo>
                    <a:pt x="277400" y="191000"/>
                  </a:lnTo>
                  <a:lnTo>
                    <a:pt x="257627" y="227992"/>
                  </a:lnTo>
                  <a:lnTo>
                    <a:pt x="227991" y="257628"/>
                  </a:lnTo>
                  <a:lnTo>
                    <a:pt x="190999" y="277401"/>
                  </a:lnTo>
                  <a:lnTo>
                    <a:pt x="149893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355161" y="1084460"/>
            <a:ext cx="13652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67700" y="1023739"/>
            <a:ext cx="2510155" cy="38227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1395"/>
              </a:lnSpc>
              <a:spcBef>
                <a:spcPts val="115"/>
              </a:spcBef>
            </a:pPr>
            <a:r>
              <a:rPr sz="1200" spc="-75" dirty="0">
                <a:solidFill>
                  <a:srgbClr val="334054"/>
                </a:solidFill>
                <a:latin typeface="Arial"/>
                <a:cs typeface="Arial"/>
              </a:rPr>
              <a:t>Si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bucket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4054"/>
                </a:solidFill>
                <a:latin typeface="Arial"/>
                <a:cs typeface="Arial"/>
              </a:rPr>
              <a:t>vide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34054"/>
                </a:solidFill>
                <a:latin typeface="Arial"/>
                <a:cs typeface="Arial"/>
              </a:rPr>
              <a:t>→ </a:t>
            </a:r>
            <a:r>
              <a:rPr sz="1200" spc="-10" dirty="0">
                <a:solidFill>
                  <a:srgbClr val="334054"/>
                </a:solidFill>
                <a:latin typeface="Arial"/>
                <a:cs typeface="Arial"/>
              </a:rPr>
              <a:t>Ajouter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95"/>
              </a:lnSpc>
            </a:pPr>
            <a:r>
              <a:rPr sz="1200" spc="-75" dirty="0">
                <a:solidFill>
                  <a:srgbClr val="334054"/>
                </a:solidFill>
                <a:latin typeface="Arial"/>
                <a:cs typeface="Arial"/>
              </a:rPr>
              <a:t>Si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occupé</a:t>
            </a:r>
            <a:r>
              <a:rPr sz="120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34054"/>
                </a:solidFill>
                <a:latin typeface="Arial"/>
                <a:cs typeface="Arial"/>
              </a:rPr>
              <a:t>→</a:t>
            </a:r>
            <a:r>
              <a:rPr sz="1050" spc="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334054"/>
                </a:solidFill>
                <a:latin typeface="Arial"/>
                <a:cs typeface="Arial"/>
              </a:rPr>
              <a:t>Comparer</a:t>
            </a:r>
            <a:r>
              <a:rPr sz="120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334054"/>
                </a:solidFill>
                <a:latin typeface="Arial"/>
                <a:cs typeface="Arial"/>
              </a:rPr>
              <a:t>avec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onaco"/>
                <a:cs typeface="Monaco"/>
              </a:rPr>
              <a:t>equals()</a:t>
            </a:r>
            <a:endParaRPr sz="1050">
              <a:latin typeface="Monaco"/>
              <a:cs typeface="Monac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0999" y="6124574"/>
            <a:ext cx="11430000" cy="447675"/>
            <a:chOff x="380999" y="6124574"/>
            <a:chExt cx="11430000" cy="447675"/>
          </a:xfrm>
        </p:grpSpPr>
        <p:sp>
          <p:nvSpPr>
            <p:cNvPr id="25" name="object 25"/>
            <p:cNvSpPr/>
            <p:nvPr/>
          </p:nvSpPr>
          <p:spPr>
            <a:xfrm>
              <a:off x="400049" y="6124574"/>
              <a:ext cx="11410950" cy="447675"/>
            </a:xfrm>
            <a:custGeom>
              <a:avLst/>
              <a:gdLst/>
              <a:ahLst/>
              <a:cxnLst/>
              <a:rect l="l" t="t" r="r" b="b"/>
              <a:pathLst>
                <a:path w="11410950" h="447675">
                  <a:moveTo>
                    <a:pt x="11357551" y="447674"/>
                  </a:moveTo>
                  <a:lnTo>
                    <a:pt x="0" y="447674"/>
                  </a:lnTo>
                  <a:lnTo>
                    <a:pt x="0" y="0"/>
                  </a:lnTo>
                  <a:lnTo>
                    <a:pt x="11357551" y="0"/>
                  </a:lnTo>
                  <a:lnTo>
                    <a:pt x="11361267" y="366"/>
                  </a:lnTo>
                  <a:lnTo>
                    <a:pt x="11396863" y="19391"/>
                  </a:lnTo>
                  <a:lnTo>
                    <a:pt x="11410949" y="53397"/>
                  </a:lnTo>
                  <a:lnTo>
                    <a:pt x="11410949" y="394277"/>
                  </a:lnTo>
                  <a:lnTo>
                    <a:pt x="11391556" y="433589"/>
                  </a:lnTo>
                  <a:lnTo>
                    <a:pt x="11357551" y="44767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0999" y="6124574"/>
              <a:ext cx="38100" cy="447675"/>
            </a:xfrm>
            <a:custGeom>
              <a:avLst/>
              <a:gdLst/>
              <a:ahLst/>
              <a:cxnLst/>
              <a:rect l="l" t="t" r="r" b="b"/>
              <a:pathLst>
                <a:path w="38100" h="447675">
                  <a:moveTo>
                    <a:pt x="0" y="447674"/>
                  </a:moveTo>
                  <a:lnTo>
                    <a:pt x="0" y="0"/>
                  </a:lnTo>
                  <a:lnTo>
                    <a:pt x="38099" y="0"/>
                  </a:lnTo>
                  <a:lnTo>
                    <a:pt x="38099" y="447674"/>
                  </a:lnTo>
                  <a:lnTo>
                    <a:pt x="0" y="4476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149" y="6257924"/>
              <a:ext cx="120650" cy="17462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73112" y="6235401"/>
            <a:ext cx="758317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solidFill>
                  <a:srgbClr val="1D40AF"/>
                </a:solidFill>
                <a:latin typeface="Arial"/>
                <a:cs typeface="Arial"/>
              </a:rPr>
              <a:t>C'est</a:t>
            </a:r>
            <a:r>
              <a:rPr sz="11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D40AF"/>
                </a:solidFill>
                <a:latin typeface="Arial"/>
                <a:cs typeface="Arial"/>
              </a:rPr>
              <a:t>pourquoi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D40AF"/>
                </a:solidFill>
                <a:latin typeface="Arial"/>
                <a:cs typeface="Arial"/>
              </a:rPr>
              <a:t>hashCode()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40AF"/>
                </a:solidFill>
                <a:latin typeface="Arial"/>
                <a:cs typeface="Arial"/>
              </a:rPr>
              <a:t>doit</a:t>
            </a:r>
            <a:r>
              <a:rPr sz="11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D40AF"/>
                </a:solidFill>
                <a:latin typeface="Arial"/>
                <a:cs typeface="Arial"/>
              </a:rPr>
              <a:t>être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D40AF"/>
                </a:solidFill>
                <a:latin typeface="Arial"/>
                <a:cs typeface="Arial"/>
              </a:rPr>
              <a:t>rapide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40AF"/>
                </a:solidFill>
                <a:latin typeface="Arial"/>
                <a:cs typeface="Arial"/>
              </a:rPr>
              <a:t>et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D40AF"/>
                </a:solidFill>
                <a:latin typeface="Arial"/>
                <a:cs typeface="Arial"/>
              </a:rPr>
              <a:t>bien</a:t>
            </a:r>
            <a:r>
              <a:rPr sz="11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40AF"/>
                </a:solidFill>
                <a:latin typeface="Arial"/>
                <a:cs typeface="Arial"/>
              </a:rPr>
              <a:t>réparti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D40AF"/>
                </a:solidFill>
                <a:latin typeface="Arial"/>
                <a:cs typeface="Arial"/>
              </a:rPr>
              <a:t>pour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D40AF"/>
                </a:solidFill>
                <a:latin typeface="Arial"/>
                <a:cs typeface="Arial"/>
              </a:rPr>
              <a:t>éviter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D40AF"/>
                </a:solidFill>
                <a:latin typeface="Arial"/>
                <a:cs typeface="Arial"/>
              </a:rPr>
              <a:t>que</a:t>
            </a:r>
            <a:r>
              <a:rPr sz="11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40AF"/>
                </a:solidFill>
                <a:latin typeface="Arial"/>
                <a:cs typeface="Arial"/>
              </a:rPr>
              <a:t>tout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D40AF"/>
                </a:solidFill>
                <a:latin typeface="Arial"/>
                <a:cs typeface="Arial"/>
              </a:rPr>
              <a:t>le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D40AF"/>
                </a:solidFill>
                <a:latin typeface="Arial"/>
                <a:cs typeface="Arial"/>
              </a:rPr>
              <a:t>monde</a:t>
            </a:r>
            <a:r>
              <a:rPr sz="11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40AF"/>
                </a:solidFill>
                <a:latin typeface="Arial"/>
                <a:cs typeface="Arial"/>
              </a:rPr>
              <a:t>finisse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D40AF"/>
                </a:solidFill>
                <a:latin typeface="Arial"/>
                <a:cs typeface="Arial"/>
              </a:rPr>
              <a:t>dans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D40AF"/>
                </a:solidFill>
                <a:latin typeface="Arial"/>
                <a:cs typeface="Arial"/>
              </a:rPr>
              <a:t>le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1D40AF"/>
                </a:solidFill>
                <a:latin typeface="Arial"/>
                <a:cs typeface="Arial"/>
              </a:rPr>
              <a:t>même</a:t>
            </a:r>
            <a:r>
              <a:rPr sz="11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D40AF"/>
                </a:solidFill>
                <a:latin typeface="Arial"/>
                <a:cs typeface="Arial"/>
              </a:rPr>
              <a:t>bucket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40AF"/>
                </a:solidFill>
                <a:latin typeface="Arial"/>
                <a:cs typeface="Arial"/>
              </a:rPr>
              <a:t>(collision)</a:t>
            </a:r>
            <a:r>
              <a:rPr sz="11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1D40AF"/>
                </a:solidFill>
                <a:latin typeface="Arial"/>
                <a:cs typeface="Arial"/>
              </a:rPr>
              <a:t>!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80999" y="1724025"/>
            <a:ext cx="11430000" cy="4257675"/>
            <a:chOff x="380999" y="1724025"/>
            <a:chExt cx="11430000" cy="4257675"/>
          </a:xfrm>
        </p:grpSpPr>
        <p:sp>
          <p:nvSpPr>
            <p:cNvPr id="30" name="object 30"/>
            <p:cNvSpPr/>
            <p:nvPr/>
          </p:nvSpPr>
          <p:spPr>
            <a:xfrm>
              <a:off x="381000" y="1724025"/>
              <a:ext cx="11430000" cy="4257675"/>
            </a:xfrm>
            <a:custGeom>
              <a:avLst/>
              <a:gdLst/>
              <a:ahLst/>
              <a:cxnLst/>
              <a:rect l="l" t="t" r="r" b="b"/>
              <a:pathLst>
                <a:path w="11430000" h="4257675">
                  <a:moveTo>
                    <a:pt x="11353800" y="4257674"/>
                  </a:moveTo>
                  <a:lnTo>
                    <a:pt x="76198" y="4257674"/>
                  </a:lnTo>
                  <a:lnTo>
                    <a:pt x="68693" y="4257312"/>
                  </a:lnTo>
                  <a:lnTo>
                    <a:pt x="27882" y="4240407"/>
                  </a:lnTo>
                  <a:lnTo>
                    <a:pt x="3262" y="4203560"/>
                  </a:lnTo>
                  <a:lnTo>
                    <a:pt x="0" y="4181476"/>
                  </a:lnTo>
                  <a:lnTo>
                    <a:pt x="0" y="76198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11353799" y="0"/>
                  </a:lnTo>
                  <a:lnTo>
                    <a:pt x="11396140" y="12829"/>
                  </a:lnTo>
                  <a:lnTo>
                    <a:pt x="11424198" y="47039"/>
                  </a:lnTo>
                  <a:lnTo>
                    <a:pt x="11429999" y="76198"/>
                  </a:lnTo>
                  <a:lnTo>
                    <a:pt x="11429999" y="4181476"/>
                  </a:lnTo>
                  <a:lnTo>
                    <a:pt x="11417168" y="4223816"/>
                  </a:lnTo>
                  <a:lnTo>
                    <a:pt x="11382959" y="4251873"/>
                  </a:lnTo>
                  <a:lnTo>
                    <a:pt x="11353800" y="42576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0987" y="1724024"/>
              <a:ext cx="11430000" cy="4257675"/>
            </a:xfrm>
            <a:custGeom>
              <a:avLst/>
              <a:gdLst/>
              <a:ahLst/>
              <a:cxnLst/>
              <a:rect l="l" t="t" r="r" b="b"/>
              <a:pathLst>
                <a:path w="11430000" h="4257675">
                  <a:moveTo>
                    <a:pt x="9525" y="4127398"/>
                  </a:moveTo>
                  <a:lnTo>
                    <a:pt x="0" y="4127398"/>
                  </a:lnTo>
                  <a:lnTo>
                    <a:pt x="0" y="4155973"/>
                  </a:lnTo>
                  <a:lnTo>
                    <a:pt x="9525" y="4155973"/>
                  </a:lnTo>
                  <a:lnTo>
                    <a:pt x="9525" y="4127398"/>
                  </a:lnTo>
                  <a:close/>
                </a:path>
                <a:path w="11430000" h="4257675">
                  <a:moveTo>
                    <a:pt x="9525" y="4079786"/>
                  </a:moveTo>
                  <a:lnTo>
                    <a:pt x="0" y="4079786"/>
                  </a:lnTo>
                  <a:lnTo>
                    <a:pt x="0" y="4108361"/>
                  </a:lnTo>
                  <a:lnTo>
                    <a:pt x="9525" y="4108361"/>
                  </a:lnTo>
                  <a:lnTo>
                    <a:pt x="9525" y="4079786"/>
                  </a:lnTo>
                  <a:close/>
                </a:path>
                <a:path w="11430000" h="4257675">
                  <a:moveTo>
                    <a:pt x="9525" y="4032173"/>
                  </a:moveTo>
                  <a:lnTo>
                    <a:pt x="0" y="4032173"/>
                  </a:lnTo>
                  <a:lnTo>
                    <a:pt x="0" y="4060748"/>
                  </a:lnTo>
                  <a:lnTo>
                    <a:pt x="9525" y="4060748"/>
                  </a:lnTo>
                  <a:lnTo>
                    <a:pt x="9525" y="4032173"/>
                  </a:lnTo>
                  <a:close/>
                </a:path>
                <a:path w="11430000" h="4257675">
                  <a:moveTo>
                    <a:pt x="9525" y="3984561"/>
                  </a:moveTo>
                  <a:lnTo>
                    <a:pt x="0" y="3984561"/>
                  </a:lnTo>
                  <a:lnTo>
                    <a:pt x="0" y="4013136"/>
                  </a:lnTo>
                  <a:lnTo>
                    <a:pt x="9525" y="4013136"/>
                  </a:lnTo>
                  <a:lnTo>
                    <a:pt x="9525" y="3984561"/>
                  </a:lnTo>
                  <a:close/>
                </a:path>
                <a:path w="11430000" h="4257675">
                  <a:moveTo>
                    <a:pt x="9525" y="3936962"/>
                  </a:moveTo>
                  <a:lnTo>
                    <a:pt x="0" y="3936962"/>
                  </a:lnTo>
                  <a:lnTo>
                    <a:pt x="0" y="3965537"/>
                  </a:lnTo>
                  <a:lnTo>
                    <a:pt x="9525" y="3965537"/>
                  </a:lnTo>
                  <a:lnTo>
                    <a:pt x="9525" y="3936962"/>
                  </a:lnTo>
                  <a:close/>
                </a:path>
                <a:path w="11430000" h="4257675">
                  <a:moveTo>
                    <a:pt x="9525" y="3889349"/>
                  </a:moveTo>
                  <a:lnTo>
                    <a:pt x="0" y="3889349"/>
                  </a:lnTo>
                  <a:lnTo>
                    <a:pt x="0" y="3917924"/>
                  </a:lnTo>
                  <a:lnTo>
                    <a:pt x="9525" y="3917924"/>
                  </a:lnTo>
                  <a:lnTo>
                    <a:pt x="9525" y="3889349"/>
                  </a:lnTo>
                  <a:close/>
                </a:path>
                <a:path w="11430000" h="4257675">
                  <a:moveTo>
                    <a:pt x="9525" y="3841737"/>
                  </a:moveTo>
                  <a:lnTo>
                    <a:pt x="0" y="3841737"/>
                  </a:lnTo>
                  <a:lnTo>
                    <a:pt x="0" y="3870312"/>
                  </a:lnTo>
                  <a:lnTo>
                    <a:pt x="9525" y="3870312"/>
                  </a:lnTo>
                  <a:lnTo>
                    <a:pt x="9525" y="3841737"/>
                  </a:lnTo>
                  <a:close/>
                </a:path>
                <a:path w="11430000" h="4257675">
                  <a:moveTo>
                    <a:pt x="9525" y="3794125"/>
                  </a:moveTo>
                  <a:lnTo>
                    <a:pt x="0" y="3794125"/>
                  </a:lnTo>
                  <a:lnTo>
                    <a:pt x="0" y="3822700"/>
                  </a:lnTo>
                  <a:lnTo>
                    <a:pt x="9525" y="3822700"/>
                  </a:lnTo>
                  <a:lnTo>
                    <a:pt x="9525" y="3794125"/>
                  </a:lnTo>
                  <a:close/>
                </a:path>
                <a:path w="11430000" h="4257675">
                  <a:moveTo>
                    <a:pt x="9525" y="3746512"/>
                  </a:moveTo>
                  <a:lnTo>
                    <a:pt x="0" y="3746512"/>
                  </a:lnTo>
                  <a:lnTo>
                    <a:pt x="0" y="3775087"/>
                  </a:lnTo>
                  <a:lnTo>
                    <a:pt x="9525" y="3775087"/>
                  </a:lnTo>
                  <a:lnTo>
                    <a:pt x="9525" y="3746512"/>
                  </a:lnTo>
                  <a:close/>
                </a:path>
                <a:path w="11430000" h="4257675">
                  <a:moveTo>
                    <a:pt x="9525" y="3698900"/>
                  </a:moveTo>
                  <a:lnTo>
                    <a:pt x="0" y="3698900"/>
                  </a:lnTo>
                  <a:lnTo>
                    <a:pt x="0" y="3727475"/>
                  </a:lnTo>
                  <a:lnTo>
                    <a:pt x="9525" y="3727475"/>
                  </a:lnTo>
                  <a:lnTo>
                    <a:pt x="9525" y="3698900"/>
                  </a:lnTo>
                  <a:close/>
                </a:path>
                <a:path w="11430000" h="4257675">
                  <a:moveTo>
                    <a:pt x="9525" y="3651288"/>
                  </a:moveTo>
                  <a:lnTo>
                    <a:pt x="0" y="3651288"/>
                  </a:lnTo>
                  <a:lnTo>
                    <a:pt x="0" y="3679863"/>
                  </a:lnTo>
                  <a:lnTo>
                    <a:pt x="9525" y="3679863"/>
                  </a:lnTo>
                  <a:lnTo>
                    <a:pt x="9525" y="3651288"/>
                  </a:lnTo>
                  <a:close/>
                </a:path>
                <a:path w="11430000" h="4257675">
                  <a:moveTo>
                    <a:pt x="9525" y="3603675"/>
                  </a:moveTo>
                  <a:lnTo>
                    <a:pt x="0" y="3603675"/>
                  </a:lnTo>
                  <a:lnTo>
                    <a:pt x="0" y="3632250"/>
                  </a:lnTo>
                  <a:lnTo>
                    <a:pt x="9525" y="3632250"/>
                  </a:lnTo>
                  <a:lnTo>
                    <a:pt x="9525" y="3603675"/>
                  </a:lnTo>
                  <a:close/>
                </a:path>
                <a:path w="11430000" h="4257675">
                  <a:moveTo>
                    <a:pt x="9525" y="3556076"/>
                  </a:moveTo>
                  <a:lnTo>
                    <a:pt x="0" y="3556076"/>
                  </a:lnTo>
                  <a:lnTo>
                    <a:pt x="0" y="3584651"/>
                  </a:lnTo>
                  <a:lnTo>
                    <a:pt x="9525" y="3584651"/>
                  </a:lnTo>
                  <a:lnTo>
                    <a:pt x="9525" y="3556076"/>
                  </a:lnTo>
                  <a:close/>
                </a:path>
                <a:path w="11430000" h="4257675">
                  <a:moveTo>
                    <a:pt x="9525" y="3508464"/>
                  </a:moveTo>
                  <a:lnTo>
                    <a:pt x="0" y="3508464"/>
                  </a:lnTo>
                  <a:lnTo>
                    <a:pt x="0" y="3537039"/>
                  </a:lnTo>
                  <a:lnTo>
                    <a:pt x="9525" y="3537039"/>
                  </a:lnTo>
                  <a:lnTo>
                    <a:pt x="9525" y="3508464"/>
                  </a:lnTo>
                  <a:close/>
                </a:path>
                <a:path w="11430000" h="4257675">
                  <a:moveTo>
                    <a:pt x="9525" y="3460851"/>
                  </a:moveTo>
                  <a:lnTo>
                    <a:pt x="0" y="3460851"/>
                  </a:lnTo>
                  <a:lnTo>
                    <a:pt x="0" y="3489426"/>
                  </a:lnTo>
                  <a:lnTo>
                    <a:pt x="9525" y="3489426"/>
                  </a:lnTo>
                  <a:lnTo>
                    <a:pt x="9525" y="3460851"/>
                  </a:lnTo>
                  <a:close/>
                </a:path>
                <a:path w="11430000" h="4257675">
                  <a:moveTo>
                    <a:pt x="9525" y="3413239"/>
                  </a:moveTo>
                  <a:lnTo>
                    <a:pt x="0" y="3413239"/>
                  </a:lnTo>
                  <a:lnTo>
                    <a:pt x="0" y="3441814"/>
                  </a:lnTo>
                  <a:lnTo>
                    <a:pt x="9525" y="3441814"/>
                  </a:lnTo>
                  <a:lnTo>
                    <a:pt x="9525" y="3413239"/>
                  </a:lnTo>
                  <a:close/>
                </a:path>
                <a:path w="11430000" h="4257675">
                  <a:moveTo>
                    <a:pt x="9525" y="3365627"/>
                  </a:moveTo>
                  <a:lnTo>
                    <a:pt x="0" y="3365627"/>
                  </a:lnTo>
                  <a:lnTo>
                    <a:pt x="0" y="3394202"/>
                  </a:lnTo>
                  <a:lnTo>
                    <a:pt x="9525" y="3394202"/>
                  </a:lnTo>
                  <a:lnTo>
                    <a:pt x="9525" y="3365627"/>
                  </a:lnTo>
                  <a:close/>
                </a:path>
                <a:path w="11430000" h="4257675">
                  <a:moveTo>
                    <a:pt x="9525" y="3318014"/>
                  </a:moveTo>
                  <a:lnTo>
                    <a:pt x="0" y="3318014"/>
                  </a:lnTo>
                  <a:lnTo>
                    <a:pt x="0" y="3346589"/>
                  </a:lnTo>
                  <a:lnTo>
                    <a:pt x="9525" y="3346589"/>
                  </a:lnTo>
                  <a:lnTo>
                    <a:pt x="9525" y="3318014"/>
                  </a:lnTo>
                  <a:close/>
                </a:path>
                <a:path w="11430000" h="4257675">
                  <a:moveTo>
                    <a:pt x="9525" y="3270415"/>
                  </a:moveTo>
                  <a:lnTo>
                    <a:pt x="0" y="3270415"/>
                  </a:lnTo>
                  <a:lnTo>
                    <a:pt x="0" y="3298990"/>
                  </a:lnTo>
                  <a:lnTo>
                    <a:pt x="9525" y="3298990"/>
                  </a:lnTo>
                  <a:lnTo>
                    <a:pt x="9525" y="3270415"/>
                  </a:lnTo>
                  <a:close/>
                </a:path>
                <a:path w="11430000" h="4257675">
                  <a:moveTo>
                    <a:pt x="9525" y="3222802"/>
                  </a:moveTo>
                  <a:lnTo>
                    <a:pt x="0" y="3222802"/>
                  </a:lnTo>
                  <a:lnTo>
                    <a:pt x="0" y="3251377"/>
                  </a:lnTo>
                  <a:lnTo>
                    <a:pt x="9525" y="3251377"/>
                  </a:lnTo>
                  <a:lnTo>
                    <a:pt x="9525" y="3222802"/>
                  </a:lnTo>
                  <a:close/>
                </a:path>
                <a:path w="11430000" h="4257675">
                  <a:moveTo>
                    <a:pt x="9525" y="3175190"/>
                  </a:moveTo>
                  <a:lnTo>
                    <a:pt x="0" y="3175190"/>
                  </a:lnTo>
                  <a:lnTo>
                    <a:pt x="0" y="3203765"/>
                  </a:lnTo>
                  <a:lnTo>
                    <a:pt x="9525" y="3203765"/>
                  </a:lnTo>
                  <a:lnTo>
                    <a:pt x="9525" y="3175190"/>
                  </a:lnTo>
                  <a:close/>
                </a:path>
                <a:path w="11430000" h="4257675">
                  <a:moveTo>
                    <a:pt x="9525" y="3127578"/>
                  </a:moveTo>
                  <a:lnTo>
                    <a:pt x="0" y="3127578"/>
                  </a:lnTo>
                  <a:lnTo>
                    <a:pt x="0" y="3156153"/>
                  </a:lnTo>
                  <a:lnTo>
                    <a:pt x="9525" y="3156153"/>
                  </a:lnTo>
                  <a:lnTo>
                    <a:pt x="9525" y="3127578"/>
                  </a:lnTo>
                  <a:close/>
                </a:path>
                <a:path w="11430000" h="4257675">
                  <a:moveTo>
                    <a:pt x="9525" y="3079966"/>
                  </a:moveTo>
                  <a:lnTo>
                    <a:pt x="0" y="3079966"/>
                  </a:lnTo>
                  <a:lnTo>
                    <a:pt x="0" y="3108541"/>
                  </a:lnTo>
                  <a:lnTo>
                    <a:pt x="9525" y="3108541"/>
                  </a:lnTo>
                  <a:lnTo>
                    <a:pt x="9525" y="3079966"/>
                  </a:lnTo>
                  <a:close/>
                </a:path>
                <a:path w="11430000" h="4257675">
                  <a:moveTo>
                    <a:pt x="9525" y="3032353"/>
                  </a:moveTo>
                  <a:lnTo>
                    <a:pt x="0" y="3032353"/>
                  </a:lnTo>
                  <a:lnTo>
                    <a:pt x="0" y="3060928"/>
                  </a:lnTo>
                  <a:lnTo>
                    <a:pt x="9525" y="3060928"/>
                  </a:lnTo>
                  <a:lnTo>
                    <a:pt x="9525" y="3032353"/>
                  </a:lnTo>
                  <a:close/>
                </a:path>
                <a:path w="11430000" h="4257675">
                  <a:moveTo>
                    <a:pt x="9525" y="2984741"/>
                  </a:moveTo>
                  <a:lnTo>
                    <a:pt x="0" y="2984741"/>
                  </a:lnTo>
                  <a:lnTo>
                    <a:pt x="0" y="3013316"/>
                  </a:lnTo>
                  <a:lnTo>
                    <a:pt x="9525" y="3013316"/>
                  </a:lnTo>
                  <a:lnTo>
                    <a:pt x="9525" y="2984741"/>
                  </a:lnTo>
                  <a:close/>
                </a:path>
                <a:path w="11430000" h="4257675">
                  <a:moveTo>
                    <a:pt x="9525" y="2937141"/>
                  </a:moveTo>
                  <a:lnTo>
                    <a:pt x="0" y="2937141"/>
                  </a:lnTo>
                  <a:lnTo>
                    <a:pt x="0" y="2965716"/>
                  </a:lnTo>
                  <a:lnTo>
                    <a:pt x="9525" y="2965716"/>
                  </a:lnTo>
                  <a:lnTo>
                    <a:pt x="9525" y="2937141"/>
                  </a:lnTo>
                  <a:close/>
                </a:path>
                <a:path w="11430000" h="4257675">
                  <a:moveTo>
                    <a:pt x="9525" y="2889529"/>
                  </a:moveTo>
                  <a:lnTo>
                    <a:pt x="0" y="2889529"/>
                  </a:lnTo>
                  <a:lnTo>
                    <a:pt x="0" y="2918104"/>
                  </a:lnTo>
                  <a:lnTo>
                    <a:pt x="9525" y="2918104"/>
                  </a:lnTo>
                  <a:lnTo>
                    <a:pt x="9525" y="2889529"/>
                  </a:lnTo>
                  <a:close/>
                </a:path>
                <a:path w="11430000" h="4257675">
                  <a:moveTo>
                    <a:pt x="9525" y="2841917"/>
                  </a:moveTo>
                  <a:lnTo>
                    <a:pt x="0" y="2841917"/>
                  </a:lnTo>
                  <a:lnTo>
                    <a:pt x="0" y="2870492"/>
                  </a:lnTo>
                  <a:lnTo>
                    <a:pt x="9525" y="2870492"/>
                  </a:lnTo>
                  <a:lnTo>
                    <a:pt x="9525" y="2841917"/>
                  </a:lnTo>
                  <a:close/>
                </a:path>
                <a:path w="11430000" h="4257675">
                  <a:moveTo>
                    <a:pt x="9525" y="2794304"/>
                  </a:moveTo>
                  <a:lnTo>
                    <a:pt x="0" y="2794304"/>
                  </a:lnTo>
                  <a:lnTo>
                    <a:pt x="0" y="2822879"/>
                  </a:lnTo>
                  <a:lnTo>
                    <a:pt x="9525" y="2822879"/>
                  </a:lnTo>
                  <a:lnTo>
                    <a:pt x="9525" y="2794304"/>
                  </a:lnTo>
                  <a:close/>
                </a:path>
                <a:path w="11430000" h="4257675">
                  <a:moveTo>
                    <a:pt x="9525" y="2746692"/>
                  </a:moveTo>
                  <a:lnTo>
                    <a:pt x="0" y="2746692"/>
                  </a:lnTo>
                  <a:lnTo>
                    <a:pt x="0" y="2775267"/>
                  </a:lnTo>
                  <a:lnTo>
                    <a:pt x="9525" y="2775267"/>
                  </a:lnTo>
                  <a:lnTo>
                    <a:pt x="9525" y="2746692"/>
                  </a:lnTo>
                  <a:close/>
                </a:path>
                <a:path w="11430000" h="4257675">
                  <a:moveTo>
                    <a:pt x="9525" y="2699080"/>
                  </a:moveTo>
                  <a:lnTo>
                    <a:pt x="0" y="2699080"/>
                  </a:lnTo>
                  <a:lnTo>
                    <a:pt x="0" y="2727655"/>
                  </a:lnTo>
                  <a:lnTo>
                    <a:pt x="9525" y="2727655"/>
                  </a:lnTo>
                  <a:lnTo>
                    <a:pt x="9525" y="2699080"/>
                  </a:lnTo>
                  <a:close/>
                </a:path>
                <a:path w="11430000" h="4257675">
                  <a:moveTo>
                    <a:pt x="9525" y="2651468"/>
                  </a:moveTo>
                  <a:lnTo>
                    <a:pt x="0" y="2651468"/>
                  </a:lnTo>
                  <a:lnTo>
                    <a:pt x="0" y="2680043"/>
                  </a:lnTo>
                  <a:lnTo>
                    <a:pt x="9525" y="2680043"/>
                  </a:lnTo>
                  <a:lnTo>
                    <a:pt x="9525" y="2651468"/>
                  </a:lnTo>
                  <a:close/>
                </a:path>
                <a:path w="11430000" h="4257675">
                  <a:moveTo>
                    <a:pt x="9525" y="2603855"/>
                  </a:moveTo>
                  <a:lnTo>
                    <a:pt x="0" y="2603855"/>
                  </a:lnTo>
                  <a:lnTo>
                    <a:pt x="0" y="2632430"/>
                  </a:lnTo>
                  <a:lnTo>
                    <a:pt x="9525" y="2632430"/>
                  </a:lnTo>
                  <a:lnTo>
                    <a:pt x="9525" y="2603855"/>
                  </a:lnTo>
                  <a:close/>
                </a:path>
                <a:path w="11430000" h="4257675">
                  <a:moveTo>
                    <a:pt x="9525" y="2556256"/>
                  </a:moveTo>
                  <a:lnTo>
                    <a:pt x="0" y="2556256"/>
                  </a:lnTo>
                  <a:lnTo>
                    <a:pt x="0" y="2584831"/>
                  </a:lnTo>
                  <a:lnTo>
                    <a:pt x="9525" y="2584831"/>
                  </a:lnTo>
                  <a:lnTo>
                    <a:pt x="9525" y="2556256"/>
                  </a:lnTo>
                  <a:close/>
                </a:path>
                <a:path w="11430000" h="4257675">
                  <a:moveTo>
                    <a:pt x="9525" y="2508643"/>
                  </a:moveTo>
                  <a:lnTo>
                    <a:pt x="0" y="2508643"/>
                  </a:lnTo>
                  <a:lnTo>
                    <a:pt x="0" y="2537218"/>
                  </a:lnTo>
                  <a:lnTo>
                    <a:pt x="9525" y="2537218"/>
                  </a:lnTo>
                  <a:lnTo>
                    <a:pt x="9525" y="2508643"/>
                  </a:lnTo>
                  <a:close/>
                </a:path>
                <a:path w="11430000" h="4257675">
                  <a:moveTo>
                    <a:pt x="9525" y="2461031"/>
                  </a:moveTo>
                  <a:lnTo>
                    <a:pt x="0" y="2461031"/>
                  </a:lnTo>
                  <a:lnTo>
                    <a:pt x="0" y="2489606"/>
                  </a:lnTo>
                  <a:lnTo>
                    <a:pt x="9525" y="2489606"/>
                  </a:lnTo>
                  <a:lnTo>
                    <a:pt x="9525" y="2461031"/>
                  </a:lnTo>
                  <a:close/>
                </a:path>
                <a:path w="11430000" h="4257675">
                  <a:moveTo>
                    <a:pt x="9525" y="2413419"/>
                  </a:moveTo>
                  <a:lnTo>
                    <a:pt x="0" y="2413419"/>
                  </a:lnTo>
                  <a:lnTo>
                    <a:pt x="0" y="2441994"/>
                  </a:lnTo>
                  <a:lnTo>
                    <a:pt x="9525" y="2441994"/>
                  </a:lnTo>
                  <a:lnTo>
                    <a:pt x="9525" y="2413419"/>
                  </a:lnTo>
                  <a:close/>
                </a:path>
                <a:path w="11430000" h="4257675">
                  <a:moveTo>
                    <a:pt x="9525" y="2365806"/>
                  </a:moveTo>
                  <a:lnTo>
                    <a:pt x="0" y="2365806"/>
                  </a:lnTo>
                  <a:lnTo>
                    <a:pt x="0" y="2394381"/>
                  </a:lnTo>
                  <a:lnTo>
                    <a:pt x="9525" y="2394381"/>
                  </a:lnTo>
                  <a:lnTo>
                    <a:pt x="9525" y="2365806"/>
                  </a:lnTo>
                  <a:close/>
                </a:path>
                <a:path w="11430000" h="4257675">
                  <a:moveTo>
                    <a:pt x="9525" y="2318194"/>
                  </a:moveTo>
                  <a:lnTo>
                    <a:pt x="0" y="2318194"/>
                  </a:lnTo>
                  <a:lnTo>
                    <a:pt x="0" y="2346769"/>
                  </a:lnTo>
                  <a:lnTo>
                    <a:pt x="9525" y="2346769"/>
                  </a:lnTo>
                  <a:lnTo>
                    <a:pt x="9525" y="2318194"/>
                  </a:lnTo>
                  <a:close/>
                </a:path>
                <a:path w="11430000" h="4257675">
                  <a:moveTo>
                    <a:pt x="9525" y="2270582"/>
                  </a:moveTo>
                  <a:lnTo>
                    <a:pt x="0" y="2270582"/>
                  </a:lnTo>
                  <a:lnTo>
                    <a:pt x="0" y="2299157"/>
                  </a:lnTo>
                  <a:lnTo>
                    <a:pt x="9525" y="2299157"/>
                  </a:lnTo>
                  <a:lnTo>
                    <a:pt x="9525" y="2270582"/>
                  </a:lnTo>
                  <a:close/>
                </a:path>
                <a:path w="11430000" h="4257675">
                  <a:moveTo>
                    <a:pt x="9525" y="2222982"/>
                  </a:moveTo>
                  <a:lnTo>
                    <a:pt x="0" y="2222982"/>
                  </a:lnTo>
                  <a:lnTo>
                    <a:pt x="0" y="2251557"/>
                  </a:lnTo>
                  <a:lnTo>
                    <a:pt x="9525" y="2251557"/>
                  </a:lnTo>
                  <a:lnTo>
                    <a:pt x="9525" y="2222982"/>
                  </a:lnTo>
                  <a:close/>
                </a:path>
                <a:path w="11430000" h="4257675">
                  <a:moveTo>
                    <a:pt x="9525" y="2175370"/>
                  </a:moveTo>
                  <a:lnTo>
                    <a:pt x="0" y="2175370"/>
                  </a:lnTo>
                  <a:lnTo>
                    <a:pt x="0" y="2203945"/>
                  </a:lnTo>
                  <a:lnTo>
                    <a:pt x="9525" y="2203945"/>
                  </a:lnTo>
                  <a:lnTo>
                    <a:pt x="9525" y="2175370"/>
                  </a:lnTo>
                  <a:close/>
                </a:path>
                <a:path w="11430000" h="4257675">
                  <a:moveTo>
                    <a:pt x="9525" y="2127758"/>
                  </a:moveTo>
                  <a:lnTo>
                    <a:pt x="0" y="2127758"/>
                  </a:lnTo>
                  <a:lnTo>
                    <a:pt x="0" y="2156333"/>
                  </a:lnTo>
                  <a:lnTo>
                    <a:pt x="9525" y="2156333"/>
                  </a:lnTo>
                  <a:lnTo>
                    <a:pt x="9525" y="2127758"/>
                  </a:lnTo>
                  <a:close/>
                </a:path>
                <a:path w="11430000" h="4257675">
                  <a:moveTo>
                    <a:pt x="9525" y="2080145"/>
                  </a:moveTo>
                  <a:lnTo>
                    <a:pt x="0" y="2080145"/>
                  </a:lnTo>
                  <a:lnTo>
                    <a:pt x="0" y="2108720"/>
                  </a:lnTo>
                  <a:lnTo>
                    <a:pt x="9525" y="2108720"/>
                  </a:lnTo>
                  <a:lnTo>
                    <a:pt x="9525" y="2080145"/>
                  </a:lnTo>
                  <a:close/>
                </a:path>
                <a:path w="11430000" h="4257675">
                  <a:moveTo>
                    <a:pt x="9525" y="2032533"/>
                  </a:moveTo>
                  <a:lnTo>
                    <a:pt x="0" y="2032533"/>
                  </a:lnTo>
                  <a:lnTo>
                    <a:pt x="0" y="2061108"/>
                  </a:lnTo>
                  <a:lnTo>
                    <a:pt x="9525" y="2061108"/>
                  </a:lnTo>
                  <a:lnTo>
                    <a:pt x="9525" y="2032533"/>
                  </a:lnTo>
                  <a:close/>
                </a:path>
                <a:path w="11430000" h="4257675">
                  <a:moveTo>
                    <a:pt x="9525" y="1984921"/>
                  </a:moveTo>
                  <a:lnTo>
                    <a:pt x="0" y="1984921"/>
                  </a:lnTo>
                  <a:lnTo>
                    <a:pt x="0" y="2013496"/>
                  </a:lnTo>
                  <a:lnTo>
                    <a:pt x="9525" y="2013496"/>
                  </a:lnTo>
                  <a:lnTo>
                    <a:pt x="9525" y="1984921"/>
                  </a:lnTo>
                  <a:close/>
                </a:path>
                <a:path w="11430000" h="4257675">
                  <a:moveTo>
                    <a:pt x="9525" y="1937321"/>
                  </a:moveTo>
                  <a:lnTo>
                    <a:pt x="0" y="1937321"/>
                  </a:lnTo>
                  <a:lnTo>
                    <a:pt x="0" y="1965896"/>
                  </a:lnTo>
                  <a:lnTo>
                    <a:pt x="9525" y="1965896"/>
                  </a:lnTo>
                  <a:lnTo>
                    <a:pt x="9525" y="1937321"/>
                  </a:lnTo>
                  <a:close/>
                </a:path>
                <a:path w="11430000" h="4257675">
                  <a:moveTo>
                    <a:pt x="9525" y="1889709"/>
                  </a:moveTo>
                  <a:lnTo>
                    <a:pt x="0" y="1889709"/>
                  </a:lnTo>
                  <a:lnTo>
                    <a:pt x="0" y="1918284"/>
                  </a:lnTo>
                  <a:lnTo>
                    <a:pt x="9525" y="1918284"/>
                  </a:lnTo>
                  <a:lnTo>
                    <a:pt x="9525" y="1889709"/>
                  </a:lnTo>
                  <a:close/>
                </a:path>
                <a:path w="11430000" h="4257675">
                  <a:moveTo>
                    <a:pt x="9525" y="1842096"/>
                  </a:moveTo>
                  <a:lnTo>
                    <a:pt x="0" y="1842096"/>
                  </a:lnTo>
                  <a:lnTo>
                    <a:pt x="0" y="1870671"/>
                  </a:lnTo>
                  <a:lnTo>
                    <a:pt x="9525" y="1870671"/>
                  </a:lnTo>
                  <a:lnTo>
                    <a:pt x="9525" y="1842096"/>
                  </a:lnTo>
                  <a:close/>
                </a:path>
                <a:path w="11430000" h="4257675">
                  <a:moveTo>
                    <a:pt x="9525" y="1794484"/>
                  </a:moveTo>
                  <a:lnTo>
                    <a:pt x="0" y="1794484"/>
                  </a:lnTo>
                  <a:lnTo>
                    <a:pt x="0" y="1823059"/>
                  </a:lnTo>
                  <a:lnTo>
                    <a:pt x="9525" y="1823059"/>
                  </a:lnTo>
                  <a:lnTo>
                    <a:pt x="9525" y="1794484"/>
                  </a:lnTo>
                  <a:close/>
                </a:path>
                <a:path w="11430000" h="4257675">
                  <a:moveTo>
                    <a:pt x="9525" y="1746872"/>
                  </a:moveTo>
                  <a:lnTo>
                    <a:pt x="0" y="1746872"/>
                  </a:lnTo>
                  <a:lnTo>
                    <a:pt x="0" y="1775447"/>
                  </a:lnTo>
                  <a:lnTo>
                    <a:pt x="9525" y="1775447"/>
                  </a:lnTo>
                  <a:lnTo>
                    <a:pt x="9525" y="1746872"/>
                  </a:lnTo>
                  <a:close/>
                </a:path>
                <a:path w="11430000" h="4257675">
                  <a:moveTo>
                    <a:pt x="9525" y="1699260"/>
                  </a:moveTo>
                  <a:lnTo>
                    <a:pt x="0" y="1699260"/>
                  </a:lnTo>
                  <a:lnTo>
                    <a:pt x="0" y="1727835"/>
                  </a:lnTo>
                  <a:lnTo>
                    <a:pt x="9525" y="1727835"/>
                  </a:lnTo>
                  <a:lnTo>
                    <a:pt x="9525" y="1699260"/>
                  </a:lnTo>
                  <a:close/>
                </a:path>
                <a:path w="11430000" h="4257675">
                  <a:moveTo>
                    <a:pt x="9525" y="1651647"/>
                  </a:moveTo>
                  <a:lnTo>
                    <a:pt x="0" y="1651647"/>
                  </a:lnTo>
                  <a:lnTo>
                    <a:pt x="0" y="1680222"/>
                  </a:lnTo>
                  <a:lnTo>
                    <a:pt x="9525" y="1680222"/>
                  </a:lnTo>
                  <a:lnTo>
                    <a:pt x="9525" y="1651647"/>
                  </a:lnTo>
                  <a:close/>
                </a:path>
                <a:path w="11430000" h="4257675">
                  <a:moveTo>
                    <a:pt x="9525" y="1604048"/>
                  </a:moveTo>
                  <a:lnTo>
                    <a:pt x="0" y="1604048"/>
                  </a:lnTo>
                  <a:lnTo>
                    <a:pt x="0" y="1632623"/>
                  </a:lnTo>
                  <a:lnTo>
                    <a:pt x="9525" y="1632623"/>
                  </a:lnTo>
                  <a:lnTo>
                    <a:pt x="9525" y="1604048"/>
                  </a:lnTo>
                  <a:close/>
                </a:path>
                <a:path w="11430000" h="4257675">
                  <a:moveTo>
                    <a:pt x="9525" y="1556435"/>
                  </a:moveTo>
                  <a:lnTo>
                    <a:pt x="0" y="1556435"/>
                  </a:lnTo>
                  <a:lnTo>
                    <a:pt x="0" y="1585010"/>
                  </a:lnTo>
                  <a:lnTo>
                    <a:pt x="9525" y="1585010"/>
                  </a:lnTo>
                  <a:lnTo>
                    <a:pt x="9525" y="1556435"/>
                  </a:lnTo>
                  <a:close/>
                </a:path>
                <a:path w="11430000" h="4257675">
                  <a:moveTo>
                    <a:pt x="9525" y="1508823"/>
                  </a:moveTo>
                  <a:lnTo>
                    <a:pt x="0" y="1508823"/>
                  </a:lnTo>
                  <a:lnTo>
                    <a:pt x="0" y="1537398"/>
                  </a:lnTo>
                  <a:lnTo>
                    <a:pt x="9525" y="1537398"/>
                  </a:lnTo>
                  <a:lnTo>
                    <a:pt x="9525" y="1508823"/>
                  </a:lnTo>
                  <a:close/>
                </a:path>
                <a:path w="11430000" h="4257675">
                  <a:moveTo>
                    <a:pt x="9525" y="1461211"/>
                  </a:moveTo>
                  <a:lnTo>
                    <a:pt x="0" y="1461211"/>
                  </a:lnTo>
                  <a:lnTo>
                    <a:pt x="0" y="1489786"/>
                  </a:lnTo>
                  <a:lnTo>
                    <a:pt x="9525" y="1489786"/>
                  </a:lnTo>
                  <a:lnTo>
                    <a:pt x="9525" y="1461211"/>
                  </a:lnTo>
                  <a:close/>
                </a:path>
                <a:path w="11430000" h="4257675">
                  <a:moveTo>
                    <a:pt x="9525" y="1413598"/>
                  </a:moveTo>
                  <a:lnTo>
                    <a:pt x="0" y="1413598"/>
                  </a:lnTo>
                  <a:lnTo>
                    <a:pt x="0" y="1442173"/>
                  </a:lnTo>
                  <a:lnTo>
                    <a:pt x="9525" y="1442173"/>
                  </a:lnTo>
                  <a:lnTo>
                    <a:pt x="9525" y="1413598"/>
                  </a:lnTo>
                  <a:close/>
                </a:path>
                <a:path w="11430000" h="4257675">
                  <a:moveTo>
                    <a:pt x="9525" y="1365986"/>
                  </a:moveTo>
                  <a:lnTo>
                    <a:pt x="0" y="1365986"/>
                  </a:lnTo>
                  <a:lnTo>
                    <a:pt x="0" y="1394561"/>
                  </a:lnTo>
                  <a:lnTo>
                    <a:pt x="9525" y="1394561"/>
                  </a:lnTo>
                  <a:lnTo>
                    <a:pt x="9525" y="1365986"/>
                  </a:lnTo>
                  <a:close/>
                </a:path>
                <a:path w="11430000" h="4257675">
                  <a:moveTo>
                    <a:pt x="9525" y="1318374"/>
                  </a:moveTo>
                  <a:lnTo>
                    <a:pt x="0" y="1318374"/>
                  </a:lnTo>
                  <a:lnTo>
                    <a:pt x="0" y="1346949"/>
                  </a:lnTo>
                  <a:lnTo>
                    <a:pt x="9525" y="1346949"/>
                  </a:lnTo>
                  <a:lnTo>
                    <a:pt x="9525" y="1318374"/>
                  </a:lnTo>
                  <a:close/>
                </a:path>
                <a:path w="11430000" h="4257675">
                  <a:moveTo>
                    <a:pt x="9525" y="1270762"/>
                  </a:moveTo>
                  <a:lnTo>
                    <a:pt x="0" y="1270762"/>
                  </a:lnTo>
                  <a:lnTo>
                    <a:pt x="0" y="1299337"/>
                  </a:lnTo>
                  <a:lnTo>
                    <a:pt x="9525" y="1299337"/>
                  </a:lnTo>
                  <a:lnTo>
                    <a:pt x="9525" y="1270762"/>
                  </a:lnTo>
                  <a:close/>
                </a:path>
                <a:path w="11430000" h="4257675">
                  <a:moveTo>
                    <a:pt x="9525" y="1223162"/>
                  </a:moveTo>
                  <a:lnTo>
                    <a:pt x="0" y="1223162"/>
                  </a:lnTo>
                  <a:lnTo>
                    <a:pt x="0" y="1251737"/>
                  </a:lnTo>
                  <a:lnTo>
                    <a:pt x="9525" y="1251737"/>
                  </a:lnTo>
                  <a:lnTo>
                    <a:pt x="9525" y="1223162"/>
                  </a:lnTo>
                  <a:close/>
                </a:path>
                <a:path w="11430000" h="4257675">
                  <a:moveTo>
                    <a:pt x="9525" y="1175550"/>
                  </a:moveTo>
                  <a:lnTo>
                    <a:pt x="0" y="1175550"/>
                  </a:lnTo>
                  <a:lnTo>
                    <a:pt x="0" y="1204125"/>
                  </a:lnTo>
                  <a:lnTo>
                    <a:pt x="9525" y="1204125"/>
                  </a:lnTo>
                  <a:lnTo>
                    <a:pt x="9525" y="1175550"/>
                  </a:lnTo>
                  <a:close/>
                </a:path>
                <a:path w="11430000" h="4257675">
                  <a:moveTo>
                    <a:pt x="9525" y="1127937"/>
                  </a:moveTo>
                  <a:lnTo>
                    <a:pt x="0" y="1127937"/>
                  </a:lnTo>
                  <a:lnTo>
                    <a:pt x="0" y="1156512"/>
                  </a:lnTo>
                  <a:lnTo>
                    <a:pt x="9525" y="1156512"/>
                  </a:lnTo>
                  <a:lnTo>
                    <a:pt x="9525" y="1127937"/>
                  </a:lnTo>
                  <a:close/>
                </a:path>
                <a:path w="11430000" h="4257675">
                  <a:moveTo>
                    <a:pt x="9525" y="1080325"/>
                  </a:moveTo>
                  <a:lnTo>
                    <a:pt x="0" y="1080325"/>
                  </a:lnTo>
                  <a:lnTo>
                    <a:pt x="0" y="1108900"/>
                  </a:lnTo>
                  <a:lnTo>
                    <a:pt x="9525" y="1108900"/>
                  </a:lnTo>
                  <a:lnTo>
                    <a:pt x="9525" y="1080325"/>
                  </a:lnTo>
                  <a:close/>
                </a:path>
                <a:path w="11430000" h="4257675">
                  <a:moveTo>
                    <a:pt x="9525" y="1032713"/>
                  </a:moveTo>
                  <a:lnTo>
                    <a:pt x="0" y="1032713"/>
                  </a:lnTo>
                  <a:lnTo>
                    <a:pt x="0" y="1061288"/>
                  </a:lnTo>
                  <a:lnTo>
                    <a:pt x="9525" y="1061288"/>
                  </a:lnTo>
                  <a:lnTo>
                    <a:pt x="9525" y="1032713"/>
                  </a:lnTo>
                  <a:close/>
                </a:path>
                <a:path w="11430000" h="4257675">
                  <a:moveTo>
                    <a:pt x="9525" y="985100"/>
                  </a:moveTo>
                  <a:lnTo>
                    <a:pt x="0" y="985100"/>
                  </a:lnTo>
                  <a:lnTo>
                    <a:pt x="0" y="1013675"/>
                  </a:lnTo>
                  <a:lnTo>
                    <a:pt x="9525" y="1013675"/>
                  </a:lnTo>
                  <a:lnTo>
                    <a:pt x="9525" y="985100"/>
                  </a:lnTo>
                  <a:close/>
                </a:path>
                <a:path w="11430000" h="4257675">
                  <a:moveTo>
                    <a:pt x="9525" y="937501"/>
                  </a:moveTo>
                  <a:lnTo>
                    <a:pt x="0" y="937501"/>
                  </a:lnTo>
                  <a:lnTo>
                    <a:pt x="0" y="966076"/>
                  </a:lnTo>
                  <a:lnTo>
                    <a:pt x="9525" y="966076"/>
                  </a:lnTo>
                  <a:lnTo>
                    <a:pt x="9525" y="937501"/>
                  </a:lnTo>
                  <a:close/>
                </a:path>
                <a:path w="11430000" h="4257675">
                  <a:moveTo>
                    <a:pt x="9525" y="889889"/>
                  </a:moveTo>
                  <a:lnTo>
                    <a:pt x="0" y="889889"/>
                  </a:lnTo>
                  <a:lnTo>
                    <a:pt x="0" y="918464"/>
                  </a:lnTo>
                  <a:lnTo>
                    <a:pt x="9525" y="918464"/>
                  </a:lnTo>
                  <a:lnTo>
                    <a:pt x="9525" y="889889"/>
                  </a:lnTo>
                  <a:close/>
                </a:path>
                <a:path w="11430000" h="4257675">
                  <a:moveTo>
                    <a:pt x="9525" y="842276"/>
                  </a:moveTo>
                  <a:lnTo>
                    <a:pt x="0" y="842276"/>
                  </a:lnTo>
                  <a:lnTo>
                    <a:pt x="0" y="870851"/>
                  </a:lnTo>
                  <a:lnTo>
                    <a:pt x="9525" y="870851"/>
                  </a:lnTo>
                  <a:lnTo>
                    <a:pt x="9525" y="842276"/>
                  </a:lnTo>
                  <a:close/>
                </a:path>
                <a:path w="11430000" h="4257675">
                  <a:moveTo>
                    <a:pt x="9525" y="794664"/>
                  </a:moveTo>
                  <a:lnTo>
                    <a:pt x="0" y="794664"/>
                  </a:lnTo>
                  <a:lnTo>
                    <a:pt x="0" y="823239"/>
                  </a:lnTo>
                  <a:lnTo>
                    <a:pt x="9525" y="823239"/>
                  </a:lnTo>
                  <a:lnTo>
                    <a:pt x="9525" y="794664"/>
                  </a:lnTo>
                  <a:close/>
                </a:path>
                <a:path w="11430000" h="4257675">
                  <a:moveTo>
                    <a:pt x="9525" y="747052"/>
                  </a:moveTo>
                  <a:lnTo>
                    <a:pt x="0" y="747052"/>
                  </a:lnTo>
                  <a:lnTo>
                    <a:pt x="0" y="775627"/>
                  </a:lnTo>
                  <a:lnTo>
                    <a:pt x="9525" y="775627"/>
                  </a:lnTo>
                  <a:lnTo>
                    <a:pt x="9525" y="747052"/>
                  </a:lnTo>
                  <a:close/>
                </a:path>
                <a:path w="11430000" h="4257675">
                  <a:moveTo>
                    <a:pt x="9525" y="699439"/>
                  </a:moveTo>
                  <a:lnTo>
                    <a:pt x="0" y="699439"/>
                  </a:lnTo>
                  <a:lnTo>
                    <a:pt x="0" y="728014"/>
                  </a:lnTo>
                  <a:lnTo>
                    <a:pt x="9525" y="728014"/>
                  </a:lnTo>
                  <a:lnTo>
                    <a:pt x="9525" y="699439"/>
                  </a:lnTo>
                  <a:close/>
                </a:path>
                <a:path w="11430000" h="4257675">
                  <a:moveTo>
                    <a:pt x="9525" y="651827"/>
                  </a:moveTo>
                  <a:lnTo>
                    <a:pt x="0" y="651827"/>
                  </a:lnTo>
                  <a:lnTo>
                    <a:pt x="0" y="680402"/>
                  </a:lnTo>
                  <a:lnTo>
                    <a:pt x="9525" y="680402"/>
                  </a:lnTo>
                  <a:lnTo>
                    <a:pt x="9525" y="651827"/>
                  </a:lnTo>
                  <a:close/>
                </a:path>
                <a:path w="11430000" h="4257675">
                  <a:moveTo>
                    <a:pt x="9525" y="604227"/>
                  </a:moveTo>
                  <a:lnTo>
                    <a:pt x="0" y="604227"/>
                  </a:lnTo>
                  <a:lnTo>
                    <a:pt x="0" y="632802"/>
                  </a:lnTo>
                  <a:lnTo>
                    <a:pt x="9525" y="632802"/>
                  </a:lnTo>
                  <a:lnTo>
                    <a:pt x="9525" y="604227"/>
                  </a:lnTo>
                  <a:close/>
                </a:path>
                <a:path w="11430000" h="4257675">
                  <a:moveTo>
                    <a:pt x="9525" y="556615"/>
                  </a:moveTo>
                  <a:lnTo>
                    <a:pt x="0" y="556615"/>
                  </a:lnTo>
                  <a:lnTo>
                    <a:pt x="0" y="585190"/>
                  </a:lnTo>
                  <a:lnTo>
                    <a:pt x="9525" y="585190"/>
                  </a:lnTo>
                  <a:lnTo>
                    <a:pt x="9525" y="556615"/>
                  </a:lnTo>
                  <a:close/>
                </a:path>
                <a:path w="11430000" h="4257675">
                  <a:moveTo>
                    <a:pt x="9525" y="509003"/>
                  </a:moveTo>
                  <a:lnTo>
                    <a:pt x="0" y="509003"/>
                  </a:lnTo>
                  <a:lnTo>
                    <a:pt x="0" y="537578"/>
                  </a:lnTo>
                  <a:lnTo>
                    <a:pt x="9525" y="537578"/>
                  </a:lnTo>
                  <a:lnTo>
                    <a:pt x="9525" y="509003"/>
                  </a:lnTo>
                  <a:close/>
                </a:path>
                <a:path w="11430000" h="4257675">
                  <a:moveTo>
                    <a:pt x="9525" y="461391"/>
                  </a:moveTo>
                  <a:lnTo>
                    <a:pt x="0" y="461391"/>
                  </a:lnTo>
                  <a:lnTo>
                    <a:pt x="0" y="489966"/>
                  </a:lnTo>
                  <a:lnTo>
                    <a:pt x="9525" y="489966"/>
                  </a:lnTo>
                  <a:lnTo>
                    <a:pt x="9525" y="461391"/>
                  </a:lnTo>
                  <a:close/>
                </a:path>
                <a:path w="11430000" h="4257675">
                  <a:moveTo>
                    <a:pt x="9525" y="413778"/>
                  </a:moveTo>
                  <a:lnTo>
                    <a:pt x="0" y="413778"/>
                  </a:lnTo>
                  <a:lnTo>
                    <a:pt x="0" y="442353"/>
                  </a:lnTo>
                  <a:lnTo>
                    <a:pt x="9525" y="442353"/>
                  </a:lnTo>
                  <a:lnTo>
                    <a:pt x="9525" y="413778"/>
                  </a:lnTo>
                  <a:close/>
                </a:path>
                <a:path w="11430000" h="4257675">
                  <a:moveTo>
                    <a:pt x="9525" y="366166"/>
                  </a:moveTo>
                  <a:lnTo>
                    <a:pt x="0" y="366166"/>
                  </a:lnTo>
                  <a:lnTo>
                    <a:pt x="0" y="394741"/>
                  </a:lnTo>
                  <a:lnTo>
                    <a:pt x="9525" y="394741"/>
                  </a:lnTo>
                  <a:lnTo>
                    <a:pt x="9525" y="366166"/>
                  </a:lnTo>
                  <a:close/>
                </a:path>
                <a:path w="11430000" h="4257675">
                  <a:moveTo>
                    <a:pt x="9525" y="318554"/>
                  </a:moveTo>
                  <a:lnTo>
                    <a:pt x="0" y="318554"/>
                  </a:lnTo>
                  <a:lnTo>
                    <a:pt x="0" y="347129"/>
                  </a:lnTo>
                  <a:lnTo>
                    <a:pt x="9525" y="347129"/>
                  </a:lnTo>
                  <a:lnTo>
                    <a:pt x="9525" y="318554"/>
                  </a:lnTo>
                  <a:close/>
                </a:path>
                <a:path w="11430000" h="4257675">
                  <a:moveTo>
                    <a:pt x="9525" y="270941"/>
                  </a:moveTo>
                  <a:lnTo>
                    <a:pt x="0" y="270941"/>
                  </a:lnTo>
                  <a:lnTo>
                    <a:pt x="0" y="299516"/>
                  </a:lnTo>
                  <a:lnTo>
                    <a:pt x="9525" y="299516"/>
                  </a:lnTo>
                  <a:lnTo>
                    <a:pt x="9525" y="270941"/>
                  </a:lnTo>
                  <a:close/>
                </a:path>
                <a:path w="11430000" h="4257675">
                  <a:moveTo>
                    <a:pt x="9525" y="223342"/>
                  </a:moveTo>
                  <a:lnTo>
                    <a:pt x="0" y="223342"/>
                  </a:lnTo>
                  <a:lnTo>
                    <a:pt x="0" y="251917"/>
                  </a:lnTo>
                  <a:lnTo>
                    <a:pt x="9525" y="251917"/>
                  </a:lnTo>
                  <a:lnTo>
                    <a:pt x="9525" y="223342"/>
                  </a:lnTo>
                  <a:close/>
                </a:path>
                <a:path w="11430000" h="4257675">
                  <a:moveTo>
                    <a:pt x="9525" y="175729"/>
                  </a:moveTo>
                  <a:lnTo>
                    <a:pt x="0" y="175729"/>
                  </a:lnTo>
                  <a:lnTo>
                    <a:pt x="0" y="204304"/>
                  </a:lnTo>
                  <a:lnTo>
                    <a:pt x="9525" y="204304"/>
                  </a:lnTo>
                  <a:lnTo>
                    <a:pt x="9525" y="175729"/>
                  </a:lnTo>
                  <a:close/>
                </a:path>
                <a:path w="11430000" h="4257675">
                  <a:moveTo>
                    <a:pt x="9525" y="128117"/>
                  </a:moveTo>
                  <a:lnTo>
                    <a:pt x="0" y="128117"/>
                  </a:lnTo>
                  <a:lnTo>
                    <a:pt x="0" y="156692"/>
                  </a:lnTo>
                  <a:lnTo>
                    <a:pt x="9525" y="156692"/>
                  </a:lnTo>
                  <a:lnTo>
                    <a:pt x="9525" y="128117"/>
                  </a:lnTo>
                  <a:close/>
                </a:path>
                <a:path w="11430000" h="4257675">
                  <a:moveTo>
                    <a:pt x="9525" y="80505"/>
                  </a:moveTo>
                  <a:lnTo>
                    <a:pt x="0" y="80505"/>
                  </a:lnTo>
                  <a:lnTo>
                    <a:pt x="0" y="109080"/>
                  </a:lnTo>
                  <a:lnTo>
                    <a:pt x="9525" y="109080"/>
                  </a:lnTo>
                  <a:lnTo>
                    <a:pt x="9525" y="80505"/>
                  </a:lnTo>
                  <a:close/>
                </a:path>
                <a:path w="11430000" h="4257675">
                  <a:moveTo>
                    <a:pt x="12293" y="4200423"/>
                  </a:moveTo>
                  <a:lnTo>
                    <a:pt x="10795" y="4194492"/>
                  </a:lnTo>
                  <a:lnTo>
                    <a:pt x="9842" y="4188053"/>
                  </a:lnTo>
                  <a:lnTo>
                    <a:pt x="9525" y="4181475"/>
                  </a:lnTo>
                  <a:lnTo>
                    <a:pt x="9525" y="4175010"/>
                  </a:lnTo>
                  <a:lnTo>
                    <a:pt x="0" y="4175010"/>
                  </a:lnTo>
                  <a:lnTo>
                    <a:pt x="0" y="4181475"/>
                  </a:lnTo>
                  <a:lnTo>
                    <a:pt x="368" y="4188993"/>
                  </a:lnTo>
                  <a:lnTo>
                    <a:pt x="1460" y="4196346"/>
                  </a:lnTo>
                  <a:lnTo>
                    <a:pt x="3162" y="4203128"/>
                  </a:lnTo>
                  <a:lnTo>
                    <a:pt x="12293" y="4200423"/>
                  </a:lnTo>
                  <a:close/>
                </a:path>
                <a:path w="11430000" h="4257675">
                  <a:moveTo>
                    <a:pt x="20091" y="40259"/>
                  </a:moveTo>
                  <a:lnTo>
                    <a:pt x="12077" y="35128"/>
                  </a:lnTo>
                  <a:lnTo>
                    <a:pt x="9017" y="40246"/>
                  </a:lnTo>
                  <a:lnTo>
                    <a:pt x="5803" y="47040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1371" y="61887"/>
                  </a:lnTo>
                  <a:lnTo>
                    <a:pt x="10731" y="63677"/>
                  </a:lnTo>
                  <a:lnTo>
                    <a:pt x="10795" y="63195"/>
                  </a:lnTo>
                  <a:lnTo>
                    <a:pt x="12382" y="56883"/>
                  </a:lnTo>
                  <a:lnTo>
                    <a:pt x="14605" y="50685"/>
                  </a:lnTo>
                  <a:lnTo>
                    <a:pt x="17411" y="44742"/>
                  </a:lnTo>
                  <a:lnTo>
                    <a:pt x="20091" y="40259"/>
                  </a:lnTo>
                  <a:close/>
                </a:path>
                <a:path w="11430000" h="4257675">
                  <a:moveTo>
                    <a:pt x="35991" y="4234573"/>
                  </a:moveTo>
                  <a:lnTo>
                    <a:pt x="19113" y="4215790"/>
                  </a:lnTo>
                  <a:lnTo>
                    <a:pt x="10960" y="4220680"/>
                  </a:lnTo>
                  <a:lnTo>
                    <a:pt x="30238" y="4242168"/>
                  </a:lnTo>
                  <a:lnTo>
                    <a:pt x="35991" y="4234573"/>
                  </a:lnTo>
                  <a:close/>
                </a:path>
                <a:path w="11430000" h="4257675">
                  <a:moveTo>
                    <a:pt x="52158" y="14084"/>
                  </a:moveTo>
                  <a:lnTo>
                    <a:pt x="48729" y="5207"/>
                  </a:lnTo>
                  <a:lnTo>
                    <a:pt x="47040" y="5803"/>
                  </a:lnTo>
                  <a:lnTo>
                    <a:pt x="40246" y="9017"/>
                  </a:lnTo>
                  <a:lnTo>
                    <a:pt x="33858" y="12839"/>
                  </a:lnTo>
                  <a:lnTo>
                    <a:pt x="27889" y="17272"/>
                  </a:lnTo>
                  <a:lnTo>
                    <a:pt x="24498" y="20345"/>
                  </a:lnTo>
                  <a:lnTo>
                    <a:pt x="30962" y="27330"/>
                  </a:lnTo>
                  <a:lnTo>
                    <a:pt x="33934" y="24638"/>
                  </a:lnTo>
                  <a:lnTo>
                    <a:pt x="39154" y="20751"/>
                  </a:lnTo>
                  <a:lnTo>
                    <a:pt x="44742" y="17411"/>
                  </a:lnTo>
                  <a:lnTo>
                    <a:pt x="50685" y="14605"/>
                  </a:lnTo>
                  <a:lnTo>
                    <a:pt x="52158" y="14084"/>
                  </a:lnTo>
                  <a:close/>
                </a:path>
                <a:path w="11430000" h="4257675">
                  <a:moveTo>
                    <a:pt x="74879" y="4248086"/>
                  </a:moveTo>
                  <a:lnTo>
                    <a:pt x="50380" y="4242930"/>
                  </a:lnTo>
                  <a:lnTo>
                    <a:pt x="46697" y="4251718"/>
                  </a:lnTo>
                  <a:lnTo>
                    <a:pt x="74688" y="4257611"/>
                  </a:lnTo>
                  <a:lnTo>
                    <a:pt x="74879" y="4248086"/>
                  </a:lnTo>
                  <a:close/>
                </a:path>
                <a:path w="11430000" h="4257675">
                  <a:moveTo>
                    <a:pt x="104775" y="0"/>
                  </a:moveTo>
                  <a:lnTo>
                    <a:pt x="76200" y="0"/>
                  </a:lnTo>
                  <a:lnTo>
                    <a:pt x="68694" y="368"/>
                  </a:lnTo>
                  <a:lnTo>
                    <a:pt x="67576" y="533"/>
                  </a:lnTo>
                  <a:lnTo>
                    <a:pt x="68656" y="9994"/>
                  </a:lnTo>
                  <a:lnTo>
                    <a:pt x="69634" y="9842"/>
                  </a:lnTo>
                  <a:lnTo>
                    <a:pt x="76200" y="9525"/>
                  </a:lnTo>
                  <a:lnTo>
                    <a:pt x="104775" y="9525"/>
                  </a:lnTo>
                  <a:lnTo>
                    <a:pt x="104775" y="0"/>
                  </a:lnTo>
                  <a:close/>
                </a:path>
                <a:path w="11430000" h="4257675">
                  <a:moveTo>
                    <a:pt x="122212" y="4248150"/>
                  </a:moveTo>
                  <a:lnTo>
                    <a:pt x="93637" y="4248150"/>
                  </a:lnTo>
                  <a:lnTo>
                    <a:pt x="93637" y="4257675"/>
                  </a:lnTo>
                  <a:lnTo>
                    <a:pt x="122212" y="4257675"/>
                  </a:lnTo>
                  <a:lnTo>
                    <a:pt x="122212" y="4248150"/>
                  </a:lnTo>
                  <a:close/>
                </a:path>
                <a:path w="11430000" h="4257675">
                  <a:moveTo>
                    <a:pt x="152387" y="0"/>
                  </a:moveTo>
                  <a:lnTo>
                    <a:pt x="123812" y="0"/>
                  </a:lnTo>
                  <a:lnTo>
                    <a:pt x="123812" y="9525"/>
                  </a:lnTo>
                  <a:lnTo>
                    <a:pt x="152387" y="9525"/>
                  </a:lnTo>
                  <a:lnTo>
                    <a:pt x="152387" y="0"/>
                  </a:lnTo>
                  <a:close/>
                </a:path>
                <a:path w="11430000" h="4257675">
                  <a:moveTo>
                    <a:pt x="169824" y="4248150"/>
                  </a:moveTo>
                  <a:lnTo>
                    <a:pt x="141249" y="4248150"/>
                  </a:lnTo>
                  <a:lnTo>
                    <a:pt x="141249" y="4257675"/>
                  </a:lnTo>
                  <a:lnTo>
                    <a:pt x="169824" y="4257675"/>
                  </a:lnTo>
                  <a:lnTo>
                    <a:pt x="169824" y="4248150"/>
                  </a:lnTo>
                  <a:close/>
                </a:path>
                <a:path w="11430000" h="4257675">
                  <a:moveTo>
                    <a:pt x="199999" y="0"/>
                  </a:moveTo>
                  <a:lnTo>
                    <a:pt x="171424" y="0"/>
                  </a:lnTo>
                  <a:lnTo>
                    <a:pt x="171424" y="9525"/>
                  </a:lnTo>
                  <a:lnTo>
                    <a:pt x="199999" y="9525"/>
                  </a:lnTo>
                  <a:lnTo>
                    <a:pt x="199999" y="0"/>
                  </a:lnTo>
                  <a:close/>
                </a:path>
                <a:path w="11430000" h="4257675">
                  <a:moveTo>
                    <a:pt x="217436" y="4248150"/>
                  </a:moveTo>
                  <a:lnTo>
                    <a:pt x="188861" y="4248150"/>
                  </a:lnTo>
                  <a:lnTo>
                    <a:pt x="188861" y="4257675"/>
                  </a:lnTo>
                  <a:lnTo>
                    <a:pt x="217436" y="4257675"/>
                  </a:lnTo>
                  <a:lnTo>
                    <a:pt x="217436" y="4248150"/>
                  </a:lnTo>
                  <a:close/>
                </a:path>
                <a:path w="11430000" h="4257675">
                  <a:moveTo>
                    <a:pt x="247611" y="0"/>
                  </a:moveTo>
                  <a:lnTo>
                    <a:pt x="219036" y="0"/>
                  </a:lnTo>
                  <a:lnTo>
                    <a:pt x="219036" y="9525"/>
                  </a:lnTo>
                  <a:lnTo>
                    <a:pt x="247611" y="9525"/>
                  </a:lnTo>
                  <a:lnTo>
                    <a:pt x="247611" y="0"/>
                  </a:lnTo>
                  <a:close/>
                </a:path>
                <a:path w="11430000" h="4257675">
                  <a:moveTo>
                    <a:pt x="265049" y="4248150"/>
                  </a:moveTo>
                  <a:lnTo>
                    <a:pt x="236474" y="4248150"/>
                  </a:lnTo>
                  <a:lnTo>
                    <a:pt x="236474" y="4257675"/>
                  </a:lnTo>
                  <a:lnTo>
                    <a:pt x="265049" y="4257675"/>
                  </a:lnTo>
                  <a:lnTo>
                    <a:pt x="265049" y="4248150"/>
                  </a:lnTo>
                  <a:close/>
                </a:path>
                <a:path w="11430000" h="4257675">
                  <a:moveTo>
                    <a:pt x="295224" y="0"/>
                  </a:moveTo>
                  <a:lnTo>
                    <a:pt x="266649" y="0"/>
                  </a:lnTo>
                  <a:lnTo>
                    <a:pt x="266649" y="9525"/>
                  </a:lnTo>
                  <a:lnTo>
                    <a:pt x="295224" y="9525"/>
                  </a:lnTo>
                  <a:lnTo>
                    <a:pt x="295224" y="0"/>
                  </a:lnTo>
                  <a:close/>
                </a:path>
                <a:path w="11430000" h="4257675">
                  <a:moveTo>
                    <a:pt x="312661" y="4248150"/>
                  </a:moveTo>
                  <a:lnTo>
                    <a:pt x="284086" y="4248150"/>
                  </a:lnTo>
                  <a:lnTo>
                    <a:pt x="284086" y="4257675"/>
                  </a:lnTo>
                  <a:lnTo>
                    <a:pt x="312661" y="4257675"/>
                  </a:lnTo>
                  <a:lnTo>
                    <a:pt x="312661" y="4248150"/>
                  </a:lnTo>
                  <a:close/>
                </a:path>
                <a:path w="11430000" h="4257675">
                  <a:moveTo>
                    <a:pt x="342836" y="0"/>
                  </a:moveTo>
                  <a:lnTo>
                    <a:pt x="314261" y="0"/>
                  </a:lnTo>
                  <a:lnTo>
                    <a:pt x="314261" y="9525"/>
                  </a:lnTo>
                  <a:lnTo>
                    <a:pt x="342836" y="9525"/>
                  </a:lnTo>
                  <a:lnTo>
                    <a:pt x="342836" y="0"/>
                  </a:lnTo>
                  <a:close/>
                </a:path>
                <a:path w="11430000" h="4257675">
                  <a:moveTo>
                    <a:pt x="360273" y="4248150"/>
                  </a:moveTo>
                  <a:lnTo>
                    <a:pt x="331698" y="4248150"/>
                  </a:lnTo>
                  <a:lnTo>
                    <a:pt x="331698" y="4257675"/>
                  </a:lnTo>
                  <a:lnTo>
                    <a:pt x="360273" y="4257675"/>
                  </a:lnTo>
                  <a:lnTo>
                    <a:pt x="360273" y="4248150"/>
                  </a:lnTo>
                  <a:close/>
                </a:path>
                <a:path w="11430000" h="4257675">
                  <a:moveTo>
                    <a:pt x="390448" y="0"/>
                  </a:moveTo>
                  <a:lnTo>
                    <a:pt x="361873" y="0"/>
                  </a:lnTo>
                  <a:lnTo>
                    <a:pt x="361873" y="9525"/>
                  </a:lnTo>
                  <a:lnTo>
                    <a:pt x="390448" y="9525"/>
                  </a:lnTo>
                  <a:lnTo>
                    <a:pt x="390448" y="0"/>
                  </a:lnTo>
                  <a:close/>
                </a:path>
                <a:path w="11430000" h="4257675">
                  <a:moveTo>
                    <a:pt x="407873" y="4248150"/>
                  </a:moveTo>
                  <a:lnTo>
                    <a:pt x="379298" y="4248150"/>
                  </a:lnTo>
                  <a:lnTo>
                    <a:pt x="379298" y="4257675"/>
                  </a:lnTo>
                  <a:lnTo>
                    <a:pt x="407873" y="4257675"/>
                  </a:lnTo>
                  <a:lnTo>
                    <a:pt x="407873" y="4248150"/>
                  </a:lnTo>
                  <a:close/>
                </a:path>
                <a:path w="11430000" h="4257675">
                  <a:moveTo>
                    <a:pt x="438048" y="0"/>
                  </a:moveTo>
                  <a:lnTo>
                    <a:pt x="409473" y="0"/>
                  </a:lnTo>
                  <a:lnTo>
                    <a:pt x="409473" y="9525"/>
                  </a:lnTo>
                  <a:lnTo>
                    <a:pt x="438048" y="9525"/>
                  </a:lnTo>
                  <a:lnTo>
                    <a:pt x="438048" y="0"/>
                  </a:lnTo>
                  <a:close/>
                </a:path>
                <a:path w="11430000" h="4257675">
                  <a:moveTo>
                    <a:pt x="455485" y="4248150"/>
                  </a:moveTo>
                  <a:lnTo>
                    <a:pt x="426910" y="4248150"/>
                  </a:lnTo>
                  <a:lnTo>
                    <a:pt x="426910" y="4257675"/>
                  </a:lnTo>
                  <a:lnTo>
                    <a:pt x="455485" y="4257675"/>
                  </a:lnTo>
                  <a:lnTo>
                    <a:pt x="455485" y="4248150"/>
                  </a:lnTo>
                  <a:close/>
                </a:path>
                <a:path w="11430000" h="4257675">
                  <a:moveTo>
                    <a:pt x="485660" y="0"/>
                  </a:moveTo>
                  <a:lnTo>
                    <a:pt x="457085" y="0"/>
                  </a:lnTo>
                  <a:lnTo>
                    <a:pt x="457085" y="9525"/>
                  </a:lnTo>
                  <a:lnTo>
                    <a:pt x="485660" y="9525"/>
                  </a:lnTo>
                  <a:lnTo>
                    <a:pt x="485660" y="0"/>
                  </a:lnTo>
                  <a:close/>
                </a:path>
                <a:path w="11430000" h="4257675">
                  <a:moveTo>
                    <a:pt x="503097" y="4248150"/>
                  </a:moveTo>
                  <a:lnTo>
                    <a:pt x="474522" y="4248150"/>
                  </a:lnTo>
                  <a:lnTo>
                    <a:pt x="474522" y="4257675"/>
                  </a:lnTo>
                  <a:lnTo>
                    <a:pt x="503097" y="4257675"/>
                  </a:lnTo>
                  <a:lnTo>
                    <a:pt x="503097" y="4248150"/>
                  </a:lnTo>
                  <a:close/>
                </a:path>
                <a:path w="11430000" h="4257675">
                  <a:moveTo>
                    <a:pt x="533273" y="0"/>
                  </a:moveTo>
                  <a:lnTo>
                    <a:pt x="504698" y="0"/>
                  </a:lnTo>
                  <a:lnTo>
                    <a:pt x="504698" y="9525"/>
                  </a:lnTo>
                  <a:lnTo>
                    <a:pt x="533273" y="9525"/>
                  </a:lnTo>
                  <a:lnTo>
                    <a:pt x="533273" y="0"/>
                  </a:lnTo>
                  <a:close/>
                </a:path>
                <a:path w="11430000" h="4257675">
                  <a:moveTo>
                    <a:pt x="550710" y="4248150"/>
                  </a:moveTo>
                  <a:lnTo>
                    <a:pt x="522135" y="4248150"/>
                  </a:lnTo>
                  <a:lnTo>
                    <a:pt x="522135" y="4257675"/>
                  </a:lnTo>
                  <a:lnTo>
                    <a:pt x="550710" y="4257675"/>
                  </a:lnTo>
                  <a:lnTo>
                    <a:pt x="550710" y="4248150"/>
                  </a:lnTo>
                  <a:close/>
                </a:path>
                <a:path w="11430000" h="4257675">
                  <a:moveTo>
                    <a:pt x="580885" y="0"/>
                  </a:moveTo>
                  <a:lnTo>
                    <a:pt x="552310" y="0"/>
                  </a:lnTo>
                  <a:lnTo>
                    <a:pt x="552310" y="9525"/>
                  </a:lnTo>
                  <a:lnTo>
                    <a:pt x="580885" y="9525"/>
                  </a:lnTo>
                  <a:lnTo>
                    <a:pt x="580885" y="0"/>
                  </a:lnTo>
                  <a:close/>
                </a:path>
                <a:path w="11430000" h="4257675">
                  <a:moveTo>
                    <a:pt x="598322" y="4248150"/>
                  </a:moveTo>
                  <a:lnTo>
                    <a:pt x="569747" y="4248150"/>
                  </a:lnTo>
                  <a:lnTo>
                    <a:pt x="569747" y="4257675"/>
                  </a:lnTo>
                  <a:lnTo>
                    <a:pt x="598322" y="4257675"/>
                  </a:lnTo>
                  <a:lnTo>
                    <a:pt x="598322" y="4248150"/>
                  </a:lnTo>
                  <a:close/>
                </a:path>
                <a:path w="11430000" h="4257675">
                  <a:moveTo>
                    <a:pt x="628497" y="0"/>
                  </a:moveTo>
                  <a:lnTo>
                    <a:pt x="599922" y="0"/>
                  </a:lnTo>
                  <a:lnTo>
                    <a:pt x="599922" y="9525"/>
                  </a:lnTo>
                  <a:lnTo>
                    <a:pt x="628497" y="9525"/>
                  </a:lnTo>
                  <a:lnTo>
                    <a:pt x="628497" y="0"/>
                  </a:lnTo>
                  <a:close/>
                </a:path>
                <a:path w="11430000" h="4257675">
                  <a:moveTo>
                    <a:pt x="645934" y="4248150"/>
                  </a:moveTo>
                  <a:lnTo>
                    <a:pt x="617359" y="4248150"/>
                  </a:lnTo>
                  <a:lnTo>
                    <a:pt x="617359" y="4257675"/>
                  </a:lnTo>
                  <a:lnTo>
                    <a:pt x="645934" y="4257675"/>
                  </a:lnTo>
                  <a:lnTo>
                    <a:pt x="645934" y="4248150"/>
                  </a:lnTo>
                  <a:close/>
                </a:path>
                <a:path w="11430000" h="4257675">
                  <a:moveTo>
                    <a:pt x="676109" y="0"/>
                  </a:moveTo>
                  <a:lnTo>
                    <a:pt x="647534" y="0"/>
                  </a:lnTo>
                  <a:lnTo>
                    <a:pt x="647534" y="9525"/>
                  </a:lnTo>
                  <a:lnTo>
                    <a:pt x="676109" y="9525"/>
                  </a:lnTo>
                  <a:lnTo>
                    <a:pt x="676109" y="0"/>
                  </a:lnTo>
                  <a:close/>
                </a:path>
                <a:path w="11430000" h="4257675">
                  <a:moveTo>
                    <a:pt x="693547" y="4248150"/>
                  </a:moveTo>
                  <a:lnTo>
                    <a:pt x="664972" y="4248150"/>
                  </a:lnTo>
                  <a:lnTo>
                    <a:pt x="664972" y="4257675"/>
                  </a:lnTo>
                  <a:lnTo>
                    <a:pt x="693547" y="4257675"/>
                  </a:lnTo>
                  <a:lnTo>
                    <a:pt x="693547" y="4248150"/>
                  </a:lnTo>
                  <a:close/>
                </a:path>
                <a:path w="11430000" h="4257675">
                  <a:moveTo>
                    <a:pt x="723722" y="0"/>
                  </a:moveTo>
                  <a:lnTo>
                    <a:pt x="695147" y="0"/>
                  </a:lnTo>
                  <a:lnTo>
                    <a:pt x="695147" y="9525"/>
                  </a:lnTo>
                  <a:lnTo>
                    <a:pt x="723722" y="9525"/>
                  </a:lnTo>
                  <a:lnTo>
                    <a:pt x="723722" y="0"/>
                  </a:lnTo>
                  <a:close/>
                </a:path>
                <a:path w="11430000" h="4257675">
                  <a:moveTo>
                    <a:pt x="741159" y="4248150"/>
                  </a:moveTo>
                  <a:lnTo>
                    <a:pt x="712584" y="4248150"/>
                  </a:lnTo>
                  <a:lnTo>
                    <a:pt x="712584" y="4257675"/>
                  </a:lnTo>
                  <a:lnTo>
                    <a:pt x="741159" y="4257675"/>
                  </a:lnTo>
                  <a:lnTo>
                    <a:pt x="741159" y="4248150"/>
                  </a:lnTo>
                  <a:close/>
                </a:path>
                <a:path w="11430000" h="4257675">
                  <a:moveTo>
                    <a:pt x="771321" y="0"/>
                  </a:moveTo>
                  <a:lnTo>
                    <a:pt x="742746" y="0"/>
                  </a:lnTo>
                  <a:lnTo>
                    <a:pt x="742746" y="9525"/>
                  </a:lnTo>
                  <a:lnTo>
                    <a:pt x="771321" y="9525"/>
                  </a:lnTo>
                  <a:lnTo>
                    <a:pt x="771321" y="0"/>
                  </a:lnTo>
                  <a:close/>
                </a:path>
                <a:path w="11430000" h="4257675">
                  <a:moveTo>
                    <a:pt x="788758" y="4248150"/>
                  </a:moveTo>
                  <a:lnTo>
                    <a:pt x="760183" y="4248150"/>
                  </a:lnTo>
                  <a:lnTo>
                    <a:pt x="760183" y="4257675"/>
                  </a:lnTo>
                  <a:lnTo>
                    <a:pt x="788758" y="4257675"/>
                  </a:lnTo>
                  <a:lnTo>
                    <a:pt x="788758" y="4248150"/>
                  </a:lnTo>
                  <a:close/>
                </a:path>
                <a:path w="11430000" h="4257675">
                  <a:moveTo>
                    <a:pt x="818934" y="0"/>
                  </a:moveTo>
                  <a:lnTo>
                    <a:pt x="790359" y="0"/>
                  </a:lnTo>
                  <a:lnTo>
                    <a:pt x="790359" y="9525"/>
                  </a:lnTo>
                  <a:lnTo>
                    <a:pt x="818934" y="9525"/>
                  </a:lnTo>
                  <a:lnTo>
                    <a:pt x="818934" y="0"/>
                  </a:lnTo>
                  <a:close/>
                </a:path>
                <a:path w="11430000" h="4257675">
                  <a:moveTo>
                    <a:pt x="836371" y="4248150"/>
                  </a:moveTo>
                  <a:lnTo>
                    <a:pt x="807796" y="4248150"/>
                  </a:lnTo>
                  <a:lnTo>
                    <a:pt x="807796" y="4257675"/>
                  </a:lnTo>
                  <a:lnTo>
                    <a:pt x="836371" y="4257675"/>
                  </a:lnTo>
                  <a:lnTo>
                    <a:pt x="836371" y="4248150"/>
                  </a:lnTo>
                  <a:close/>
                </a:path>
                <a:path w="11430000" h="4257675">
                  <a:moveTo>
                    <a:pt x="866546" y="0"/>
                  </a:moveTo>
                  <a:lnTo>
                    <a:pt x="837971" y="0"/>
                  </a:lnTo>
                  <a:lnTo>
                    <a:pt x="837971" y="9525"/>
                  </a:lnTo>
                  <a:lnTo>
                    <a:pt x="866546" y="9525"/>
                  </a:lnTo>
                  <a:lnTo>
                    <a:pt x="866546" y="0"/>
                  </a:lnTo>
                  <a:close/>
                </a:path>
                <a:path w="11430000" h="4257675">
                  <a:moveTo>
                    <a:pt x="883983" y="4248150"/>
                  </a:moveTo>
                  <a:lnTo>
                    <a:pt x="855408" y="4248150"/>
                  </a:lnTo>
                  <a:lnTo>
                    <a:pt x="855408" y="4257675"/>
                  </a:lnTo>
                  <a:lnTo>
                    <a:pt x="883983" y="4257675"/>
                  </a:lnTo>
                  <a:lnTo>
                    <a:pt x="883983" y="4248150"/>
                  </a:lnTo>
                  <a:close/>
                </a:path>
                <a:path w="11430000" h="4257675">
                  <a:moveTo>
                    <a:pt x="914158" y="0"/>
                  </a:moveTo>
                  <a:lnTo>
                    <a:pt x="885583" y="0"/>
                  </a:lnTo>
                  <a:lnTo>
                    <a:pt x="885583" y="9525"/>
                  </a:lnTo>
                  <a:lnTo>
                    <a:pt x="914158" y="9525"/>
                  </a:lnTo>
                  <a:lnTo>
                    <a:pt x="914158" y="0"/>
                  </a:lnTo>
                  <a:close/>
                </a:path>
                <a:path w="11430000" h="4257675">
                  <a:moveTo>
                    <a:pt x="931595" y="4248150"/>
                  </a:moveTo>
                  <a:lnTo>
                    <a:pt x="903020" y="4248150"/>
                  </a:lnTo>
                  <a:lnTo>
                    <a:pt x="903020" y="4257675"/>
                  </a:lnTo>
                  <a:lnTo>
                    <a:pt x="931595" y="4257675"/>
                  </a:lnTo>
                  <a:lnTo>
                    <a:pt x="931595" y="4248150"/>
                  </a:lnTo>
                  <a:close/>
                </a:path>
                <a:path w="11430000" h="4257675">
                  <a:moveTo>
                    <a:pt x="961771" y="0"/>
                  </a:moveTo>
                  <a:lnTo>
                    <a:pt x="933196" y="0"/>
                  </a:lnTo>
                  <a:lnTo>
                    <a:pt x="933196" y="9525"/>
                  </a:lnTo>
                  <a:lnTo>
                    <a:pt x="961771" y="9525"/>
                  </a:lnTo>
                  <a:lnTo>
                    <a:pt x="961771" y="0"/>
                  </a:lnTo>
                  <a:close/>
                </a:path>
                <a:path w="11430000" h="4257675">
                  <a:moveTo>
                    <a:pt x="979208" y="4248150"/>
                  </a:moveTo>
                  <a:lnTo>
                    <a:pt x="950633" y="4248150"/>
                  </a:lnTo>
                  <a:lnTo>
                    <a:pt x="950633" y="4257675"/>
                  </a:lnTo>
                  <a:lnTo>
                    <a:pt x="979208" y="4257675"/>
                  </a:lnTo>
                  <a:lnTo>
                    <a:pt x="979208" y="4248150"/>
                  </a:lnTo>
                  <a:close/>
                </a:path>
                <a:path w="11430000" h="4257675">
                  <a:moveTo>
                    <a:pt x="1009383" y="0"/>
                  </a:moveTo>
                  <a:lnTo>
                    <a:pt x="980808" y="0"/>
                  </a:lnTo>
                  <a:lnTo>
                    <a:pt x="980808" y="9525"/>
                  </a:lnTo>
                  <a:lnTo>
                    <a:pt x="1009383" y="9525"/>
                  </a:lnTo>
                  <a:lnTo>
                    <a:pt x="1009383" y="0"/>
                  </a:lnTo>
                  <a:close/>
                </a:path>
                <a:path w="11430000" h="4257675">
                  <a:moveTo>
                    <a:pt x="1026820" y="4248150"/>
                  </a:moveTo>
                  <a:lnTo>
                    <a:pt x="998245" y="4248150"/>
                  </a:lnTo>
                  <a:lnTo>
                    <a:pt x="998245" y="4257675"/>
                  </a:lnTo>
                  <a:lnTo>
                    <a:pt x="1026820" y="4257675"/>
                  </a:lnTo>
                  <a:lnTo>
                    <a:pt x="1026820" y="4248150"/>
                  </a:lnTo>
                  <a:close/>
                </a:path>
                <a:path w="11430000" h="4257675">
                  <a:moveTo>
                    <a:pt x="1056995" y="0"/>
                  </a:moveTo>
                  <a:lnTo>
                    <a:pt x="1028420" y="0"/>
                  </a:lnTo>
                  <a:lnTo>
                    <a:pt x="1028420" y="9525"/>
                  </a:lnTo>
                  <a:lnTo>
                    <a:pt x="1056995" y="9525"/>
                  </a:lnTo>
                  <a:lnTo>
                    <a:pt x="1056995" y="0"/>
                  </a:lnTo>
                  <a:close/>
                </a:path>
                <a:path w="11430000" h="4257675">
                  <a:moveTo>
                    <a:pt x="1074432" y="4248150"/>
                  </a:moveTo>
                  <a:lnTo>
                    <a:pt x="1045857" y="4248150"/>
                  </a:lnTo>
                  <a:lnTo>
                    <a:pt x="1045857" y="4257675"/>
                  </a:lnTo>
                  <a:lnTo>
                    <a:pt x="1074432" y="4257675"/>
                  </a:lnTo>
                  <a:lnTo>
                    <a:pt x="1074432" y="4248150"/>
                  </a:lnTo>
                  <a:close/>
                </a:path>
                <a:path w="11430000" h="4257675">
                  <a:moveTo>
                    <a:pt x="1104595" y="0"/>
                  </a:moveTo>
                  <a:lnTo>
                    <a:pt x="1076020" y="0"/>
                  </a:lnTo>
                  <a:lnTo>
                    <a:pt x="1076020" y="9525"/>
                  </a:lnTo>
                  <a:lnTo>
                    <a:pt x="1104595" y="9525"/>
                  </a:lnTo>
                  <a:lnTo>
                    <a:pt x="1104595" y="0"/>
                  </a:lnTo>
                  <a:close/>
                </a:path>
                <a:path w="11430000" h="4257675">
                  <a:moveTo>
                    <a:pt x="1122032" y="4248150"/>
                  </a:moveTo>
                  <a:lnTo>
                    <a:pt x="1093457" y="4248150"/>
                  </a:lnTo>
                  <a:lnTo>
                    <a:pt x="1093457" y="4257675"/>
                  </a:lnTo>
                  <a:lnTo>
                    <a:pt x="1122032" y="4257675"/>
                  </a:lnTo>
                  <a:lnTo>
                    <a:pt x="1122032" y="4248150"/>
                  </a:lnTo>
                  <a:close/>
                </a:path>
                <a:path w="11430000" h="4257675">
                  <a:moveTo>
                    <a:pt x="1152207" y="0"/>
                  </a:moveTo>
                  <a:lnTo>
                    <a:pt x="1123632" y="0"/>
                  </a:lnTo>
                  <a:lnTo>
                    <a:pt x="1123632" y="9525"/>
                  </a:lnTo>
                  <a:lnTo>
                    <a:pt x="1152207" y="9525"/>
                  </a:lnTo>
                  <a:lnTo>
                    <a:pt x="1152207" y="0"/>
                  </a:lnTo>
                  <a:close/>
                </a:path>
                <a:path w="11430000" h="4257675">
                  <a:moveTo>
                    <a:pt x="1169644" y="4248150"/>
                  </a:moveTo>
                  <a:lnTo>
                    <a:pt x="1141069" y="4248150"/>
                  </a:lnTo>
                  <a:lnTo>
                    <a:pt x="1141069" y="4257675"/>
                  </a:lnTo>
                  <a:lnTo>
                    <a:pt x="1169644" y="4257675"/>
                  </a:lnTo>
                  <a:lnTo>
                    <a:pt x="1169644" y="4248150"/>
                  </a:lnTo>
                  <a:close/>
                </a:path>
                <a:path w="11430000" h="4257675">
                  <a:moveTo>
                    <a:pt x="1199819" y="0"/>
                  </a:moveTo>
                  <a:lnTo>
                    <a:pt x="1171244" y="0"/>
                  </a:lnTo>
                  <a:lnTo>
                    <a:pt x="1171244" y="9525"/>
                  </a:lnTo>
                  <a:lnTo>
                    <a:pt x="1199819" y="9525"/>
                  </a:lnTo>
                  <a:lnTo>
                    <a:pt x="1199819" y="0"/>
                  </a:lnTo>
                  <a:close/>
                </a:path>
                <a:path w="11430000" h="4257675">
                  <a:moveTo>
                    <a:pt x="1217256" y="4248150"/>
                  </a:moveTo>
                  <a:lnTo>
                    <a:pt x="1188681" y="4248150"/>
                  </a:lnTo>
                  <a:lnTo>
                    <a:pt x="1188681" y="4257675"/>
                  </a:lnTo>
                  <a:lnTo>
                    <a:pt x="1217256" y="4257675"/>
                  </a:lnTo>
                  <a:lnTo>
                    <a:pt x="1217256" y="4248150"/>
                  </a:lnTo>
                  <a:close/>
                </a:path>
                <a:path w="11430000" h="4257675">
                  <a:moveTo>
                    <a:pt x="1247432" y="0"/>
                  </a:moveTo>
                  <a:lnTo>
                    <a:pt x="1218857" y="0"/>
                  </a:lnTo>
                  <a:lnTo>
                    <a:pt x="1218857" y="9525"/>
                  </a:lnTo>
                  <a:lnTo>
                    <a:pt x="1247432" y="9525"/>
                  </a:lnTo>
                  <a:lnTo>
                    <a:pt x="1247432" y="0"/>
                  </a:lnTo>
                  <a:close/>
                </a:path>
                <a:path w="11430000" h="4257675">
                  <a:moveTo>
                    <a:pt x="1264869" y="4248150"/>
                  </a:moveTo>
                  <a:lnTo>
                    <a:pt x="1236294" y="4248150"/>
                  </a:lnTo>
                  <a:lnTo>
                    <a:pt x="1236294" y="4257675"/>
                  </a:lnTo>
                  <a:lnTo>
                    <a:pt x="1264869" y="4257675"/>
                  </a:lnTo>
                  <a:lnTo>
                    <a:pt x="1264869" y="4248150"/>
                  </a:lnTo>
                  <a:close/>
                </a:path>
                <a:path w="11430000" h="4257675">
                  <a:moveTo>
                    <a:pt x="1295044" y="0"/>
                  </a:moveTo>
                  <a:lnTo>
                    <a:pt x="1266469" y="0"/>
                  </a:lnTo>
                  <a:lnTo>
                    <a:pt x="1266469" y="9525"/>
                  </a:lnTo>
                  <a:lnTo>
                    <a:pt x="1295044" y="9525"/>
                  </a:lnTo>
                  <a:lnTo>
                    <a:pt x="1295044" y="0"/>
                  </a:lnTo>
                  <a:close/>
                </a:path>
                <a:path w="11430000" h="4257675">
                  <a:moveTo>
                    <a:pt x="1312481" y="4248150"/>
                  </a:moveTo>
                  <a:lnTo>
                    <a:pt x="1283906" y="4248150"/>
                  </a:lnTo>
                  <a:lnTo>
                    <a:pt x="1283906" y="4257675"/>
                  </a:lnTo>
                  <a:lnTo>
                    <a:pt x="1312481" y="4257675"/>
                  </a:lnTo>
                  <a:lnTo>
                    <a:pt x="1312481" y="4248150"/>
                  </a:lnTo>
                  <a:close/>
                </a:path>
                <a:path w="11430000" h="4257675">
                  <a:moveTo>
                    <a:pt x="1342656" y="0"/>
                  </a:moveTo>
                  <a:lnTo>
                    <a:pt x="1314081" y="0"/>
                  </a:lnTo>
                  <a:lnTo>
                    <a:pt x="1314081" y="9525"/>
                  </a:lnTo>
                  <a:lnTo>
                    <a:pt x="1342656" y="9525"/>
                  </a:lnTo>
                  <a:lnTo>
                    <a:pt x="1342656" y="0"/>
                  </a:lnTo>
                  <a:close/>
                </a:path>
                <a:path w="11430000" h="4257675">
                  <a:moveTo>
                    <a:pt x="1360093" y="4248150"/>
                  </a:moveTo>
                  <a:lnTo>
                    <a:pt x="1331518" y="4248150"/>
                  </a:lnTo>
                  <a:lnTo>
                    <a:pt x="1331518" y="4257675"/>
                  </a:lnTo>
                  <a:lnTo>
                    <a:pt x="1360093" y="4257675"/>
                  </a:lnTo>
                  <a:lnTo>
                    <a:pt x="1360093" y="4248150"/>
                  </a:lnTo>
                  <a:close/>
                </a:path>
                <a:path w="11430000" h="4257675">
                  <a:moveTo>
                    <a:pt x="1390269" y="0"/>
                  </a:moveTo>
                  <a:lnTo>
                    <a:pt x="1361694" y="0"/>
                  </a:lnTo>
                  <a:lnTo>
                    <a:pt x="1361694" y="9525"/>
                  </a:lnTo>
                  <a:lnTo>
                    <a:pt x="1390269" y="9525"/>
                  </a:lnTo>
                  <a:lnTo>
                    <a:pt x="1390269" y="0"/>
                  </a:lnTo>
                  <a:close/>
                </a:path>
                <a:path w="11430000" h="4257675">
                  <a:moveTo>
                    <a:pt x="1407693" y="4248150"/>
                  </a:moveTo>
                  <a:lnTo>
                    <a:pt x="1379118" y="4248150"/>
                  </a:lnTo>
                  <a:lnTo>
                    <a:pt x="1379118" y="4257675"/>
                  </a:lnTo>
                  <a:lnTo>
                    <a:pt x="1407693" y="4257675"/>
                  </a:lnTo>
                  <a:lnTo>
                    <a:pt x="1407693" y="4248150"/>
                  </a:lnTo>
                  <a:close/>
                </a:path>
                <a:path w="11430000" h="4257675">
                  <a:moveTo>
                    <a:pt x="1437868" y="0"/>
                  </a:moveTo>
                  <a:lnTo>
                    <a:pt x="1409293" y="0"/>
                  </a:lnTo>
                  <a:lnTo>
                    <a:pt x="1409293" y="9525"/>
                  </a:lnTo>
                  <a:lnTo>
                    <a:pt x="1437868" y="9525"/>
                  </a:lnTo>
                  <a:lnTo>
                    <a:pt x="1437868" y="0"/>
                  </a:lnTo>
                  <a:close/>
                </a:path>
                <a:path w="11430000" h="4257675">
                  <a:moveTo>
                    <a:pt x="1455305" y="4248150"/>
                  </a:moveTo>
                  <a:lnTo>
                    <a:pt x="1426730" y="4248150"/>
                  </a:lnTo>
                  <a:lnTo>
                    <a:pt x="1426730" y="4257675"/>
                  </a:lnTo>
                  <a:lnTo>
                    <a:pt x="1455305" y="4257675"/>
                  </a:lnTo>
                  <a:lnTo>
                    <a:pt x="1455305" y="4248150"/>
                  </a:lnTo>
                  <a:close/>
                </a:path>
                <a:path w="11430000" h="4257675">
                  <a:moveTo>
                    <a:pt x="1485480" y="0"/>
                  </a:moveTo>
                  <a:lnTo>
                    <a:pt x="1456905" y="0"/>
                  </a:lnTo>
                  <a:lnTo>
                    <a:pt x="1456905" y="9525"/>
                  </a:lnTo>
                  <a:lnTo>
                    <a:pt x="1485480" y="9525"/>
                  </a:lnTo>
                  <a:lnTo>
                    <a:pt x="1485480" y="0"/>
                  </a:lnTo>
                  <a:close/>
                </a:path>
                <a:path w="11430000" h="4257675">
                  <a:moveTo>
                    <a:pt x="1502918" y="4248150"/>
                  </a:moveTo>
                  <a:lnTo>
                    <a:pt x="1474343" y="4248150"/>
                  </a:lnTo>
                  <a:lnTo>
                    <a:pt x="1474343" y="4257675"/>
                  </a:lnTo>
                  <a:lnTo>
                    <a:pt x="1502918" y="4257675"/>
                  </a:lnTo>
                  <a:lnTo>
                    <a:pt x="1502918" y="4248150"/>
                  </a:lnTo>
                  <a:close/>
                </a:path>
                <a:path w="11430000" h="4257675">
                  <a:moveTo>
                    <a:pt x="1533093" y="0"/>
                  </a:moveTo>
                  <a:lnTo>
                    <a:pt x="1504518" y="0"/>
                  </a:lnTo>
                  <a:lnTo>
                    <a:pt x="1504518" y="9525"/>
                  </a:lnTo>
                  <a:lnTo>
                    <a:pt x="1533093" y="9525"/>
                  </a:lnTo>
                  <a:lnTo>
                    <a:pt x="1533093" y="0"/>
                  </a:lnTo>
                  <a:close/>
                </a:path>
                <a:path w="11430000" h="4257675">
                  <a:moveTo>
                    <a:pt x="1550530" y="4248150"/>
                  </a:moveTo>
                  <a:lnTo>
                    <a:pt x="1521955" y="4248150"/>
                  </a:lnTo>
                  <a:lnTo>
                    <a:pt x="1521955" y="4257675"/>
                  </a:lnTo>
                  <a:lnTo>
                    <a:pt x="1550530" y="4257675"/>
                  </a:lnTo>
                  <a:lnTo>
                    <a:pt x="1550530" y="4248150"/>
                  </a:lnTo>
                  <a:close/>
                </a:path>
                <a:path w="11430000" h="4257675">
                  <a:moveTo>
                    <a:pt x="1580705" y="0"/>
                  </a:moveTo>
                  <a:lnTo>
                    <a:pt x="1552130" y="0"/>
                  </a:lnTo>
                  <a:lnTo>
                    <a:pt x="1552130" y="9525"/>
                  </a:lnTo>
                  <a:lnTo>
                    <a:pt x="1580705" y="9525"/>
                  </a:lnTo>
                  <a:lnTo>
                    <a:pt x="1580705" y="0"/>
                  </a:lnTo>
                  <a:close/>
                </a:path>
                <a:path w="11430000" h="4257675">
                  <a:moveTo>
                    <a:pt x="1598142" y="4248150"/>
                  </a:moveTo>
                  <a:lnTo>
                    <a:pt x="1569567" y="4248150"/>
                  </a:lnTo>
                  <a:lnTo>
                    <a:pt x="1569567" y="4257675"/>
                  </a:lnTo>
                  <a:lnTo>
                    <a:pt x="1598142" y="4257675"/>
                  </a:lnTo>
                  <a:lnTo>
                    <a:pt x="1598142" y="4248150"/>
                  </a:lnTo>
                  <a:close/>
                </a:path>
                <a:path w="11430000" h="4257675">
                  <a:moveTo>
                    <a:pt x="1628317" y="0"/>
                  </a:moveTo>
                  <a:lnTo>
                    <a:pt x="1599742" y="0"/>
                  </a:lnTo>
                  <a:lnTo>
                    <a:pt x="1599742" y="9525"/>
                  </a:lnTo>
                  <a:lnTo>
                    <a:pt x="1628317" y="9525"/>
                  </a:lnTo>
                  <a:lnTo>
                    <a:pt x="1628317" y="0"/>
                  </a:lnTo>
                  <a:close/>
                </a:path>
                <a:path w="11430000" h="4257675">
                  <a:moveTo>
                    <a:pt x="1645754" y="4248150"/>
                  </a:moveTo>
                  <a:lnTo>
                    <a:pt x="1617179" y="4248150"/>
                  </a:lnTo>
                  <a:lnTo>
                    <a:pt x="1617179" y="4257675"/>
                  </a:lnTo>
                  <a:lnTo>
                    <a:pt x="1645754" y="4257675"/>
                  </a:lnTo>
                  <a:lnTo>
                    <a:pt x="1645754" y="4248150"/>
                  </a:lnTo>
                  <a:close/>
                </a:path>
                <a:path w="11430000" h="4257675">
                  <a:moveTo>
                    <a:pt x="1675930" y="0"/>
                  </a:moveTo>
                  <a:lnTo>
                    <a:pt x="1647355" y="0"/>
                  </a:lnTo>
                  <a:lnTo>
                    <a:pt x="1647355" y="9525"/>
                  </a:lnTo>
                  <a:lnTo>
                    <a:pt x="1675930" y="9525"/>
                  </a:lnTo>
                  <a:lnTo>
                    <a:pt x="1675930" y="0"/>
                  </a:lnTo>
                  <a:close/>
                </a:path>
                <a:path w="11430000" h="4257675">
                  <a:moveTo>
                    <a:pt x="1693367" y="4248150"/>
                  </a:moveTo>
                  <a:lnTo>
                    <a:pt x="1664792" y="4248150"/>
                  </a:lnTo>
                  <a:lnTo>
                    <a:pt x="1664792" y="4257675"/>
                  </a:lnTo>
                  <a:lnTo>
                    <a:pt x="1693367" y="4257675"/>
                  </a:lnTo>
                  <a:lnTo>
                    <a:pt x="1693367" y="4248150"/>
                  </a:lnTo>
                  <a:close/>
                </a:path>
                <a:path w="11430000" h="4257675">
                  <a:moveTo>
                    <a:pt x="1723542" y="0"/>
                  </a:moveTo>
                  <a:lnTo>
                    <a:pt x="1694967" y="0"/>
                  </a:lnTo>
                  <a:lnTo>
                    <a:pt x="1694967" y="9525"/>
                  </a:lnTo>
                  <a:lnTo>
                    <a:pt x="1723542" y="9525"/>
                  </a:lnTo>
                  <a:lnTo>
                    <a:pt x="1723542" y="0"/>
                  </a:lnTo>
                  <a:close/>
                </a:path>
                <a:path w="11430000" h="4257675">
                  <a:moveTo>
                    <a:pt x="1740966" y="4248150"/>
                  </a:moveTo>
                  <a:lnTo>
                    <a:pt x="1712391" y="4248150"/>
                  </a:lnTo>
                  <a:lnTo>
                    <a:pt x="1712391" y="4257675"/>
                  </a:lnTo>
                  <a:lnTo>
                    <a:pt x="1740966" y="4257675"/>
                  </a:lnTo>
                  <a:lnTo>
                    <a:pt x="1740966" y="4248150"/>
                  </a:lnTo>
                  <a:close/>
                </a:path>
                <a:path w="11430000" h="4257675">
                  <a:moveTo>
                    <a:pt x="1771142" y="0"/>
                  </a:moveTo>
                  <a:lnTo>
                    <a:pt x="1742567" y="0"/>
                  </a:lnTo>
                  <a:lnTo>
                    <a:pt x="1742567" y="9525"/>
                  </a:lnTo>
                  <a:lnTo>
                    <a:pt x="1771142" y="9525"/>
                  </a:lnTo>
                  <a:lnTo>
                    <a:pt x="1771142" y="0"/>
                  </a:lnTo>
                  <a:close/>
                </a:path>
                <a:path w="11430000" h="4257675">
                  <a:moveTo>
                    <a:pt x="1788579" y="4248150"/>
                  </a:moveTo>
                  <a:lnTo>
                    <a:pt x="1760004" y="4248150"/>
                  </a:lnTo>
                  <a:lnTo>
                    <a:pt x="1760004" y="4257675"/>
                  </a:lnTo>
                  <a:lnTo>
                    <a:pt x="1788579" y="4257675"/>
                  </a:lnTo>
                  <a:lnTo>
                    <a:pt x="1788579" y="4248150"/>
                  </a:lnTo>
                  <a:close/>
                </a:path>
                <a:path w="11430000" h="4257675">
                  <a:moveTo>
                    <a:pt x="1818754" y="0"/>
                  </a:moveTo>
                  <a:lnTo>
                    <a:pt x="1790179" y="0"/>
                  </a:lnTo>
                  <a:lnTo>
                    <a:pt x="1790179" y="9525"/>
                  </a:lnTo>
                  <a:lnTo>
                    <a:pt x="1818754" y="9525"/>
                  </a:lnTo>
                  <a:lnTo>
                    <a:pt x="1818754" y="0"/>
                  </a:lnTo>
                  <a:close/>
                </a:path>
                <a:path w="11430000" h="4257675">
                  <a:moveTo>
                    <a:pt x="1836191" y="4248150"/>
                  </a:moveTo>
                  <a:lnTo>
                    <a:pt x="1807616" y="4248150"/>
                  </a:lnTo>
                  <a:lnTo>
                    <a:pt x="1807616" y="4257675"/>
                  </a:lnTo>
                  <a:lnTo>
                    <a:pt x="1836191" y="4257675"/>
                  </a:lnTo>
                  <a:lnTo>
                    <a:pt x="1836191" y="4248150"/>
                  </a:lnTo>
                  <a:close/>
                </a:path>
                <a:path w="11430000" h="4257675">
                  <a:moveTo>
                    <a:pt x="1866366" y="0"/>
                  </a:moveTo>
                  <a:lnTo>
                    <a:pt x="1837791" y="0"/>
                  </a:lnTo>
                  <a:lnTo>
                    <a:pt x="1837791" y="9525"/>
                  </a:lnTo>
                  <a:lnTo>
                    <a:pt x="1866366" y="9525"/>
                  </a:lnTo>
                  <a:lnTo>
                    <a:pt x="1866366" y="0"/>
                  </a:lnTo>
                  <a:close/>
                </a:path>
                <a:path w="11430000" h="4257675">
                  <a:moveTo>
                    <a:pt x="1883803" y="4248150"/>
                  </a:moveTo>
                  <a:lnTo>
                    <a:pt x="1855228" y="4248150"/>
                  </a:lnTo>
                  <a:lnTo>
                    <a:pt x="1855228" y="4257675"/>
                  </a:lnTo>
                  <a:lnTo>
                    <a:pt x="1883803" y="4257675"/>
                  </a:lnTo>
                  <a:lnTo>
                    <a:pt x="1883803" y="4248150"/>
                  </a:lnTo>
                  <a:close/>
                </a:path>
                <a:path w="11430000" h="4257675">
                  <a:moveTo>
                    <a:pt x="1913978" y="0"/>
                  </a:moveTo>
                  <a:lnTo>
                    <a:pt x="1885403" y="0"/>
                  </a:lnTo>
                  <a:lnTo>
                    <a:pt x="1885403" y="9525"/>
                  </a:lnTo>
                  <a:lnTo>
                    <a:pt x="1913978" y="9525"/>
                  </a:lnTo>
                  <a:lnTo>
                    <a:pt x="1913978" y="0"/>
                  </a:lnTo>
                  <a:close/>
                </a:path>
                <a:path w="11430000" h="4257675">
                  <a:moveTo>
                    <a:pt x="1931416" y="4248150"/>
                  </a:moveTo>
                  <a:lnTo>
                    <a:pt x="1902841" y="4248150"/>
                  </a:lnTo>
                  <a:lnTo>
                    <a:pt x="1902841" y="4257675"/>
                  </a:lnTo>
                  <a:lnTo>
                    <a:pt x="1931416" y="4257675"/>
                  </a:lnTo>
                  <a:lnTo>
                    <a:pt x="1931416" y="4248150"/>
                  </a:lnTo>
                  <a:close/>
                </a:path>
                <a:path w="11430000" h="4257675">
                  <a:moveTo>
                    <a:pt x="1961591" y="0"/>
                  </a:moveTo>
                  <a:lnTo>
                    <a:pt x="1933016" y="0"/>
                  </a:lnTo>
                  <a:lnTo>
                    <a:pt x="1933016" y="9525"/>
                  </a:lnTo>
                  <a:lnTo>
                    <a:pt x="1961591" y="9525"/>
                  </a:lnTo>
                  <a:lnTo>
                    <a:pt x="1961591" y="0"/>
                  </a:lnTo>
                  <a:close/>
                </a:path>
                <a:path w="11430000" h="4257675">
                  <a:moveTo>
                    <a:pt x="1979028" y="4248150"/>
                  </a:moveTo>
                  <a:lnTo>
                    <a:pt x="1950453" y="4248150"/>
                  </a:lnTo>
                  <a:lnTo>
                    <a:pt x="1950453" y="4257675"/>
                  </a:lnTo>
                  <a:lnTo>
                    <a:pt x="1979028" y="4257675"/>
                  </a:lnTo>
                  <a:lnTo>
                    <a:pt x="1979028" y="4248150"/>
                  </a:lnTo>
                  <a:close/>
                </a:path>
                <a:path w="11430000" h="4257675">
                  <a:moveTo>
                    <a:pt x="2009203" y="0"/>
                  </a:moveTo>
                  <a:lnTo>
                    <a:pt x="1980628" y="0"/>
                  </a:lnTo>
                  <a:lnTo>
                    <a:pt x="1980628" y="9525"/>
                  </a:lnTo>
                  <a:lnTo>
                    <a:pt x="2009203" y="9525"/>
                  </a:lnTo>
                  <a:lnTo>
                    <a:pt x="2009203" y="0"/>
                  </a:lnTo>
                  <a:close/>
                </a:path>
                <a:path w="11430000" h="4257675">
                  <a:moveTo>
                    <a:pt x="2026640" y="4248150"/>
                  </a:moveTo>
                  <a:lnTo>
                    <a:pt x="1998065" y="4248150"/>
                  </a:lnTo>
                  <a:lnTo>
                    <a:pt x="1998065" y="4257675"/>
                  </a:lnTo>
                  <a:lnTo>
                    <a:pt x="2026640" y="4257675"/>
                  </a:lnTo>
                  <a:lnTo>
                    <a:pt x="2026640" y="4248150"/>
                  </a:lnTo>
                  <a:close/>
                </a:path>
                <a:path w="11430000" h="4257675">
                  <a:moveTo>
                    <a:pt x="2056815" y="0"/>
                  </a:moveTo>
                  <a:lnTo>
                    <a:pt x="2028240" y="0"/>
                  </a:lnTo>
                  <a:lnTo>
                    <a:pt x="2028240" y="9525"/>
                  </a:lnTo>
                  <a:lnTo>
                    <a:pt x="2056815" y="9525"/>
                  </a:lnTo>
                  <a:lnTo>
                    <a:pt x="2056815" y="0"/>
                  </a:lnTo>
                  <a:close/>
                </a:path>
                <a:path w="11430000" h="4257675">
                  <a:moveTo>
                    <a:pt x="2074252" y="4248150"/>
                  </a:moveTo>
                  <a:lnTo>
                    <a:pt x="2045677" y="4248150"/>
                  </a:lnTo>
                  <a:lnTo>
                    <a:pt x="2045677" y="4257675"/>
                  </a:lnTo>
                  <a:lnTo>
                    <a:pt x="2074252" y="4257675"/>
                  </a:lnTo>
                  <a:lnTo>
                    <a:pt x="2074252" y="4248150"/>
                  </a:lnTo>
                  <a:close/>
                </a:path>
                <a:path w="11430000" h="4257675">
                  <a:moveTo>
                    <a:pt x="2104415" y="0"/>
                  </a:moveTo>
                  <a:lnTo>
                    <a:pt x="2075840" y="0"/>
                  </a:lnTo>
                  <a:lnTo>
                    <a:pt x="2075840" y="9525"/>
                  </a:lnTo>
                  <a:lnTo>
                    <a:pt x="2104415" y="9525"/>
                  </a:lnTo>
                  <a:lnTo>
                    <a:pt x="2104415" y="0"/>
                  </a:lnTo>
                  <a:close/>
                </a:path>
                <a:path w="11430000" h="4257675">
                  <a:moveTo>
                    <a:pt x="2121852" y="4248150"/>
                  </a:moveTo>
                  <a:lnTo>
                    <a:pt x="2093277" y="4248150"/>
                  </a:lnTo>
                  <a:lnTo>
                    <a:pt x="2093277" y="4257675"/>
                  </a:lnTo>
                  <a:lnTo>
                    <a:pt x="2121852" y="4257675"/>
                  </a:lnTo>
                  <a:lnTo>
                    <a:pt x="2121852" y="4248150"/>
                  </a:lnTo>
                  <a:close/>
                </a:path>
                <a:path w="11430000" h="4257675">
                  <a:moveTo>
                    <a:pt x="2152027" y="0"/>
                  </a:moveTo>
                  <a:lnTo>
                    <a:pt x="2123452" y="0"/>
                  </a:lnTo>
                  <a:lnTo>
                    <a:pt x="2123452" y="9525"/>
                  </a:lnTo>
                  <a:lnTo>
                    <a:pt x="2152027" y="9525"/>
                  </a:lnTo>
                  <a:lnTo>
                    <a:pt x="2152027" y="0"/>
                  </a:lnTo>
                  <a:close/>
                </a:path>
                <a:path w="11430000" h="4257675">
                  <a:moveTo>
                    <a:pt x="2169464" y="4248150"/>
                  </a:moveTo>
                  <a:lnTo>
                    <a:pt x="2140889" y="4248150"/>
                  </a:lnTo>
                  <a:lnTo>
                    <a:pt x="2140889" y="4257675"/>
                  </a:lnTo>
                  <a:lnTo>
                    <a:pt x="2169464" y="4257675"/>
                  </a:lnTo>
                  <a:lnTo>
                    <a:pt x="2169464" y="4248150"/>
                  </a:lnTo>
                  <a:close/>
                </a:path>
                <a:path w="11430000" h="4257675">
                  <a:moveTo>
                    <a:pt x="2199640" y="0"/>
                  </a:moveTo>
                  <a:lnTo>
                    <a:pt x="2171065" y="0"/>
                  </a:lnTo>
                  <a:lnTo>
                    <a:pt x="2171065" y="9525"/>
                  </a:lnTo>
                  <a:lnTo>
                    <a:pt x="2199640" y="9525"/>
                  </a:lnTo>
                  <a:lnTo>
                    <a:pt x="2199640" y="0"/>
                  </a:lnTo>
                  <a:close/>
                </a:path>
                <a:path w="11430000" h="4257675">
                  <a:moveTo>
                    <a:pt x="2217077" y="4248150"/>
                  </a:moveTo>
                  <a:lnTo>
                    <a:pt x="2188502" y="4248150"/>
                  </a:lnTo>
                  <a:lnTo>
                    <a:pt x="2188502" y="4257675"/>
                  </a:lnTo>
                  <a:lnTo>
                    <a:pt x="2217077" y="4257675"/>
                  </a:lnTo>
                  <a:lnTo>
                    <a:pt x="2217077" y="4248150"/>
                  </a:lnTo>
                  <a:close/>
                </a:path>
                <a:path w="11430000" h="4257675">
                  <a:moveTo>
                    <a:pt x="2247252" y="0"/>
                  </a:moveTo>
                  <a:lnTo>
                    <a:pt x="2218677" y="0"/>
                  </a:lnTo>
                  <a:lnTo>
                    <a:pt x="2218677" y="9525"/>
                  </a:lnTo>
                  <a:lnTo>
                    <a:pt x="2247252" y="9525"/>
                  </a:lnTo>
                  <a:lnTo>
                    <a:pt x="2247252" y="0"/>
                  </a:lnTo>
                  <a:close/>
                </a:path>
                <a:path w="11430000" h="4257675">
                  <a:moveTo>
                    <a:pt x="2264689" y="4248150"/>
                  </a:moveTo>
                  <a:lnTo>
                    <a:pt x="2236114" y="4248150"/>
                  </a:lnTo>
                  <a:lnTo>
                    <a:pt x="2236114" y="4257675"/>
                  </a:lnTo>
                  <a:lnTo>
                    <a:pt x="2264689" y="4257675"/>
                  </a:lnTo>
                  <a:lnTo>
                    <a:pt x="2264689" y="4248150"/>
                  </a:lnTo>
                  <a:close/>
                </a:path>
                <a:path w="11430000" h="4257675">
                  <a:moveTo>
                    <a:pt x="2294864" y="0"/>
                  </a:moveTo>
                  <a:lnTo>
                    <a:pt x="2266289" y="0"/>
                  </a:lnTo>
                  <a:lnTo>
                    <a:pt x="2266289" y="9525"/>
                  </a:lnTo>
                  <a:lnTo>
                    <a:pt x="2294864" y="9525"/>
                  </a:lnTo>
                  <a:lnTo>
                    <a:pt x="2294864" y="0"/>
                  </a:lnTo>
                  <a:close/>
                </a:path>
                <a:path w="11430000" h="4257675">
                  <a:moveTo>
                    <a:pt x="2312301" y="4248150"/>
                  </a:moveTo>
                  <a:lnTo>
                    <a:pt x="2283726" y="4248150"/>
                  </a:lnTo>
                  <a:lnTo>
                    <a:pt x="2283726" y="4257675"/>
                  </a:lnTo>
                  <a:lnTo>
                    <a:pt x="2312301" y="4257675"/>
                  </a:lnTo>
                  <a:lnTo>
                    <a:pt x="2312301" y="4248150"/>
                  </a:lnTo>
                  <a:close/>
                </a:path>
                <a:path w="11430000" h="4257675">
                  <a:moveTo>
                    <a:pt x="2342477" y="0"/>
                  </a:moveTo>
                  <a:lnTo>
                    <a:pt x="2313902" y="0"/>
                  </a:lnTo>
                  <a:lnTo>
                    <a:pt x="2313902" y="9525"/>
                  </a:lnTo>
                  <a:lnTo>
                    <a:pt x="2342477" y="9525"/>
                  </a:lnTo>
                  <a:lnTo>
                    <a:pt x="2342477" y="0"/>
                  </a:lnTo>
                  <a:close/>
                </a:path>
                <a:path w="11430000" h="4257675">
                  <a:moveTo>
                    <a:pt x="2359914" y="4248150"/>
                  </a:moveTo>
                  <a:lnTo>
                    <a:pt x="2331339" y="4248150"/>
                  </a:lnTo>
                  <a:lnTo>
                    <a:pt x="2331339" y="4257675"/>
                  </a:lnTo>
                  <a:lnTo>
                    <a:pt x="2359914" y="4257675"/>
                  </a:lnTo>
                  <a:lnTo>
                    <a:pt x="2359914" y="4248150"/>
                  </a:lnTo>
                  <a:close/>
                </a:path>
                <a:path w="11430000" h="4257675">
                  <a:moveTo>
                    <a:pt x="2390089" y="0"/>
                  </a:moveTo>
                  <a:lnTo>
                    <a:pt x="2361514" y="0"/>
                  </a:lnTo>
                  <a:lnTo>
                    <a:pt x="2361514" y="9525"/>
                  </a:lnTo>
                  <a:lnTo>
                    <a:pt x="2390089" y="9525"/>
                  </a:lnTo>
                  <a:lnTo>
                    <a:pt x="2390089" y="0"/>
                  </a:lnTo>
                  <a:close/>
                </a:path>
                <a:path w="11430000" h="4257675">
                  <a:moveTo>
                    <a:pt x="2407513" y="4248150"/>
                  </a:moveTo>
                  <a:lnTo>
                    <a:pt x="2378951" y="4248150"/>
                  </a:lnTo>
                  <a:lnTo>
                    <a:pt x="2378951" y="4257675"/>
                  </a:lnTo>
                  <a:lnTo>
                    <a:pt x="2407513" y="4257675"/>
                  </a:lnTo>
                  <a:lnTo>
                    <a:pt x="2407513" y="4248150"/>
                  </a:lnTo>
                  <a:close/>
                </a:path>
                <a:path w="11430000" h="4257675">
                  <a:moveTo>
                    <a:pt x="2437688" y="0"/>
                  </a:moveTo>
                  <a:lnTo>
                    <a:pt x="2409113" y="0"/>
                  </a:lnTo>
                  <a:lnTo>
                    <a:pt x="2409113" y="9525"/>
                  </a:lnTo>
                  <a:lnTo>
                    <a:pt x="2437688" y="9525"/>
                  </a:lnTo>
                  <a:lnTo>
                    <a:pt x="2437688" y="0"/>
                  </a:lnTo>
                  <a:close/>
                </a:path>
                <a:path w="11430000" h="4257675">
                  <a:moveTo>
                    <a:pt x="2455126" y="4248150"/>
                  </a:moveTo>
                  <a:lnTo>
                    <a:pt x="2426551" y="4248150"/>
                  </a:lnTo>
                  <a:lnTo>
                    <a:pt x="2426551" y="4257675"/>
                  </a:lnTo>
                  <a:lnTo>
                    <a:pt x="2455126" y="4257675"/>
                  </a:lnTo>
                  <a:lnTo>
                    <a:pt x="2455126" y="4248150"/>
                  </a:lnTo>
                  <a:close/>
                </a:path>
                <a:path w="11430000" h="4257675">
                  <a:moveTo>
                    <a:pt x="2485301" y="0"/>
                  </a:moveTo>
                  <a:lnTo>
                    <a:pt x="2456726" y="0"/>
                  </a:lnTo>
                  <a:lnTo>
                    <a:pt x="2456726" y="9525"/>
                  </a:lnTo>
                  <a:lnTo>
                    <a:pt x="2485301" y="9525"/>
                  </a:lnTo>
                  <a:lnTo>
                    <a:pt x="2485301" y="0"/>
                  </a:lnTo>
                  <a:close/>
                </a:path>
                <a:path w="11430000" h="4257675">
                  <a:moveTo>
                    <a:pt x="2502738" y="4248150"/>
                  </a:moveTo>
                  <a:lnTo>
                    <a:pt x="2474163" y="4248150"/>
                  </a:lnTo>
                  <a:lnTo>
                    <a:pt x="2474163" y="4257675"/>
                  </a:lnTo>
                  <a:lnTo>
                    <a:pt x="2502738" y="4257675"/>
                  </a:lnTo>
                  <a:lnTo>
                    <a:pt x="2502738" y="4248150"/>
                  </a:lnTo>
                  <a:close/>
                </a:path>
                <a:path w="11430000" h="4257675">
                  <a:moveTo>
                    <a:pt x="2532913" y="0"/>
                  </a:moveTo>
                  <a:lnTo>
                    <a:pt x="2504338" y="0"/>
                  </a:lnTo>
                  <a:lnTo>
                    <a:pt x="2504338" y="9525"/>
                  </a:lnTo>
                  <a:lnTo>
                    <a:pt x="2532913" y="9525"/>
                  </a:lnTo>
                  <a:lnTo>
                    <a:pt x="2532913" y="0"/>
                  </a:lnTo>
                  <a:close/>
                </a:path>
                <a:path w="11430000" h="4257675">
                  <a:moveTo>
                    <a:pt x="2550350" y="4248150"/>
                  </a:moveTo>
                  <a:lnTo>
                    <a:pt x="2521775" y="4248150"/>
                  </a:lnTo>
                  <a:lnTo>
                    <a:pt x="2521775" y="4257675"/>
                  </a:lnTo>
                  <a:lnTo>
                    <a:pt x="2550350" y="4257675"/>
                  </a:lnTo>
                  <a:lnTo>
                    <a:pt x="2550350" y="4248150"/>
                  </a:lnTo>
                  <a:close/>
                </a:path>
                <a:path w="11430000" h="4257675">
                  <a:moveTo>
                    <a:pt x="2580525" y="0"/>
                  </a:moveTo>
                  <a:lnTo>
                    <a:pt x="2551950" y="0"/>
                  </a:lnTo>
                  <a:lnTo>
                    <a:pt x="2551950" y="9525"/>
                  </a:lnTo>
                  <a:lnTo>
                    <a:pt x="2580525" y="9525"/>
                  </a:lnTo>
                  <a:lnTo>
                    <a:pt x="2580525" y="0"/>
                  </a:lnTo>
                  <a:close/>
                </a:path>
                <a:path w="11430000" h="4257675">
                  <a:moveTo>
                    <a:pt x="2597962" y="4248150"/>
                  </a:moveTo>
                  <a:lnTo>
                    <a:pt x="2569387" y="4248150"/>
                  </a:lnTo>
                  <a:lnTo>
                    <a:pt x="2569387" y="4257675"/>
                  </a:lnTo>
                  <a:lnTo>
                    <a:pt x="2597962" y="4257675"/>
                  </a:lnTo>
                  <a:lnTo>
                    <a:pt x="2597962" y="4248150"/>
                  </a:lnTo>
                  <a:close/>
                </a:path>
                <a:path w="11430000" h="4257675">
                  <a:moveTo>
                    <a:pt x="2628138" y="0"/>
                  </a:moveTo>
                  <a:lnTo>
                    <a:pt x="2599563" y="0"/>
                  </a:lnTo>
                  <a:lnTo>
                    <a:pt x="2599563" y="9525"/>
                  </a:lnTo>
                  <a:lnTo>
                    <a:pt x="2628138" y="9525"/>
                  </a:lnTo>
                  <a:lnTo>
                    <a:pt x="2628138" y="0"/>
                  </a:lnTo>
                  <a:close/>
                </a:path>
                <a:path w="11430000" h="4257675">
                  <a:moveTo>
                    <a:pt x="2645575" y="4248150"/>
                  </a:moveTo>
                  <a:lnTo>
                    <a:pt x="2617000" y="4248150"/>
                  </a:lnTo>
                  <a:lnTo>
                    <a:pt x="2617000" y="4257675"/>
                  </a:lnTo>
                  <a:lnTo>
                    <a:pt x="2645575" y="4257675"/>
                  </a:lnTo>
                  <a:lnTo>
                    <a:pt x="2645575" y="4248150"/>
                  </a:lnTo>
                  <a:close/>
                </a:path>
                <a:path w="11430000" h="4257675">
                  <a:moveTo>
                    <a:pt x="2675750" y="0"/>
                  </a:moveTo>
                  <a:lnTo>
                    <a:pt x="2647175" y="0"/>
                  </a:lnTo>
                  <a:lnTo>
                    <a:pt x="2647175" y="9525"/>
                  </a:lnTo>
                  <a:lnTo>
                    <a:pt x="2675750" y="9525"/>
                  </a:lnTo>
                  <a:lnTo>
                    <a:pt x="2675750" y="0"/>
                  </a:lnTo>
                  <a:close/>
                </a:path>
                <a:path w="11430000" h="4257675">
                  <a:moveTo>
                    <a:pt x="2693187" y="4248150"/>
                  </a:moveTo>
                  <a:lnTo>
                    <a:pt x="2664612" y="4248150"/>
                  </a:lnTo>
                  <a:lnTo>
                    <a:pt x="2664612" y="4257675"/>
                  </a:lnTo>
                  <a:lnTo>
                    <a:pt x="2693187" y="4257675"/>
                  </a:lnTo>
                  <a:lnTo>
                    <a:pt x="2693187" y="4248150"/>
                  </a:lnTo>
                  <a:close/>
                </a:path>
                <a:path w="11430000" h="4257675">
                  <a:moveTo>
                    <a:pt x="2723362" y="0"/>
                  </a:moveTo>
                  <a:lnTo>
                    <a:pt x="2694787" y="0"/>
                  </a:lnTo>
                  <a:lnTo>
                    <a:pt x="2694787" y="9525"/>
                  </a:lnTo>
                  <a:lnTo>
                    <a:pt x="2723362" y="9525"/>
                  </a:lnTo>
                  <a:lnTo>
                    <a:pt x="2723362" y="0"/>
                  </a:lnTo>
                  <a:close/>
                </a:path>
                <a:path w="11430000" h="4257675">
                  <a:moveTo>
                    <a:pt x="2740787" y="4248150"/>
                  </a:moveTo>
                  <a:lnTo>
                    <a:pt x="2712212" y="4248150"/>
                  </a:lnTo>
                  <a:lnTo>
                    <a:pt x="2712212" y="4257675"/>
                  </a:lnTo>
                  <a:lnTo>
                    <a:pt x="2740787" y="4257675"/>
                  </a:lnTo>
                  <a:lnTo>
                    <a:pt x="2740787" y="4248150"/>
                  </a:lnTo>
                  <a:close/>
                </a:path>
                <a:path w="11430000" h="4257675">
                  <a:moveTo>
                    <a:pt x="2770962" y="0"/>
                  </a:moveTo>
                  <a:lnTo>
                    <a:pt x="2742387" y="0"/>
                  </a:lnTo>
                  <a:lnTo>
                    <a:pt x="2742387" y="9525"/>
                  </a:lnTo>
                  <a:lnTo>
                    <a:pt x="2770962" y="9525"/>
                  </a:lnTo>
                  <a:lnTo>
                    <a:pt x="2770962" y="0"/>
                  </a:lnTo>
                  <a:close/>
                </a:path>
                <a:path w="11430000" h="4257675">
                  <a:moveTo>
                    <a:pt x="2788399" y="4248150"/>
                  </a:moveTo>
                  <a:lnTo>
                    <a:pt x="2759824" y="4248150"/>
                  </a:lnTo>
                  <a:lnTo>
                    <a:pt x="2759824" y="4257675"/>
                  </a:lnTo>
                  <a:lnTo>
                    <a:pt x="2788399" y="4257675"/>
                  </a:lnTo>
                  <a:lnTo>
                    <a:pt x="2788399" y="4248150"/>
                  </a:lnTo>
                  <a:close/>
                </a:path>
                <a:path w="11430000" h="4257675">
                  <a:moveTo>
                    <a:pt x="2818574" y="0"/>
                  </a:moveTo>
                  <a:lnTo>
                    <a:pt x="2789999" y="0"/>
                  </a:lnTo>
                  <a:lnTo>
                    <a:pt x="2789999" y="9525"/>
                  </a:lnTo>
                  <a:lnTo>
                    <a:pt x="2818574" y="9525"/>
                  </a:lnTo>
                  <a:lnTo>
                    <a:pt x="2818574" y="0"/>
                  </a:lnTo>
                  <a:close/>
                </a:path>
                <a:path w="11430000" h="4257675">
                  <a:moveTo>
                    <a:pt x="2836011" y="4248150"/>
                  </a:moveTo>
                  <a:lnTo>
                    <a:pt x="2807436" y="4248150"/>
                  </a:lnTo>
                  <a:lnTo>
                    <a:pt x="2807436" y="4257675"/>
                  </a:lnTo>
                  <a:lnTo>
                    <a:pt x="2836011" y="4257675"/>
                  </a:lnTo>
                  <a:lnTo>
                    <a:pt x="2836011" y="4248150"/>
                  </a:lnTo>
                  <a:close/>
                </a:path>
                <a:path w="11430000" h="4257675">
                  <a:moveTo>
                    <a:pt x="2866186" y="0"/>
                  </a:moveTo>
                  <a:lnTo>
                    <a:pt x="2837611" y="0"/>
                  </a:lnTo>
                  <a:lnTo>
                    <a:pt x="2837611" y="9525"/>
                  </a:lnTo>
                  <a:lnTo>
                    <a:pt x="2866186" y="9525"/>
                  </a:lnTo>
                  <a:lnTo>
                    <a:pt x="2866186" y="0"/>
                  </a:lnTo>
                  <a:close/>
                </a:path>
                <a:path w="11430000" h="4257675">
                  <a:moveTo>
                    <a:pt x="2883624" y="4248150"/>
                  </a:moveTo>
                  <a:lnTo>
                    <a:pt x="2855049" y="4248150"/>
                  </a:lnTo>
                  <a:lnTo>
                    <a:pt x="2855049" y="4257675"/>
                  </a:lnTo>
                  <a:lnTo>
                    <a:pt x="2883624" y="4257675"/>
                  </a:lnTo>
                  <a:lnTo>
                    <a:pt x="2883624" y="4248150"/>
                  </a:lnTo>
                  <a:close/>
                </a:path>
                <a:path w="11430000" h="4257675">
                  <a:moveTo>
                    <a:pt x="2913799" y="0"/>
                  </a:moveTo>
                  <a:lnTo>
                    <a:pt x="2885224" y="0"/>
                  </a:lnTo>
                  <a:lnTo>
                    <a:pt x="2885224" y="9525"/>
                  </a:lnTo>
                  <a:lnTo>
                    <a:pt x="2913799" y="9525"/>
                  </a:lnTo>
                  <a:lnTo>
                    <a:pt x="2913799" y="0"/>
                  </a:lnTo>
                  <a:close/>
                </a:path>
                <a:path w="11430000" h="4257675">
                  <a:moveTo>
                    <a:pt x="2931236" y="4248150"/>
                  </a:moveTo>
                  <a:lnTo>
                    <a:pt x="2902661" y="4248150"/>
                  </a:lnTo>
                  <a:lnTo>
                    <a:pt x="2902661" y="4257675"/>
                  </a:lnTo>
                  <a:lnTo>
                    <a:pt x="2931236" y="4257675"/>
                  </a:lnTo>
                  <a:lnTo>
                    <a:pt x="2931236" y="4248150"/>
                  </a:lnTo>
                  <a:close/>
                </a:path>
                <a:path w="11430000" h="4257675">
                  <a:moveTo>
                    <a:pt x="2961411" y="0"/>
                  </a:moveTo>
                  <a:lnTo>
                    <a:pt x="2932836" y="0"/>
                  </a:lnTo>
                  <a:lnTo>
                    <a:pt x="2932836" y="9525"/>
                  </a:lnTo>
                  <a:lnTo>
                    <a:pt x="2961411" y="9525"/>
                  </a:lnTo>
                  <a:lnTo>
                    <a:pt x="2961411" y="0"/>
                  </a:lnTo>
                  <a:close/>
                </a:path>
                <a:path w="11430000" h="4257675">
                  <a:moveTo>
                    <a:pt x="2978848" y="4248150"/>
                  </a:moveTo>
                  <a:lnTo>
                    <a:pt x="2950273" y="4248150"/>
                  </a:lnTo>
                  <a:lnTo>
                    <a:pt x="2950273" y="4257675"/>
                  </a:lnTo>
                  <a:lnTo>
                    <a:pt x="2978848" y="4257675"/>
                  </a:lnTo>
                  <a:lnTo>
                    <a:pt x="2978848" y="4248150"/>
                  </a:lnTo>
                  <a:close/>
                </a:path>
                <a:path w="11430000" h="4257675">
                  <a:moveTo>
                    <a:pt x="3009023" y="0"/>
                  </a:moveTo>
                  <a:lnTo>
                    <a:pt x="2980448" y="0"/>
                  </a:lnTo>
                  <a:lnTo>
                    <a:pt x="2980448" y="9525"/>
                  </a:lnTo>
                  <a:lnTo>
                    <a:pt x="3009023" y="9525"/>
                  </a:lnTo>
                  <a:lnTo>
                    <a:pt x="3009023" y="0"/>
                  </a:lnTo>
                  <a:close/>
                </a:path>
                <a:path w="11430000" h="4257675">
                  <a:moveTo>
                    <a:pt x="3026460" y="4248150"/>
                  </a:moveTo>
                  <a:lnTo>
                    <a:pt x="2997885" y="4248150"/>
                  </a:lnTo>
                  <a:lnTo>
                    <a:pt x="2997885" y="4257675"/>
                  </a:lnTo>
                  <a:lnTo>
                    <a:pt x="3026460" y="4257675"/>
                  </a:lnTo>
                  <a:lnTo>
                    <a:pt x="3026460" y="4248150"/>
                  </a:lnTo>
                  <a:close/>
                </a:path>
                <a:path w="11430000" h="4257675">
                  <a:moveTo>
                    <a:pt x="3056636" y="0"/>
                  </a:moveTo>
                  <a:lnTo>
                    <a:pt x="3028061" y="0"/>
                  </a:lnTo>
                  <a:lnTo>
                    <a:pt x="3028061" y="9525"/>
                  </a:lnTo>
                  <a:lnTo>
                    <a:pt x="3056636" y="9525"/>
                  </a:lnTo>
                  <a:lnTo>
                    <a:pt x="3056636" y="0"/>
                  </a:lnTo>
                  <a:close/>
                </a:path>
                <a:path w="11430000" h="4257675">
                  <a:moveTo>
                    <a:pt x="3074073" y="4248150"/>
                  </a:moveTo>
                  <a:lnTo>
                    <a:pt x="3045498" y="4248150"/>
                  </a:lnTo>
                  <a:lnTo>
                    <a:pt x="3045498" y="4257675"/>
                  </a:lnTo>
                  <a:lnTo>
                    <a:pt x="3074073" y="4257675"/>
                  </a:lnTo>
                  <a:lnTo>
                    <a:pt x="3074073" y="4248150"/>
                  </a:lnTo>
                  <a:close/>
                </a:path>
                <a:path w="11430000" h="4257675">
                  <a:moveTo>
                    <a:pt x="3104235" y="0"/>
                  </a:moveTo>
                  <a:lnTo>
                    <a:pt x="3075660" y="0"/>
                  </a:lnTo>
                  <a:lnTo>
                    <a:pt x="3075660" y="9525"/>
                  </a:lnTo>
                  <a:lnTo>
                    <a:pt x="3104235" y="9525"/>
                  </a:lnTo>
                  <a:lnTo>
                    <a:pt x="3104235" y="0"/>
                  </a:lnTo>
                  <a:close/>
                </a:path>
                <a:path w="11430000" h="4257675">
                  <a:moveTo>
                    <a:pt x="3121672" y="4248150"/>
                  </a:moveTo>
                  <a:lnTo>
                    <a:pt x="3093097" y="4248150"/>
                  </a:lnTo>
                  <a:lnTo>
                    <a:pt x="3093097" y="4257675"/>
                  </a:lnTo>
                  <a:lnTo>
                    <a:pt x="3121672" y="4257675"/>
                  </a:lnTo>
                  <a:lnTo>
                    <a:pt x="3121672" y="4248150"/>
                  </a:lnTo>
                  <a:close/>
                </a:path>
                <a:path w="11430000" h="4257675">
                  <a:moveTo>
                    <a:pt x="3151848" y="0"/>
                  </a:moveTo>
                  <a:lnTo>
                    <a:pt x="3123273" y="0"/>
                  </a:lnTo>
                  <a:lnTo>
                    <a:pt x="3123273" y="9525"/>
                  </a:lnTo>
                  <a:lnTo>
                    <a:pt x="3151848" y="9525"/>
                  </a:lnTo>
                  <a:lnTo>
                    <a:pt x="3151848" y="0"/>
                  </a:lnTo>
                  <a:close/>
                </a:path>
                <a:path w="11430000" h="4257675">
                  <a:moveTo>
                    <a:pt x="3169285" y="4248150"/>
                  </a:moveTo>
                  <a:lnTo>
                    <a:pt x="3140710" y="4248150"/>
                  </a:lnTo>
                  <a:lnTo>
                    <a:pt x="3140710" y="4257675"/>
                  </a:lnTo>
                  <a:lnTo>
                    <a:pt x="3169285" y="4257675"/>
                  </a:lnTo>
                  <a:lnTo>
                    <a:pt x="3169285" y="4248150"/>
                  </a:lnTo>
                  <a:close/>
                </a:path>
                <a:path w="11430000" h="4257675">
                  <a:moveTo>
                    <a:pt x="3199460" y="0"/>
                  </a:moveTo>
                  <a:lnTo>
                    <a:pt x="3170885" y="0"/>
                  </a:lnTo>
                  <a:lnTo>
                    <a:pt x="3170885" y="9525"/>
                  </a:lnTo>
                  <a:lnTo>
                    <a:pt x="3199460" y="9525"/>
                  </a:lnTo>
                  <a:lnTo>
                    <a:pt x="3199460" y="0"/>
                  </a:lnTo>
                  <a:close/>
                </a:path>
                <a:path w="11430000" h="4257675">
                  <a:moveTo>
                    <a:pt x="3216897" y="4248150"/>
                  </a:moveTo>
                  <a:lnTo>
                    <a:pt x="3188322" y="4248150"/>
                  </a:lnTo>
                  <a:lnTo>
                    <a:pt x="3188322" y="4257675"/>
                  </a:lnTo>
                  <a:lnTo>
                    <a:pt x="3216897" y="4257675"/>
                  </a:lnTo>
                  <a:lnTo>
                    <a:pt x="3216897" y="4248150"/>
                  </a:lnTo>
                  <a:close/>
                </a:path>
                <a:path w="11430000" h="4257675">
                  <a:moveTo>
                    <a:pt x="3247072" y="0"/>
                  </a:moveTo>
                  <a:lnTo>
                    <a:pt x="3218497" y="0"/>
                  </a:lnTo>
                  <a:lnTo>
                    <a:pt x="3218497" y="9525"/>
                  </a:lnTo>
                  <a:lnTo>
                    <a:pt x="3247072" y="9525"/>
                  </a:lnTo>
                  <a:lnTo>
                    <a:pt x="3247072" y="0"/>
                  </a:lnTo>
                  <a:close/>
                </a:path>
                <a:path w="11430000" h="4257675">
                  <a:moveTo>
                    <a:pt x="3264509" y="4248150"/>
                  </a:moveTo>
                  <a:lnTo>
                    <a:pt x="3235934" y="4248150"/>
                  </a:lnTo>
                  <a:lnTo>
                    <a:pt x="3235934" y="4257675"/>
                  </a:lnTo>
                  <a:lnTo>
                    <a:pt x="3264509" y="4257675"/>
                  </a:lnTo>
                  <a:lnTo>
                    <a:pt x="3264509" y="4248150"/>
                  </a:lnTo>
                  <a:close/>
                </a:path>
                <a:path w="11430000" h="4257675">
                  <a:moveTo>
                    <a:pt x="3294684" y="0"/>
                  </a:moveTo>
                  <a:lnTo>
                    <a:pt x="3266109" y="0"/>
                  </a:lnTo>
                  <a:lnTo>
                    <a:pt x="3266109" y="9525"/>
                  </a:lnTo>
                  <a:lnTo>
                    <a:pt x="3294684" y="9525"/>
                  </a:lnTo>
                  <a:lnTo>
                    <a:pt x="3294684" y="0"/>
                  </a:lnTo>
                  <a:close/>
                </a:path>
                <a:path w="11430000" h="4257675">
                  <a:moveTo>
                    <a:pt x="3312122" y="4248150"/>
                  </a:moveTo>
                  <a:lnTo>
                    <a:pt x="3283547" y="4248150"/>
                  </a:lnTo>
                  <a:lnTo>
                    <a:pt x="3283547" y="4257675"/>
                  </a:lnTo>
                  <a:lnTo>
                    <a:pt x="3312122" y="4257675"/>
                  </a:lnTo>
                  <a:lnTo>
                    <a:pt x="3312122" y="4248150"/>
                  </a:lnTo>
                  <a:close/>
                </a:path>
                <a:path w="11430000" h="4257675">
                  <a:moveTo>
                    <a:pt x="3342297" y="0"/>
                  </a:moveTo>
                  <a:lnTo>
                    <a:pt x="3313722" y="0"/>
                  </a:lnTo>
                  <a:lnTo>
                    <a:pt x="3313722" y="9525"/>
                  </a:lnTo>
                  <a:lnTo>
                    <a:pt x="3342297" y="9525"/>
                  </a:lnTo>
                  <a:lnTo>
                    <a:pt x="3342297" y="0"/>
                  </a:lnTo>
                  <a:close/>
                </a:path>
                <a:path w="11430000" h="4257675">
                  <a:moveTo>
                    <a:pt x="3359734" y="4248150"/>
                  </a:moveTo>
                  <a:lnTo>
                    <a:pt x="3331159" y="4248150"/>
                  </a:lnTo>
                  <a:lnTo>
                    <a:pt x="3331159" y="4257675"/>
                  </a:lnTo>
                  <a:lnTo>
                    <a:pt x="3359734" y="4257675"/>
                  </a:lnTo>
                  <a:lnTo>
                    <a:pt x="3359734" y="4248150"/>
                  </a:lnTo>
                  <a:close/>
                </a:path>
                <a:path w="11430000" h="4257675">
                  <a:moveTo>
                    <a:pt x="3389909" y="0"/>
                  </a:moveTo>
                  <a:lnTo>
                    <a:pt x="3361334" y="0"/>
                  </a:lnTo>
                  <a:lnTo>
                    <a:pt x="3361334" y="9525"/>
                  </a:lnTo>
                  <a:lnTo>
                    <a:pt x="3389909" y="9525"/>
                  </a:lnTo>
                  <a:lnTo>
                    <a:pt x="3389909" y="0"/>
                  </a:lnTo>
                  <a:close/>
                </a:path>
                <a:path w="11430000" h="4257675">
                  <a:moveTo>
                    <a:pt x="3407346" y="4248150"/>
                  </a:moveTo>
                  <a:lnTo>
                    <a:pt x="3378771" y="4248150"/>
                  </a:lnTo>
                  <a:lnTo>
                    <a:pt x="3378771" y="4257675"/>
                  </a:lnTo>
                  <a:lnTo>
                    <a:pt x="3407346" y="4257675"/>
                  </a:lnTo>
                  <a:lnTo>
                    <a:pt x="3407346" y="4248150"/>
                  </a:lnTo>
                  <a:close/>
                </a:path>
                <a:path w="11430000" h="4257675">
                  <a:moveTo>
                    <a:pt x="3437509" y="0"/>
                  </a:moveTo>
                  <a:lnTo>
                    <a:pt x="3408934" y="0"/>
                  </a:lnTo>
                  <a:lnTo>
                    <a:pt x="3408934" y="9525"/>
                  </a:lnTo>
                  <a:lnTo>
                    <a:pt x="3437509" y="9525"/>
                  </a:lnTo>
                  <a:lnTo>
                    <a:pt x="3437509" y="0"/>
                  </a:lnTo>
                  <a:close/>
                </a:path>
                <a:path w="11430000" h="4257675">
                  <a:moveTo>
                    <a:pt x="3454946" y="4248150"/>
                  </a:moveTo>
                  <a:lnTo>
                    <a:pt x="3426371" y="4248150"/>
                  </a:lnTo>
                  <a:lnTo>
                    <a:pt x="3426371" y="4257675"/>
                  </a:lnTo>
                  <a:lnTo>
                    <a:pt x="3454946" y="4257675"/>
                  </a:lnTo>
                  <a:lnTo>
                    <a:pt x="3454946" y="4248150"/>
                  </a:lnTo>
                  <a:close/>
                </a:path>
                <a:path w="11430000" h="4257675">
                  <a:moveTo>
                    <a:pt x="3485121" y="0"/>
                  </a:moveTo>
                  <a:lnTo>
                    <a:pt x="3456546" y="0"/>
                  </a:lnTo>
                  <a:lnTo>
                    <a:pt x="3456546" y="9525"/>
                  </a:lnTo>
                  <a:lnTo>
                    <a:pt x="3485121" y="9525"/>
                  </a:lnTo>
                  <a:lnTo>
                    <a:pt x="3485121" y="0"/>
                  </a:lnTo>
                  <a:close/>
                </a:path>
                <a:path w="11430000" h="4257675">
                  <a:moveTo>
                    <a:pt x="3502558" y="4248150"/>
                  </a:moveTo>
                  <a:lnTo>
                    <a:pt x="3473983" y="4248150"/>
                  </a:lnTo>
                  <a:lnTo>
                    <a:pt x="3473983" y="4257675"/>
                  </a:lnTo>
                  <a:lnTo>
                    <a:pt x="3502558" y="4257675"/>
                  </a:lnTo>
                  <a:lnTo>
                    <a:pt x="3502558" y="4248150"/>
                  </a:lnTo>
                  <a:close/>
                </a:path>
                <a:path w="11430000" h="4257675">
                  <a:moveTo>
                    <a:pt x="3532733" y="0"/>
                  </a:moveTo>
                  <a:lnTo>
                    <a:pt x="3504158" y="0"/>
                  </a:lnTo>
                  <a:lnTo>
                    <a:pt x="3504158" y="9525"/>
                  </a:lnTo>
                  <a:lnTo>
                    <a:pt x="3532733" y="9525"/>
                  </a:lnTo>
                  <a:lnTo>
                    <a:pt x="3532733" y="0"/>
                  </a:lnTo>
                  <a:close/>
                </a:path>
                <a:path w="11430000" h="4257675">
                  <a:moveTo>
                    <a:pt x="3550170" y="4248150"/>
                  </a:moveTo>
                  <a:lnTo>
                    <a:pt x="3521595" y="4248150"/>
                  </a:lnTo>
                  <a:lnTo>
                    <a:pt x="3521595" y="4257675"/>
                  </a:lnTo>
                  <a:lnTo>
                    <a:pt x="3550170" y="4257675"/>
                  </a:lnTo>
                  <a:lnTo>
                    <a:pt x="3550170" y="4248150"/>
                  </a:lnTo>
                  <a:close/>
                </a:path>
                <a:path w="11430000" h="4257675">
                  <a:moveTo>
                    <a:pt x="3580346" y="0"/>
                  </a:moveTo>
                  <a:lnTo>
                    <a:pt x="3551771" y="0"/>
                  </a:lnTo>
                  <a:lnTo>
                    <a:pt x="3551771" y="9525"/>
                  </a:lnTo>
                  <a:lnTo>
                    <a:pt x="3580346" y="9525"/>
                  </a:lnTo>
                  <a:lnTo>
                    <a:pt x="3580346" y="0"/>
                  </a:lnTo>
                  <a:close/>
                </a:path>
                <a:path w="11430000" h="4257675">
                  <a:moveTo>
                    <a:pt x="3597783" y="4248150"/>
                  </a:moveTo>
                  <a:lnTo>
                    <a:pt x="3569208" y="4248150"/>
                  </a:lnTo>
                  <a:lnTo>
                    <a:pt x="3569208" y="4257675"/>
                  </a:lnTo>
                  <a:lnTo>
                    <a:pt x="3597783" y="4257675"/>
                  </a:lnTo>
                  <a:lnTo>
                    <a:pt x="3597783" y="4248150"/>
                  </a:lnTo>
                  <a:close/>
                </a:path>
                <a:path w="11430000" h="4257675">
                  <a:moveTo>
                    <a:pt x="3627958" y="0"/>
                  </a:moveTo>
                  <a:lnTo>
                    <a:pt x="3599383" y="0"/>
                  </a:lnTo>
                  <a:lnTo>
                    <a:pt x="3599383" y="9525"/>
                  </a:lnTo>
                  <a:lnTo>
                    <a:pt x="3627958" y="9525"/>
                  </a:lnTo>
                  <a:lnTo>
                    <a:pt x="3627958" y="0"/>
                  </a:lnTo>
                  <a:close/>
                </a:path>
                <a:path w="11430000" h="4257675">
                  <a:moveTo>
                    <a:pt x="3645395" y="4248150"/>
                  </a:moveTo>
                  <a:lnTo>
                    <a:pt x="3616820" y="4248150"/>
                  </a:lnTo>
                  <a:lnTo>
                    <a:pt x="3616820" y="4257675"/>
                  </a:lnTo>
                  <a:lnTo>
                    <a:pt x="3645395" y="4257675"/>
                  </a:lnTo>
                  <a:lnTo>
                    <a:pt x="3645395" y="4248150"/>
                  </a:lnTo>
                  <a:close/>
                </a:path>
                <a:path w="11430000" h="4257675">
                  <a:moveTo>
                    <a:pt x="3675570" y="0"/>
                  </a:moveTo>
                  <a:lnTo>
                    <a:pt x="3646995" y="0"/>
                  </a:lnTo>
                  <a:lnTo>
                    <a:pt x="3646995" y="9525"/>
                  </a:lnTo>
                  <a:lnTo>
                    <a:pt x="3675570" y="9525"/>
                  </a:lnTo>
                  <a:lnTo>
                    <a:pt x="3675570" y="0"/>
                  </a:lnTo>
                  <a:close/>
                </a:path>
                <a:path w="11430000" h="4257675">
                  <a:moveTo>
                    <a:pt x="3693007" y="4248150"/>
                  </a:moveTo>
                  <a:lnTo>
                    <a:pt x="3664432" y="4248150"/>
                  </a:lnTo>
                  <a:lnTo>
                    <a:pt x="3664432" y="4257675"/>
                  </a:lnTo>
                  <a:lnTo>
                    <a:pt x="3693007" y="4257675"/>
                  </a:lnTo>
                  <a:lnTo>
                    <a:pt x="3693007" y="4248150"/>
                  </a:lnTo>
                  <a:close/>
                </a:path>
                <a:path w="11430000" h="4257675">
                  <a:moveTo>
                    <a:pt x="3723182" y="0"/>
                  </a:moveTo>
                  <a:lnTo>
                    <a:pt x="3694607" y="0"/>
                  </a:lnTo>
                  <a:lnTo>
                    <a:pt x="3694607" y="9525"/>
                  </a:lnTo>
                  <a:lnTo>
                    <a:pt x="3723182" y="9525"/>
                  </a:lnTo>
                  <a:lnTo>
                    <a:pt x="3723182" y="0"/>
                  </a:lnTo>
                  <a:close/>
                </a:path>
                <a:path w="11430000" h="4257675">
                  <a:moveTo>
                    <a:pt x="3740607" y="4248150"/>
                  </a:moveTo>
                  <a:lnTo>
                    <a:pt x="3712032" y="4248150"/>
                  </a:lnTo>
                  <a:lnTo>
                    <a:pt x="3712032" y="4257675"/>
                  </a:lnTo>
                  <a:lnTo>
                    <a:pt x="3740607" y="4257675"/>
                  </a:lnTo>
                  <a:lnTo>
                    <a:pt x="3740607" y="4248150"/>
                  </a:lnTo>
                  <a:close/>
                </a:path>
                <a:path w="11430000" h="4257675">
                  <a:moveTo>
                    <a:pt x="3770782" y="0"/>
                  </a:moveTo>
                  <a:lnTo>
                    <a:pt x="3742207" y="0"/>
                  </a:lnTo>
                  <a:lnTo>
                    <a:pt x="3742207" y="9525"/>
                  </a:lnTo>
                  <a:lnTo>
                    <a:pt x="3770782" y="9525"/>
                  </a:lnTo>
                  <a:lnTo>
                    <a:pt x="3770782" y="0"/>
                  </a:lnTo>
                  <a:close/>
                </a:path>
                <a:path w="11430000" h="4257675">
                  <a:moveTo>
                    <a:pt x="3788219" y="4248150"/>
                  </a:moveTo>
                  <a:lnTo>
                    <a:pt x="3759644" y="4248150"/>
                  </a:lnTo>
                  <a:lnTo>
                    <a:pt x="3759644" y="4257675"/>
                  </a:lnTo>
                  <a:lnTo>
                    <a:pt x="3788219" y="4257675"/>
                  </a:lnTo>
                  <a:lnTo>
                    <a:pt x="3788219" y="4248150"/>
                  </a:lnTo>
                  <a:close/>
                </a:path>
                <a:path w="11430000" h="4257675">
                  <a:moveTo>
                    <a:pt x="3818394" y="0"/>
                  </a:moveTo>
                  <a:lnTo>
                    <a:pt x="3789819" y="0"/>
                  </a:lnTo>
                  <a:lnTo>
                    <a:pt x="3789819" y="9525"/>
                  </a:lnTo>
                  <a:lnTo>
                    <a:pt x="3818394" y="9525"/>
                  </a:lnTo>
                  <a:lnTo>
                    <a:pt x="3818394" y="0"/>
                  </a:lnTo>
                  <a:close/>
                </a:path>
                <a:path w="11430000" h="4257675">
                  <a:moveTo>
                    <a:pt x="3835831" y="4248150"/>
                  </a:moveTo>
                  <a:lnTo>
                    <a:pt x="3807256" y="4248150"/>
                  </a:lnTo>
                  <a:lnTo>
                    <a:pt x="3807256" y="4257675"/>
                  </a:lnTo>
                  <a:lnTo>
                    <a:pt x="3835831" y="4257675"/>
                  </a:lnTo>
                  <a:lnTo>
                    <a:pt x="3835831" y="4248150"/>
                  </a:lnTo>
                  <a:close/>
                </a:path>
                <a:path w="11430000" h="4257675">
                  <a:moveTo>
                    <a:pt x="3866007" y="0"/>
                  </a:moveTo>
                  <a:lnTo>
                    <a:pt x="3837432" y="0"/>
                  </a:lnTo>
                  <a:lnTo>
                    <a:pt x="3837432" y="9525"/>
                  </a:lnTo>
                  <a:lnTo>
                    <a:pt x="3866007" y="9525"/>
                  </a:lnTo>
                  <a:lnTo>
                    <a:pt x="3866007" y="0"/>
                  </a:lnTo>
                  <a:close/>
                </a:path>
                <a:path w="11430000" h="4257675">
                  <a:moveTo>
                    <a:pt x="3883444" y="4248150"/>
                  </a:moveTo>
                  <a:lnTo>
                    <a:pt x="3854869" y="4248150"/>
                  </a:lnTo>
                  <a:lnTo>
                    <a:pt x="3854869" y="4257675"/>
                  </a:lnTo>
                  <a:lnTo>
                    <a:pt x="3883444" y="4257675"/>
                  </a:lnTo>
                  <a:lnTo>
                    <a:pt x="3883444" y="4248150"/>
                  </a:lnTo>
                  <a:close/>
                </a:path>
                <a:path w="11430000" h="4257675">
                  <a:moveTo>
                    <a:pt x="3913619" y="0"/>
                  </a:moveTo>
                  <a:lnTo>
                    <a:pt x="3885044" y="0"/>
                  </a:lnTo>
                  <a:lnTo>
                    <a:pt x="3885044" y="9525"/>
                  </a:lnTo>
                  <a:lnTo>
                    <a:pt x="3913619" y="9525"/>
                  </a:lnTo>
                  <a:lnTo>
                    <a:pt x="3913619" y="0"/>
                  </a:lnTo>
                  <a:close/>
                </a:path>
                <a:path w="11430000" h="4257675">
                  <a:moveTo>
                    <a:pt x="3931056" y="4248150"/>
                  </a:moveTo>
                  <a:lnTo>
                    <a:pt x="3902481" y="4248150"/>
                  </a:lnTo>
                  <a:lnTo>
                    <a:pt x="3902481" y="4257675"/>
                  </a:lnTo>
                  <a:lnTo>
                    <a:pt x="3931056" y="4257675"/>
                  </a:lnTo>
                  <a:lnTo>
                    <a:pt x="3931056" y="4248150"/>
                  </a:lnTo>
                  <a:close/>
                </a:path>
                <a:path w="11430000" h="4257675">
                  <a:moveTo>
                    <a:pt x="3961231" y="0"/>
                  </a:moveTo>
                  <a:lnTo>
                    <a:pt x="3932656" y="0"/>
                  </a:lnTo>
                  <a:lnTo>
                    <a:pt x="3932656" y="9525"/>
                  </a:lnTo>
                  <a:lnTo>
                    <a:pt x="3961231" y="9525"/>
                  </a:lnTo>
                  <a:lnTo>
                    <a:pt x="3961231" y="0"/>
                  </a:lnTo>
                  <a:close/>
                </a:path>
                <a:path w="11430000" h="4257675">
                  <a:moveTo>
                    <a:pt x="3978668" y="4248150"/>
                  </a:moveTo>
                  <a:lnTo>
                    <a:pt x="3950093" y="4248150"/>
                  </a:lnTo>
                  <a:lnTo>
                    <a:pt x="3950093" y="4257675"/>
                  </a:lnTo>
                  <a:lnTo>
                    <a:pt x="3978668" y="4257675"/>
                  </a:lnTo>
                  <a:lnTo>
                    <a:pt x="3978668" y="4248150"/>
                  </a:lnTo>
                  <a:close/>
                </a:path>
                <a:path w="11430000" h="4257675">
                  <a:moveTo>
                    <a:pt x="4008844" y="0"/>
                  </a:moveTo>
                  <a:lnTo>
                    <a:pt x="3980269" y="0"/>
                  </a:lnTo>
                  <a:lnTo>
                    <a:pt x="3980269" y="9525"/>
                  </a:lnTo>
                  <a:lnTo>
                    <a:pt x="4008844" y="9525"/>
                  </a:lnTo>
                  <a:lnTo>
                    <a:pt x="4008844" y="0"/>
                  </a:lnTo>
                  <a:close/>
                </a:path>
                <a:path w="11430000" h="4257675">
                  <a:moveTo>
                    <a:pt x="4026281" y="4248150"/>
                  </a:moveTo>
                  <a:lnTo>
                    <a:pt x="3997706" y="4248150"/>
                  </a:lnTo>
                  <a:lnTo>
                    <a:pt x="3997706" y="4257675"/>
                  </a:lnTo>
                  <a:lnTo>
                    <a:pt x="4026281" y="4257675"/>
                  </a:lnTo>
                  <a:lnTo>
                    <a:pt x="4026281" y="4248150"/>
                  </a:lnTo>
                  <a:close/>
                </a:path>
                <a:path w="11430000" h="4257675">
                  <a:moveTo>
                    <a:pt x="4056456" y="0"/>
                  </a:moveTo>
                  <a:lnTo>
                    <a:pt x="4027881" y="0"/>
                  </a:lnTo>
                  <a:lnTo>
                    <a:pt x="4027881" y="9525"/>
                  </a:lnTo>
                  <a:lnTo>
                    <a:pt x="4056456" y="9525"/>
                  </a:lnTo>
                  <a:lnTo>
                    <a:pt x="4056456" y="0"/>
                  </a:lnTo>
                  <a:close/>
                </a:path>
                <a:path w="11430000" h="4257675">
                  <a:moveTo>
                    <a:pt x="4073880" y="4248150"/>
                  </a:moveTo>
                  <a:lnTo>
                    <a:pt x="4045305" y="4248150"/>
                  </a:lnTo>
                  <a:lnTo>
                    <a:pt x="4045305" y="4257675"/>
                  </a:lnTo>
                  <a:lnTo>
                    <a:pt x="4073880" y="4257675"/>
                  </a:lnTo>
                  <a:lnTo>
                    <a:pt x="4073880" y="4248150"/>
                  </a:lnTo>
                  <a:close/>
                </a:path>
                <a:path w="11430000" h="4257675">
                  <a:moveTo>
                    <a:pt x="4104055" y="0"/>
                  </a:moveTo>
                  <a:lnTo>
                    <a:pt x="4075480" y="0"/>
                  </a:lnTo>
                  <a:lnTo>
                    <a:pt x="4075480" y="9525"/>
                  </a:lnTo>
                  <a:lnTo>
                    <a:pt x="4104055" y="9525"/>
                  </a:lnTo>
                  <a:lnTo>
                    <a:pt x="4104055" y="0"/>
                  </a:lnTo>
                  <a:close/>
                </a:path>
                <a:path w="11430000" h="4257675">
                  <a:moveTo>
                    <a:pt x="4121493" y="4248150"/>
                  </a:moveTo>
                  <a:lnTo>
                    <a:pt x="4092918" y="4248150"/>
                  </a:lnTo>
                  <a:lnTo>
                    <a:pt x="4092918" y="4257675"/>
                  </a:lnTo>
                  <a:lnTo>
                    <a:pt x="4121493" y="4257675"/>
                  </a:lnTo>
                  <a:lnTo>
                    <a:pt x="4121493" y="4248150"/>
                  </a:lnTo>
                  <a:close/>
                </a:path>
                <a:path w="11430000" h="4257675">
                  <a:moveTo>
                    <a:pt x="4151668" y="0"/>
                  </a:moveTo>
                  <a:lnTo>
                    <a:pt x="4123093" y="0"/>
                  </a:lnTo>
                  <a:lnTo>
                    <a:pt x="4123093" y="9525"/>
                  </a:lnTo>
                  <a:lnTo>
                    <a:pt x="4151668" y="9525"/>
                  </a:lnTo>
                  <a:lnTo>
                    <a:pt x="4151668" y="0"/>
                  </a:lnTo>
                  <a:close/>
                </a:path>
                <a:path w="11430000" h="4257675">
                  <a:moveTo>
                    <a:pt x="4169105" y="4248150"/>
                  </a:moveTo>
                  <a:lnTo>
                    <a:pt x="4140530" y="4248150"/>
                  </a:lnTo>
                  <a:lnTo>
                    <a:pt x="4140530" y="4257675"/>
                  </a:lnTo>
                  <a:lnTo>
                    <a:pt x="4169105" y="4257675"/>
                  </a:lnTo>
                  <a:lnTo>
                    <a:pt x="4169105" y="4248150"/>
                  </a:lnTo>
                  <a:close/>
                </a:path>
                <a:path w="11430000" h="4257675">
                  <a:moveTo>
                    <a:pt x="4199280" y="0"/>
                  </a:moveTo>
                  <a:lnTo>
                    <a:pt x="4170705" y="0"/>
                  </a:lnTo>
                  <a:lnTo>
                    <a:pt x="4170705" y="9525"/>
                  </a:lnTo>
                  <a:lnTo>
                    <a:pt x="4199280" y="9525"/>
                  </a:lnTo>
                  <a:lnTo>
                    <a:pt x="4199280" y="0"/>
                  </a:lnTo>
                  <a:close/>
                </a:path>
                <a:path w="11430000" h="4257675">
                  <a:moveTo>
                    <a:pt x="4216717" y="4248150"/>
                  </a:moveTo>
                  <a:lnTo>
                    <a:pt x="4188142" y="4248150"/>
                  </a:lnTo>
                  <a:lnTo>
                    <a:pt x="4188142" y="4257675"/>
                  </a:lnTo>
                  <a:lnTo>
                    <a:pt x="4216717" y="4257675"/>
                  </a:lnTo>
                  <a:lnTo>
                    <a:pt x="4216717" y="4248150"/>
                  </a:lnTo>
                  <a:close/>
                </a:path>
                <a:path w="11430000" h="4257675">
                  <a:moveTo>
                    <a:pt x="4246892" y="0"/>
                  </a:moveTo>
                  <a:lnTo>
                    <a:pt x="4218317" y="0"/>
                  </a:lnTo>
                  <a:lnTo>
                    <a:pt x="4218317" y="9525"/>
                  </a:lnTo>
                  <a:lnTo>
                    <a:pt x="4246892" y="9525"/>
                  </a:lnTo>
                  <a:lnTo>
                    <a:pt x="4246892" y="0"/>
                  </a:lnTo>
                  <a:close/>
                </a:path>
                <a:path w="11430000" h="4257675">
                  <a:moveTo>
                    <a:pt x="4264330" y="4248150"/>
                  </a:moveTo>
                  <a:lnTo>
                    <a:pt x="4235755" y="4248150"/>
                  </a:lnTo>
                  <a:lnTo>
                    <a:pt x="4235755" y="4257675"/>
                  </a:lnTo>
                  <a:lnTo>
                    <a:pt x="4264330" y="4257675"/>
                  </a:lnTo>
                  <a:lnTo>
                    <a:pt x="4264330" y="4248150"/>
                  </a:lnTo>
                  <a:close/>
                </a:path>
                <a:path w="11430000" h="4257675">
                  <a:moveTo>
                    <a:pt x="4294505" y="0"/>
                  </a:moveTo>
                  <a:lnTo>
                    <a:pt x="4265930" y="0"/>
                  </a:lnTo>
                  <a:lnTo>
                    <a:pt x="4265930" y="9525"/>
                  </a:lnTo>
                  <a:lnTo>
                    <a:pt x="4294505" y="9525"/>
                  </a:lnTo>
                  <a:lnTo>
                    <a:pt x="4294505" y="0"/>
                  </a:lnTo>
                  <a:close/>
                </a:path>
                <a:path w="11430000" h="4257675">
                  <a:moveTo>
                    <a:pt x="4311942" y="4248150"/>
                  </a:moveTo>
                  <a:lnTo>
                    <a:pt x="4283367" y="4248150"/>
                  </a:lnTo>
                  <a:lnTo>
                    <a:pt x="4283367" y="4257675"/>
                  </a:lnTo>
                  <a:lnTo>
                    <a:pt x="4311942" y="4257675"/>
                  </a:lnTo>
                  <a:lnTo>
                    <a:pt x="4311942" y="4248150"/>
                  </a:lnTo>
                  <a:close/>
                </a:path>
                <a:path w="11430000" h="4257675">
                  <a:moveTo>
                    <a:pt x="4342117" y="0"/>
                  </a:moveTo>
                  <a:lnTo>
                    <a:pt x="4313542" y="0"/>
                  </a:lnTo>
                  <a:lnTo>
                    <a:pt x="4313542" y="9525"/>
                  </a:lnTo>
                  <a:lnTo>
                    <a:pt x="4342117" y="9525"/>
                  </a:lnTo>
                  <a:lnTo>
                    <a:pt x="4342117" y="0"/>
                  </a:lnTo>
                  <a:close/>
                </a:path>
                <a:path w="11430000" h="4257675">
                  <a:moveTo>
                    <a:pt x="4359554" y="4248150"/>
                  </a:moveTo>
                  <a:lnTo>
                    <a:pt x="4330979" y="4248150"/>
                  </a:lnTo>
                  <a:lnTo>
                    <a:pt x="4330979" y="4257675"/>
                  </a:lnTo>
                  <a:lnTo>
                    <a:pt x="4359554" y="4257675"/>
                  </a:lnTo>
                  <a:lnTo>
                    <a:pt x="4359554" y="4248150"/>
                  </a:lnTo>
                  <a:close/>
                </a:path>
                <a:path w="11430000" h="4257675">
                  <a:moveTo>
                    <a:pt x="4389729" y="0"/>
                  </a:moveTo>
                  <a:lnTo>
                    <a:pt x="4361154" y="0"/>
                  </a:lnTo>
                  <a:lnTo>
                    <a:pt x="4361154" y="9525"/>
                  </a:lnTo>
                  <a:lnTo>
                    <a:pt x="4389729" y="9525"/>
                  </a:lnTo>
                  <a:lnTo>
                    <a:pt x="4389729" y="0"/>
                  </a:lnTo>
                  <a:close/>
                </a:path>
                <a:path w="11430000" h="4257675">
                  <a:moveTo>
                    <a:pt x="4407166" y="4248150"/>
                  </a:moveTo>
                  <a:lnTo>
                    <a:pt x="4378591" y="4248150"/>
                  </a:lnTo>
                  <a:lnTo>
                    <a:pt x="4378591" y="4257675"/>
                  </a:lnTo>
                  <a:lnTo>
                    <a:pt x="4407166" y="4257675"/>
                  </a:lnTo>
                  <a:lnTo>
                    <a:pt x="4407166" y="4248150"/>
                  </a:lnTo>
                  <a:close/>
                </a:path>
                <a:path w="11430000" h="4257675">
                  <a:moveTo>
                    <a:pt x="4437329" y="0"/>
                  </a:moveTo>
                  <a:lnTo>
                    <a:pt x="4408754" y="0"/>
                  </a:lnTo>
                  <a:lnTo>
                    <a:pt x="4408754" y="9525"/>
                  </a:lnTo>
                  <a:lnTo>
                    <a:pt x="4437329" y="9525"/>
                  </a:lnTo>
                  <a:lnTo>
                    <a:pt x="4437329" y="0"/>
                  </a:lnTo>
                  <a:close/>
                </a:path>
                <a:path w="11430000" h="4257675">
                  <a:moveTo>
                    <a:pt x="4454766" y="4248150"/>
                  </a:moveTo>
                  <a:lnTo>
                    <a:pt x="4426191" y="4248150"/>
                  </a:lnTo>
                  <a:lnTo>
                    <a:pt x="4426191" y="4257675"/>
                  </a:lnTo>
                  <a:lnTo>
                    <a:pt x="4454766" y="4257675"/>
                  </a:lnTo>
                  <a:lnTo>
                    <a:pt x="4454766" y="4248150"/>
                  </a:lnTo>
                  <a:close/>
                </a:path>
                <a:path w="11430000" h="4257675">
                  <a:moveTo>
                    <a:pt x="4484941" y="0"/>
                  </a:moveTo>
                  <a:lnTo>
                    <a:pt x="4456366" y="0"/>
                  </a:lnTo>
                  <a:lnTo>
                    <a:pt x="4456366" y="9525"/>
                  </a:lnTo>
                  <a:lnTo>
                    <a:pt x="4484941" y="9525"/>
                  </a:lnTo>
                  <a:lnTo>
                    <a:pt x="4484941" y="0"/>
                  </a:lnTo>
                  <a:close/>
                </a:path>
                <a:path w="11430000" h="4257675">
                  <a:moveTo>
                    <a:pt x="4502378" y="4248150"/>
                  </a:moveTo>
                  <a:lnTo>
                    <a:pt x="4473803" y="4248150"/>
                  </a:lnTo>
                  <a:lnTo>
                    <a:pt x="4473803" y="4257675"/>
                  </a:lnTo>
                  <a:lnTo>
                    <a:pt x="4502378" y="4257675"/>
                  </a:lnTo>
                  <a:lnTo>
                    <a:pt x="4502378" y="4248150"/>
                  </a:lnTo>
                  <a:close/>
                </a:path>
                <a:path w="11430000" h="4257675">
                  <a:moveTo>
                    <a:pt x="4532554" y="0"/>
                  </a:moveTo>
                  <a:lnTo>
                    <a:pt x="4503979" y="0"/>
                  </a:lnTo>
                  <a:lnTo>
                    <a:pt x="4503979" y="9525"/>
                  </a:lnTo>
                  <a:lnTo>
                    <a:pt x="4532554" y="9525"/>
                  </a:lnTo>
                  <a:lnTo>
                    <a:pt x="4532554" y="0"/>
                  </a:lnTo>
                  <a:close/>
                </a:path>
                <a:path w="11430000" h="4257675">
                  <a:moveTo>
                    <a:pt x="4549991" y="4248150"/>
                  </a:moveTo>
                  <a:lnTo>
                    <a:pt x="4521416" y="4248150"/>
                  </a:lnTo>
                  <a:lnTo>
                    <a:pt x="4521416" y="4257675"/>
                  </a:lnTo>
                  <a:lnTo>
                    <a:pt x="4549991" y="4257675"/>
                  </a:lnTo>
                  <a:lnTo>
                    <a:pt x="4549991" y="4248150"/>
                  </a:lnTo>
                  <a:close/>
                </a:path>
                <a:path w="11430000" h="4257675">
                  <a:moveTo>
                    <a:pt x="4580166" y="0"/>
                  </a:moveTo>
                  <a:lnTo>
                    <a:pt x="4551591" y="0"/>
                  </a:lnTo>
                  <a:lnTo>
                    <a:pt x="4551591" y="9525"/>
                  </a:lnTo>
                  <a:lnTo>
                    <a:pt x="4580166" y="9525"/>
                  </a:lnTo>
                  <a:lnTo>
                    <a:pt x="4580166" y="0"/>
                  </a:lnTo>
                  <a:close/>
                </a:path>
                <a:path w="11430000" h="4257675">
                  <a:moveTo>
                    <a:pt x="4597603" y="4248150"/>
                  </a:moveTo>
                  <a:lnTo>
                    <a:pt x="4569028" y="4248150"/>
                  </a:lnTo>
                  <a:lnTo>
                    <a:pt x="4569028" y="4257675"/>
                  </a:lnTo>
                  <a:lnTo>
                    <a:pt x="4597603" y="4257675"/>
                  </a:lnTo>
                  <a:lnTo>
                    <a:pt x="4597603" y="4248150"/>
                  </a:lnTo>
                  <a:close/>
                </a:path>
                <a:path w="11430000" h="4257675">
                  <a:moveTo>
                    <a:pt x="4627778" y="0"/>
                  </a:moveTo>
                  <a:lnTo>
                    <a:pt x="4599203" y="0"/>
                  </a:lnTo>
                  <a:lnTo>
                    <a:pt x="4599203" y="9525"/>
                  </a:lnTo>
                  <a:lnTo>
                    <a:pt x="4627778" y="9525"/>
                  </a:lnTo>
                  <a:lnTo>
                    <a:pt x="4627778" y="0"/>
                  </a:lnTo>
                  <a:close/>
                </a:path>
                <a:path w="11430000" h="4257675">
                  <a:moveTo>
                    <a:pt x="4645215" y="4248150"/>
                  </a:moveTo>
                  <a:lnTo>
                    <a:pt x="4616640" y="4248150"/>
                  </a:lnTo>
                  <a:lnTo>
                    <a:pt x="4616640" y="4257675"/>
                  </a:lnTo>
                  <a:lnTo>
                    <a:pt x="4645215" y="4257675"/>
                  </a:lnTo>
                  <a:lnTo>
                    <a:pt x="4645215" y="4248150"/>
                  </a:lnTo>
                  <a:close/>
                </a:path>
                <a:path w="11430000" h="4257675">
                  <a:moveTo>
                    <a:pt x="4675390" y="0"/>
                  </a:moveTo>
                  <a:lnTo>
                    <a:pt x="4646815" y="0"/>
                  </a:lnTo>
                  <a:lnTo>
                    <a:pt x="4646815" y="9525"/>
                  </a:lnTo>
                  <a:lnTo>
                    <a:pt x="4675390" y="9525"/>
                  </a:lnTo>
                  <a:lnTo>
                    <a:pt x="4675390" y="0"/>
                  </a:lnTo>
                  <a:close/>
                </a:path>
                <a:path w="11430000" h="4257675">
                  <a:moveTo>
                    <a:pt x="4692828" y="4248150"/>
                  </a:moveTo>
                  <a:lnTo>
                    <a:pt x="4664253" y="4248150"/>
                  </a:lnTo>
                  <a:lnTo>
                    <a:pt x="4664253" y="4257675"/>
                  </a:lnTo>
                  <a:lnTo>
                    <a:pt x="4692828" y="4257675"/>
                  </a:lnTo>
                  <a:lnTo>
                    <a:pt x="4692828" y="4248150"/>
                  </a:lnTo>
                  <a:close/>
                </a:path>
                <a:path w="11430000" h="4257675">
                  <a:moveTo>
                    <a:pt x="4723003" y="0"/>
                  </a:moveTo>
                  <a:lnTo>
                    <a:pt x="4694428" y="0"/>
                  </a:lnTo>
                  <a:lnTo>
                    <a:pt x="4694428" y="9525"/>
                  </a:lnTo>
                  <a:lnTo>
                    <a:pt x="4723003" y="9525"/>
                  </a:lnTo>
                  <a:lnTo>
                    <a:pt x="4723003" y="0"/>
                  </a:lnTo>
                  <a:close/>
                </a:path>
                <a:path w="11430000" h="4257675">
                  <a:moveTo>
                    <a:pt x="4740427" y="4248150"/>
                  </a:moveTo>
                  <a:lnTo>
                    <a:pt x="4711852" y="4248150"/>
                  </a:lnTo>
                  <a:lnTo>
                    <a:pt x="4711852" y="4257675"/>
                  </a:lnTo>
                  <a:lnTo>
                    <a:pt x="4740427" y="4257675"/>
                  </a:lnTo>
                  <a:lnTo>
                    <a:pt x="4740427" y="4248150"/>
                  </a:lnTo>
                  <a:close/>
                </a:path>
                <a:path w="11430000" h="4257675">
                  <a:moveTo>
                    <a:pt x="4770602" y="0"/>
                  </a:moveTo>
                  <a:lnTo>
                    <a:pt x="4742027" y="0"/>
                  </a:lnTo>
                  <a:lnTo>
                    <a:pt x="4742027" y="9525"/>
                  </a:lnTo>
                  <a:lnTo>
                    <a:pt x="4770602" y="9525"/>
                  </a:lnTo>
                  <a:lnTo>
                    <a:pt x="4770602" y="0"/>
                  </a:lnTo>
                  <a:close/>
                </a:path>
                <a:path w="11430000" h="4257675">
                  <a:moveTo>
                    <a:pt x="4788039" y="4248150"/>
                  </a:moveTo>
                  <a:lnTo>
                    <a:pt x="4759464" y="4248150"/>
                  </a:lnTo>
                  <a:lnTo>
                    <a:pt x="4759464" y="4257675"/>
                  </a:lnTo>
                  <a:lnTo>
                    <a:pt x="4788039" y="4257675"/>
                  </a:lnTo>
                  <a:lnTo>
                    <a:pt x="4788039" y="4248150"/>
                  </a:lnTo>
                  <a:close/>
                </a:path>
                <a:path w="11430000" h="4257675">
                  <a:moveTo>
                    <a:pt x="4818215" y="0"/>
                  </a:moveTo>
                  <a:lnTo>
                    <a:pt x="4789640" y="0"/>
                  </a:lnTo>
                  <a:lnTo>
                    <a:pt x="4789640" y="9525"/>
                  </a:lnTo>
                  <a:lnTo>
                    <a:pt x="4818215" y="9525"/>
                  </a:lnTo>
                  <a:lnTo>
                    <a:pt x="4818215" y="0"/>
                  </a:lnTo>
                  <a:close/>
                </a:path>
                <a:path w="11430000" h="4257675">
                  <a:moveTo>
                    <a:pt x="4835652" y="4248150"/>
                  </a:moveTo>
                  <a:lnTo>
                    <a:pt x="4807077" y="4248150"/>
                  </a:lnTo>
                  <a:lnTo>
                    <a:pt x="4807077" y="4257675"/>
                  </a:lnTo>
                  <a:lnTo>
                    <a:pt x="4835652" y="4257675"/>
                  </a:lnTo>
                  <a:lnTo>
                    <a:pt x="4835652" y="4248150"/>
                  </a:lnTo>
                  <a:close/>
                </a:path>
                <a:path w="11430000" h="4257675">
                  <a:moveTo>
                    <a:pt x="4865827" y="0"/>
                  </a:moveTo>
                  <a:lnTo>
                    <a:pt x="4837252" y="0"/>
                  </a:lnTo>
                  <a:lnTo>
                    <a:pt x="4837252" y="9525"/>
                  </a:lnTo>
                  <a:lnTo>
                    <a:pt x="4865827" y="9525"/>
                  </a:lnTo>
                  <a:lnTo>
                    <a:pt x="4865827" y="0"/>
                  </a:lnTo>
                  <a:close/>
                </a:path>
                <a:path w="11430000" h="4257675">
                  <a:moveTo>
                    <a:pt x="4883264" y="4248150"/>
                  </a:moveTo>
                  <a:lnTo>
                    <a:pt x="4854689" y="4248150"/>
                  </a:lnTo>
                  <a:lnTo>
                    <a:pt x="4854689" y="4257675"/>
                  </a:lnTo>
                  <a:lnTo>
                    <a:pt x="4883264" y="4257675"/>
                  </a:lnTo>
                  <a:lnTo>
                    <a:pt x="4883264" y="4248150"/>
                  </a:lnTo>
                  <a:close/>
                </a:path>
                <a:path w="11430000" h="4257675">
                  <a:moveTo>
                    <a:pt x="4913439" y="0"/>
                  </a:moveTo>
                  <a:lnTo>
                    <a:pt x="4884864" y="0"/>
                  </a:lnTo>
                  <a:lnTo>
                    <a:pt x="4884864" y="9525"/>
                  </a:lnTo>
                  <a:lnTo>
                    <a:pt x="4913439" y="9525"/>
                  </a:lnTo>
                  <a:lnTo>
                    <a:pt x="4913439" y="0"/>
                  </a:lnTo>
                  <a:close/>
                </a:path>
                <a:path w="11430000" h="4257675">
                  <a:moveTo>
                    <a:pt x="4930876" y="4248150"/>
                  </a:moveTo>
                  <a:lnTo>
                    <a:pt x="4902301" y="4248150"/>
                  </a:lnTo>
                  <a:lnTo>
                    <a:pt x="4902301" y="4257675"/>
                  </a:lnTo>
                  <a:lnTo>
                    <a:pt x="4930876" y="4257675"/>
                  </a:lnTo>
                  <a:lnTo>
                    <a:pt x="4930876" y="4248150"/>
                  </a:lnTo>
                  <a:close/>
                </a:path>
                <a:path w="11430000" h="4257675">
                  <a:moveTo>
                    <a:pt x="4961052" y="0"/>
                  </a:moveTo>
                  <a:lnTo>
                    <a:pt x="4932477" y="0"/>
                  </a:lnTo>
                  <a:lnTo>
                    <a:pt x="4932477" y="9525"/>
                  </a:lnTo>
                  <a:lnTo>
                    <a:pt x="4961052" y="9525"/>
                  </a:lnTo>
                  <a:lnTo>
                    <a:pt x="4961052" y="0"/>
                  </a:lnTo>
                  <a:close/>
                </a:path>
                <a:path w="11430000" h="4257675">
                  <a:moveTo>
                    <a:pt x="4978489" y="4248150"/>
                  </a:moveTo>
                  <a:lnTo>
                    <a:pt x="4949914" y="4248150"/>
                  </a:lnTo>
                  <a:lnTo>
                    <a:pt x="4949914" y="4257675"/>
                  </a:lnTo>
                  <a:lnTo>
                    <a:pt x="4978489" y="4257675"/>
                  </a:lnTo>
                  <a:lnTo>
                    <a:pt x="4978489" y="4248150"/>
                  </a:lnTo>
                  <a:close/>
                </a:path>
                <a:path w="11430000" h="4257675">
                  <a:moveTo>
                    <a:pt x="5008664" y="0"/>
                  </a:moveTo>
                  <a:lnTo>
                    <a:pt x="4980089" y="0"/>
                  </a:lnTo>
                  <a:lnTo>
                    <a:pt x="4980089" y="9525"/>
                  </a:lnTo>
                  <a:lnTo>
                    <a:pt x="5008664" y="9525"/>
                  </a:lnTo>
                  <a:lnTo>
                    <a:pt x="5008664" y="0"/>
                  </a:lnTo>
                  <a:close/>
                </a:path>
                <a:path w="11430000" h="4257675">
                  <a:moveTo>
                    <a:pt x="5026101" y="4248150"/>
                  </a:moveTo>
                  <a:lnTo>
                    <a:pt x="4997526" y="4248150"/>
                  </a:lnTo>
                  <a:lnTo>
                    <a:pt x="4997526" y="4257675"/>
                  </a:lnTo>
                  <a:lnTo>
                    <a:pt x="5026101" y="4257675"/>
                  </a:lnTo>
                  <a:lnTo>
                    <a:pt x="5026101" y="4248150"/>
                  </a:lnTo>
                  <a:close/>
                </a:path>
                <a:path w="11430000" h="4257675">
                  <a:moveTo>
                    <a:pt x="5056276" y="0"/>
                  </a:moveTo>
                  <a:lnTo>
                    <a:pt x="5027701" y="0"/>
                  </a:lnTo>
                  <a:lnTo>
                    <a:pt x="5027701" y="9525"/>
                  </a:lnTo>
                  <a:lnTo>
                    <a:pt x="5056276" y="9525"/>
                  </a:lnTo>
                  <a:lnTo>
                    <a:pt x="5056276" y="0"/>
                  </a:lnTo>
                  <a:close/>
                </a:path>
                <a:path w="11430000" h="4257675">
                  <a:moveTo>
                    <a:pt x="5073701" y="4248150"/>
                  </a:moveTo>
                  <a:lnTo>
                    <a:pt x="5045126" y="4248150"/>
                  </a:lnTo>
                  <a:lnTo>
                    <a:pt x="5045126" y="4257675"/>
                  </a:lnTo>
                  <a:lnTo>
                    <a:pt x="5073701" y="4257675"/>
                  </a:lnTo>
                  <a:lnTo>
                    <a:pt x="5073701" y="4248150"/>
                  </a:lnTo>
                  <a:close/>
                </a:path>
                <a:path w="11430000" h="4257675">
                  <a:moveTo>
                    <a:pt x="5103876" y="0"/>
                  </a:moveTo>
                  <a:lnTo>
                    <a:pt x="5075301" y="0"/>
                  </a:lnTo>
                  <a:lnTo>
                    <a:pt x="5075301" y="9525"/>
                  </a:lnTo>
                  <a:lnTo>
                    <a:pt x="5103876" y="9525"/>
                  </a:lnTo>
                  <a:lnTo>
                    <a:pt x="5103876" y="0"/>
                  </a:lnTo>
                  <a:close/>
                </a:path>
                <a:path w="11430000" h="4257675">
                  <a:moveTo>
                    <a:pt x="5121313" y="4248150"/>
                  </a:moveTo>
                  <a:lnTo>
                    <a:pt x="5092738" y="4248150"/>
                  </a:lnTo>
                  <a:lnTo>
                    <a:pt x="5092738" y="4257675"/>
                  </a:lnTo>
                  <a:lnTo>
                    <a:pt x="5121313" y="4257675"/>
                  </a:lnTo>
                  <a:lnTo>
                    <a:pt x="5121313" y="4248150"/>
                  </a:lnTo>
                  <a:close/>
                </a:path>
                <a:path w="11430000" h="4257675">
                  <a:moveTo>
                    <a:pt x="5151488" y="0"/>
                  </a:moveTo>
                  <a:lnTo>
                    <a:pt x="5122913" y="0"/>
                  </a:lnTo>
                  <a:lnTo>
                    <a:pt x="5122913" y="9525"/>
                  </a:lnTo>
                  <a:lnTo>
                    <a:pt x="5151488" y="9525"/>
                  </a:lnTo>
                  <a:lnTo>
                    <a:pt x="5151488" y="0"/>
                  </a:lnTo>
                  <a:close/>
                </a:path>
                <a:path w="11430000" h="4257675">
                  <a:moveTo>
                    <a:pt x="5168925" y="4248150"/>
                  </a:moveTo>
                  <a:lnTo>
                    <a:pt x="5140350" y="4248150"/>
                  </a:lnTo>
                  <a:lnTo>
                    <a:pt x="5140350" y="4257675"/>
                  </a:lnTo>
                  <a:lnTo>
                    <a:pt x="5168925" y="4257675"/>
                  </a:lnTo>
                  <a:lnTo>
                    <a:pt x="5168925" y="4248150"/>
                  </a:lnTo>
                  <a:close/>
                </a:path>
                <a:path w="11430000" h="4257675">
                  <a:moveTo>
                    <a:pt x="5199100" y="0"/>
                  </a:moveTo>
                  <a:lnTo>
                    <a:pt x="5170525" y="0"/>
                  </a:lnTo>
                  <a:lnTo>
                    <a:pt x="5170525" y="9525"/>
                  </a:lnTo>
                  <a:lnTo>
                    <a:pt x="5199100" y="9525"/>
                  </a:lnTo>
                  <a:lnTo>
                    <a:pt x="5199100" y="0"/>
                  </a:lnTo>
                  <a:close/>
                </a:path>
                <a:path w="11430000" h="4257675">
                  <a:moveTo>
                    <a:pt x="5216537" y="4248150"/>
                  </a:moveTo>
                  <a:lnTo>
                    <a:pt x="5187962" y="4248150"/>
                  </a:lnTo>
                  <a:lnTo>
                    <a:pt x="5187962" y="4257675"/>
                  </a:lnTo>
                  <a:lnTo>
                    <a:pt x="5216537" y="4257675"/>
                  </a:lnTo>
                  <a:lnTo>
                    <a:pt x="5216537" y="4248150"/>
                  </a:lnTo>
                  <a:close/>
                </a:path>
                <a:path w="11430000" h="4257675">
                  <a:moveTo>
                    <a:pt x="5246713" y="0"/>
                  </a:moveTo>
                  <a:lnTo>
                    <a:pt x="5218138" y="0"/>
                  </a:lnTo>
                  <a:lnTo>
                    <a:pt x="5218138" y="9525"/>
                  </a:lnTo>
                  <a:lnTo>
                    <a:pt x="5246713" y="9525"/>
                  </a:lnTo>
                  <a:lnTo>
                    <a:pt x="5246713" y="0"/>
                  </a:lnTo>
                  <a:close/>
                </a:path>
                <a:path w="11430000" h="4257675">
                  <a:moveTo>
                    <a:pt x="5264150" y="4248150"/>
                  </a:moveTo>
                  <a:lnTo>
                    <a:pt x="5235575" y="4248150"/>
                  </a:lnTo>
                  <a:lnTo>
                    <a:pt x="5235575" y="4257675"/>
                  </a:lnTo>
                  <a:lnTo>
                    <a:pt x="5264150" y="4257675"/>
                  </a:lnTo>
                  <a:lnTo>
                    <a:pt x="5264150" y="4248150"/>
                  </a:lnTo>
                  <a:close/>
                </a:path>
                <a:path w="11430000" h="4257675">
                  <a:moveTo>
                    <a:pt x="5294325" y="0"/>
                  </a:moveTo>
                  <a:lnTo>
                    <a:pt x="5265750" y="0"/>
                  </a:lnTo>
                  <a:lnTo>
                    <a:pt x="5265750" y="9525"/>
                  </a:lnTo>
                  <a:lnTo>
                    <a:pt x="5294325" y="9525"/>
                  </a:lnTo>
                  <a:lnTo>
                    <a:pt x="5294325" y="0"/>
                  </a:lnTo>
                  <a:close/>
                </a:path>
                <a:path w="11430000" h="4257675">
                  <a:moveTo>
                    <a:pt x="5311762" y="4248150"/>
                  </a:moveTo>
                  <a:lnTo>
                    <a:pt x="5283187" y="4248150"/>
                  </a:lnTo>
                  <a:lnTo>
                    <a:pt x="5283187" y="4257675"/>
                  </a:lnTo>
                  <a:lnTo>
                    <a:pt x="5311762" y="4257675"/>
                  </a:lnTo>
                  <a:lnTo>
                    <a:pt x="5311762" y="4248150"/>
                  </a:lnTo>
                  <a:close/>
                </a:path>
                <a:path w="11430000" h="4257675">
                  <a:moveTo>
                    <a:pt x="5341937" y="0"/>
                  </a:moveTo>
                  <a:lnTo>
                    <a:pt x="5313362" y="0"/>
                  </a:lnTo>
                  <a:lnTo>
                    <a:pt x="5313362" y="9525"/>
                  </a:lnTo>
                  <a:lnTo>
                    <a:pt x="5341937" y="9525"/>
                  </a:lnTo>
                  <a:lnTo>
                    <a:pt x="5341937" y="0"/>
                  </a:lnTo>
                  <a:close/>
                </a:path>
                <a:path w="11430000" h="4257675">
                  <a:moveTo>
                    <a:pt x="5359374" y="4248150"/>
                  </a:moveTo>
                  <a:lnTo>
                    <a:pt x="5330799" y="4248150"/>
                  </a:lnTo>
                  <a:lnTo>
                    <a:pt x="5330799" y="4257675"/>
                  </a:lnTo>
                  <a:lnTo>
                    <a:pt x="5359374" y="4257675"/>
                  </a:lnTo>
                  <a:lnTo>
                    <a:pt x="5359374" y="4248150"/>
                  </a:lnTo>
                  <a:close/>
                </a:path>
                <a:path w="11430000" h="4257675">
                  <a:moveTo>
                    <a:pt x="5389550" y="0"/>
                  </a:moveTo>
                  <a:lnTo>
                    <a:pt x="5360975" y="0"/>
                  </a:lnTo>
                  <a:lnTo>
                    <a:pt x="5360975" y="9525"/>
                  </a:lnTo>
                  <a:lnTo>
                    <a:pt x="5389550" y="9525"/>
                  </a:lnTo>
                  <a:lnTo>
                    <a:pt x="5389550" y="0"/>
                  </a:lnTo>
                  <a:close/>
                </a:path>
                <a:path w="11430000" h="4257675">
                  <a:moveTo>
                    <a:pt x="5406987" y="4248150"/>
                  </a:moveTo>
                  <a:lnTo>
                    <a:pt x="5378412" y="4248150"/>
                  </a:lnTo>
                  <a:lnTo>
                    <a:pt x="5378412" y="4257675"/>
                  </a:lnTo>
                  <a:lnTo>
                    <a:pt x="5406987" y="4257675"/>
                  </a:lnTo>
                  <a:lnTo>
                    <a:pt x="5406987" y="4248150"/>
                  </a:lnTo>
                  <a:close/>
                </a:path>
                <a:path w="11430000" h="4257675">
                  <a:moveTo>
                    <a:pt x="5437149" y="0"/>
                  </a:moveTo>
                  <a:lnTo>
                    <a:pt x="5408574" y="0"/>
                  </a:lnTo>
                  <a:lnTo>
                    <a:pt x="5408574" y="9525"/>
                  </a:lnTo>
                  <a:lnTo>
                    <a:pt x="5437149" y="9525"/>
                  </a:lnTo>
                  <a:lnTo>
                    <a:pt x="5437149" y="0"/>
                  </a:lnTo>
                  <a:close/>
                </a:path>
                <a:path w="11430000" h="4257675">
                  <a:moveTo>
                    <a:pt x="5454586" y="4248150"/>
                  </a:moveTo>
                  <a:lnTo>
                    <a:pt x="5426011" y="4248150"/>
                  </a:lnTo>
                  <a:lnTo>
                    <a:pt x="5426011" y="4257675"/>
                  </a:lnTo>
                  <a:lnTo>
                    <a:pt x="5454586" y="4257675"/>
                  </a:lnTo>
                  <a:lnTo>
                    <a:pt x="5454586" y="4248150"/>
                  </a:lnTo>
                  <a:close/>
                </a:path>
                <a:path w="11430000" h="4257675">
                  <a:moveTo>
                    <a:pt x="5484761" y="0"/>
                  </a:moveTo>
                  <a:lnTo>
                    <a:pt x="5456186" y="0"/>
                  </a:lnTo>
                  <a:lnTo>
                    <a:pt x="5456186" y="9525"/>
                  </a:lnTo>
                  <a:lnTo>
                    <a:pt x="5484761" y="9525"/>
                  </a:lnTo>
                  <a:lnTo>
                    <a:pt x="5484761" y="0"/>
                  </a:lnTo>
                  <a:close/>
                </a:path>
                <a:path w="11430000" h="4257675">
                  <a:moveTo>
                    <a:pt x="5502199" y="4248150"/>
                  </a:moveTo>
                  <a:lnTo>
                    <a:pt x="5473624" y="4248150"/>
                  </a:lnTo>
                  <a:lnTo>
                    <a:pt x="5473624" y="4257675"/>
                  </a:lnTo>
                  <a:lnTo>
                    <a:pt x="5502199" y="4257675"/>
                  </a:lnTo>
                  <a:lnTo>
                    <a:pt x="5502199" y="4248150"/>
                  </a:lnTo>
                  <a:close/>
                </a:path>
                <a:path w="11430000" h="4257675">
                  <a:moveTo>
                    <a:pt x="5532374" y="0"/>
                  </a:moveTo>
                  <a:lnTo>
                    <a:pt x="5503799" y="0"/>
                  </a:lnTo>
                  <a:lnTo>
                    <a:pt x="5503799" y="9525"/>
                  </a:lnTo>
                  <a:lnTo>
                    <a:pt x="5532374" y="9525"/>
                  </a:lnTo>
                  <a:lnTo>
                    <a:pt x="5532374" y="0"/>
                  </a:lnTo>
                  <a:close/>
                </a:path>
                <a:path w="11430000" h="4257675">
                  <a:moveTo>
                    <a:pt x="5549811" y="4248150"/>
                  </a:moveTo>
                  <a:lnTo>
                    <a:pt x="5521236" y="4248150"/>
                  </a:lnTo>
                  <a:lnTo>
                    <a:pt x="5521236" y="4257675"/>
                  </a:lnTo>
                  <a:lnTo>
                    <a:pt x="5549811" y="4257675"/>
                  </a:lnTo>
                  <a:lnTo>
                    <a:pt x="5549811" y="4248150"/>
                  </a:lnTo>
                  <a:close/>
                </a:path>
                <a:path w="11430000" h="4257675">
                  <a:moveTo>
                    <a:pt x="5579986" y="0"/>
                  </a:moveTo>
                  <a:lnTo>
                    <a:pt x="5551411" y="0"/>
                  </a:lnTo>
                  <a:lnTo>
                    <a:pt x="5551411" y="9525"/>
                  </a:lnTo>
                  <a:lnTo>
                    <a:pt x="5579986" y="9525"/>
                  </a:lnTo>
                  <a:lnTo>
                    <a:pt x="5579986" y="0"/>
                  </a:lnTo>
                  <a:close/>
                </a:path>
                <a:path w="11430000" h="4257675">
                  <a:moveTo>
                    <a:pt x="5597423" y="4248150"/>
                  </a:moveTo>
                  <a:lnTo>
                    <a:pt x="5568848" y="4248150"/>
                  </a:lnTo>
                  <a:lnTo>
                    <a:pt x="5568848" y="4257675"/>
                  </a:lnTo>
                  <a:lnTo>
                    <a:pt x="5597423" y="4257675"/>
                  </a:lnTo>
                  <a:lnTo>
                    <a:pt x="5597423" y="4248150"/>
                  </a:lnTo>
                  <a:close/>
                </a:path>
                <a:path w="11430000" h="4257675">
                  <a:moveTo>
                    <a:pt x="5627598" y="0"/>
                  </a:moveTo>
                  <a:lnTo>
                    <a:pt x="5599023" y="0"/>
                  </a:lnTo>
                  <a:lnTo>
                    <a:pt x="5599023" y="9525"/>
                  </a:lnTo>
                  <a:lnTo>
                    <a:pt x="5627598" y="9525"/>
                  </a:lnTo>
                  <a:lnTo>
                    <a:pt x="5627598" y="0"/>
                  </a:lnTo>
                  <a:close/>
                </a:path>
                <a:path w="11430000" h="4257675">
                  <a:moveTo>
                    <a:pt x="5645035" y="4248150"/>
                  </a:moveTo>
                  <a:lnTo>
                    <a:pt x="5616460" y="4248150"/>
                  </a:lnTo>
                  <a:lnTo>
                    <a:pt x="5616460" y="4257675"/>
                  </a:lnTo>
                  <a:lnTo>
                    <a:pt x="5645035" y="4257675"/>
                  </a:lnTo>
                  <a:lnTo>
                    <a:pt x="5645035" y="4248150"/>
                  </a:lnTo>
                  <a:close/>
                </a:path>
                <a:path w="11430000" h="4257675">
                  <a:moveTo>
                    <a:pt x="5675211" y="0"/>
                  </a:moveTo>
                  <a:lnTo>
                    <a:pt x="5646636" y="0"/>
                  </a:lnTo>
                  <a:lnTo>
                    <a:pt x="5646636" y="9525"/>
                  </a:lnTo>
                  <a:lnTo>
                    <a:pt x="5675211" y="9525"/>
                  </a:lnTo>
                  <a:lnTo>
                    <a:pt x="5675211" y="0"/>
                  </a:lnTo>
                  <a:close/>
                </a:path>
                <a:path w="11430000" h="4257675">
                  <a:moveTo>
                    <a:pt x="5692648" y="4248150"/>
                  </a:moveTo>
                  <a:lnTo>
                    <a:pt x="5664073" y="4248150"/>
                  </a:lnTo>
                  <a:lnTo>
                    <a:pt x="5664073" y="4257675"/>
                  </a:lnTo>
                  <a:lnTo>
                    <a:pt x="5692648" y="4257675"/>
                  </a:lnTo>
                  <a:lnTo>
                    <a:pt x="5692648" y="4248150"/>
                  </a:lnTo>
                  <a:close/>
                </a:path>
                <a:path w="11430000" h="4257675">
                  <a:moveTo>
                    <a:pt x="5722823" y="0"/>
                  </a:moveTo>
                  <a:lnTo>
                    <a:pt x="5694248" y="0"/>
                  </a:lnTo>
                  <a:lnTo>
                    <a:pt x="5694248" y="9525"/>
                  </a:lnTo>
                  <a:lnTo>
                    <a:pt x="5722823" y="9525"/>
                  </a:lnTo>
                  <a:lnTo>
                    <a:pt x="5722823" y="0"/>
                  </a:lnTo>
                  <a:close/>
                </a:path>
                <a:path w="11430000" h="4257675">
                  <a:moveTo>
                    <a:pt x="5740260" y="4248150"/>
                  </a:moveTo>
                  <a:lnTo>
                    <a:pt x="5711685" y="4248150"/>
                  </a:lnTo>
                  <a:lnTo>
                    <a:pt x="5711685" y="4257675"/>
                  </a:lnTo>
                  <a:lnTo>
                    <a:pt x="5740260" y="4257675"/>
                  </a:lnTo>
                  <a:lnTo>
                    <a:pt x="5740260" y="4248150"/>
                  </a:lnTo>
                  <a:close/>
                </a:path>
                <a:path w="11430000" h="4257675">
                  <a:moveTo>
                    <a:pt x="5770423" y="0"/>
                  </a:moveTo>
                  <a:lnTo>
                    <a:pt x="5741848" y="0"/>
                  </a:lnTo>
                  <a:lnTo>
                    <a:pt x="5741848" y="9525"/>
                  </a:lnTo>
                  <a:lnTo>
                    <a:pt x="5770423" y="9525"/>
                  </a:lnTo>
                  <a:lnTo>
                    <a:pt x="5770423" y="0"/>
                  </a:lnTo>
                  <a:close/>
                </a:path>
                <a:path w="11430000" h="4257675">
                  <a:moveTo>
                    <a:pt x="5787860" y="4248150"/>
                  </a:moveTo>
                  <a:lnTo>
                    <a:pt x="5759285" y="4248150"/>
                  </a:lnTo>
                  <a:lnTo>
                    <a:pt x="5759285" y="4257675"/>
                  </a:lnTo>
                  <a:lnTo>
                    <a:pt x="5787860" y="4257675"/>
                  </a:lnTo>
                  <a:lnTo>
                    <a:pt x="5787860" y="4248150"/>
                  </a:lnTo>
                  <a:close/>
                </a:path>
                <a:path w="11430000" h="4257675">
                  <a:moveTo>
                    <a:pt x="5818035" y="0"/>
                  </a:moveTo>
                  <a:lnTo>
                    <a:pt x="5789460" y="0"/>
                  </a:lnTo>
                  <a:lnTo>
                    <a:pt x="5789460" y="9525"/>
                  </a:lnTo>
                  <a:lnTo>
                    <a:pt x="5818035" y="9525"/>
                  </a:lnTo>
                  <a:lnTo>
                    <a:pt x="5818035" y="0"/>
                  </a:lnTo>
                  <a:close/>
                </a:path>
                <a:path w="11430000" h="4257675">
                  <a:moveTo>
                    <a:pt x="5835472" y="4248150"/>
                  </a:moveTo>
                  <a:lnTo>
                    <a:pt x="5806897" y="4248150"/>
                  </a:lnTo>
                  <a:lnTo>
                    <a:pt x="5806897" y="4257675"/>
                  </a:lnTo>
                  <a:lnTo>
                    <a:pt x="5835472" y="4257675"/>
                  </a:lnTo>
                  <a:lnTo>
                    <a:pt x="5835472" y="4248150"/>
                  </a:lnTo>
                  <a:close/>
                </a:path>
                <a:path w="11430000" h="4257675">
                  <a:moveTo>
                    <a:pt x="5865647" y="0"/>
                  </a:moveTo>
                  <a:lnTo>
                    <a:pt x="5837072" y="0"/>
                  </a:lnTo>
                  <a:lnTo>
                    <a:pt x="5837072" y="9525"/>
                  </a:lnTo>
                  <a:lnTo>
                    <a:pt x="5865647" y="9525"/>
                  </a:lnTo>
                  <a:lnTo>
                    <a:pt x="5865647" y="0"/>
                  </a:lnTo>
                  <a:close/>
                </a:path>
                <a:path w="11430000" h="4257675">
                  <a:moveTo>
                    <a:pt x="5883084" y="4248150"/>
                  </a:moveTo>
                  <a:lnTo>
                    <a:pt x="5854509" y="4248150"/>
                  </a:lnTo>
                  <a:lnTo>
                    <a:pt x="5854509" y="4257675"/>
                  </a:lnTo>
                  <a:lnTo>
                    <a:pt x="5883084" y="4257675"/>
                  </a:lnTo>
                  <a:lnTo>
                    <a:pt x="5883084" y="4248150"/>
                  </a:lnTo>
                  <a:close/>
                </a:path>
                <a:path w="11430000" h="4257675">
                  <a:moveTo>
                    <a:pt x="5913259" y="0"/>
                  </a:moveTo>
                  <a:lnTo>
                    <a:pt x="5884684" y="0"/>
                  </a:lnTo>
                  <a:lnTo>
                    <a:pt x="5884684" y="9525"/>
                  </a:lnTo>
                  <a:lnTo>
                    <a:pt x="5913259" y="9525"/>
                  </a:lnTo>
                  <a:lnTo>
                    <a:pt x="5913259" y="0"/>
                  </a:lnTo>
                  <a:close/>
                </a:path>
                <a:path w="11430000" h="4257675">
                  <a:moveTo>
                    <a:pt x="5930697" y="4248150"/>
                  </a:moveTo>
                  <a:lnTo>
                    <a:pt x="5902122" y="4248150"/>
                  </a:lnTo>
                  <a:lnTo>
                    <a:pt x="5902122" y="4257675"/>
                  </a:lnTo>
                  <a:lnTo>
                    <a:pt x="5930697" y="4257675"/>
                  </a:lnTo>
                  <a:lnTo>
                    <a:pt x="5930697" y="4248150"/>
                  </a:lnTo>
                  <a:close/>
                </a:path>
                <a:path w="11430000" h="4257675">
                  <a:moveTo>
                    <a:pt x="5960872" y="0"/>
                  </a:moveTo>
                  <a:lnTo>
                    <a:pt x="5932297" y="0"/>
                  </a:lnTo>
                  <a:lnTo>
                    <a:pt x="5932297" y="9525"/>
                  </a:lnTo>
                  <a:lnTo>
                    <a:pt x="5960872" y="9525"/>
                  </a:lnTo>
                  <a:lnTo>
                    <a:pt x="5960872" y="0"/>
                  </a:lnTo>
                  <a:close/>
                </a:path>
                <a:path w="11430000" h="4257675">
                  <a:moveTo>
                    <a:pt x="5978309" y="4248150"/>
                  </a:moveTo>
                  <a:lnTo>
                    <a:pt x="5949734" y="4248150"/>
                  </a:lnTo>
                  <a:lnTo>
                    <a:pt x="5949734" y="4257675"/>
                  </a:lnTo>
                  <a:lnTo>
                    <a:pt x="5978309" y="4257675"/>
                  </a:lnTo>
                  <a:lnTo>
                    <a:pt x="5978309" y="4248150"/>
                  </a:lnTo>
                  <a:close/>
                </a:path>
                <a:path w="11430000" h="4257675">
                  <a:moveTo>
                    <a:pt x="6008484" y="0"/>
                  </a:moveTo>
                  <a:lnTo>
                    <a:pt x="5979909" y="0"/>
                  </a:lnTo>
                  <a:lnTo>
                    <a:pt x="5979909" y="9525"/>
                  </a:lnTo>
                  <a:lnTo>
                    <a:pt x="6008484" y="9525"/>
                  </a:lnTo>
                  <a:lnTo>
                    <a:pt x="6008484" y="0"/>
                  </a:lnTo>
                  <a:close/>
                </a:path>
                <a:path w="11430000" h="4257675">
                  <a:moveTo>
                    <a:pt x="6025921" y="4248150"/>
                  </a:moveTo>
                  <a:lnTo>
                    <a:pt x="5997346" y="4248150"/>
                  </a:lnTo>
                  <a:lnTo>
                    <a:pt x="5997346" y="4257675"/>
                  </a:lnTo>
                  <a:lnTo>
                    <a:pt x="6025921" y="4257675"/>
                  </a:lnTo>
                  <a:lnTo>
                    <a:pt x="6025921" y="4248150"/>
                  </a:lnTo>
                  <a:close/>
                </a:path>
                <a:path w="11430000" h="4257675">
                  <a:moveTo>
                    <a:pt x="6056096" y="0"/>
                  </a:moveTo>
                  <a:lnTo>
                    <a:pt x="6027521" y="0"/>
                  </a:lnTo>
                  <a:lnTo>
                    <a:pt x="6027521" y="9525"/>
                  </a:lnTo>
                  <a:lnTo>
                    <a:pt x="6056096" y="9525"/>
                  </a:lnTo>
                  <a:lnTo>
                    <a:pt x="6056096" y="0"/>
                  </a:lnTo>
                  <a:close/>
                </a:path>
                <a:path w="11430000" h="4257675">
                  <a:moveTo>
                    <a:pt x="6073521" y="4248150"/>
                  </a:moveTo>
                  <a:lnTo>
                    <a:pt x="6044946" y="4248150"/>
                  </a:lnTo>
                  <a:lnTo>
                    <a:pt x="6044946" y="4257675"/>
                  </a:lnTo>
                  <a:lnTo>
                    <a:pt x="6073521" y="4257675"/>
                  </a:lnTo>
                  <a:lnTo>
                    <a:pt x="6073521" y="4248150"/>
                  </a:lnTo>
                  <a:close/>
                </a:path>
                <a:path w="11430000" h="4257675">
                  <a:moveTo>
                    <a:pt x="6103696" y="0"/>
                  </a:moveTo>
                  <a:lnTo>
                    <a:pt x="6075121" y="0"/>
                  </a:lnTo>
                  <a:lnTo>
                    <a:pt x="6075121" y="9525"/>
                  </a:lnTo>
                  <a:lnTo>
                    <a:pt x="6103696" y="9525"/>
                  </a:lnTo>
                  <a:lnTo>
                    <a:pt x="6103696" y="0"/>
                  </a:lnTo>
                  <a:close/>
                </a:path>
                <a:path w="11430000" h="4257675">
                  <a:moveTo>
                    <a:pt x="6121133" y="4248150"/>
                  </a:moveTo>
                  <a:lnTo>
                    <a:pt x="6092558" y="4248150"/>
                  </a:lnTo>
                  <a:lnTo>
                    <a:pt x="6092558" y="4257675"/>
                  </a:lnTo>
                  <a:lnTo>
                    <a:pt x="6121133" y="4257675"/>
                  </a:lnTo>
                  <a:lnTo>
                    <a:pt x="6121133" y="4248150"/>
                  </a:lnTo>
                  <a:close/>
                </a:path>
                <a:path w="11430000" h="4257675">
                  <a:moveTo>
                    <a:pt x="6151308" y="0"/>
                  </a:moveTo>
                  <a:lnTo>
                    <a:pt x="6122733" y="0"/>
                  </a:lnTo>
                  <a:lnTo>
                    <a:pt x="6122733" y="9525"/>
                  </a:lnTo>
                  <a:lnTo>
                    <a:pt x="6151308" y="9525"/>
                  </a:lnTo>
                  <a:lnTo>
                    <a:pt x="6151308" y="0"/>
                  </a:lnTo>
                  <a:close/>
                </a:path>
                <a:path w="11430000" h="4257675">
                  <a:moveTo>
                    <a:pt x="6168745" y="4248150"/>
                  </a:moveTo>
                  <a:lnTo>
                    <a:pt x="6140170" y="4248150"/>
                  </a:lnTo>
                  <a:lnTo>
                    <a:pt x="6140170" y="4257675"/>
                  </a:lnTo>
                  <a:lnTo>
                    <a:pt x="6168745" y="4257675"/>
                  </a:lnTo>
                  <a:lnTo>
                    <a:pt x="6168745" y="4248150"/>
                  </a:lnTo>
                  <a:close/>
                </a:path>
                <a:path w="11430000" h="4257675">
                  <a:moveTo>
                    <a:pt x="6198921" y="0"/>
                  </a:moveTo>
                  <a:lnTo>
                    <a:pt x="6170346" y="0"/>
                  </a:lnTo>
                  <a:lnTo>
                    <a:pt x="6170346" y="9525"/>
                  </a:lnTo>
                  <a:lnTo>
                    <a:pt x="6198921" y="9525"/>
                  </a:lnTo>
                  <a:lnTo>
                    <a:pt x="6198921" y="0"/>
                  </a:lnTo>
                  <a:close/>
                </a:path>
                <a:path w="11430000" h="4257675">
                  <a:moveTo>
                    <a:pt x="6216358" y="4248150"/>
                  </a:moveTo>
                  <a:lnTo>
                    <a:pt x="6187783" y="4248150"/>
                  </a:lnTo>
                  <a:lnTo>
                    <a:pt x="6187783" y="4257675"/>
                  </a:lnTo>
                  <a:lnTo>
                    <a:pt x="6216358" y="4257675"/>
                  </a:lnTo>
                  <a:lnTo>
                    <a:pt x="6216358" y="4248150"/>
                  </a:lnTo>
                  <a:close/>
                </a:path>
                <a:path w="11430000" h="4257675">
                  <a:moveTo>
                    <a:pt x="6246533" y="0"/>
                  </a:moveTo>
                  <a:lnTo>
                    <a:pt x="6217958" y="0"/>
                  </a:lnTo>
                  <a:lnTo>
                    <a:pt x="6217958" y="9525"/>
                  </a:lnTo>
                  <a:lnTo>
                    <a:pt x="6246533" y="9525"/>
                  </a:lnTo>
                  <a:lnTo>
                    <a:pt x="6246533" y="0"/>
                  </a:lnTo>
                  <a:close/>
                </a:path>
                <a:path w="11430000" h="4257675">
                  <a:moveTo>
                    <a:pt x="6263970" y="4248150"/>
                  </a:moveTo>
                  <a:lnTo>
                    <a:pt x="6235395" y="4248150"/>
                  </a:lnTo>
                  <a:lnTo>
                    <a:pt x="6235395" y="4257675"/>
                  </a:lnTo>
                  <a:lnTo>
                    <a:pt x="6263970" y="4257675"/>
                  </a:lnTo>
                  <a:lnTo>
                    <a:pt x="6263970" y="4248150"/>
                  </a:lnTo>
                  <a:close/>
                </a:path>
                <a:path w="11430000" h="4257675">
                  <a:moveTo>
                    <a:pt x="6294145" y="0"/>
                  </a:moveTo>
                  <a:lnTo>
                    <a:pt x="6265570" y="0"/>
                  </a:lnTo>
                  <a:lnTo>
                    <a:pt x="6265570" y="9525"/>
                  </a:lnTo>
                  <a:lnTo>
                    <a:pt x="6294145" y="9525"/>
                  </a:lnTo>
                  <a:lnTo>
                    <a:pt x="6294145" y="0"/>
                  </a:lnTo>
                  <a:close/>
                </a:path>
                <a:path w="11430000" h="4257675">
                  <a:moveTo>
                    <a:pt x="6311582" y="4248150"/>
                  </a:moveTo>
                  <a:lnTo>
                    <a:pt x="6283007" y="4248150"/>
                  </a:lnTo>
                  <a:lnTo>
                    <a:pt x="6283007" y="4257675"/>
                  </a:lnTo>
                  <a:lnTo>
                    <a:pt x="6311582" y="4257675"/>
                  </a:lnTo>
                  <a:lnTo>
                    <a:pt x="6311582" y="4248150"/>
                  </a:lnTo>
                  <a:close/>
                </a:path>
                <a:path w="11430000" h="4257675">
                  <a:moveTo>
                    <a:pt x="6341758" y="0"/>
                  </a:moveTo>
                  <a:lnTo>
                    <a:pt x="6313182" y="0"/>
                  </a:lnTo>
                  <a:lnTo>
                    <a:pt x="6313182" y="9525"/>
                  </a:lnTo>
                  <a:lnTo>
                    <a:pt x="6341758" y="9525"/>
                  </a:lnTo>
                  <a:lnTo>
                    <a:pt x="6341758" y="0"/>
                  </a:lnTo>
                  <a:close/>
                </a:path>
                <a:path w="11430000" h="4257675">
                  <a:moveTo>
                    <a:pt x="6359195" y="4248150"/>
                  </a:moveTo>
                  <a:lnTo>
                    <a:pt x="6330620" y="4248150"/>
                  </a:lnTo>
                  <a:lnTo>
                    <a:pt x="6330620" y="4257675"/>
                  </a:lnTo>
                  <a:lnTo>
                    <a:pt x="6359195" y="4257675"/>
                  </a:lnTo>
                  <a:lnTo>
                    <a:pt x="6359195" y="4248150"/>
                  </a:lnTo>
                  <a:close/>
                </a:path>
                <a:path w="11430000" h="4257675">
                  <a:moveTo>
                    <a:pt x="6389370" y="0"/>
                  </a:moveTo>
                  <a:lnTo>
                    <a:pt x="6360795" y="0"/>
                  </a:lnTo>
                  <a:lnTo>
                    <a:pt x="6360795" y="9525"/>
                  </a:lnTo>
                  <a:lnTo>
                    <a:pt x="6389370" y="9525"/>
                  </a:lnTo>
                  <a:lnTo>
                    <a:pt x="6389370" y="0"/>
                  </a:lnTo>
                  <a:close/>
                </a:path>
                <a:path w="11430000" h="4257675">
                  <a:moveTo>
                    <a:pt x="6406794" y="4248150"/>
                  </a:moveTo>
                  <a:lnTo>
                    <a:pt x="6378219" y="4248150"/>
                  </a:lnTo>
                  <a:lnTo>
                    <a:pt x="6378219" y="4257675"/>
                  </a:lnTo>
                  <a:lnTo>
                    <a:pt x="6406794" y="4257675"/>
                  </a:lnTo>
                  <a:lnTo>
                    <a:pt x="6406794" y="4248150"/>
                  </a:lnTo>
                  <a:close/>
                </a:path>
                <a:path w="11430000" h="4257675">
                  <a:moveTo>
                    <a:pt x="6436969" y="0"/>
                  </a:moveTo>
                  <a:lnTo>
                    <a:pt x="6408394" y="0"/>
                  </a:lnTo>
                  <a:lnTo>
                    <a:pt x="6408394" y="9525"/>
                  </a:lnTo>
                  <a:lnTo>
                    <a:pt x="6436969" y="9525"/>
                  </a:lnTo>
                  <a:lnTo>
                    <a:pt x="6436969" y="0"/>
                  </a:lnTo>
                  <a:close/>
                </a:path>
                <a:path w="11430000" h="4257675">
                  <a:moveTo>
                    <a:pt x="6454407" y="4248150"/>
                  </a:moveTo>
                  <a:lnTo>
                    <a:pt x="6425832" y="4248150"/>
                  </a:lnTo>
                  <a:lnTo>
                    <a:pt x="6425832" y="4257675"/>
                  </a:lnTo>
                  <a:lnTo>
                    <a:pt x="6454407" y="4257675"/>
                  </a:lnTo>
                  <a:lnTo>
                    <a:pt x="6454407" y="4248150"/>
                  </a:lnTo>
                  <a:close/>
                </a:path>
                <a:path w="11430000" h="4257675">
                  <a:moveTo>
                    <a:pt x="6484582" y="0"/>
                  </a:moveTo>
                  <a:lnTo>
                    <a:pt x="6456007" y="0"/>
                  </a:lnTo>
                  <a:lnTo>
                    <a:pt x="6456007" y="9525"/>
                  </a:lnTo>
                  <a:lnTo>
                    <a:pt x="6484582" y="9525"/>
                  </a:lnTo>
                  <a:lnTo>
                    <a:pt x="6484582" y="0"/>
                  </a:lnTo>
                  <a:close/>
                </a:path>
                <a:path w="11430000" h="4257675">
                  <a:moveTo>
                    <a:pt x="6502019" y="4248150"/>
                  </a:moveTo>
                  <a:lnTo>
                    <a:pt x="6473444" y="4248150"/>
                  </a:lnTo>
                  <a:lnTo>
                    <a:pt x="6473444" y="4257675"/>
                  </a:lnTo>
                  <a:lnTo>
                    <a:pt x="6502019" y="4257675"/>
                  </a:lnTo>
                  <a:lnTo>
                    <a:pt x="6502019" y="4248150"/>
                  </a:lnTo>
                  <a:close/>
                </a:path>
                <a:path w="11430000" h="4257675">
                  <a:moveTo>
                    <a:pt x="6532194" y="0"/>
                  </a:moveTo>
                  <a:lnTo>
                    <a:pt x="6503619" y="0"/>
                  </a:lnTo>
                  <a:lnTo>
                    <a:pt x="6503619" y="9525"/>
                  </a:lnTo>
                  <a:lnTo>
                    <a:pt x="6532194" y="9525"/>
                  </a:lnTo>
                  <a:lnTo>
                    <a:pt x="6532194" y="0"/>
                  </a:lnTo>
                  <a:close/>
                </a:path>
                <a:path w="11430000" h="4257675">
                  <a:moveTo>
                    <a:pt x="6549631" y="4248150"/>
                  </a:moveTo>
                  <a:lnTo>
                    <a:pt x="6521056" y="4248150"/>
                  </a:lnTo>
                  <a:lnTo>
                    <a:pt x="6521056" y="4257675"/>
                  </a:lnTo>
                  <a:lnTo>
                    <a:pt x="6549631" y="4257675"/>
                  </a:lnTo>
                  <a:lnTo>
                    <a:pt x="6549631" y="4248150"/>
                  </a:lnTo>
                  <a:close/>
                </a:path>
                <a:path w="11430000" h="4257675">
                  <a:moveTo>
                    <a:pt x="6579806" y="0"/>
                  </a:moveTo>
                  <a:lnTo>
                    <a:pt x="6551231" y="0"/>
                  </a:lnTo>
                  <a:lnTo>
                    <a:pt x="6551231" y="9525"/>
                  </a:lnTo>
                  <a:lnTo>
                    <a:pt x="6579806" y="9525"/>
                  </a:lnTo>
                  <a:lnTo>
                    <a:pt x="6579806" y="0"/>
                  </a:lnTo>
                  <a:close/>
                </a:path>
                <a:path w="11430000" h="4257675">
                  <a:moveTo>
                    <a:pt x="6597243" y="4248150"/>
                  </a:moveTo>
                  <a:lnTo>
                    <a:pt x="6568668" y="4248150"/>
                  </a:lnTo>
                  <a:lnTo>
                    <a:pt x="6568668" y="4257675"/>
                  </a:lnTo>
                  <a:lnTo>
                    <a:pt x="6597243" y="4257675"/>
                  </a:lnTo>
                  <a:lnTo>
                    <a:pt x="6597243" y="4248150"/>
                  </a:lnTo>
                  <a:close/>
                </a:path>
                <a:path w="11430000" h="4257675">
                  <a:moveTo>
                    <a:pt x="6627419" y="0"/>
                  </a:moveTo>
                  <a:lnTo>
                    <a:pt x="6598844" y="0"/>
                  </a:lnTo>
                  <a:lnTo>
                    <a:pt x="6598844" y="9525"/>
                  </a:lnTo>
                  <a:lnTo>
                    <a:pt x="6627419" y="9525"/>
                  </a:lnTo>
                  <a:lnTo>
                    <a:pt x="6627419" y="0"/>
                  </a:lnTo>
                  <a:close/>
                </a:path>
                <a:path w="11430000" h="4257675">
                  <a:moveTo>
                    <a:pt x="6644856" y="4248150"/>
                  </a:moveTo>
                  <a:lnTo>
                    <a:pt x="6616281" y="4248150"/>
                  </a:lnTo>
                  <a:lnTo>
                    <a:pt x="6616281" y="4257675"/>
                  </a:lnTo>
                  <a:lnTo>
                    <a:pt x="6644856" y="4257675"/>
                  </a:lnTo>
                  <a:lnTo>
                    <a:pt x="6644856" y="4248150"/>
                  </a:lnTo>
                  <a:close/>
                </a:path>
                <a:path w="11430000" h="4257675">
                  <a:moveTo>
                    <a:pt x="6675031" y="0"/>
                  </a:moveTo>
                  <a:lnTo>
                    <a:pt x="6646456" y="0"/>
                  </a:lnTo>
                  <a:lnTo>
                    <a:pt x="6646456" y="9525"/>
                  </a:lnTo>
                  <a:lnTo>
                    <a:pt x="6675031" y="9525"/>
                  </a:lnTo>
                  <a:lnTo>
                    <a:pt x="6675031" y="0"/>
                  </a:lnTo>
                  <a:close/>
                </a:path>
                <a:path w="11430000" h="4257675">
                  <a:moveTo>
                    <a:pt x="6692468" y="4248150"/>
                  </a:moveTo>
                  <a:lnTo>
                    <a:pt x="6663893" y="4248150"/>
                  </a:lnTo>
                  <a:lnTo>
                    <a:pt x="6663893" y="4257675"/>
                  </a:lnTo>
                  <a:lnTo>
                    <a:pt x="6692468" y="4257675"/>
                  </a:lnTo>
                  <a:lnTo>
                    <a:pt x="6692468" y="4248150"/>
                  </a:lnTo>
                  <a:close/>
                </a:path>
                <a:path w="11430000" h="4257675">
                  <a:moveTo>
                    <a:pt x="6722631" y="0"/>
                  </a:moveTo>
                  <a:lnTo>
                    <a:pt x="6694068" y="0"/>
                  </a:lnTo>
                  <a:lnTo>
                    <a:pt x="6694068" y="9525"/>
                  </a:lnTo>
                  <a:lnTo>
                    <a:pt x="6722631" y="9525"/>
                  </a:lnTo>
                  <a:lnTo>
                    <a:pt x="6722631" y="0"/>
                  </a:lnTo>
                  <a:close/>
                </a:path>
                <a:path w="11430000" h="4257675">
                  <a:moveTo>
                    <a:pt x="6740080" y="4248150"/>
                  </a:moveTo>
                  <a:lnTo>
                    <a:pt x="6711505" y="4248150"/>
                  </a:lnTo>
                  <a:lnTo>
                    <a:pt x="6711505" y="4257675"/>
                  </a:lnTo>
                  <a:lnTo>
                    <a:pt x="6740080" y="4257675"/>
                  </a:lnTo>
                  <a:lnTo>
                    <a:pt x="6740080" y="4248150"/>
                  </a:lnTo>
                  <a:close/>
                </a:path>
                <a:path w="11430000" h="4257675">
                  <a:moveTo>
                    <a:pt x="6770243" y="0"/>
                  </a:moveTo>
                  <a:lnTo>
                    <a:pt x="6741668" y="0"/>
                  </a:lnTo>
                  <a:lnTo>
                    <a:pt x="6741668" y="9525"/>
                  </a:lnTo>
                  <a:lnTo>
                    <a:pt x="6770243" y="9525"/>
                  </a:lnTo>
                  <a:lnTo>
                    <a:pt x="6770243" y="0"/>
                  </a:lnTo>
                  <a:close/>
                </a:path>
                <a:path w="11430000" h="4257675">
                  <a:moveTo>
                    <a:pt x="6787680" y="4248150"/>
                  </a:moveTo>
                  <a:lnTo>
                    <a:pt x="6759105" y="4248150"/>
                  </a:lnTo>
                  <a:lnTo>
                    <a:pt x="6759105" y="4257675"/>
                  </a:lnTo>
                  <a:lnTo>
                    <a:pt x="6787680" y="4257675"/>
                  </a:lnTo>
                  <a:lnTo>
                    <a:pt x="6787680" y="4248150"/>
                  </a:lnTo>
                  <a:close/>
                </a:path>
                <a:path w="11430000" h="4257675">
                  <a:moveTo>
                    <a:pt x="6817855" y="0"/>
                  </a:moveTo>
                  <a:lnTo>
                    <a:pt x="6789280" y="0"/>
                  </a:lnTo>
                  <a:lnTo>
                    <a:pt x="6789280" y="9525"/>
                  </a:lnTo>
                  <a:lnTo>
                    <a:pt x="6817855" y="9525"/>
                  </a:lnTo>
                  <a:lnTo>
                    <a:pt x="6817855" y="0"/>
                  </a:lnTo>
                  <a:close/>
                </a:path>
                <a:path w="11430000" h="4257675">
                  <a:moveTo>
                    <a:pt x="6835292" y="4248150"/>
                  </a:moveTo>
                  <a:lnTo>
                    <a:pt x="6806717" y="4248150"/>
                  </a:lnTo>
                  <a:lnTo>
                    <a:pt x="6806717" y="4257675"/>
                  </a:lnTo>
                  <a:lnTo>
                    <a:pt x="6835292" y="4257675"/>
                  </a:lnTo>
                  <a:lnTo>
                    <a:pt x="6835292" y="4248150"/>
                  </a:lnTo>
                  <a:close/>
                </a:path>
                <a:path w="11430000" h="4257675">
                  <a:moveTo>
                    <a:pt x="6865467" y="0"/>
                  </a:moveTo>
                  <a:lnTo>
                    <a:pt x="6836892" y="0"/>
                  </a:lnTo>
                  <a:lnTo>
                    <a:pt x="6836892" y="9525"/>
                  </a:lnTo>
                  <a:lnTo>
                    <a:pt x="6865467" y="9525"/>
                  </a:lnTo>
                  <a:lnTo>
                    <a:pt x="6865467" y="0"/>
                  </a:lnTo>
                  <a:close/>
                </a:path>
                <a:path w="11430000" h="4257675">
                  <a:moveTo>
                    <a:pt x="6882905" y="4248150"/>
                  </a:moveTo>
                  <a:lnTo>
                    <a:pt x="6854330" y="4248150"/>
                  </a:lnTo>
                  <a:lnTo>
                    <a:pt x="6854330" y="4257675"/>
                  </a:lnTo>
                  <a:lnTo>
                    <a:pt x="6882905" y="4257675"/>
                  </a:lnTo>
                  <a:lnTo>
                    <a:pt x="6882905" y="4248150"/>
                  </a:lnTo>
                  <a:close/>
                </a:path>
                <a:path w="11430000" h="4257675">
                  <a:moveTo>
                    <a:pt x="6913080" y="0"/>
                  </a:moveTo>
                  <a:lnTo>
                    <a:pt x="6884505" y="0"/>
                  </a:lnTo>
                  <a:lnTo>
                    <a:pt x="6884505" y="9525"/>
                  </a:lnTo>
                  <a:lnTo>
                    <a:pt x="6913080" y="9525"/>
                  </a:lnTo>
                  <a:lnTo>
                    <a:pt x="6913080" y="0"/>
                  </a:lnTo>
                  <a:close/>
                </a:path>
                <a:path w="11430000" h="4257675">
                  <a:moveTo>
                    <a:pt x="6930517" y="4248150"/>
                  </a:moveTo>
                  <a:lnTo>
                    <a:pt x="6901942" y="4248150"/>
                  </a:lnTo>
                  <a:lnTo>
                    <a:pt x="6901942" y="4257675"/>
                  </a:lnTo>
                  <a:lnTo>
                    <a:pt x="6930517" y="4257675"/>
                  </a:lnTo>
                  <a:lnTo>
                    <a:pt x="6930517" y="4248150"/>
                  </a:lnTo>
                  <a:close/>
                </a:path>
                <a:path w="11430000" h="4257675">
                  <a:moveTo>
                    <a:pt x="6960692" y="0"/>
                  </a:moveTo>
                  <a:lnTo>
                    <a:pt x="6932117" y="0"/>
                  </a:lnTo>
                  <a:lnTo>
                    <a:pt x="6932117" y="9525"/>
                  </a:lnTo>
                  <a:lnTo>
                    <a:pt x="6960692" y="9525"/>
                  </a:lnTo>
                  <a:lnTo>
                    <a:pt x="6960692" y="0"/>
                  </a:lnTo>
                  <a:close/>
                </a:path>
                <a:path w="11430000" h="4257675">
                  <a:moveTo>
                    <a:pt x="6978129" y="4248150"/>
                  </a:moveTo>
                  <a:lnTo>
                    <a:pt x="6949554" y="4248150"/>
                  </a:lnTo>
                  <a:lnTo>
                    <a:pt x="6949554" y="4257675"/>
                  </a:lnTo>
                  <a:lnTo>
                    <a:pt x="6978129" y="4257675"/>
                  </a:lnTo>
                  <a:lnTo>
                    <a:pt x="6978129" y="4248150"/>
                  </a:lnTo>
                  <a:close/>
                </a:path>
                <a:path w="11430000" h="4257675">
                  <a:moveTo>
                    <a:pt x="7008304" y="0"/>
                  </a:moveTo>
                  <a:lnTo>
                    <a:pt x="6979729" y="0"/>
                  </a:lnTo>
                  <a:lnTo>
                    <a:pt x="6979729" y="9525"/>
                  </a:lnTo>
                  <a:lnTo>
                    <a:pt x="7008304" y="9525"/>
                  </a:lnTo>
                  <a:lnTo>
                    <a:pt x="7008304" y="0"/>
                  </a:lnTo>
                  <a:close/>
                </a:path>
                <a:path w="11430000" h="4257675">
                  <a:moveTo>
                    <a:pt x="7025741" y="4248150"/>
                  </a:moveTo>
                  <a:lnTo>
                    <a:pt x="6997166" y="4248150"/>
                  </a:lnTo>
                  <a:lnTo>
                    <a:pt x="6997166" y="4257675"/>
                  </a:lnTo>
                  <a:lnTo>
                    <a:pt x="7025741" y="4257675"/>
                  </a:lnTo>
                  <a:lnTo>
                    <a:pt x="7025741" y="4248150"/>
                  </a:lnTo>
                  <a:close/>
                </a:path>
                <a:path w="11430000" h="4257675">
                  <a:moveTo>
                    <a:pt x="7055917" y="0"/>
                  </a:moveTo>
                  <a:lnTo>
                    <a:pt x="7027342" y="0"/>
                  </a:lnTo>
                  <a:lnTo>
                    <a:pt x="7027342" y="9525"/>
                  </a:lnTo>
                  <a:lnTo>
                    <a:pt x="7055917" y="9525"/>
                  </a:lnTo>
                  <a:lnTo>
                    <a:pt x="7055917" y="0"/>
                  </a:lnTo>
                  <a:close/>
                </a:path>
                <a:path w="11430000" h="4257675">
                  <a:moveTo>
                    <a:pt x="7073341" y="4248150"/>
                  </a:moveTo>
                  <a:lnTo>
                    <a:pt x="7044766" y="4248150"/>
                  </a:lnTo>
                  <a:lnTo>
                    <a:pt x="7044766" y="4257675"/>
                  </a:lnTo>
                  <a:lnTo>
                    <a:pt x="7073341" y="4257675"/>
                  </a:lnTo>
                  <a:lnTo>
                    <a:pt x="7073341" y="4248150"/>
                  </a:lnTo>
                  <a:close/>
                </a:path>
                <a:path w="11430000" h="4257675">
                  <a:moveTo>
                    <a:pt x="7103516" y="0"/>
                  </a:moveTo>
                  <a:lnTo>
                    <a:pt x="7074941" y="0"/>
                  </a:lnTo>
                  <a:lnTo>
                    <a:pt x="7074941" y="9525"/>
                  </a:lnTo>
                  <a:lnTo>
                    <a:pt x="7103516" y="9525"/>
                  </a:lnTo>
                  <a:lnTo>
                    <a:pt x="7103516" y="0"/>
                  </a:lnTo>
                  <a:close/>
                </a:path>
                <a:path w="11430000" h="4257675">
                  <a:moveTo>
                    <a:pt x="7120953" y="4248150"/>
                  </a:moveTo>
                  <a:lnTo>
                    <a:pt x="7092378" y="4248150"/>
                  </a:lnTo>
                  <a:lnTo>
                    <a:pt x="7092378" y="4257675"/>
                  </a:lnTo>
                  <a:lnTo>
                    <a:pt x="7120953" y="4257675"/>
                  </a:lnTo>
                  <a:lnTo>
                    <a:pt x="7120953" y="4248150"/>
                  </a:lnTo>
                  <a:close/>
                </a:path>
                <a:path w="11430000" h="4257675">
                  <a:moveTo>
                    <a:pt x="7151129" y="0"/>
                  </a:moveTo>
                  <a:lnTo>
                    <a:pt x="7122554" y="0"/>
                  </a:lnTo>
                  <a:lnTo>
                    <a:pt x="7122554" y="9525"/>
                  </a:lnTo>
                  <a:lnTo>
                    <a:pt x="7151129" y="9525"/>
                  </a:lnTo>
                  <a:lnTo>
                    <a:pt x="7151129" y="0"/>
                  </a:lnTo>
                  <a:close/>
                </a:path>
                <a:path w="11430000" h="4257675">
                  <a:moveTo>
                    <a:pt x="7168566" y="4248150"/>
                  </a:moveTo>
                  <a:lnTo>
                    <a:pt x="7139991" y="4248150"/>
                  </a:lnTo>
                  <a:lnTo>
                    <a:pt x="7139991" y="4257675"/>
                  </a:lnTo>
                  <a:lnTo>
                    <a:pt x="7168566" y="4257675"/>
                  </a:lnTo>
                  <a:lnTo>
                    <a:pt x="7168566" y="4248150"/>
                  </a:lnTo>
                  <a:close/>
                </a:path>
                <a:path w="11430000" h="4257675">
                  <a:moveTo>
                    <a:pt x="7198741" y="0"/>
                  </a:moveTo>
                  <a:lnTo>
                    <a:pt x="7170166" y="0"/>
                  </a:lnTo>
                  <a:lnTo>
                    <a:pt x="7170166" y="9525"/>
                  </a:lnTo>
                  <a:lnTo>
                    <a:pt x="7198741" y="9525"/>
                  </a:lnTo>
                  <a:lnTo>
                    <a:pt x="7198741" y="0"/>
                  </a:lnTo>
                  <a:close/>
                </a:path>
                <a:path w="11430000" h="4257675">
                  <a:moveTo>
                    <a:pt x="7216178" y="4248150"/>
                  </a:moveTo>
                  <a:lnTo>
                    <a:pt x="7187603" y="4248150"/>
                  </a:lnTo>
                  <a:lnTo>
                    <a:pt x="7187603" y="4257675"/>
                  </a:lnTo>
                  <a:lnTo>
                    <a:pt x="7216178" y="4257675"/>
                  </a:lnTo>
                  <a:lnTo>
                    <a:pt x="7216178" y="4248150"/>
                  </a:lnTo>
                  <a:close/>
                </a:path>
                <a:path w="11430000" h="4257675">
                  <a:moveTo>
                    <a:pt x="7246353" y="0"/>
                  </a:moveTo>
                  <a:lnTo>
                    <a:pt x="7217778" y="0"/>
                  </a:lnTo>
                  <a:lnTo>
                    <a:pt x="7217778" y="9525"/>
                  </a:lnTo>
                  <a:lnTo>
                    <a:pt x="7246353" y="9525"/>
                  </a:lnTo>
                  <a:lnTo>
                    <a:pt x="7246353" y="0"/>
                  </a:lnTo>
                  <a:close/>
                </a:path>
                <a:path w="11430000" h="4257675">
                  <a:moveTo>
                    <a:pt x="7263790" y="4248150"/>
                  </a:moveTo>
                  <a:lnTo>
                    <a:pt x="7235215" y="4248150"/>
                  </a:lnTo>
                  <a:lnTo>
                    <a:pt x="7235215" y="4257675"/>
                  </a:lnTo>
                  <a:lnTo>
                    <a:pt x="7263790" y="4257675"/>
                  </a:lnTo>
                  <a:lnTo>
                    <a:pt x="7263790" y="4248150"/>
                  </a:lnTo>
                  <a:close/>
                </a:path>
                <a:path w="11430000" h="4257675">
                  <a:moveTo>
                    <a:pt x="7293965" y="0"/>
                  </a:moveTo>
                  <a:lnTo>
                    <a:pt x="7265390" y="0"/>
                  </a:lnTo>
                  <a:lnTo>
                    <a:pt x="7265390" y="9525"/>
                  </a:lnTo>
                  <a:lnTo>
                    <a:pt x="7293965" y="9525"/>
                  </a:lnTo>
                  <a:lnTo>
                    <a:pt x="7293965" y="0"/>
                  </a:lnTo>
                  <a:close/>
                </a:path>
                <a:path w="11430000" h="4257675">
                  <a:moveTo>
                    <a:pt x="7311403" y="4248150"/>
                  </a:moveTo>
                  <a:lnTo>
                    <a:pt x="7282828" y="4248150"/>
                  </a:lnTo>
                  <a:lnTo>
                    <a:pt x="7282828" y="4257675"/>
                  </a:lnTo>
                  <a:lnTo>
                    <a:pt x="7311403" y="4257675"/>
                  </a:lnTo>
                  <a:lnTo>
                    <a:pt x="7311403" y="4248150"/>
                  </a:lnTo>
                  <a:close/>
                </a:path>
                <a:path w="11430000" h="4257675">
                  <a:moveTo>
                    <a:pt x="7341578" y="0"/>
                  </a:moveTo>
                  <a:lnTo>
                    <a:pt x="7313003" y="0"/>
                  </a:lnTo>
                  <a:lnTo>
                    <a:pt x="7313003" y="9525"/>
                  </a:lnTo>
                  <a:lnTo>
                    <a:pt x="7341578" y="9525"/>
                  </a:lnTo>
                  <a:lnTo>
                    <a:pt x="7341578" y="0"/>
                  </a:lnTo>
                  <a:close/>
                </a:path>
                <a:path w="11430000" h="4257675">
                  <a:moveTo>
                    <a:pt x="7359015" y="4248150"/>
                  </a:moveTo>
                  <a:lnTo>
                    <a:pt x="7330440" y="4248150"/>
                  </a:lnTo>
                  <a:lnTo>
                    <a:pt x="7330440" y="4257675"/>
                  </a:lnTo>
                  <a:lnTo>
                    <a:pt x="7359015" y="4257675"/>
                  </a:lnTo>
                  <a:lnTo>
                    <a:pt x="7359015" y="4248150"/>
                  </a:lnTo>
                  <a:close/>
                </a:path>
                <a:path w="11430000" h="4257675">
                  <a:moveTo>
                    <a:pt x="7389190" y="0"/>
                  </a:moveTo>
                  <a:lnTo>
                    <a:pt x="7360615" y="0"/>
                  </a:lnTo>
                  <a:lnTo>
                    <a:pt x="7360615" y="9525"/>
                  </a:lnTo>
                  <a:lnTo>
                    <a:pt x="7389190" y="9525"/>
                  </a:lnTo>
                  <a:lnTo>
                    <a:pt x="7389190" y="0"/>
                  </a:lnTo>
                  <a:close/>
                </a:path>
                <a:path w="11430000" h="4257675">
                  <a:moveTo>
                    <a:pt x="7406614" y="4248150"/>
                  </a:moveTo>
                  <a:lnTo>
                    <a:pt x="7378039" y="4248150"/>
                  </a:lnTo>
                  <a:lnTo>
                    <a:pt x="7378039" y="4257675"/>
                  </a:lnTo>
                  <a:lnTo>
                    <a:pt x="7406614" y="4257675"/>
                  </a:lnTo>
                  <a:lnTo>
                    <a:pt x="7406614" y="4248150"/>
                  </a:lnTo>
                  <a:close/>
                </a:path>
                <a:path w="11430000" h="4257675">
                  <a:moveTo>
                    <a:pt x="7436790" y="0"/>
                  </a:moveTo>
                  <a:lnTo>
                    <a:pt x="7408215" y="0"/>
                  </a:lnTo>
                  <a:lnTo>
                    <a:pt x="7408215" y="9525"/>
                  </a:lnTo>
                  <a:lnTo>
                    <a:pt x="7436790" y="9525"/>
                  </a:lnTo>
                  <a:lnTo>
                    <a:pt x="7436790" y="0"/>
                  </a:lnTo>
                  <a:close/>
                </a:path>
                <a:path w="11430000" h="4257675">
                  <a:moveTo>
                    <a:pt x="7454227" y="4248150"/>
                  </a:moveTo>
                  <a:lnTo>
                    <a:pt x="7425652" y="4248150"/>
                  </a:lnTo>
                  <a:lnTo>
                    <a:pt x="7425652" y="4257675"/>
                  </a:lnTo>
                  <a:lnTo>
                    <a:pt x="7454227" y="4257675"/>
                  </a:lnTo>
                  <a:lnTo>
                    <a:pt x="7454227" y="4248150"/>
                  </a:lnTo>
                  <a:close/>
                </a:path>
                <a:path w="11430000" h="4257675">
                  <a:moveTo>
                    <a:pt x="7484402" y="0"/>
                  </a:moveTo>
                  <a:lnTo>
                    <a:pt x="7455827" y="0"/>
                  </a:lnTo>
                  <a:lnTo>
                    <a:pt x="7455827" y="9525"/>
                  </a:lnTo>
                  <a:lnTo>
                    <a:pt x="7484402" y="9525"/>
                  </a:lnTo>
                  <a:lnTo>
                    <a:pt x="7484402" y="0"/>
                  </a:lnTo>
                  <a:close/>
                </a:path>
                <a:path w="11430000" h="4257675">
                  <a:moveTo>
                    <a:pt x="7501839" y="4248150"/>
                  </a:moveTo>
                  <a:lnTo>
                    <a:pt x="7473264" y="4248150"/>
                  </a:lnTo>
                  <a:lnTo>
                    <a:pt x="7473264" y="4257675"/>
                  </a:lnTo>
                  <a:lnTo>
                    <a:pt x="7501839" y="4257675"/>
                  </a:lnTo>
                  <a:lnTo>
                    <a:pt x="7501839" y="4248150"/>
                  </a:lnTo>
                  <a:close/>
                </a:path>
                <a:path w="11430000" h="4257675">
                  <a:moveTo>
                    <a:pt x="7532014" y="0"/>
                  </a:moveTo>
                  <a:lnTo>
                    <a:pt x="7503439" y="0"/>
                  </a:lnTo>
                  <a:lnTo>
                    <a:pt x="7503439" y="9525"/>
                  </a:lnTo>
                  <a:lnTo>
                    <a:pt x="7532014" y="9525"/>
                  </a:lnTo>
                  <a:lnTo>
                    <a:pt x="7532014" y="0"/>
                  </a:lnTo>
                  <a:close/>
                </a:path>
                <a:path w="11430000" h="4257675">
                  <a:moveTo>
                    <a:pt x="7549451" y="4248150"/>
                  </a:moveTo>
                  <a:lnTo>
                    <a:pt x="7520876" y="4248150"/>
                  </a:lnTo>
                  <a:lnTo>
                    <a:pt x="7520876" y="4257675"/>
                  </a:lnTo>
                  <a:lnTo>
                    <a:pt x="7549451" y="4257675"/>
                  </a:lnTo>
                  <a:lnTo>
                    <a:pt x="7549451" y="4248150"/>
                  </a:lnTo>
                  <a:close/>
                </a:path>
                <a:path w="11430000" h="4257675">
                  <a:moveTo>
                    <a:pt x="7579627" y="0"/>
                  </a:moveTo>
                  <a:lnTo>
                    <a:pt x="7551052" y="0"/>
                  </a:lnTo>
                  <a:lnTo>
                    <a:pt x="7551052" y="9525"/>
                  </a:lnTo>
                  <a:lnTo>
                    <a:pt x="7579627" y="9525"/>
                  </a:lnTo>
                  <a:lnTo>
                    <a:pt x="7579627" y="0"/>
                  </a:lnTo>
                  <a:close/>
                </a:path>
                <a:path w="11430000" h="4257675">
                  <a:moveTo>
                    <a:pt x="7597064" y="4248150"/>
                  </a:moveTo>
                  <a:lnTo>
                    <a:pt x="7568489" y="4248150"/>
                  </a:lnTo>
                  <a:lnTo>
                    <a:pt x="7568489" y="4257675"/>
                  </a:lnTo>
                  <a:lnTo>
                    <a:pt x="7597064" y="4257675"/>
                  </a:lnTo>
                  <a:lnTo>
                    <a:pt x="7597064" y="4248150"/>
                  </a:lnTo>
                  <a:close/>
                </a:path>
                <a:path w="11430000" h="4257675">
                  <a:moveTo>
                    <a:pt x="7627239" y="0"/>
                  </a:moveTo>
                  <a:lnTo>
                    <a:pt x="7598664" y="0"/>
                  </a:lnTo>
                  <a:lnTo>
                    <a:pt x="7598664" y="9525"/>
                  </a:lnTo>
                  <a:lnTo>
                    <a:pt x="7627239" y="9525"/>
                  </a:lnTo>
                  <a:lnTo>
                    <a:pt x="7627239" y="0"/>
                  </a:lnTo>
                  <a:close/>
                </a:path>
                <a:path w="11430000" h="4257675">
                  <a:moveTo>
                    <a:pt x="7644676" y="4248150"/>
                  </a:moveTo>
                  <a:lnTo>
                    <a:pt x="7616101" y="4248150"/>
                  </a:lnTo>
                  <a:lnTo>
                    <a:pt x="7616101" y="4257675"/>
                  </a:lnTo>
                  <a:lnTo>
                    <a:pt x="7644676" y="4257675"/>
                  </a:lnTo>
                  <a:lnTo>
                    <a:pt x="7644676" y="4248150"/>
                  </a:lnTo>
                  <a:close/>
                </a:path>
                <a:path w="11430000" h="4257675">
                  <a:moveTo>
                    <a:pt x="7674851" y="0"/>
                  </a:moveTo>
                  <a:lnTo>
                    <a:pt x="7646276" y="0"/>
                  </a:lnTo>
                  <a:lnTo>
                    <a:pt x="7646276" y="9525"/>
                  </a:lnTo>
                  <a:lnTo>
                    <a:pt x="7674851" y="9525"/>
                  </a:lnTo>
                  <a:lnTo>
                    <a:pt x="7674851" y="0"/>
                  </a:lnTo>
                  <a:close/>
                </a:path>
                <a:path w="11430000" h="4257675">
                  <a:moveTo>
                    <a:pt x="7692288" y="4248150"/>
                  </a:moveTo>
                  <a:lnTo>
                    <a:pt x="7663713" y="4248150"/>
                  </a:lnTo>
                  <a:lnTo>
                    <a:pt x="7663713" y="4257675"/>
                  </a:lnTo>
                  <a:lnTo>
                    <a:pt x="7692288" y="4257675"/>
                  </a:lnTo>
                  <a:lnTo>
                    <a:pt x="7692288" y="4248150"/>
                  </a:lnTo>
                  <a:close/>
                </a:path>
                <a:path w="11430000" h="4257675">
                  <a:moveTo>
                    <a:pt x="7722463" y="0"/>
                  </a:moveTo>
                  <a:lnTo>
                    <a:pt x="7693888" y="0"/>
                  </a:lnTo>
                  <a:lnTo>
                    <a:pt x="7693888" y="9525"/>
                  </a:lnTo>
                  <a:lnTo>
                    <a:pt x="7722463" y="9525"/>
                  </a:lnTo>
                  <a:lnTo>
                    <a:pt x="7722463" y="0"/>
                  </a:lnTo>
                  <a:close/>
                </a:path>
                <a:path w="11430000" h="4257675">
                  <a:moveTo>
                    <a:pt x="7739888" y="4248150"/>
                  </a:moveTo>
                  <a:lnTo>
                    <a:pt x="7711313" y="4248150"/>
                  </a:lnTo>
                  <a:lnTo>
                    <a:pt x="7711313" y="4257675"/>
                  </a:lnTo>
                  <a:lnTo>
                    <a:pt x="7739888" y="4257675"/>
                  </a:lnTo>
                  <a:lnTo>
                    <a:pt x="7739888" y="4248150"/>
                  </a:lnTo>
                  <a:close/>
                </a:path>
                <a:path w="11430000" h="4257675">
                  <a:moveTo>
                    <a:pt x="7770063" y="0"/>
                  </a:moveTo>
                  <a:lnTo>
                    <a:pt x="7741488" y="0"/>
                  </a:lnTo>
                  <a:lnTo>
                    <a:pt x="7741488" y="9525"/>
                  </a:lnTo>
                  <a:lnTo>
                    <a:pt x="7770063" y="9525"/>
                  </a:lnTo>
                  <a:lnTo>
                    <a:pt x="7770063" y="0"/>
                  </a:lnTo>
                  <a:close/>
                </a:path>
                <a:path w="11430000" h="4257675">
                  <a:moveTo>
                    <a:pt x="7787500" y="4248150"/>
                  </a:moveTo>
                  <a:lnTo>
                    <a:pt x="7758925" y="4248150"/>
                  </a:lnTo>
                  <a:lnTo>
                    <a:pt x="7758925" y="4257675"/>
                  </a:lnTo>
                  <a:lnTo>
                    <a:pt x="7787500" y="4257675"/>
                  </a:lnTo>
                  <a:lnTo>
                    <a:pt x="7787500" y="4248150"/>
                  </a:lnTo>
                  <a:close/>
                </a:path>
                <a:path w="11430000" h="4257675">
                  <a:moveTo>
                    <a:pt x="7817675" y="0"/>
                  </a:moveTo>
                  <a:lnTo>
                    <a:pt x="7789100" y="0"/>
                  </a:lnTo>
                  <a:lnTo>
                    <a:pt x="7789100" y="9525"/>
                  </a:lnTo>
                  <a:lnTo>
                    <a:pt x="7817675" y="9525"/>
                  </a:lnTo>
                  <a:lnTo>
                    <a:pt x="7817675" y="0"/>
                  </a:lnTo>
                  <a:close/>
                </a:path>
                <a:path w="11430000" h="4257675">
                  <a:moveTo>
                    <a:pt x="7835112" y="4248150"/>
                  </a:moveTo>
                  <a:lnTo>
                    <a:pt x="7806537" y="4248150"/>
                  </a:lnTo>
                  <a:lnTo>
                    <a:pt x="7806537" y="4257675"/>
                  </a:lnTo>
                  <a:lnTo>
                    <a:pt x="7835112" y="4257675"/>
                  </a:lnTo>
                  <a:lnTo>
                    <a:pt x="7835112" y="4248150"/>
                  </a:lnTo>
                  <a:close/>
                </a:path>
                <a:path w="11430000" h="4257675">
                  <a:moveTo>
                    <a:pt x="7865288" y="0"/>
                  </a:moveTo>
                  <a:lnTo>
                    <a:pt x="7836713" y="0"/>
                  </a:lnTo>
                  <a:lnTo>
                    <a:pt x="7836713" y="9525"/>
                  </a:lnTo>
                  <a:lnTo>
                    <a:pt x="7865288" y="9525"/>
                  </a:lnTo>
                  <a:lnTo>
                    <a:pt x="7865288" y="0"/>
                  </a:lnTo>
                  <a:close/>
                </a:path>
                <a:path w="11430000" h="4257675">
                  <a:moveTo>
                    <a:pt x="7882725" y="4248150"/>
                  </a:moveTo>
                  <a:lnTo>
                    <a:pt x="7854150" y="4248150"/>
                  </a:lnTo>
                  <a:lnTo>
                    <a:pt x="7854150" y="4257675"/>
                  </a:lnTo>
                  <a:lnTo>
                    <a:pt x="7882725" y="4257675"/>
                  </a:lnTo>
                  <a:lnTo>
                    <a:pt x="7882725" y="4248150"/>
                  </a:lnTo>
                  <a:close/>
                </a:path>
                <a:path w="11430000" h="4257675">
                  <a:moveTo>
                    <a:pt x="7912900" y="0"/>
                  </a:moveTo>
                  <a:lnTo>
                    <a:pt x="7884325" y="0"/>
                  </a:lnTo>
                  <a:lnTo>
                    <a:pt x="7884325" y="9525"/>
                  </a:lnTo>
                  <a:lnTo>
                    <a:pt x="7912900" y="9525"/>
                  </a:lnTo>
                  <a:lnTo>
                    <a:pt x="7912900" y="0"/>
                  </a:lnTo>
                  <a:close/>
                </a:path>
                <a:path w="11430000" h="4257675">
                  <a:moveTo>
                    <a:pt x="7930337" y="4248150"/>
                  </a:moveTo>
                  <a:lnTo>
                    <a:pt x="7901762" y="4248150"/>
                  </a:lnTo>
                  <a:lnTo>
                    <a:pt x="7901762" y="4257675"/>
                  </a:lnTo>
                  <a:lnTo>
                    <a:pt x="7930337" y="4257675"/>
                  </a:lnTo>
                  <a:lnTo>
                    <a:pt x="7930337" y="4248150"/>
                  </a:lnTo>
                  <a:close/>
                </a:path>
                <a:path w="11430000" h="4257675">
                  <a:moveTo>
                    <a:pt x="7960512" y="0"/>
                  </a:moveTo>
                  <a:lnTo>
                    <a:pt x="7931937" y="0"/>
                  </a:lnTo>
                  <a:lnTo>
                    <a:pt x="7931937" y="9525"/>
                  </a:lnTo>
                  <a:lnTo>
                    <a:pt x="7960512" y="9525"/>
                  </a:lnTo>
                  <a:lnTo>
                    <a:pt x="7960512" y="0"/>
                  </a:lnTo>
                  <a:close/>
                </a:path>
                <a:path w="11430000" h="4257675">
                  <a:moveTo>
                    <a:pt x="7977949" y="4248150"/>
                  </a:moveTo>
                  <a:lnTo>
                    <a:pt x="7949374" y="4248150"/>
                  </a:lnTo>
                  <a:lnTo>
                    <a:pt x="7949374" y="4257675"/>
                  </a:lnTo>
                  <a:lnTo>
                    <a:pt x="7977949" y="4257675"/>
                  </a:lnTo>
                  <a:lnTo>
                    <a:pt x="7977949" y="4248150"/>
                  </a:lnTo>
                  <a:close/>
                </a:path>
                <a:path w="11430000" h="4257675">
                  <a:moveTo>
                    <a:pt x="8008125" y="0"/>
                  </a:moveTo>
                  <a:lnTo>
                    <a:pt x="7979550" y="0"/>
                  </a:lnTo>
                  <a:lnTo>
                    <a:pt x="7979550" y="9525"/>
                  </a:lnTo>
                  <a:lnTo>
                    <a:pt x="8008125" y="9525"/>
                  </a:lnTo>
                  <a:lnTo>
                    <a:pt x="8008125" y="0"/>
                  </a:lnTo>
                  <a:close/>
                </a:path>
                <a:path w="11430000" h="4257675">
                  <a:moveTo>
                    <a:pt x="8025562" y="4248150"/>
                  </a:moveTo>
                  <a:lnTo>
                    <a:pt x="7996987" y="4248150"/>
                  </a:lnTo>
                  <a:lnTo>
                    <a:pt x="7996987" y="4257675"/>
                  </a:lnTo>
                  <a:lnTo>
                    <a:pt x="8025562" y="4257675"/>
                  </a:lnTo>
                  <a:lnTo>
                    <a:pt x="8025562" y="4248150"/>
                  </a:lnTo>
                  <a:close/>
                </a:path>
                <a:path w="11430000" h="4257675">
                  <a:moveTo>
                    <a:pt x="8055737" y="0"/>
                  </a:moveTo>
                  <a:lnTo>
                    <a:pt x="8027162" y="0"/>
                  </a:lnTo>
                  <a:lnTo>
                    <a:pt x="8027162" y="9525"/>
                  </a:lnTo>
                  <a:lnTo>
                    <a:pt x="8055737" y="9525"/>
                  </a:lnTo>
                  <a:lnTo>
                    <a:pt x="8055737" y="0"/>
                  </a:lnTo>
                  <a:close/>
                </a:path>
                <a:path w="11430000" h="4257675">
                  <a:moveTo>
                    <a:pt x="8073161" y="4248150"/>
                  </a:moveTo>
                  <a:lnTo>
                    <a:pt x="8044599" y="4248150"/>
                  </a:lnTo>
                  <a:lnTo>
                    <a:pt x="8044599" y="4257675"/>
                  </a:lnTo>
                  <a:lnTo>
                    <a:pt x="8073161" y="4257675"/>
                  </a:lnTo>
                  <a:lnTo>
                    <a:pt x="8073161" y="4248150"/>
                  </a:lnTo>
                  <a:close/>
                </a:path>
                <a:path w="11430000" h="4257675">
                  <a:moveTo>
                    <a:pt x="8103336" y="0"/>
                  </a:moveTo>
                  <a:lnTo>
                    <a:pt x="8074761" y="0"/>
                  </a:lnTo>
                  <a:lnTo>
                    <a:pt x="8074761" y="9525"/>
                  </a:lnTo>
                  <a:lnTo>
                    <a:pt x="8103336" y="9525"/>
                  </a:lnTo>
                  <a:lnTo>
                    <a:pt x="8103336" y="0"/>
                  </a:lnTo>
                  <a:close/>
                </a:path>
                <a:path w="11430000" h="4257675">
                  <a:moveTo>
                    <a:pt x="8120774" y="4248150"/>
                  </a:moveTo>
                  <a:lnTo>
                    <a:pt x="8092199" y="4248150"/>
                  </a:lnTo>
                  <a:lnTo>
                    <a:pt x="8092199" y="4257675"/>
                  </a:lnTo>
                  <a:lnTo>
                    <a:pt x="8120774" y="4257675"/>
                  </a:lnTo>
                  <a:lnTo>
                    <a:pt x="8120774" y="4248150"/>
                  </a:lnTo>
                  <a:close/>
                </a:path>
                <a:path w="11430000" h="4257675">
                  <a:moveTo>
                    <a:pt x="8150949" y="0"/>
                  </a:moveTo>
                  <a:lnTo>
                    <a:pt x="8122374" y="0"/>
                  </a:lnTo>
                  <a:lnTo>
                    <a:pt x="8122374" y="9525"/>
                  </a:lnTo>
                  <a:lnTo>
                    <a:pt x="8150949" y="9525"/>
                  </a:lnTo>
                  <a:lnTo>
                    <a:pt x="8150949" y="0"/>
                  </a:lnTo>
                  <a:close/>
                </a:path>
                <a:path w="11430000" h="4257675">
                  <a:moveTo>
                    <a:pt x="8168386" y="4248150"/>
                  </a:moveTo>
                  <a:lnTo>
                    <a:pt x="8139811" y="4248150"/>
                  </a:lnTo>
                  <a:lnTo>
                    <a:pt x="8139811" y="4257675"/>
                  </a:lnTo>
                  <a:lnTo>
                    <a:pt x="8168386" y="4257675"/>
                  </a:lnTo>
                  <a:lnTo>
                    <a:pt x="8168386" y="4248150"/>
                  </a:lnTo>
                  <a:close/>
                </a:path>
                <a:path w="11430000" h="4257675">
                  <a:moveTo>
                    <a:pt x="8198561" y="0"/>
                  </a:moveTo>
                  <a:lnTo>
                    <a:pt x="8169986" y="0"/>
                  </a:lnTo>
                  <a:lnTo>
                    <a:pt x="8169986" y="9525"/>
                  </a:lnTo>
                  <a:lnTo>
                    <a:pt x="8198561" y="9525"/>
                  </a:lnTo>
                  <a:lnTo>
                    <a:pt x="8198561" y="0"/>
                  </a:lnTo>
                  <a:close/>
                </a:path>
                <a:path w="11430000" h="4257675">
                  <a:moveTo>
                    <a:pt x="8215998" y="4248150"/>
                  </a:moveTo>
                  <a:lnTo>
                    <a:pt x="8187423" y="4248150"/>
                  </a:lnTo>
                  <a:lnTo>
                    <a:pt x="8187423" y="4257675"/>
                  </a:lnTo>
                  <a:lnTo>
                    <a:pt x="8215998" y="4257675"/>
                  </a:lnTo>
                  <a:lnTo>
                    <a:pt x="8215998" y="4248150"/>
                  </a:lnTo>
                  <a:close/>
                </a:path>
                <a:path w="11430000" h="4257675">
                  <a:moveTo>
                    <a:pt x="8246173" y="0"/>
                  </a:moveTo>
                  <a:lnTo>
                    <a:pt x="8217598" y="0"/>
                  </a:lnTo>
                  <a:lnTo>
                    <a:pt x="8217598" y="9525"/>
                  </a:lnTo>
                  <a:lnTo>
                    <a:pt x="8246173" y="9525"/>
                  </a:lnTo>
                  <a:lnTo>
                    <a:pt x="8246173" y="0"/>
                  </a:lnTo>
                  <a:close/>
                </a:path>
                <a:path w="11430000" h="4257675">
                  <a:moveTo>
                    <a:pt x="8263610" y="4248150"/>
                  </a:moveTo>
                  <a:lnTo>
                    <a:pt x="8235035" y="4248150"/>
                  </a:lnTo>
                  <a:lnTo>
                    <a:pt x="8235035" y="4257675"/>
                  </a:lnTo>
                  <a:lnTo>
                    <a:pt x="8263610" y="4257675"/>
                  </a:lnTo>
                  <a:lnTo>
                    <a:pt x="8263610" y="4248150"/>
                  </a:lnTo>
                  <a:close/>
                </a:path>
                <a:path w="11430000" h="4257675">
                  <a:moveTo>
                    <a:pt x="8293786" y="0"/>
                  </a:moveTo>
                  <a:lnTo>
                    <a:pt x="8265211" y="0"/>
                  </a:lnTo>
                  <a:lnTo>
                    <a:pt x="8265211" y="9525"/>
                  </a:lnTo>
                  <a:lnTo>
                    <a:pt x="8293786" y="9525"/>
                  </a:lnTo>
                  <a:lnTo>
                    <a:pt x="8293786" y="0"/>
                  </a:lnTo>
                  <a:close/>
                </a:path>
                <a:path w="11430000" h="4257675">
                  <a:moveTo>
                    <a:pt x="8311223" y="4248150"/>
                  </a:moveTo>
                  <a:lnTo>
                    <a:pt x="8282648" y="4248150"/>
                  </a:lnTo>
                  <a:lnTo>
                    <a:pt x="8282648" y="4257675"/>
                  </a:lnTo>
                  <a:lnTo>
                    <a:pt x="8311223" y="4257675"/>
                  </a:lnTo>
                  <a:lnTo>
                    <a:pt x="8311223" y="4248150"/>
                  </a:lnTo>
                  <a:close/>
                </a:path>
                <a:path w="11430000" h="4257675">
                  <a:moveTo>
                    <a:pt x="8341398" y="0"/>
                  </a:moveTo>
                  <a:lnTo>
                    <a:pt x="8312823" y="0"/>
                  </a:lnTo>
                  <a:lnTo>
                    <a:pt x="8312823" y="9525"/>
                  </a:lnTo>
                  <a:lnTo>
                    <a:pt x="8341398" y="9525"/>
                  </a:lnTo>
                  <a:lnTo>
                    <a:pt x="8341398" y="0"/>
                  </a:lnTo>
                  <a:close/>
                </a:path>
                <a:path w="11430000" h="4257675">
                  <a:moveTo>
                    <a:pt x="8358835" y="4248150"/>
                  </a:moveTo>
                  <a:lnTo>
                    <a:pt x="8330260" y="4248150"/>
                  </a:lnTo>
                  <a:lnTo>
                    <a:pt x="8330260" y="4257675"/>
                  </a:lnTo>
                  <a:lnTo>
                    <a:pt x="8358835" y="4257675"/>
                  </a:lnTo>
                  <a:lnTo>
                    <a:pt x="8358835" y="4248150"/>
                  </a:lnTo>
                  <a:close/>
                </a:path>
                <a:path w="11430000" h="4257675">
                  <a:moveTo>
                    <a:pt x="8389010" y="0"/>
                  </a:moveTo>
                  <a:lnTo>
                    <a:pt x="8360435" y="0"/>
                  </a:lnTo>
                  <a:lnTo>
                    <a:pt x="8360435" y="9525"/>
                  </a:lnTo>
                  <a:lnTo>
                    <a:pt x="8389010" y="9525"/>
                  </a:lnTo>
                  <a:lnTo>
                    <a:pt x="8389010" y="0"/>
                  </a:lnTo>
                  <a:close/>
                </a:path>
                <a:path w="11430000" h="4257675">
                  <a:moveTo>
                    <a:pt x="8406435" y="4248150"/>
                  </a:moveTo>
                  <a:lnTo>
                    <a:pt x="8377860" y="4248150"/>
                  </a:lnTo>
                  <a:lnTo>
                    <a:pt x="8377860" y="4257675"/>
                  </a:lnTo>
                  <a:lnTo>
                    <a:pt x="8406435" y="4257675"/>
                  </a:lnTo>
                  <a:lnTo>
                    <a:pt x="8406435" y="4248150"/>
                  </a:lnTo>
                  <a:close/>
                </a:path>
                <a:path w="11430000" h="4257675">
                  <a:moveTo>
                    <a:pt x="8436610" y="0"/>
                  </a:moveTo>
                  <a:lnTo>
                    <a:pt x="8408035" y="0"/>
                  </a:lnTo>
                  <a:lnTo>
                    <a:pt x="8408035" y="9525"/>
                  </a:lnTo>
                  <a:lnTo>
                    <a:pt x="8436610" y="9525"/>
                  </a:lnTo>
                  <a:lnTo>
                    <a:pt x="8436610" y="0"/>
                  </a:lnTo>
                  <a:close/>
                </a:path>
                <a:path w="11430000" h="4257675">
                  <a:moveTo>
                    <a:pt x="8454047" y="4248150"/>
                  </a:moveTo>
                  <a:lnTo>
                    <a:pt x="8425472" y="4248150"/>
                  </a:lnTo>
                  <a:lnTo>
                    <a:pt x="8425472" y="4257675"/>
                  </a:lnTo>
                  <a:lnTo>
                    <a:pt x="8454047" y="4257675"/>
                  </a:lnTo>
                  <a:lnTo>
                    <a:pt x="8454047" y="4248150"/>
                  </a:lnTo>
                  <a:close/>
                </a:path>
                <a:path w="11430000" h="4257675">
                  <a:moveTo>
                    <a:pt x="8484222" y="0"/>
                  </a:moveTo>
                  <a:lnTo>
                    <a:pt x="8455647" y="0"/>
                  </a:lnTo>
                  <a:lnTo>
                    <a:pt x="8455647" y="9525"/>
                  </a:lnTo>
                  <a:lnTo>
                    <a:pt x="8484222" y="9525"/>
                  </a:lnTo>
                  <a:lnTo>
                    <a:pt x="8484222" y="0"/>
                  </a:lnTo>
                  <a:close/>
                </a:path>
                <a:path w="11430000" h="4257675">
                  <a:moveTo>
                    <a:pt x="8501659" y="4248150"/>
                  </a:moveTo>
                  <a:lnTo>
                    <a:pt x="8473084" y="4248150"/>
                  </a:lnTo>
                  <a:lnTo>
                    <a:pt x="8473084" y="4257675"/>
                  </a:lnTo>
                  <a:lnTo>
                    <a:pt x="8501659" y="4257675"/>
                  </a:lnTo>
                  <a:lnTo>
                    <a:pt x="8501659" y="4248150"/>
                  </a:lnTo>
                  <a:close/>
                </a:path>
                <a:path w="11430000" h="4257675">
                  <a:moveTo>
                    <a:pt x="8531835" y="0"/>
                  </a:moveTo>
                  <a:lnTo>
                    <a:pt x="8503260" y="0"/>
                  </a:lnTo>
                  <a:lnTo>
                    <a:pt x="8503260" y="9525"/>
                  </a:lnTo>
                  <a:lnTo>
                    <a:pt x="8531835" y="9525"/>
                  </a:lnTo>
                  <a:lnTo>
                    <a:pt x="8531835" y="0"/>
                  </a:lnTo>
                  <a:close/>
                </a:path>
                <a:path w="11430000" h="4257675">
                  <a:moveTo>
                    <a:pt x="8549272" y="4248150"/>
                  </a:moveTo>
                  <a:lnTo>
                    <a:pt x="8520697" y="4248150"/>
                  </a:lnTo>
                  <a:lnTo>
                    <a:pt x="8520697" y="4257675"/>
                  </a:lnTo>
                  <a:lnTo>
                    <a:pt x="8549272" y="4257675"/>
                  </a:lnTo>
                  <a:lnTo>
                    <a:pt x="8549272" y="4248150"/>
                  </a:lnTo>
                  <a:close/>
                </a:path>
                <a:path w="11430000" h="4257675">
                  <a:moveTo>
                    <a:pt x="8579447" y="0"/>
                  </a:moveTo>
                  <a:lnTo>
                    <a:pt x="8550872" y="0"/>
                  </a:lnTo>
                  <a:lnTo>
                    <a:pt x="8550872" y="9525"/>
                  </a:lnTo>
                  <a:lnTo>
                    <a:pt x="8579447" y="9525"/>
                  </a:lnTo>
                  <a:lnTo>
                    <a:pt x="8579447" y="0"/>
                  </a:lnTo>
                  <a:close/>
                </a:path>
                <a:path w="11430000" h="4257675">
                  <a:moveTo>
                    <a:pt x="8596884" y="4248150"/>
                  </a:moveTo>
                  <a:lnTo>
                    <a:pt x="8568309" y="4248150"/>
                  </a:lnTo>
                  <a:lnTo>
                    <a:pt x="8568309" y="4257675"/>
                  </a:lnTo>
                  <a:lnTo>
                    <a:pt x="8596884" y="4257675"/>
                  </a:lnTo>
                  <a:lnTo>
                    <a:pt x="8596884" y="4248150"/>
                  </a:lnTo>
                  <a:close/>
                </a:path>
                <a:path w="11430000" h="4257675">
                  <a:moveTo>
                    <a:pt x="8627059" y="0"/>
                  </a:moveTo>
                  <a:lnTo>
                    <a:pt x="8598484" y="0"/>
                  </a:lnTo>
                  <a:lnTo>
                    <a:pt x="8598484" y="9525"/>
                  </a:lnTo>
                  <a:lnTo>
                    <a:pt x="8627059" y="9525"/>
                  </a:lnTo>
                  <a:lnTo>
                    <a:pt x="8627059" y="0"/>
                  </a:lnTo>
                  <a:close/>
                </a:path>
                <a:path w="11430000" h="4257675">
                  <a:moveTo>
                    <a:pt x="8644496" y="4248150"/>
                  </a:moveTo>
                  <a:lnTo>
                    <a:pt x="8615921" y="4248150"/>
                  </a:lnTo>
                  <a:lnTo>
                    <a:pt x="8615921" y="4257675"/>
                  </a:lnTo>
                  <a:lnTo>
                    <a:pt x="8644496" y="4257675"/>
                  </a:lnTo>
                  <a:lnTo>
                    <a:pt x="8644496" y="4248150"/>
                  </a:lnTo>
                  <a:close/>
                </a:path>
                <a:path w="11430000" h="4257675">
                  <a:moveTo>
                    <a:pt x="8674671" y="0"/>
                  </a:moveTo>
                  <a:lnTo>
                    <a:pt x="8646096" y="0"/>
                  </a:lnTo>
                  <a:lnTo>
                    <a:pt x="8646096" y="9525"/>
                  </a:lnTo>
                  <a:lnTo>
                    <a:pt x="8674671" y="9525"/>
                  </a:lnTo>
                  <a:lnTo>
                    <a:pt x="8674671" y="0"/>
                  </a:lnTo>
                  <a:close/>
                </a:path>
                <a:path w="11430000" h="4257675">
                  <a:moveTo>
                    <a:pt x="8692109" y="4248150"/>
                  </a:moveTo>
                  <a:lnTo>
                    <a:pt x="8663534" y="4248150"/>
                  </a:lnTo>
                  <a:lnTo>
                    <a:pt x="8663534" y="4257675"/>
                  </a:lnTo>
                  <a:lnTo>
                    <a:pt x="8692109" y="4257675"/>
                  </a:lnTo>
                  <a:lnTo>
                    <a:pt x="8692109" y="4248150"/>
                  </a:lnTo>
                  <a:close/>
                </a:path>
                <a:path w="11430000" h="4257675">
                  <a:moveTo>
                    <a:pt x="8722284" y="0"/>
                  </a:moveTo>
                  <a:lnTo>
                    <a:pt x="8693709" y="0"/>
                  </a:lnTo>
                  <a:lnTo>
                    <a:pt x="8693709" y="9525"/>
                  </a:lnTo>
                  <a:lnTo>
                    <a:pt x="8722284" y="9525"/>
                  </a:lnTo>
                  <a:lnTo>
                    <a:pt x="8722284" y="0"/>
                  </a:lnTo>
                  <a:close/>
                </a:path>
                <a:path w="11430000" h="4257675">
                  <a:moveTo>
                    <a:pt x="8739708" y="4248150"/>
                  </a:moveTo>
                  <a:lnTo>
                    <a:pt x="8711133" y="4248150"/>
                  </a:lnTo>
                  <a:lnTo>
                    <a:pt x="8711133" y="4257675"/>
                  </a:lnTo>
                  <a:lnTo>
                    <a:pt x="8739708" y="4257675"/>
                  </a:lnTo>
                  <a:lnTo>
                    <a:pt x="8739708" y="4248150"/>
                  </a:lnTo>
                  <a:close/>
                </a:path>
                <a:path w="11430000" h="4257675">
                  <a:moveTo>
                    <a:pt x="8769883" y="0"/>
                  </a:moveTo>
                  <a:lnTo>
                    <a:pt x="8741308" y="0"/>
                  </a:lnTo>
                  <a:lnTo>
                    <a:pt x="8741308" y="9525"/>
                  </a:lnTo>
                  <a:lnTo>
                    <a:pt x="8769883" y="9525"/>
                  </a:lnTo>
                  <a:lnTo>
                    <a:pt x="8769883" y="0"/>
                  </a:lnTo>
                  <a:close/>
                </a:path>
                <a:path w="11430000" h="4257675">
                  <a:moveTo>
                    <a:pt x="8787320" y="4248150"/>
                  </a:moveTo>
                  <a:lnTo>
                    <a:pt x="8758745" y="4248150"/>
                  </a:lnTo>
                  <a:lnTo>
                    <a:pt x="8758745" y="4257675"/>
                  </a:lnTo>
                  <a:lnTo>
                    <a:pt x="8787320" y="4257675"/>
                  </a:lnTo>
                  <a:lnTo>
                    <a:pt x="8787320" y="4248150"/>
                  </a:lnTo>
                  <a:close/>
                </a:path>
                <a:path w="11430000" h="4257675">
                  <a:moveTo>
                    <a:pt x="8817496" y="0"/>
                  </a:moveTo>
                  <a:lnTo>
                    <a:pt x="8788921" y="0"/>
                  </a:lnTo>
                  <a:lnTo>
                    <a:pt x="8788921" y="9525"/>
                  </a:lnTo>
                  <a:lnTo>
                    <a:pt x="8817496" y="9525"/>
                  </a:lnTo>
                  <a:lnTo>
                    <a:pt x="8817496" y="0"/>
                  </a:lnTo>
                  <a:close/>
                </a:path>
                <a:path w="11430000" h="4257675">
                  <a:moveTo>
                    <a:pt x="8834933" y="4248150"/>
                  </a:moveTo>
                  <a:lnTo>
                    <a:pt x="8806358" y="4248150"/>
                  </a:lnTo>
                  <a:lnTo>
                    <a:pt x="8806358" y="4257675"/>
                  </a:lnTo>
                  <a:lnTo>
                    <a:pt x="8834933" y="4257675"/>
                  </a:lnTo>
                  <a:lnTo>
                    <a:pt x="8834933" y="4248150"/>
                  </a:lnTo>
                  <a:close/>
                </a:path>
                <a:path w="11430000" h="4257675">
                  <a:moveTo>
                    <a:pt x="8865108" y="0"/>
                  </a:moveTo>
                  <a:lnTo>
                    <a:pt x="8836533" y="0"/>
                  </a:lnTo>
                  <a:lnTo>
                    <a:pt x="8836533" y="9525"/>
                  </a:lnTo>
                  <a:lnTo>
                    <a:pt x="8865108" y="9525"/>
                  </a:lnTo>
                  <a:lnTo>
                    <a:pt x="8865108" y="0"/>
                  </a:lnTo>
                  <a:close/>
                </a:path>
                <a:path w="11430000" h="4257675">
                  <a:moveTo>
                    <a:pt x="8882545" y="4248150"/>
                  </a:moveTo>
                  <a:lnTo>
                    <a:pt x="8853970" y="4248150"/>
                  </a:lnTo>
                  <a:lnTo>
                    <a:pt x="8853970" y="4257675"/>
                  </a:lnTo>
                  <a:lnTo>
                    <a:pt x="8882545" y="4257675"/>
                  </a:lnTo>
                  <a:lnTo>
                    <a:pt x="8882545" y="4248150"/>
                  </a:lnTo>
                  <a:close/>
                </a:path>
                <a:path w="11430000" h="4257675">
                  <a:moveTo>
                    <a:pt x="8912720" y="0"/>
                  </a:moveTo>
                  <a:lnTo>
                    <a:pt x="8884145" y="0"/>
                  </a:lnTo>
                  <a:lnTo>
                    <a:pt x="8884145" y="9525"/>
                  </a:lnTo>
                  <a:lnTo>
                    <a:pt x="8912720" y="9525"/>
                  </a:lnTo>
                  <a:lnTo>
                    <a:pt x="8912720" y="0"/>
                  </a:lnTo>
                  <a:close/>
                </a:path>
                <a:path w="11430000" h="4257675">
                  <a:moveTo>
                    <a:pt x="8930157" y="4248150"/>
                  </a:moveTo>
                  <a:lnTo>
                    <a:pt x="8901582" y="4248150"/>
                  </a:lnTo>
                  <a:lnTo>
                    <a:pt x="8901582" y="4257675"/>
                  </a:lnTo>
                  <a:lnTo>
                    <a:pt x="8930157" y="4257675"/>
                  </a:lnTo>
                  <a:lnTo>
                    <a:pt x="8930157" y="4248150"/>
                  </a:lnTo>
                  <a:close/>
                </a:path>
                <a:path w="11430000" h="4257675">
                  <a:moveTo>
                    <a:pt x="8960333" y="0"/>
                  </a:moveTo>
                  <a:lnTo>
                    <a:pt x="8931758" y="0"/>
                  </a:lnTo>
                  <a:lnTo>
                    <a:pt x="8931758" y="9525"/>
                  </a:lnTo>
                  <a:lnTo>
                    <a:pt x="8960333" y="9525"/>
                  </a:lnTo>
                  <a:lnTo>
                    <a:pt x="8960333" y="0"/>
                  </a:lnTo>
                  <a:close/>
                </a:path>
                <a:path w="11430000" h="4257675">
                  <a:moveTo>
                    <a:pt x="8977770" y="4248150"/>
                  </a:moveTo>
                  <a:lnTo>
                    <a:pt x="8949195" y="4248150"/>
                  </a:lnTo>
                  <a:lnTo>
                    <a:pt x="8949195" y="4257675"/>
                  </a:lnTo>
                  <a:lnTo>
                    <a:pt x="8977770" y="4257675"/>
                  </a:lnTo>
                  <a:lnTo>
                    <a:pt x="8977770" y="4248150"/>
                  </a:lnTo>
                  <a:close/>
                </a:path>
                <a:path w="11430000" h="4257675">
                  <a:moveTo>
                    <a:pt x="9007945" y="0"/>
                  </a:moveTo>
                  <a:lnTo>
                    <a:pt x="8979370" y="0"/>
                  </a:lnTo>
                  <a:lnTo>
                    <a:pt x="8979370" y="9525"/>
                  </a:lnTo>
                  <a:lnTo>
                    <a:pt x="9007945" y="9525"/>
                  </a:lnTo>
                  <a:lnTo>
                    <a:pt x="9007945" y="0"/>
                  </a:lnTo>
                  <a:close/>
                </a:path>
                <a:path w="11430000" h="4257675">
                  <a:moveTo>
                    <a:pt x="9025382" y="4248150"/>
                  </a:moveTo>
                  <a:lnTo>
                    <a:pt x="8996807" y="4248150"/>
                  </a:lnTo>
                  <a:lnTo>
                    <a:pt x="8996807" y="4257675"/>
                  </a:lnTo>
                  <a:lnTo>
                    <a:pt x="9025382" y="4257675"/>
                  </a:lnTo>
                  <a:lnTo>
                    <a:pt x="9025382" y="4248150"/>
                  </a:lnTo>
                  <a:close/>
                </a:path>
                <a:path w="11430000" h="4257675">
                  <a:moveTo>
                    <a:pt x="9055557" y="0"/>
                  </a:moveTo>
                  <a:lnTo>
                    <a:pt x="9026982" y="0"/>
                  </a:lnTo>
                  <a:lnTo>
                    <a:pt x="9026982" y="9525"/>
                  </a:lnTo>
                  <a:lnTo>
                    <a:pt x="9055557" y="9525"/>
                  </a:lnTo>
                  <a:lnTo>
                    <a:pt x="9055557" y="0"/>
                  </a:lnTo>
                  <a:close/>
                </a:path>
                <a:path w="11430000" h="4257675">
                  <a:moveTo>
                    <a:pt x="9072994" y="4248150"/>
                  </a:moveTo>
                  <a:lnTo>
                    <a:pt x="9044419" y="4248150"/>
                  </a:lnTo>
                  <a:lnTo>
                    <a:pt x="9044419" y="4257675"/>
                  </a:lnTo>
                  <a:lnTo>
                    <a:pt x="9072994" y="4257675"/>
                  </a:lnTo>
                  <a:lnTo>
                    <a:pt x="9072994" y="4248150"/>
                  </a:lnTo>
                  <a:close/>
                </a:path>
                <a:path w="11430000" h="4257675">
                  <a:moveTo>
                    <a:pt x="9103157" y="0"/>
                  </a:moveTo>
                  <a:lnTo>
                    <a:pt x="9074582" y="0"/>
                  </a:lnTo>
                  <a:lnTo>
                    <a:pt x="9074582" y="9525"/>
                  </a:lnTo>
                  <a:lnTo>
                    <a:pt x="9103157" y="9525"/>
                  </a:lnTo>
                  <a:lnTo>
                    <a:pt x="9103157" y="0"/>
                  </a:lnTo>
                  <a:close/>
                </a:path>
                <a:path w="11430000" h="4257675">
                  <a:moveTo>
                    <a:pt x="9120594" y="4248150"/>
                  </a:moveTo>
                  <a:lnTo>
                    <a:pt x="9092019" y="4248150"/>
                  </a:lnTo>
                  <a:lnTo>
                    <a:pt x="9092019" y="4257675"/>
                  </a:lnTo>
                  <a:lnTo>
                    <a:pt x="9120594" y="4257675"/>
                  </a:lnTo>
                  <a:lnTo>
                    <a:pt x="9120594" y="4248150"/>
                  </a:lnTo>
                  <a:close/>
                </a:path>
                <a:path w="11430000" h="4257675">
                  <a:moveTo>
                    <a:pt x="9150769" y="0"/>
                  </a:moveTo>
                  <a:lnTo>
                    <a:pt x="9122194" y="0"/>
                  </a:lnTo>
                  <a:lnTo>
                    <a:pt x="9122194" y="9525"/>
                  </a:lnTo>
                  <a:lnTo>
                    <a:pt x="9150769" y="9525"/>
                  </a:lnTo>
                  <a:lnTo>
                    <a:pt x="9150769" y="0"/>
                  </a:lnTo>
                  <a:close/>
                </a:path>
                <a:path w="11430000" h="4257675">
                  <a:moveTo>
                    <a:pt x="9168206" y="4248150"/>
                  </a:moveTo>
                  <a:lnTo>
                    <a:pt x="9139631" y="4248150"/>
                  </a:lnTo>
                  <a:lnTo>
                    <a:pt x="9139631" y="4257675"/>
                  </a:lnTo>
                  <a:lnTo>
                    <a:pt x="9168206" y="4257675"/>
                  </a:lnTo>
                  <a:lnTo>
                    <a:pt x="9168206" y="4248150"/>
                  </a:lnTo>
                  <a:close/>
                </a:path>
                <a:path w="11430000" h="4257675">
                  <a:moveTo>
                    <a:pt x="9198381" y="0"/>
                  </a:moveTo>
                  <a:lnTo>
                    <a:pt x="9169806" y="0"/>
                  </a:lnTo>
                  <a:lnTo>
                    <a:pt x="9169806" y="9525"/>
                  </a:lnTo>
                  <a:lnTo>
                    <a:pt x="9198381" y="9525"/>
                  </a:lnTo>
                  <a:lnTo>
                    <a:pt x="9198381" y="0"/>
                  </a:lnTo>
                  <a:close/>
                </a:path>
                <a:path w="11430000" h="4257675">
                  <a:moveTo>
                    <a:pt x="9215818" y="4248150"/>
                  </a:moveTo>
                  <a:lnTo>
                    <a:pt x="9187243" y="4248150"/>
                  </a:lnTo>
                  <a:lnTo>
                    <a:pt x="9187243" y="4257675"/>
                  </a:lnTo>
                  <a:lnTo>
                    <a:pt x="9215818" y="4257675"/>
                  </a:lnTo>
                  <a:lnTo>
                    <a:pt x="9215818" y="4248150"/>
                  </a:lnTo>
                  <a:close/>
                </a:path>
                <a:path w="11430000" h="4257675">
                  <a:moveTo>
                    <a:pt x="9245994" y="0"/>
                  </a:moveTo>
                  <a:lnTo>
                    <a:pt x="9217419" y="0"/>
                  </a:lnTo>
                  <a:lnTo>
                    <a:pt x="9217419" y="9525"/>
                  </a:lnTo>
                  <a:lnTo>
                    <a:pt x="9245994" y="9525"/>
                  </a:lnTo>
                  <a:lnTo>
                    <a:pt x="9245994" y="0"/>
                  </a:lnTo>
                  <a:close/>
                </a:path>
                <a:path w="11430000" h="4257675">
                  <a:moveTo>
                    <a:pt x="9263431" y="4248150"/>
                  </a:moveTo>
                  <a:lnTo>
                    <a:pt x="9234856" y="4248150"/>
                  </a:lnTo>
                  <a:lnTo>
                    <a:pt x="9234856" y="4257675"/>
                  </a:lnTo>
                  <a:lnTo>
                    <a:pt x="9263431" y="4257675"/>
                  </a:lnTo>
                  <a:lnTo>
                    <a:pt x="9263431" y="4248150"/>
                  </a:lnTo>
                  <a:close/>
                </a:path>
                <a:path w="11430000" h="4257675">
                  <a:moveTo>
                    <a:pt x="9293606" y="0"/>
                  </a:moveTo>
                  <a:lnTo>
                    <a:pt x="9265031" y="0"/>
                  </a:lnTo>
                  <a:lnTo>
                    <a:pt x="9265031" y="9525"/>
                  </a:lnTo>
                  <a:lnTo>
                    <a:pt x="9293606" y="9525"/>
                  </a:lnTo>
                  <a:lnTo>
                    <a:pt x="9293606" y="0"/>
                  </a:lnTo>
                  <a:close/>
                </a:path>
                <a:path w="11430000" h="4257675">
                  <a:moveTo>
                    <a:pt x="9311043" y="4248150"/>
                  </a:moveTo>
                  <a:lnTo>
                    <a:pt x="9282468" y="4248150"/>
                  </a:lnTo>
                  <a:lnTo>
                    <a:pt x="9282468" y="4257675"/>
                  </a:lnTo>
                  <a:lnTo>
                    <a:pt x="9311043" y="4257675"/>
                  </a:lnTo>
                  <a:lnTo>
                    <a:pt x="9311043" y="4248150"/>
                  </a:lnTo>
                  <a:close/>
                </a:path>
                <a:path w="11430000" h="4257675">
                  <a:moveTo>
                    <a:pt x="9341218" y="0"/>
                  </a:moveTo>
                  <a:lnTo>
                    <a:pt x="9312643" y="0"/>
                  </a:lnTo>
                  <a:lnTo>
                    <a:pt x="9312643" y="9525"/>
                  </a:lnTo>
                  <a:lnTo>
                    <a:pt x="9341218" y="9525"/>
                  </a:lnTo>
                  <a:lnTo>
                    <a:pt x="9341218" y="0"/>
                  </a:lnTo>
                  <a:close/>
                </a:path>
                <a:path w="11430000" h="4257675">
                  <a:moveTo>
                    <a:pt x="9358655" y="4248150"/>
                  </a:moveTo>
                  <a:lnTo>
                    <a:pt x="9330080" y="4248150"/>
                  </a:lnTo>
                  <a:lnTo>
                    <a:pt x="9330080" y="4257675"/>
                  </a:lnTo>
                  <a:lnTo>
                    <a:pt x="9358655" y="4257675"/>
                  </a:lnTo>
                  <a:lnTo>
                    <a:pt x="9358655" y="4248150"/>
                  </a:lnTo>
                  <a:close/>
                </a:path>
                <a:path w="11430000" h="4257675">
                  <a:moveTo>
                    <a:pt x="9388831" y="0"/>
                  </a:moveTo>
                  <a:lnTo>
                    <a:pt x="9360256" y="0"/>
                  </a:lnTo>
                  <a:lnTo>
                    <a:pt x="9360256" y="9525"/>
                  </a:lnTo>
                  <a:lnTo>
                    <a:pt x="9388831" y="9525"/>
                  </a:lnTo>
                  <a:lnTo>
                    <a:pt x="9388831" y="0"/>
                  </a:lnTo>
                  <a:close/>
                </a:path>
                <a:path w="11430000" h="4257675">
                  <a:moveTo>
                    <a:pt x="9406255" y="4248150"/>
                  </a:moveTo>
                  <a:lnTo>
                    <a:pt x="9377680" y="4248150"/>
                  </a:lnTo>
                  <a:lnTo>
                    <a:pt x="9377680" y="4257675"/>
                  </a:lnTo>
                  <a:lnTo>
                    <a:pt x="9406255" y="4257675"/>
                  </a:lnTo>
                  <a:lnTo>
                    <a:pt x="9406255" y="4248150"/>
                  </a:lnTo>
                  <a:close/>
                </a:path>
                <a:path w="11430000" h="4257675">
                  <a:moveTo>
                    <a:pt x="9436430" y="0"/>
                  </a:moveTo>
                  <a:lnTo>
                    <a:pt x="9407855" y="0"/>
                  </a:lnTo>
                  <a:lnTo>
                    <a:pt x="9407855" y="9525"/>
                  </a:lnTo>
                  <a:lnTo>
                    <a:pt x="9436430" y="9525"/>
                  </a:lnTo>
                  <a:lnTo>
                    <a:pt x="9436430" y="0"/>
                  </a:lnTo>
                  <a:close/>
                </a:path>
                <a:path w="11430000" h="4257675">
                  <a:moveTo>
                    <a:pt x="9453867" y="4248150"/>
                  </a:moveTo>
                  <a:lnTo>
                    <a:pt x="9425292" y="4248150"/>
                  </a:lnTo>
                  <a:lnTo>
                    <a:pt x="9425292" y="4257675"/>
                  </a:lnTo>
                  <a:lnTo>
                    <a:pt x="9453867" y="4257675"/>
                  </a:lnTo>
                  <a:lnTo>
                    <a:pt x="9453867" y="4248150"/>
                  </a:lnTo>
                  <a:close/>
                </a:path>
                <a:path w="11430000" h="4257675">
                  <a:moveTo>
                    <a:pt x="9484042" y="0"/>
                  </a:moveTo>
                  <a:lnTo>
                    <a:pt x="9455467" y="0"/>
                  </a:lnTo>
                  <a:lnTo>
                    <a:pt x="9455467" y="9525"/>
                  </a:lnTo>
                  <a:lnTo>
                    <a:pt x="9484042" y="9525"/>
                  </a:lnTo>
                  <a:lnTo>
                    <a:pt x="9484042" y="0"/>
                  </a:lnTo>
                  <a:close/>
                </a:path>
                <a:path w="11430000" h="4257675">
                  <a:moveTo>
                    <a:pt x="9501480" y="4248150"/>
                  </a:moveTo>
                  <a:lnTo>
                    <a:pt x="9472905" y="4248150"/>
                  </a:lnTo>
                  <a:lnTo>
                    <a:pt x="9472905" y="4257675"/>
                  </a:lnTo>
                  <a:lnTo>
                    <a:pt x="9501480" y="4257675"/>
                  </a:lnTo>
                  <a:lnTo>
                    <a:pt x="9501480" y="4248150"/>
                  </a:lnTo>
                  <a:close/>
                </a:path>
                <a:path w="11430000" h="4257675">
                  <a:moveTo>
                    <a:pt x="9531655" y="0"/>
                  </a:moveTo>
                  <a:lnTo>
                    <a:pt x="9503080" y="0"/>
                  </a:lnTo>
                  <a:lnTo>
                    <a:pt x="9503080" y="9525"/>
                  </a:lnTo>
                  <a:lnTo>
                    <a:pt x="9531655" y="9525"/>
                  </a:lnTo>
                  <a:lnTo>
                    <a:pt x="9531655" y="0"/>
                  </a:lnTo>
                  <a:close/>
                </a:path>
                <a:path w="11430000" h="4257675">
                  <a:moveTo>
                    <a:pt x="9549092" y="4248150"/>
                  </a:moveTo>
                  <a:lnTo>
                    <a:pt x="9520517" y="4248150"/>
                  </a:lnTo>
                  <a:lnTo>
                    <a:pt x="9520517" y="4257675"/>
                  </a:lnTo>
                  <a:lnTo>
                    <a:pt x="9549092" y="4257675"/>
                  </a:lnTo>
                  <a:lnTo>
                    <a:pt x="9549092" y="4248150"/>
                  </a:lnTo>
                  <a:close/>
                </a:path>
                <a:path w="11430000" h="4257675">
                  <a:moveTo>
                    <a:pt x="9579267" y="0"/>
                  </a:moveTo>
                  <a:lnTo>
                    <a:pt x="9550692" y="0"/>
                  </a:lnTo>
                  <a:lnTo>
                    <a:pt x="9550692" y="9525"/>
                  </a:lnTo>
                  <a:lnTo>
                    <a:pt x="9579267" y="9525"/>
                  </a:lnTo>
                  <a:lnTo>
                    <a:pt x="9579267" y="0"/>
                  </a:lnTo>
                  <a:close/>
                </a:path>
                <a:path w="11430000" h="4257675">
                  <a:moveTo>
                    <a:pt x="9596704" y="4248150"/>
                  </a:moveTo>
                  <a:lnTo>
                    <a:pt x="9568129" y="4248150"/>
                  </a:lnTo>
                  <a:lnTo>
                    <a:pt x="9568129" y="4257675"/>
                  </a:lnTo>
                  <a:lnTo>
                    <a:pt x="9596704" y="4257675"/>
                  </a:lnTo>
                  <a:lnTo>
                    <a:pt x="9596704" y="4248150"/>
                  </a:lnTo>
                  <a:close/>
                </a:path>
                <a:path w="11430000" h="4257675">
                  <a:moveTo>
                    <a:pt x="9626879" y="0"/>
                  </a:moveTo>
                  <a:lnTo>
                    <a:pt x="9598304" y="0"/>
                  </a:lnTo>
                  <a:lnTo>
                    <a:pt x="9598304" y="9525"/>
                  </a:lnTo>
                  <a:lnTo>
                    <a:pt x="9626879" y="9525"/>
                  </a:lnTo>
                  <a:lnTo>
                    <a:pt x="9626879" y="0"/>
                  </a:lnTo>
                  <a:close/>
                </a:path>
                <a:path w="11430000" h="4257675">
                  <a:moveTo>
                    <a:pt x="9644316" y="4248150"/>
                  </a:moveTo>
                  <a:lnTo>
                    <a:pt x="9615741" y="4248150"/>
                  </a:lnTo>
                  <a:lnTo>
                    <a:pt x="9615741" y="4257675"/>
                  </a:lnTo>
                  <a:lnTo>
                    <a:pt x="9644316" y="4257675"/>
                  </a:lnTo>
                  <a:lnTo>
                    <a:pt x="9644316" y="4248150"/>
                  </a:lnTo>
                  <a:close/>
                </a:path>
                <a:path w="11430000" h="4257675">
                  <a:moveTo>
                    <a:pt x="9674492" y="0"/>
                  </a:moveTo>
                  <a:lnTo>
                    <a:pt x="9645917" y="0"/>
                  </a:lnTo>
                  <a:lnTo>
                    <a:pt x="9645917" y="9525"/>
                  </a:lnTo>
                  <a:lnTo>
                    <a:pt x="9674492" y="9525"/>
                  </a:lnTo>
                  <a:lnTo>
                    <a:pt x="9674492" y="0"/>
                  </a:lnTo>
                  <a:close/>
                </a:path>
                <a:path w="11430000" h="4257675">
                  <a:moveTo>
                    <a:pt x="9691929" y="4248150"/>
                  </a:moveTo>
                  <a:lnTo>
                    <a:pt x="9663354" y="4248150"/>
                  </a:lnTo>
                  <a:lnTo>
                    <a:pt x="9663354" y="4257675"/>
                  </a:lnTo>
                  <a:lnTo>
                    <a:pt x="9691929" y="4257675"/>
                  </a:lnTo>
                  <a:lnTo>
                    <a:pt x="9691929" y="4248150"/>
                  </a:lnTo>
                  <a:close/>
                </a:path>
                <a:path w="11430000" h="4257675">
                  <a:moveTo>
                    <a:pt x="9722104" y="0"/>
                  </a:moveTo>
                  <a:lnTo>
                    <a:pt x="9693529" y="0"/>
                  </a:lnTo>
                  <a:lnTo>
                    <a:pt x="9693529" y="9525"/>
                  </a:lnTo>
                  <a:lnTo>
                    <a:pt x="9722104" y="9525"/>
                  </a:lnTo>
                  <a:lnTo>
                    <a:pt x="9722104" y="0"/>
                  </a:lnTo>
                  <a:close/>
                </a:path>
                <a:path w="11430000" h="4257675">
                  <a:moveTo>
                    <a:pt x="9739528" y="4248150"/>
                  </a:moveTo>
                  <a:lnTo>
                    <a:pt x="9710953" y="4248150"/>
                  </a:lnTo>
                  <a:lnTo>
                    <a:pt x="9710953" y="4257675"/>
                  </a:lnTo>
                  <a:lnTo>
                    <a:pt x="9739528" y="4257675"/>
                  </a:lnTo>
                  <a:lnTo>
                    <a:pt x="9739528" y="4248150"/>
                  </a:lnTo>
                  <a:close/>
                </a:path>
                <a:path w="11430000" h="4257675">
                  <a:moveTo>
                    <a:pt x="9769704" y="0"/>
                  </a:moveTo>
                  <a:lnTo>
                    <a:pt x="9741129" y="0"/>
                  </a:lnTo>
                  <a:lnTo>
                    <a:pt x="9741129" y="9525"/>
                  </a:lnTo>
                  <a:lnTo>
                    <a:pt x="9769704" y="9525"/>
                  </a:lnTo>
                  <a:lnTo>
                    <a:pt x="9769704" y="0"/>
                  </a:lnTo>
                  <a:close/>
                </a:path>
                <a:path w="11430000" h="4257675">
                  <a:moveTo>
                    <a:pt x="9787141" y="4248150"/>
                  </a:moveTo>
                  <a:lnTo>
                    <a:pt x="9758566" y="4248150"/>
                  </a:lnTo>
                  <a:lnTo>
                    <a:pt x="9758566" y="4257675"/>
                  </a:lnTo>
                  <a:lnTo>
                    <a:pt x="9787141" y="4257675"/>
                  </a:lnTo>
                  <a:lnTo>
                    <a:pt x="9787141" y="4248150"/>
                  </a:lnTo>
                  <a:close/>
                </a:path>
                <a:path w="11430000" h="4257675">
                  <a:moveTo>
                    <a:pt x="9817316" y="0"/>
                  </a:moveTo>
                  <a:lnTo>
                    <a:pt x="9788741" y="0"/>
                  </a:lnTo>
                  <a:lnTo>
                    <a:pt x="9788741" y="9525"/>
                  </a:lnTo>
                  <a:lnTo>
                    <a:pt x="9817316" y="9525"/>
                  </a:lnTo>
                  <a:lnTo>
                    <a:pt x="9817316" y="0"/>
                  </a:lnTo>
                  <a:close/>
                </a:path>
                <a:path w="11430000" h="4257675">
                  <a:moveTo>
                    <a:pt x="9834753" y="4248150"/>
                  </a:moveTo>
                  <a:lnTo>
                    <a:pt x="9806178" y="4248150"/>
                  </a:lnTo>
                  <a:lnTo>
                    <a:pt x="9806178" y="4257675"/>
                  </a:lnTo>
                  <a:lnTo>
                    <a:pt x="9834753" y="4257675"/>
                  </a:lnTo>
                  <a:lnTo>
                    <a:pt x="9834753" y="4248150"/>
                  </a:lnTo>
                  <a:close/>
                </a:path>
                <a:path w="11430000" h="4257675">
                  <a:moveTo>
                    <a:pt x="9864928" y="0"/>
                  </a:moveTo>
                  <a:lnTo>
                    <a:pt x="9836353" y="0"/>
                  </a:lnTo>
                  <a:lnTo>
                    <a:pt x="9836353" y="9525"/>
                  </a:lnTo>
                  <a:lnTo>
                    <a:pt x="9864928" y="9525"/>
                  </a:lnTo>
                  <a:lnTo>
                    <a:pt x="9864928" y="0"/>
                  </a:lnTo>
                  <a:close/>
                </a:path>
                <a:path w="11430000" h="4257675">
                  <a:moveTo>
                    <a:pt x="9882365" y="4248150"/>
                  </a:moveTo>
                  <a:lnTo>
                    <a:pt x="9853790" y="4248150"/>
                  </a:lnTo>
                  <a:lnTo>
                    <a:pt x="9853790" y="4257675"/>
                  </a:lnTo>
                  <a:lnTo>
                    <a:pt x="9882365" y="4257675"/>
                  </a:lnTo>
                  <a:lnTo>
                    <a:pt x="9882365" y="4248150"/>
                  </a:lnTo>
                  <a:close/>
                </a:path>
                <a:path w="11430000" h="4257675">
                  <a:moveTo>
                    <a:pt x="9912540" y="0"/>
                  </a:moveTo>
                  <a:lnTo>
                    <a:pt x="9883965" y="0"/>
                  </a:lnTo>
                  <a:lnTo>
                    <a:pt x="9883965" y="9525"/>
                  </a:lnTo>
                  <a:lnTo>
                    <a:pt x="9912540" y="9525"/>
                  </a:lnTo>
                  <a:lnTo>
                    <a:pt x="9912540" y="0"/>
                  </a:lnTo>
                  <a:close/>
                </a:path>
                <a:path w="11430000" h="4257675">
                  <a:moveTo>
                    <a:pt x="9929978" y="4248150"/>
                  </a:moveTo>
                  <a:lnTo>
                    <a:pt x="9901403" y="4248150"/>
                  </a:lnTo>
                  <a:lnTo>
                    <a:pt x="9901403" y="4257675"/>
                  </a:lnTo>
                  <a:lnTo>
                    <a:pt x="9929978" y="4257675"/>
                  </a:lnTo>
                  <a:lnTo>
                    <a:pt x="9929978" y="4248150"/>
                  </a:lnTo>
                  <a:close/>
                </a:path>
                <a:path w="11430000" h="4257675">
                  <a:moveTo>
                    <a:pt x="9960153" y="0"/>
                  </a:moveTo>
                  <a:lnTo>
                    <a:pt x="9931578" y="0"/>
                  </a:lnTo>
                  <a:lnTo>
                    <a:pt x="9931578" y="9525"/>
                  </a:lnTo>
                  <a:lnTo>
                    <a:pt x="9960153" y="9525"/>
                  </a:lnTo>
                  <a:lnTo>
                    <a:pt x="9960153" y="0"/>
                  </a:lnTo>
                  <a:close/>
                </a:path>
                <a:path w="11430000" h="4257675">
                  <a:moveTo>
                    <a:pt x="9977590" y="4248150"/>
                  </a:moveTo>
                  <a:lnTo>
                    <a:pt x="9949015" y="4248150"/>
                  </a:lnTo>
                  <a:lnTo>
                    <a:pt x="9949015" y="4257675"/>
                  </a:lnTo>
                  <a:lnTo>
                    <a:pt x="9977590" y="4257675"/>
                  </a:lnTo>
                  <a:lnTo>
                    <a:pt x="9977590" y="4248150"/>
                  </a:lnTo>
                  <a:close/>
                </a:path>
                <a:path w="11430000" h="4257675">
                  <a:moveTo>
                    <a:pt x="10007765" y="0"/>
                  </a:moveTo>
                  <a:lnTo>
                    <a:pt x="9979190" y="0"/>
                  </a:lnTo>
                  <a:lnTo>
                    <a:pt x="9979190" y="9525"/>
                  </a:lnTo>
                  <a:lnTo>
                    <a:pt x="10007765" y="9525"/>
                  </a:lnTo>
                  <a:lnTo>
                    <a:pt x="10007765" y="0"/>
                  </a:lnTo>
                  <a:close/>
                </a:path>
                <a:path w="11430000" h="4257675">
                  <a:moveTo>
                    <a:pt x="10025202" y="4248150"/>
                  </a:moveTo>
                  <a:lnTo>
                    <a:pt x="9996627" y="4248150"/>
                  </a:lnTo>
                  <a:lnTo>
                    <a:pt x="9996627" y="4257675"/>
                  </a:lnTo>
                  <a:lnTo>
                    <a:pt x="10025202" y="4257675"/>
                  </a:lnTo>
                  <a:lnTo>
                    <a:pt x="10025202" y="4248150"/>
                  </a:lnTo>
                  <a:close/>
                </a:path>
                <a:path w="11430000" h="4257675">
                  <a:moveTo>
                    <a:pt x="10055377" y="0"/>
                  </a:moveTo>
                  <a:lnTo>
                    <a:pt x="10026802" y="0"/>
                  </a:lnTo>
                  <a:lnTo>
                    <a:pt x="10026802" y="9525"/>
                  </a:lnTo>
                  <a:lnTo>
                    <a:pt x="10055377" y="9525"/>
                  </a:lnTo>
                  <a:lnTo>
                    <a:pt x="10055377" y="0"/>
                  </a:lnTo>
                  <a:close/>
                </a:path>
                <a:path w="11430000" h="4257675">
                  <a:moveTo>
                    <a:pt x="10072802" y="4248150"/>
                  </a:moveTo>
                  <a:lnTo>
                    <a:pt x="10044227" y="4248150"/>
                  </a:lnTo>
                  <a:lnTo>
                    <a:pt x="10044227" y="4257675"/>
                  </a:lnTo>
                  <a:lnTo>
                    <a:pt x="10072802" y="4257675"/>
                  </a:lnTo>
                  <a:lnTo>
                    <a:pt x="10072802" y="4248150"/>
                  </a:lnTo>
                  <a:close/>
                </a:path>
                <a:path w="11430000" h="4257675">
                  <a:moveTo>
                    <a:pt x="10102977" y="0"/>
                  </a:moveTo>
                  <a:lnTo>
                    <a:pt x="10074402" y="0"/>
                  </a:lnTo>
                  <a:lnTo>
                    <a:pt x="10074402" y="9525"/>
                  </a:lnTo>
                  <a:lnTo>
                    <a:pt x="10102977" y="9525"/>
                  </a:lnTo>
                  <a:lnTo>
                    <a:pt x="10102977" y="0"/>
                  </a:lnTo>
                  <a:close/>
                </a:path>
                <a:path w="11430000" h="4257675">
                  <a:moveTo>
                    <a:pt x="10120414" y="4248150"/>
                  </a:moveTo>
                  <a:lnTo>
                    <a:pt x="10091839" y="4248150"/>
                  </a:lnTo>
                  <a:lnTo>
                    <a:pt x="10091839" y="4257675"/>
                  </a:lnTo>
                  <a:lnTo>
                    <a:pt x="10120414" y="4257675"/>
                  </a:lnTo>
                  <a:lnTo>
                    <a:pt x="10120414" y="4248150"/>
                  </a:lnTo>
                  <a:close/>
                </a:path>
                <a:path w="11430000" h="4257675">
                  <a:moveTo>
                    <a:pt x="10150589" y="0"/>
                  </a:moveTo>
                  <a:lnTo>
                    <a:pt x="10122014" y="0"/>
                  </a:lnTo>
                  <a:lnTo>
                    <a:pt x="10122014" y="9525"/>
                  </a:lnTo>
                  <a:lnTo>
                    <a:pt x="10150589" y="9525"/>
                  </a:lnTo>
                  <a:lnTo>
                    <a:pt x="10150589" y="0"/>
                  </a:lnTo>
                  <a:close/>
                </a:path>
                <a:path w="11430000" h="4257675">
                  <a:moveTo>
                    <a:pt x="10168026" y="4248150"/>
                  </a:moveTo>
                  <a:lnTo>
                    <a:pt x="10139451" y="4248150"/>
                  </a:lnTo>
                  <a:lnTo>
                    <a:pt x="10139451" y="4257675"/>
                  </a:lnTo>
                  <a:lnTo>
                    <a:pt x="10168026" y="4257675"/>
                  </a:lnTo>
                  <a:lnTo>
                    <a:pt x="10168026" y="4248150"/>
                  </a:lnTo>
                  <a:close/>
                </a:path>
                <a:path w="11430000" h="4257675">
                  <a:moveTo>
                    <a:pt x="10198202" y="0"/>
                  </a:moveTo>
                  <a:lnTo>
                    <a:pt x="10169627" y="0"/>
                  </a:lnTo>
                  <a:lnTo>
                    <a:pt x="10169627" y="9525"/>
                  </a:lnTo>
                  <a:lnTo>
                    <a:pt x="10198202" y="9525"/>
                  </a:lnTo>
                  <a:lnTo>
                    <a:pt x="10198202" y="0"/>
                  </a:lnTo>
                  <a:close/>
                </a:path>
                <a:path w="11430000" h="4257675">
                  <a:moveTo>
                    <a:pt x="10215639" y="4248150"/>
                  </a:moveTo>
                  <a:lnTo>
                    <a:pt x="10187064" y="4248150"/>
                  </a:lnTo>
                  <a:lnTo>
                    <a:pt x="10187064" y="4257675"/>
                  </a:lnTo>
                  <a:lnTo>
                    <a:pt x="10215639" y="4257675"/>
                  </a:lnTo>
                  <a:lnTo>
                    <a:pt x="10215639" y="4248150"/>
                  </a:lnTo>
                  <a:close/>
                </a:path>
                <a:path w="11430000" h="4257675">
                  <a:moveTo>
                    <a:pt x="10245814" y="0"/>
                  </a:moveTo>
                  <a:lnTo>
                    <a:pt x="10217239" y="0"/>
                  </a:lnTo>
                  <a:lnTo>
                    <a:pt x="10217239" y="9525"/>
                  </a:lnTo>
                  <a:lnTo>
                    <a:pt x="10245814" y="9525"/>
                  </a:lnTo>
                  <a:lnTo>
                    <a:pt x="10245814" y="0"/>
                  </a:lnTo>
                  <a:close/>
                </a:path>
                <a:path w="11430000" h="4257675">
                  <a:moveTo>
                    <a:pt x="10263251" y="4248150"/>
                  </a:moveTo>
                  <a:lnTo>
                    <a:pt x="10234676" y="4248150"/>
                  </a:lnTo>
                  <a:lnTo>
                    <a:pt x="10234676" y="4257675"/>
                  </a:lnTo>
                  <a:lnTo>
                    <a:pt x="10263251" y="4257675"/>
                  </a:lnTo>
                  <a:lnTo>
                    <a:pt x="10263251" y="4248150"/>
                  </a:lnTo>
                  <a:close/>
                </a:path>
                <a:path w="11430000" h="4257675">
                  <a:moveTo>
                    <a:pt x="10293426" y="0"/>
                  </a:moveTo>
                  <a:lnTo>
                    <a:pt x="10264851" y="0"/>
                  </a:lnTo>
                  <a:lnTo>
                    <a:pt x="10264851" y="9525"/>
                  </a:lnTo>
                  <a:lnTo>
                    <a:pt x="10293426" y="9525"/>
                  </a:lnTo>
                  <a:lnTo>
                    <a:pt x="10293426" y="0"/>
                  </a:lnTo>
                  <a:close/>
                </a:path>
                <a:path w="11430000" h="4257675">
                  <a:moveTo>
                    <a:pt x="10310863" y="4248150"/>
                  </a:moveTo>
                  <a:lnTo>
                    <a:pt x="10282288" y="4248150"/>
                  </a:lnTo>
                  <a:lnTo>
                    <a:pt x="10282288" y="4257675"/>
                  </a:lnTo>
                  <a:lnTo>
                    <a:pt x="10310863" y="4257675"/>
                  </a:lnTo>
                  <a:lnTo>
                    <a:pt x="10310863" y="4248150"/>
                  </a:lnTo>
                  <a:close/>
                </a:path>
                <a:path w="11430000" h="4257675">
                  <a:moveTo>
                    <a:pt x="10341038" y="0"/>
                  </a:moveTo>
                  <a:lnTo>
                    <a:pt x="10312463" y="0"/>
                  </a:lnTo>
                  <a:lnTo>
                    <a:pt x="10312463" y="9525"/>
                  </a:lnTo>
                  <a:lnTo>
                    <a:pt x="10341038" y="9525"/>
                  </a:lnTo>
                  <a:lnTo>
                    <a:pt x="10341038" y="0"/>
                  </a:lnTo>
                  <a:close/>
                </a:path>
                <a:path w="11430000" h="4257675">
                  <a:moveTo>
                    <a:pt x="10358476" y="4248150"/>
                  </a:moveTo>
                  <a:lnTo>
                    <a:pt x="10329901" y="4248150"/>
                  </a:lnTo>
                  <a:lnTo>
                    <a:pt x="10329901" y="4257675"/>
                  </a:lnTo>
                  <a:lnTo>
                    <a:pt x="10358476" y="4257675"/>
                  </a:lnTo>
                  <a:lnTo>
                    <a:pt x="10358476" y="4248150"/>
                  </a:lnTo>
                  <a:close/>
                </a:path>
                <a:path w="11430000" h="4257675">
                  <a:moveTo>
                    <a:pt x="10388651" y="0"/>
                  </a:moveTo>
                  <a:lnTo>
                    <a:pt x="10360076" y="0"/>
                  </a:lnTo>
                  <a:lnTo>
                    <a:pt x="10360076" y="9525"/>
                  </a:lnTo>
                  <a:lnTo>
                    <a:pt x="10388651" y="9525"/>
                  </a:lnTo>
                  <a:lnTo>
                    <a:pt x="10388651" y="0"/>
                  </a:lnTo>
                  <a:close/>
                </a:path>
                <a:path w="11430000" h="4257675">
                  <a:moveTo>
                    <a:pt x="10406075" y="4248150"/>
                  </a:moveTo>
                  <a:lnTo>
                    <a:pt x="10377500" y="4248150"/>
                  </a:lnTo>
                  <a:lnTo>
                    <a:pt x="10377500" y="4257675"/>
                  </a:lnTo>
                  <a:lnTo>
                    <a:pt x="10406075" y="4257675"/>
                  </a:lnTo>
                  <a:lnTo>
                    <a:pt x="10406075" y="4248150"/>
                  </a:lnTo>
                  <a:close/>
                </a:path>
                <a:path w="11430000" h="4257675">
                  <a:moveTo>
                    <a:pt x="10436250" y="0"/>
                  </a:moveTo>
                  <a:lnTo>
                    <a:pt x="10407675" y="0"/>
                  </a:lnTo>
                  <a:lnTo>
                    <a:pt x="10407675" y="9525"/>
                  </a:lnTo>
                  <a:lnTo>
                    <a:pt x="10436250" y="9525"/>
                  </a:lnTo>
                  <a:lnTo>
                    <a:pt x="10436250" y="0"/>
                  </a:lnTo>
                  <a:close/>
                </a:path>
                <a:path w="11430000" h="4257675">
                  <a:moveTo>
                    <a:pt x="10453687" y="4248150"/>
                  </a:moveTo>
                  <a:lnTo>
                    <a:pt x="10425112" y="4248150"/>
                  </a:lnTo>
                  <a:lnTo>
                    <a:pt x="10425112" y="4257675"/>
                  </a:lnTo>
                  <a:lnTo>
                    <a:pt x="10453687" y="4257675"/>
                  </a:lnTo>
                  <a:lnTo>
                    <a:pt x="10453687" y="4248150"/>
                  </a:lnTo>
                  <a:close/>
                </a:path>
                <a:path w="11430000" h="4257675">
                  <a:moveTo>
                    <a:pt x="10483863" y="0"/>
                  </a:moveTo>
                  <a:lnTo>
                    <a:pt x="10455288" y="0"/>
                  </a:lnTo>
                  <a:lnTo>
                    <a:pt x="10455288" y="9525"/>
                  </a:lnTo>
                  <a:lnTo>
                    <a:pt x="10483863" y="9525"/>
                  </a:lnTo>
                  <a:lnTo>
                    <a:pt x="10483863" y="0"/>
                  </a:lnTo>
                  <a:close/>
                </a:path>
                <a:path w="11430000" h="4257675">
                  <a:moveTo>
                    <a:pt x="10501300" y="4248150"/>
                  </a:moveTo>
                  <a:lnTo>
                    <a:pt x="10472725" y="4248150"/>
                  </a:lnTo>
                  <a:lnTo>
                    <a:pt x="10472725" y="4257675"/>
                  </a:lnTo>
                  <a:lnTo>
                    <a:pt x="10501300" y="4257675"/>
                  </a:lnTo>
                  <a:lnTo>
                    <a:pt x="10501300" y="4248150"/>
                  </a:lnTo>
                  <a:close/>
                </a:path>
                <a:path w="11430000" h="4257675">
                  <a:moveTo>
                    <a:pt x="10531475" y="0"/>
                  </a:moveTo>
                  <a:lnTo>
                    <a:pt x="10502900" y="0"/>
                  </a:lnTo>
                  <a:lnTo>
                    <a:pt x="10502900" y="9525"/>
                  </a:lnTo>
                  <a:lnTo>
                    <a:pt x="10531475" y="9525"/>
                  </a:lnTo>
                  <a:lnTo>
                    <a:pt x="10531475" y="0"/>
                  </a:lnTo>
                  <a:close/>
                </a:path>
                <a:path w="11430000" h="4257675">
                  <a:moveTo>
                    <a:pt x="10548912" y="4248150"/>
                  </a:moveTo>
                  <a:lnTo>
                    <a:pt x="10520337" y="4248150"/>
                  </a:lnTo>
                  <a:lnTo>
                    <a:pt x="10520337" y="4257675"/>
                  </a:lnTo>
                  <a:lnTo>
                    <a:pt x="10548912" y="4257675"/>
                  </a:lnTo>
                  <a:lnTo>
                    <a:pt x="10548912" y="4248150"/>
                  </a:lnTo>
                  <a:close/>
                </a:path>
                <a:path w="11430000" h="4257675">
                  <a:moveTo>
                    <a:pt x="10579087" y="0"/>
                  </a:moveTo>
                  <a:lnTo>
                    <a:pt x="10550512" y="0"/>
                  </a:lnTo>
                  <a:lnTo>
                    <a:pt x="10550512" y="9525"/>
                  </a:lnTo>
                  <a:lnTo>
                    <a:pt x="10579087" y="9525"/>
                  </a:lnTo>
                  <a:lnTo>
                    <a:pt x="10579087" y="0"/>
                  </a:lnTo>
                  <a:close/>
                </a:path>
                <a:path w="11430000" h="4257675">
                  <a:moveTo>
                    <a:pt x="10596524" y="4248150"/>
                  </a:moveTo>
                  <a:lnTo>
                    <a:pt x="10567949" y="4248150"/>
                  </a:lnTo>
                  <a:lnTo>
                    <a:pt x="10567949" y="4257675"/>
                  </a:lnTo>
                  <a:lnTo>
                    <a:pt x="10596524" y="4257675"/>
                  </a:lnTo>
                  <a:lnTo>
                    <a:pt x="10596524" y="4248150"/>
                  </a:lnTo>
                  <a:close/>
                </a:path>
                <a:path w="11430000" h="4257675">
                  <a:moveTo>
                    <a:pt x="10626700" y="0"/>
                  </a:moveTo>
                  <a:lnTo>
                    <a:pt x="10598125" y="0"/>
                  </a:lnTo>
                  <a:lnTo>
                    <a:pt x="10598125" y="9525"/>
                  </a:lnTo>
                  <a:lnTo>
                    <a:pt x="10626700" y="9525"/>
                  </a:lnTo>
                  <a:lnTo>
                    <a:pt x="10626700" y="0"/>
                  </a:lnTo>
                  <a:close/>
                </a:path>
                <a:path w="11430000" h="4257675">
                  <a:moveTo>
                    <a:pt x="10644137" y="4248150"/>
                  </a:moveTo>
                  <a:lnTo>
                    <a:pt x="10615562" y="4248150"/>
                  </a:lnTo>
                  <a:lnTo>
                    <a:pt x="10615562" y="4257675"/>
                  </a:lnTo>
                  <a:lnTo>
                    <a:pt x="10644137" y="4257675"/>
                  </a:lnTo>
                  <a:lnTo>
                    <a:pt x="10644137" y="4248150"/>
                  </a:lnTo>
                  <a:close/>
                </a:path>
                <a:path w="11430000" h="4257675">
                  <a:moveTo>
                    <a:pt x="10674312" y="0"/>
                  </a:moveTo>
                  <a:lnTo>
                    <a:pt x="10645737" y="0"/>
                  </a:lnTo>
                  <a:lnTo>
                    <a:pt x="10645737" y="9525"/>
                  </a:lnTo>
                  <a:lnTo>
                    <a:pt x="10674312" y="9525"/>
                  </a:lnTo>
                  <a:lnTo>
                    <a:pt x="10674312" y="0"/>
                  </a:lnTo>
                  <a:close/>
                </a:path>
                <a:path w="11430000" h="4257675">
                  <a:moveTo>
                    <a:pt x="10691749" y="4248150"/>
                  </a:moveTo>
                  <a:lnTo>
                    <a:pt x="10663174" y="4248150"/>
                  </a:lnTo>
                  <a:lnTo>
                    <a:pt x="10663174" y="4257675"/>
                  </a:lnTo>
                  <a:lnTo>
                    <a:pt x="10691749" y="4257675"/>
                  </a:lnTo>
                  <a:lnTo>
                    <a:pt x="10691749" y="4248150"/>
                  </a:lnTo>
                  <a:close/>
                </a:path>
                <a:path w="11430000" h="4257675">
                  <a:moveTo>
                    <a:pt x="10721912" y="0"/>
                  </a:moveTo>
                  <a:lnTo>
                    <a:pt x="10693337" y="0"/>
                  </a:lnTo>
                  <a:lnTo>
                    <a:pt x="10693337" y="9525"/>
                  </a:lnTo>
                  <a:lnTo>
                    <a:pt x="10721912" y="9525"/>
                  </a:lnTo>
                  <a:lnTo>
                    <a:pt x="10721912" y="0"/>
                  </a:lnTo>
                  <a:close/>
                </a:path>
                <a:path w="11430000" h="4257675">
                  <a:moveTo>
                    <a:pt x="10739361" y="4248150"/>
                  </a:moveTo>
                  <a:lnTo>
                    <a:pt x="10710786" y="4248150"/>
                  </a:lnTo>
                  <a:lnTo>
                    <a:pt x="10710786" y="4257675"/>
                  </a:lnTo>
                  <a:lnTo>
                    <a:pt x="10739361" y="4257675"/>
                  </a:lnTo>
                  <a:lnTo>
                    <a:pt x="10739361" y="4248150"/>
                  </a:lnTo>
                  <a:close/>
                </a:path>
                <a:path w="11430000" h="4257675">
                  <a:moveTo>
                    <a:pt x="10769524" y="0"/>
                  </a:moveTo>
                  <a:lnTo>
                    <a:pt x="10740949" y="0"/>
                  </a:lnTo>
                  <a:lnTo>
                    <a:pt x="10740949" y="9525"/>
                  </a:lnTo>
                  <a:lnTo>
                    <a:pt x="10769524" y="9525"/>
                  </a:lnTo>
                  <a:lnTo>
                    <a:pt x="10769524" y="0"/>
                  </a:lnTo>
                  <a:close/>
                </a:path>
                <a:path w="11430000" h="4257675">
                  <a:moveTo>
                    <a:pt x="10786961" y="4248150"/>
                  </a:moveTo>
                  <a:lnTo>
                    <a:pt x="10758386" y="4248150"/>
                  </a:lnTo>
                  <a:lnTo>
                    <a:pt x="10758386" y="4257675"/>
                  </a:lnTo>
                  <a:lnTo>
                    <a:pt x="10786961" y="4257675"/>
                  </a:lnTo>
                  <a:lnTo>
                    <a:pt x="10786961" y="4248150"/>
                  </a:lnTo>
                  <a:close/>
                </a:path>
                <a:path w="11430000" h="4257675">
                  <a:moveTo>
                    <a:pt x="10817136" y="0"/>
                  </a:moveTo>
                  <a:lnTo>
                    <a:pt x="10788561" y="0"/>
                  </a:lnTo>
                  <a:lnTo>
                    <a:pt x="10788561" y="9525"/>
                  </a:lnTo>
                  <a:lnTo>
                    <a:pt x="10817136" y="9525"/>
                  </a:lnTo>
                  <a:lnTo>
                    <a:pt x="10817136" y="0"/>
                  </a:lnTo>
                  <a:close/>
                </a:path>
                <a:path w="11430000" h="4257675">
                  <a:moveTo>
                    <a:pt x="10834573" y="4248150"/>
                  </a:moveTo>
                  <a:lnTo>
                    <a:pt x="10805998" y="4248150"/>
                  </a:lnTo>
                  <a:lnTo>
                    <a:pt x="10805998" y="4257675"/>
                  </a:lnTo>
                  <a:lnTo>
                    <a:pt x="10834573" y="4257675"/>
                  </a:lnTo>
                  <a:lnTo>
                    <a:pt x="10834573" y="4248150"/>
                  </a:lnTo>
                  <a:close/>
                </a:path>
                <a:path w="11430000" h="4257675">
                  <a:moveTo>
                    <a:pt x="10864748" y="0"/>
                  </a:moveTo>
                  <a:lnTo>
                    <a:pt x="10836173" y="0"/>
                  </a:lnTo>
                  <a:lnTo>
                    <a:pt x="10836173" y="9525"/>
                  </a:lnTo>
                  <a:lnTo>
                    <a:pt x="10864748" y="9525"/>
                  </a:lnTo>
                  <a:lnTo>
                    <a:pt x="10864748" y="0"/>
                  </a:lnTo>
                  <a:close/>
                </a:path>
                <a:path w="11430000" h="4257675">
                  <a:moveTo>
                    <a:pt x="10882186" y="4248150"/>
                  </a:moveTo>
                  <a:lnTo>
                    <a:pt x="10853611" y="4248150"/>
                  </a:lnTo>
                  <a:lnTo>
                    <a:pt x="10853611" y="4257675"/>
                  </a:lnTo>
                  <a:lnTo>
                    <a:pt x="10882186" y="4257675"/>
                  </a:lnTo>
                  <a:lnTo>
                    <a:pt x="10882186" y="4248150"/>
                  </a:lnTo>
                  <a:close/>
                </a:path>
                <a:path w="11430000" h="4257675">
                  <a:moveTo>
                    <a:pt x="10912361" y="0"/>
                  </a:moveTo>
                  <a:lnTo>
                    <a:pt x="10883786" y="0"/>
                  </a:lnTo>
                  <a:lnTo>
                    <a:pt x="10883786" y="9525"/>
                  </a:lnTo>
                  <a:lnTo>
                    <a:pt x="10912361" y="9525"/>
                  </a:lnTo>
                  <a:lnTo>
                    <a:pt x="10912361" y="0"/>
                  </a:lnTo>
                  <a:close/>
                </a:path>
                <a:path w="11430000" h="4257675">
                  <a:moveTo>
                    <a:pt x="10929798" y="4248150"/>
                  </a:moveTo>
                  <a:lnTo>
                    <a:pt x="10901223" y="4248150"/>
                  </a:lnTo>
                  <a:lnTo>
                    <a:pt x="10901223" y="4257675"/>
                  </a:lnTo>
                  <a:lnTo>
                    <a:pt x="10929798" y="4257675"/>
                  </a:lnTo>
                  <a:lnTo>
                    <a:pt x="10929798" y="4248150"/>
                  </a:lnTo>
                  <a:close/>
                </a:path>
                <a:path w="11430000" h="4257675">
                  <a:moveTo>
                    <a:pt x="10959973" y="0"/>
                  </a:moveTo>
                  <a:lnTo>
                    <a:pt x="10931398" y="0"/>
                  </a:lnTo>
                  <a:lnTo>
                    <a:pt x="10931398" y="9525"/>
                  </a:lnTo>
                  <a:lnTo>
                    <a:pt x="10959973" y="9525"/>
                  </a:lnTo>
                  <a:lnTo>
                    <a:pt x="10959973" y="0"/>
                  </a:lnTo>
                  <a:close/>
                </a:path>
                <a:path w="11430000" h="4257675">
                  <a:moveTo>
                    <a:pt x="10977410" y="4248150"/>
                  </a:moveTo>
                  <a:lnTo>
                    <a:pt x="10948835" y="4248150"/>
                  </a:lnTo>
                  <a:lnTo>
                    <a:pt x="10948835" y="4257675"/>
                  </a:lnTo>
                  <a:lnTo>
                    <a:pt x="10977410" y="4257675"/>
                  </a:lnTo>
                  <a:lnTo>
                    <a:pt x="10977410" y="4248150"/>
                  </a:lnTo>
                  <a:close/>
                </a:path>
                <a:path w="11430000" h="4257675">
                  <a:moveTo>
                    <a:pt x="11007585" y="0"/>
                  </a:moveTo>
                  <a:lnTo>
                    <a:pt x="10979010" y="0"/>
                  </a:lnTo>
                  <a:lnTo>
                    <a:pt x="10979010" y="9525"/>
                  </a:lnTo>
                  <a:lnTo>
                    <a:pt x="11007585" y="9525"/>
                  </a:lnTo>
                  <a:lnTo>
                    <a:pt x="11007585" y="0"/>
                  </a:lnTo>
                  <a:close/>
                </a:path>
                <a:path w="11430000" h="4257675">
                  <a:moveTo>
                    <a:pt x="11025022" y="4248150"/>
                  </a:moveTo>
                  <a:lnTo>
                    <a:pt x="10996447" y="4248150"/>
                  </a:lnTo>
                  <a:lnTo>
                    <a:pt x="10996447" y="4257675"/>
                  </a:lnTo>
                  <a:lnTo>
                    <a:pt x="11025022" y="4257675"/>
                  </a:lnTo>
                  <a:lnTo>
                    <a:pt x="11025022" y="4248150"/>
                  </a:lnTo>
                  <a:close/>
                </a:path>
                <a:path w="11430000" h="4257675">
                  <a:moveTo>
                    <a:pt x="11055198" y="0"/>
                  </a:moveTo>
                  <a:lnTo>
                    <a:pt x="11026623" y="0"/>
                  </a:lnTo>
                  <a:lnTo>
                    <a:pt x="11026623" y="9525"/>
                  </a:lnTo>
                  <a:lnTo>
                    <a:pt x="11055198" y="9525"/>
                  </a:lnTo>
                  <a:lnTo>
                    <a:pt x="11055198" y="0"/>
                  </a:lnTo>
                  <a:close/>
                </a:path>
                <a:path w="11430000" h="4257675">
                  <a:moveTo>
                    <a:pt x="11072622" y="4248150"/>
                  </a:moveTo>
                  <a:lnTo>
                    <a:pt x="11044047" y="4248150"/>
                  </a:lnTo>
                  <a:lnTo>
                    <a:pt x="11044047" y="4257675"/>
                  </a:lnTo>
                  <a:lnTo>
                    <a:pt x="11072622" y="4257675"/>
                  </a:lnTo>
                  <a:lnTo>
                    <a:pt x="11072622" y="4248150"/>
                  </a:lnTo>
                  <a:close/>
                </a:path>
                <a:path w="11430000" h="4257675">
                  <a:moveTo>
                    <a:pt x="11102797" y="0"/>
                  </a:moveTo>
                  <a:lnTo>
                    <a:pt x="11074222" y="0"/>
                  </a:lnTo>
                  <a:lnTo>
                    <a:pt x="11074222" y="9525"/>
                  </a:lnTo>
                  <a:lnTo>
                    <a:pt x="11102797" y="9525"/>
                  </a:lnTo>
                  <a:lnTo>
                    <a:pt x="11102797" y="0"/>
                  </a:lnTo>
                  <a:close/>
                </a:path>
                <a:path w="11430000" h="4257675">
                  <a:moveTo>
                    <a:pt x="11120234" y="4248150"/>
                  </a:moveTo>
                  <a:lnTo>
                    <a:pt x="11091659" y="4248150"/>
                  </a:lnTo>
                  <a:lnTo>
                    <a:pt x="11091659" y="4257675"/>
                  </a:lnTo>
                  <a:lnTo>
                    <a:pt x="11120234" y="4257675"/>
                  </a:lnTo>
                  <a:lnTo>
                    <a:pt x="11120234" y="4248150"/>
                  </a:lnTo>
                  <a:close/>
                </a:path>
                <a:path w="11430000" h="4257675">
                  <a:moveTo>
                    <a:pt x="11150410" y="0"/>
                  </a:moveTo>
                  <a:lnTo>
                    <a:pt x="11121835" y="0"/>
                  </a:lnTo>
                  <a:lnTo>
                    <a:pt x="11121835" y="9525"/>
                  </a:lnTo>
                  <a:lnTo>
                    <a:pt x="11150410" y="9525"/>
                  </a:lnTo>
                  <a:lnTo>
                    <a:pt x="11150410" y="0"/>
                  </a:lnTo>
                  <a:close/>
                </a:path>
                <a:path w="11430000" h="4257675">
                  <a:moveTo>
                    <a:pt x="11167847" y="4248150"/>
                  </a:moveTo>
                  <a:lnTo>
                    <a:pt x="11139272" y="4248150"/>
                  </a:lnTo>
                  <a:lnTo>
                    <a:pt x="11139272" y="4257675"/>
                  </a:lnTo>
                  <a:lnTo>
                    <a:pt x="11167847" y="4257675"/>
                  </a:lnTo>
                  <a:lnTo>
                    <a:pt x="11167847" y="4248150"/>
                  </a:lnTo>
                  <a:close/>
                </a:path>
                <a:path w="11430000" h="4257675">
                  <a:moveTo>
                    <a:pt x="11198022" y="0"/>
                  </a:moveTo>
                  <a:lnTo>
                    <a:pt x="11169447" y="0"/>
                  </a:lnTo>
                  <a:lnTo>
                    <a:pt x="11169447" y="9525"/>
                  </a:lnTo>
                  <a:lnTo>
                    <a:pt x="11198022" y="9525"/>
                  </a:lnTo>
                  <a:lnTo>
                    <a:pt x="11198022" y="0"/>
                  </a:lnTo>
                  <a:close/>
                </a:path>
                <a:path w="11430000" h="4257675">
                  <a:moveTo>
                    <a:pt x="11215459" y="4248150"/>
                  </a:moveTo>
                  <a:lnTo>
                    <a:pt x="11186884" y="4248150"/>
                  </a:lnTo>
                  <a:lnTo>
                    <a:pt x="11186884" y="4257675"/>
                  </a:lnTo>
                  <a:lnTo>
                    <a:pt x="11215459" y="4257675"/>
                  </a:lnTo>
                  <a:lnTo>
                    <a:pt x="11215459" y="4248150"/>
                  </a:lnTo>
                  <a:close/>
                </a:path>
                <a:path w="11430000" h="4257675">
                  <a:moveTo>
                    <a:pt x="11245634" y="0"/>
                  </a:moveTo>
                  <a:lnTo>
                    <a:pt x="11217059" y="0"/>
                  </a:lnTo>
                  <a:lnTo>
                    <a:pt x="11217059" y="9525"/>
                  </a:lnTo>
                  <a:lnTo>
                    <a:pt x="11245634" y="9525"/>
                  </a:lnTo>
                  <a:lnTo>
                    <a:pt x="11245634" y="0"/>
                  </a:lnTo>
                  <a:close/>
                </a:path>
                <a:path w="11430000" h="4257675">
                  <a:moveTo>
                    <a:pt x="11263071" y="4248150"/>
                  </a:moveTo>
                  <a:lnTo>
                    <a:pt x="11234496" y="4248150"/>
                  </a:lnTo>
                  <a:lnTo>
                    <a:pt x="11234496" y="4257675"/>
                  </a:lnTo>
                  <a:lnTo>
                    <a:pt x="11263071" y="4257675"/>
                  </a:lnTo>
                  <a:lnTo>
                    <a:pt x="11263071" y="4248150"/>
                  </a:lnTo>
                  <a:close/>
                </a:path>
                <a:path w="11430000" h="4257675">
                  <a:moveTo>
                    <a:pt x="11293246" y="0"/>
                  </a:moveTo>
                  <a:lnTo>
                    <a:pt x="11264671" y="0"/>
                  </a:lnTo>
                  <a:lnTo>
                    <a:pt x="11264671" y="9525"/>
                  </a:lnTo>
                  <a:lnTo>
                    <a:pt x="11293246" y="9525"/>
                  </a:lnTo>
                  <a:lnTo>
                    <a:pt x="11293246" y="0"/>
                  </a:lnTo>
                  <a:close/>
                </a:path>
                <a:path w="11430000" h="4257675">
                  <a:moveTo>
                    <a:pt x="11310684" y="4248150"/>
                  </a:moveTo>
                  <a:lnTo>
                    <a:pt x="11282109" y="4248150"/>
                  </a:lnTo>
                  <a:lnTo>
                    <a:pt x="11282109" y="4257675"/>
                  </a:lnTo>
                  <a:lnTo>
                    <a:pt x="11310684" y="4257675"/>
                  </a:lnTo>
                  <a:lnTo>
                    <a:pt x="11310684" y="4248150"/>
                  </a:lnTo>
                  <a:close/>
                </a:path>
                <a:path w="11430000" h="4257675">
                  <a:moveTo>
                    <a:pt x="11340859" y="0"/>
                  </a:moveTo>
                  <a:lnTo>
                    <a:pt x="11312284" y="0"/>
                  </a:lnTo>
                  <a:lnTo>
                    <a:pt x="11312284" y="9525"/>
                  </a:lnTo>
                  <a:lnTo>
                    <a:pt x="11340859" y="9525"/>
                  </a:lnTo>
                  <a:lnTo>
                    <a:pt x="11340859" y="0"/>
                  </a:lnTo>
                  <a:close/>
                </a:path>
                <a:path w="11430000" h="4257675">
                  <a:moveTo>
                    <a:pt x="11358080" y="4257472"/>
                  </a:moveTo>
                  <a:lnTo>
                    <a:pt x="11357547" y="4247972"/>
                  </a:lnTo>
                  <a:lnTo>
                    <a:pt x="11353800" y="4248150"/>
                  </a:lnTo>
                  <a:lnTo>
                    <a:pt x="11329721" y="4248150"/>
                  </a:lnTo>
                  <a:lnTo>
                    <a:pt x="11329721" y="4257675"/>
                  </a:lnTo>
                  <a:lnTo>
                    <a:pt x="11353813" y="4257675"/>
                  </a:lnTo>
                  <a:lnTo>
                    <a:pt x="11358080" y="4257472"/>
                  </a:lnTo>
                  <a:close/>
                </a:path>
                <a:path w="11430000" h="4257675">
                  <a:moveTo>
                    <a:pt x="11387328" y="7861"/>
                  </a:moveTo>
                  <a:lnTo>
                    <a:pt x="11359629" y="292"/>
                  </a:lnTo>
                  <a:lnTo>
                    <a:pt x="11358893" y="9779"/>
                  </a:lnTo>
                  <a:lnTo>
                    <a:pt x="11360379" y="9842"/>
                  </a:lnTo>
                  <a:lnTo>
                    <a:pt x="11366818" y="10795"/>
                  </a:lnTo>
                  <a:lnTo>
                    <a:pt x="11373129" y="12382"/>
                  </a:lnTo>
                  <a:lnTo>
                    <a:pt x="11379314" y="14605"/>
                  </a:lnTo>
                  <a:lnTo>
                    <a:pt x="11383137" y="16408"/>
                  </a:lnTo>
                  <a:lnTo>
                    <a:pt x="11387328" y="7861"/>
                  </a:lnTo>
                  <a:close/>
                </a:path>
                <a:path w="11430000" h="4257675">
                  <a:moveTo>
                    <a:pt x="11402124" y="4240415"/>
                  </a:moveTo>
                  <a:lnTo>
                    <a:pt x="11396078" y="4233049"/>
                  </a:lnTo>
                  <a:lnTo>
                    <a:pt x="11390859" y="4236923"/>
                  </a:lnTo>
                  <a:lnTo>
                    <a:pt x="11385271" y="4240276"/>
                  </a:lnTo>
                  <a:lnTo>
                    <a:pt x="11379314" y="4243082"/>
                  </a:lnTo>
                  <a:lnTo>
                    <a:pt x="11373968" y="4245000"/>
                  </a:lnTo>
                  <a:lnTo>
                    <a:pt x="11376851" y="4254068"/>
                  </a:lnTo>
                  <a:lnTo>
                    <a:pt x="11382972" y="4251884"/>
                  </a:lnTo>
                  <a:lnTo>
                    <a:pt x="11389766" y="4248670"/>
                  </a:lnTo>
                  <a:lnTo>
                    <a:pt x="11396142" y="4244848"/>
                  </a:lnTo>
                  <a:lnTo>
                    <a:pt x="11402124" y="4240415"/>
                  </a:lnTo>
                  <a:close/>
                </a:path>
                <a:path w="11430000" h="4257675">
                  <a:moveTo>
                    <a:pt x="11421301" y="40894"/>
                  </a:moveTo>
                  <a:lnTo>
                    <a:pt x="11403330" y="18364"/>
                  </a:lnTo>
                  <a:lnTo>
                    <a:pt x="11397145" y="25603"/>
                  </a:lnTo>
                  <a:lnTo>
                    <a:pt x="11400955" y="29057"/>
                  </a:lnTo>
                  <a:lnTo>
                    <a:pt x="11405311" y="33858"/>
                  </a:lnTo>
                  <a:lnTo>
                    <a:pt x="11409248" y="39154"/>
                  </a:lnTo>
                  <a:lnTo>
                    <a:pt x="11412601" y="44742"/>
                  </a:lnTo>
                  <a:lnTo>
                    <a:pt x="11412868" y="45300"/>
                  </a:lnTo>
                  <a:lnTo>
                    <a:pt x="11421301" y="40894"/>
                  </a:lnTo>
                  <a:close/>
                </a:path>
                <a:path w="11430000" h="4257675">
                  <a:moveTo>
                    <a:pt x="11427574" y="4200245"/>
                  </a:moveTo>
                  <a:lnTo>
                    <a:pt x="11418354" y="4197896"/>
                  </a:lnTo>
                  <a:lnTo>
                    <a:pt x="11417630" y="4200804"/>
                  </a:lnTo>
                  <a:lnTo>
                    <a:pt x="11415408" y="4207002"/>
                  </a:lnTo>
                  <a:lnTo>
                    <a:pt x="11412601" y="4212945"/>
                  </a:lnTo>
                  <a:lnTo>
                    <a:pt x="11409248" y="4218533"/>
                  </a:lnTo>
                  <a:lnTo>
                    <a:pt x="11407648" y="4220680"/>
                  </a:lnTo>
                  <a:lnTo>
                    <a:pt x="11415344" y="4226293"/>
                  </a:lnTo>
                  <a:lnTo>
                    <a:pt x="11417173" y="4223817"/>
                  </a:lnTo>
                  <a:lnTo>
                    <a:pt x="11420996" y="4217441"/>
                  </a:lnTo>
                  <a:lnTo>
                    <a:pt x="11424209" y="4210647"/>
                  </a:lnTo>
                  <a:lnTo>
                    <a:pt x="11426749" y="4203573"/>
                  </a:lnTo>
                  <a:lnTo>
                    <a:pt x="11427574" y="4200245"/>
                  </a:lnTo>
                  <a:close/>
                </a:path>
                <a:path w="11430000" h="4257675">
                  <a:moveTo>
                    <a:pt x="11430000" y="4153090"/>
                  </a:moveTo>
                  <a:lnTo>
                    <a:pt x="11420475" y="4153090"/>
                  </a:lnTo>
                  <a:lnTo>
                    <a:pt x="11420462" y="4181779"/>
                  </a:lnTo>
                  <a:lnTo>
                    <a:pt x="11430000" y="4181652"/>
                  </a:lnTo>
                  <a:lnTo>
                    <a:pt x="11430000" y="4153090"/>
                  </a:lnTo>
                  <a:close/>
                </a:path>
                <a:path w="11430000" h="4257675">
                  <a:moveTo>
                    <a:pt x="11430000" y="4105478"/>
                  </a:moveTo>
                  <a:lnTo>
                    <a:pt x="11420475" y="4105478"/>
                  </a:lnTo>
                  <a:lnTo>
                    <a:pt x="11420475" y="4134053"/>
                  </a:lnTo>
                  <a:lnTo>
                    <a:pt x="11430000" y="4134053"/>
                  </a:lnTo>
                  <a:lnTo>
                    <a:pt x="11430000" y="4105478"/>
                  </a:lnTo>
                  <a:close/>
                </a:path>
                <a:path w="11430000" h="4257675">
                  <a:moveTo>
                    <a:pt x="11430000" y="4057866"/>
                  </a:moveTo>
                  <a:lnTo>
                    <a:pt x="11420475" y="4057866"/>
                  </a:lnTo>
                  <a:lnTo>
                    <a:pt x="11420475" y="4086441"/>
                  </a:lnTo>
                  <a:lnTo>
                    <a:pt x="11430000" y="4086441"/>
                  </a:lnTo>
                  <a:lnTo>
                    <a:pt x="11430000" y="4057866"/>
                  </a:lnTo>
                  <a:close/>
                </a:path>
                <a:path w="11430000" h="4257675">
                  <a:moveTo>
                    <a:pt x="11430000" y="4010253"/>
                  </a:moveTo>
                  <a:lnTo>
                    <a:pt x="11420475" y="4010253"/>
                  </a:lnTo>
                  <a:lnTo>
                    <a:pt x="11420475" y="4038828"/>
                  </a:lnTo>
                  <a:lnTo>
                    <a:pt x="11430000" y="4038828"/>
                  </a:lnTo>
                  <a:lnTo>
                    <a:pt x="11430000" y="4010253"/>
                  </a:lnTo>
                  <a:close/>
                </a:path>
                <a:path w="11430000" h="4257675">
                  <a:moveTo>
                    <a:pt x="11430000" y="3962641"/>
                  </a:moveTo>
                  <a:lnTo>
                    <a:pt x="11420475" y="3962641"/>
                  </a:lnTo>
                  <a:lnTo>
                    <a:pt x="11420475" y="3991216"/>
                  </a:lnTo>
                  <a:lnTo>
                    <a:pt x="11430000" y="3991216"/>
                  </a:lnTo>
                  <a:lnTo>
                    <a:pt x="11430000" y="3962641"/>
                  </a:lnTo>
                  <a:close/>
                </a:path>
                <a:path w="11430000" h="4257675">
                  <a:moveTo>
                    <a:pt x="11430000" y="3915041"/>
                  </a:moveTo>
                  <a:lnTo>
                    <a:pt x="11420475" y="3915041"/>
                  </a:lnTo>
                  <a:lnTo>
                    <a:pt x="11420475" y="3943616"/>
                  </a:lnTo>
                  <a:lnTo>
                    <a:pt x="11430000" y="3943616"/>
                  </a:lnTo>
                  <a:lnTo>
                    <a:pt x="11430000" y="3915041"/>
                  </a:lnTo>
                  <a:close/>
                </a:path>
                <a:path w="11430000" h="4257675">
                  <a:moveTo>
                    <a:pt x="11430000" y="3867429"/>
                  </a:moveTo>
                  <a:lnTo>
                    <a:pt x="11420475" y="3867429"/>
                  </a:lnTo>
                  <a:lnTo>
                    <a:pt x="11420475" y="3896004"/>
                  </a:lnTo>
                  <a:lnTo>
                    <a:pt x="11430000" y="3896004"/>
                  </a:lnTo>
                  <a:lnTo>
                    <a:pt x="11430000" y="3867429"/>
                  </a:lnTo>
                  <a:close/>
                </a:path>
                <a:path w="11430000" h="4257675">
                  <a:moveTo>
                    <a:pt x="11430000" y="3819817"/>
                  </a:moveTo>
                  <a:lnTo>
                    <a:pt x="11420475" y="3819817"/>
                  </a:lnTo>
                  <a:lnTo>
                    <a:pt x="11420475" y="3848392"/>
                  </a:lnTo>
                  <a:lnTo>
                    <a:pt x="11430000" y="3848392"/>
                  </a:lnTo>
                  <a:lnTo>
                    <a:pt x="11430000" y="3819817"/>
                  </a:lnTo>
                  <a:close/>
                </a:path>
                <a:path w="11430000" h="4257675">
                  <a:moveTo>
                    <a:pt x="11430000" y="3772204"/>
                  </a:moveTo>
                  <a:lnTo>
                    <a:pt x="11420475" y="3772204"/>
                  </a:lnTo>
                  <a:lnTo>
                    <a:pt x="11420475" y="3800779"/>
                  </a:lnTo>
                  <a:lnTo>
                    <a:pt x="11430000" y="3800779"/>
                  </a:lnTo>
                  <a:lnTo>
                    <a:pt x="11430000" y="3772204"/>
                  </a:lnTo>
                  <a:close/>
                </a:path>
                <a:path w="11430000" h="4257675">
                  <a:moveTo>
                    <a:pt x="11430000" y="3724592"/>
                  </a:moveTo>
                  <a:lnTo>
                    <a:pt x="11420475" y="3724592"/>
                  </a:lnTo>
                  <a:lnTo>
                    <a:pt x="11420475" y="3753167"/>
                  </a:lnTo>
                  <a:lnTo>
                    <a:pt x="11430000" y="3753167"/>
                  </a:lnTo>
                  <a:lnTo>
                    <a:pt x="11430000" y="3724592"/>
                  </a:lnTo>
                  <a:close/>
                </a:path>
                <a:path w="11430000" h="4257675">
                  <a:moveTo>
                    <a:pt x="11430000" y="3676980"/>
                  </a:moveTo>
                  <a:lnTo>
                    <a:pt x="11420475" y="3676980"/>
                  </a:lnTo>
                  <a:lnTo>
                    <a:pt x="11420475" y="3705555"/>
                  </a:lnTo>
                  <a:lnTo>
                    <a:pt x="11430000" y="3705555"/>
                  </a:lnTo>
                  <a:lnTo>
                    <a:pt x="11430000" y="3676980"/>
                  </a:lnTo>
                  <a:close/>
                </a:path>
                <a:path w="11430000" h="4257675">
                  <a:moveTo>
                    <a:pt x="11430000" y="3629368"/>
                  </a:moveTo>
                  <a:lnTo>
                    <a:pt x="11420475" y="3629368"/>
                  </a:lnTo>
                  <a:lnTo>
                    <a:pt x="11420475" y="3657943"/>
                  </a:lnTo>
                  <a:lnTo>
                    <a:pt x="11430000" y="3657943"/>
                  </a:lnTo>
                  <a:lnTo>
                    <a:pt x="11430000" y="3629368"/>
                  </a:lnTo>
                  <a:close/>
                </a:path>
                <a:path w="11430000" h="4257675">
                  <a:moveTo>
                    <a:pt x="11430000" y="3581768"/>
                  </a:moveTo>
                  <a:lnTo>
                    <a:pt x="11420475" y="3581768"/>
                  </a:lnTo>
                  <a:lnTo>
                    <a:pt x="11420475" y="3610343"/>
                  </a:lnTo>
                  <a:lnTo>
                    <a:pt x="11430000" y="3610343"/>
                  </a:lnTo>
                  <a:lnTo>
                    <a:pt x="11430000" y="3581768"/>
                  </a:lnTo>
                  <a:close/>
                </a:path>
                <a:path w="11430000" h="4257675">
                  <a:moveTo>
                    <a:pt x="11430000" y="3534156"/>
                  </a:moveTo>
                  <a:lnTo>
                    <a:pt x="11420475" y="3534156"/>
                  </a:lnTo>
                  <a:lnTo>
                    <a:pt x="11420475" y="3562731"/>
                  </a:lnTo>
                  <a:lnTo>
                    <a:pt x="11430000" y="3562731"/>
                  </a:lnTo>
                  <a:lnTo>
                    <a:pt x="11430000" y="3534156"/>
                  </a:lnTo>
                  <a:close/>
                </a:path>
                <a:path w="11430000" h="4257675">
                  <a:moveTo>
                    <a:pt x="11430000" y="3486543"/>
                  </a:moveTo>
                  <a:lnTo>
                    <a:pt x="11420475" y="3486543"/>
                  </a:lnTo>
                  <a:lnTo>
                    <a:pt x="11420475" y="3515118"/>
                  </a:lnTo>
                  <a:lnTo>
                    <a:pt x="11430000" y="3515118"/>
                  </a:lnTo>
                  <a:lnTo>
                    <a:pt x="11430000" y="3486543"/>
                  </a:lnTo>
                  <a:close/>
                </a:path>
                <a:path w="11430000" h="4257675">
                  <a:moveTo>
                    <a:pt x="11430000" y="3438931"/>
                  </a:moveTo>
                  <a:lnTo>
                    <a:pt x="11420475" y="3438931"/>
                  </a:lnTo>
                  <a:lnTo>
                    <a:pt x="11420475" y="3467506"/>
                  </a:lnTo>
                  <a:lnTo>
                    <a:pt x="11430000" y="3467506"/>
                  </a:lnTo>
                  <a:lnTo>
                    <a:pt x="11430000" y="3438931"/>
                  </a:lnTo>
                  <a:close/>
                </a:path>
                <a:path w="11430000" h="4257675">
                  <a:moveTo>
                    <a:pt x="11430000" y="3391319"/>
                  </a:moveTo>
                  <a:lnTo>
                    <a:pt x="11420475" y="3391319"/>
                  </a:lnTo>
                  <a:lnTo>
                    <a:pt x="11420475" y="3419894"/>
                  </a:lnTo>
                  <a:lnTo>
                    <a:pt x="11430000" y="3419894"/>
                  </a:lnTo>
                  <a:lnTo>
                    <a:pt x="11430000" y="3391319"/>
                  </a:lnTo>
                  <a:close/>
                </a:path>
                <a:path w="11430000" h="4257675">
                  <a:moveTo>
                    <a:pt x="11430000" y="3343706"/>
                  </a:moveTo>
                  <a:lnTo>
                    <a:pt x="11420475" y="3343706"/>
                  </a:lnTo>
                  <a:lnTo>
                    <a:pt x="11420475" y="3372281"/>
                  </a:lnTo>
                  <a:lnTo>
                    <a:pt x="11430000" y="3372281"/>
                  </a:lnTo>
                  <a:lnTo>
                    <a:pt x="11430000" y="3343706"/>
                  </a:lnTo>
                  <a:close/>
                </a:path>
                <a:path w="11430000" h="4257675">
                  <a:moveTo>
                    <a:pt x="11430000" y="3296094"/>
                  </a:moveTo>
                  <a:lnTo>
                    <a:pt x="11420475" y="3296094"/>
                  </a:lnTo>
                  <a:lnTo>
                    <a:pt x="11420475" y="3324669"/>
                  </a:lnTo>
                  <a:lnTo>
                    <a:pt x="11430000" y="3324669"/>
                  </a:lnTo>
                  <a:lnTo>
                    <a:pt x="11430000" y="3296094"/>
                  </a:lnTo>
                  <a:close/>
                </a:path>
                <a:path w="11430000" h="4257675">
                  <a:moveTo>
                    <a:pt x="11430000" y="3248495"/>
                  </a:moveTo>
                  <a:lnTo>
                    <a:pt x="11420475" y="3248495"/>
                  </a:lnTo>
                  <a:lnTo>
                    <a:pt x="11420475" y="3277070"/>
                  </a:lnTo>
                  <a:lnTo>
                    <a:pt x="11430000" y="3277070"/>
                  </a:lnTo>
                  <a:lnTo>
                    <a:pt x="11430000" y="3248495"/>
                  </a:lnTo>
                  <a:close/>
                </a:path>
                <a:path w="11430000" h="4257675">
                  <a:moveTo>
                    <a:pt x="11430000" y="3200882"/>
                  </a:moveTo>
                  <a:lnTo>
                    <a:pt x="11420475" y="3200882"/>
                  </a:lnTo>
                  <a:lnTo>
                    <a:pt x="11420475" y="3229457"/>
                  </a:lnTo>
                  <a:lnTo>
                    <a:pt x="11430000" y="3229457"/>
                  </a:lnTo>
                  <a:lnTo>
                    <a:pt x="11430000" y="3200882"/>
                  </a:lnTo>
                  <a:close/>
                </a:path>
                <a:path w="11430000" h="4257675">
                  <a:moveTo>
                    <a:pt x="11430000" y="3153270"/>
                  </a:moveTo>
                  <a:lnTo>
                    <a:pt x="11420475" y="3153270"/>
                  </a:lnTo>
                  <a:lnTo>
                    <a:pt x="11420475" y="3181845"/>
                  </a:lnTo>
                  <a:lnTo>
                    <a:pt x="11430000" y="3181845"/>
                  </a:lnTo>
                  <a:lnTo>
                    <a:pt x="11430000" y="3153270"/>
                  </a:lnTo>
                  <a:close/>
                </a:path>
                <a:path w="11430000" h="4257675">
                  <a:moveTo>
                    <a:pt x="11430000" y="3105658"/>
                  </a:moveTo>
                  <a:lnTo>
                    <a:pt x="11420475" y="3105658"/>
                  </a:lnTo>
                  <a:lnTo>
                    <a:pt x="11420475" y="3134233"/>
                  </a:lnTo>
                  <a:lnTo>
                    <a:pt x="11430000" y="3134233"/>
                  </a:lnTo>
                  <a:lnTo>
                    <a:pt x="11430000" y="3105658"/>
                  </a:lnTo>
                  <a:close/>
                </a:path>
                <a:path w="11430000" h="4257675">
                  <a:moveTo>
                    <a:pt x="11430000" y="3058045"/>
                  </a:moveTo>
                  <a:lnTo>
                    <a:pt x="11420475" y="3058045"/>
                  </a:lnTo>
                  <a:lnTo>
                    <a:pt x="11420475" y="3086620"/>
                  </a:lnTo>
                  <a:lnTo>
                    <a:pt x="11430000" y="3086620"/>
                  </a:lnTo>
                  <a:lnTo>
                    <a:pt x="11430000" y="3058045"/>
                  </a:lnTo>
                  <a:close/>
                </a:path>
                <a:path w="11430000" h="4257675">
                  <a:moveTo>
                    <a:pt x="11430000" y="3010433"/>
                  </a:moveTo>
                  <a:lnTo>
                    <a:pt x="11420475" y="3010433"/>
                  </a:lnTo>
                  <a:lnTo>
                    <a:pt x="11420475" y="3039008"/>
                  </a:lnTo>
                  <a:lnTo>
                    <a:pt x="11430000" y="3039008"/>
                  </a:lnTo>
                  <a:lnTo>
                    <a:pt x="11430000" y="3010433"/>
                  </a:lnTo>
                  <a:close/>
                </a:path>
                <a:path w="11430000" h="4257675">
                  <a:moveTo>
                    <a:pt x="11430000" y="2962833"/>
                  </a:moveTo>
                  <a:lnTo>
                    <a:pt x="11420475" y="2962833"/>
                  </a:lnTo>
                  <a:lnTo>
                    <a:pt x="11420475" y="2991408"/>
                  </a:lnTo>
                  <a:lnTo>
                    <a:pt x="11430000" y="2991408"/>
                  </a:lnTo>
                  <a:lnTo>
                    <a:pt x="11430000" y="2962833"/>
                  </a:lnTo>
                  <a:close/>
                </a:path>
                <a:path w="11430000" h="4257675">
                  <a:moveTo>
                    <a:pt x="11430000" y="2915221"/>
                  </a:moveTo>
                  <a:lnTo>
                    <a:pt x="11420475" y="2915221"/>
                  </a:lnTo>
                  <a:lnTo>
                    <a:pt x="11420475" y="2943796"/>
                  </a:lnTo>
                  <a:lnTo>
                    <a:pt x="11430000" y="2943796"/>
                  </a:lnTo>
                  <a:lnTo>
                    <a:pt x="11430000" y="2915221"/>
                  </a:lnTo>
                  <a:close/>
                </a:path>
                <a:path w="11430000" h="4257675">
                  <a:moveTo>
                    <a:pt x="11430000" y="2867609"/>
                  </a:moveTo>
                  <a:lnTo>
                    <a:pt x="11420475" y="2867609"/>
                  </a:lnTo>
                  <a:lnTo>
                    <a:pt x="11420475" y="2896184"/>
                  </a:lnTo>
                  <a:lnTo>
                    <a:pt x="11430000" y="2896184"/>
                  </a:lnTo>
                  <a:lnTo>
                    <a:pt x="11430000" y="2867609"/>
                  </a:lnTo>
                  <a:close/>
                </a:path>
                <a:path w="11430000" h="4257675">
                  <a:moveTo>
                    <a:pt x="11430000" y="2819997"/>
                  </a:moveTo>
                  <a:lnTo>
                    <a:pt x="11420475" y="2819997"/>
                  </a:lnTo>
                  <a:lnTo>
                    <a:pt x="11420475" y="2848572"/>
                  </a:lnTo>
                  <a:lnTo>
                    <a:pt x="11430000" y="2848572"/>
                  </a:lnTo>
                  <a:lnTo>
                    <a:pt x="11430000" y="2819997"/>
                  </a:lnTo>
                  <a:close/>
                </a:path>
                <a:path w="11430000" h="4257675">
                  <a:moveTo>
                    <a:pt x="11430000" y="2772384"/>
                  </a:moveTo>
                  <a:lnTo>
                    <a:pt x="11420475" y="2772384"/>
                  </a:lnTo>
                  <a:lnTo>
                    <a:pt x="11420475" y="2800959"/>
                  </a:lnTo>
                  <a:lnTo>
                    <a:pt x="11430000" y="2800959"/>
                  </a:lnTo>
                  <a:lnTo>
                    <a:pt x="11430000" y="2772384"/>
                  </a:lnTo>
                  <a:close/>
                </a:path>
                <a:path w="11430000" h="4257675">
                  <a:moveTo>
                    <a:pt x="11430000" y="2724772"/>
                  </a:moveTo>
                  <a:lnTo>
                    <a:pt x="11420475" y="2724772"/>
                  </a:lnTo>
                  <a:lnTo>
                    <a:pt x="11420475" y="2753347"/>
                  </a:lnTo>
                  <a:lnTo>
                    <a:pt x="11430000" y="2753347"/>
                  </a:lnTo>
                  <a:lnTo>
                    <a:pt x="11430000" y="2724772"/>
                  </a:lnTo>
                  <a:close/>
                </a:path>
                <a:path w="11430000" h="4257675">
                  <a:moveTo>
                    <a:pt x="11430000" y="2677160"/>
                  </a:moveTo>
                  <a:lnTo>
                    <a:pt x="11420475" y="2677160"/>
                  </a:lnTo>
                  <a:lnTo>
                    <a:pt x="11420475" y="2705735"/>
                  </a:lnTo>
                  <a:lnTo>
                    <a:pt x="11430000" y="2705735"/>
                  </a:lnTo>
                  <a:lnTo>
                    <a:pt x="11430000" y="2677160"/>
                  </a:lnTo>
                  <a:close/>
                </a:path>
                <a:path w="11430000" h="4257675">
                  <a:moveTo>
                    <a:pt x="11430000" y="2629547"/>
                  </a:moveTo>
                  <a:lnTo>
                    <a:pt x="11420475" y="2629547"/>
                  </a:lnTo>
                  <a:lnTo>
                    <a:pt x="11420475" y="2658122"/>
                  </a:lnTo>
                  <a:lnTo>
                    <a:pt x="11430000" y="2658122"/>
                  </a:lnTo>
                  <a:lnTo>
                    <a:pt x="11430000" y="2629547"/>
                  </a:lnTo>
                  <a:close/>
                </a:path>
                <a:path w="11430000" h="4257675">
                  <a:moveTo>
                    <a:pt x="11430000" y="2581948"/>
                  </a:moveTo>
                  <a:lnTo>
                    <a:pt x="11420475" y="2581948"/>
                  </a:lnTo>
                  <a:lnTo>
                    <a:pt x="11420475" y="2610523"/>
                  </a:lnTo>
                  <a:lnTo>
                    <a:pt x="11430000" y="2610523"/>
                  </a:lnTo>
                  <a:lnTo>
                    <a:pt x="11430000" y="2581948"/>
                  </a:lnTo>
                  <a:close/>
                </a:path>
                <a:path w="11430000" h="4257675">
                  <a:moveTo>
                    <a:pt x="11430000" y="2534335"/>
                  </a:moveTo>
                  <a:lnTo>
                    <a:pt x="11420475" y="2534335"/>
                  </a:lnTo>
                  <a:lnTo>
                    <a:pt x="11420475" y="2562910"/>
                  </a:lnTo>
                  <a:lnTo>
                    <a:pt x="11430000" y="2562910"/>
                  </a:lnTo>
                  <a:lnTo>
                    <a:pt x="11430000" y="2534335"/>
                  </a:lnTo>
                  <a:close/>
                </a:path>
                <a:path w="11430000" h="4257675">
                  <a:moveTo>
                    <a:pt x="11430000" y="2486723"/>
                  </a:moveTo>
                  <a:lnTo>
                    <a:pt x="11420475" y="2486723"/>
                  </a:lnTo>
                  <a:lnTo>
                    <a:pt x="11420475" y="2515298"/>
                  </a:lnTo>
                  <a:lnTo>
                    <a:pt x="11430000" y="2515298"/>
                  </a:lnTo>
                  <a:lnTo>
                    <a:pt x="11430000" y="2486723"/>
                  </a:lnTo>
                  <a:close/>
                </a:path>
                <a:path w="11430000" h="4257675">
                  <a:moveTo>
                    <a:pt x="11430000" y="2439111"/>
                  </a:moveTo>
                  <a:lnTo>
                    <a:pt x="11420475" y="2439111"/>
                  </a:lnTo>
                  <a:lnTo>
                    <a:pt x="11420475" y="2467686"/>
                  </a:lnTo>
                  <a:lnTo>
                    <a:pt x="11430000" y="2467686"/>
                  </a:lnTo>
                  <a:lnTo>
                    <a:pt x="11430000" y="2439111"/>
                  </a:lnTo>
                  <a:close/>
                </a:path>
                <a:path w="11430000" h="4257675">
                  <a:moveTo>
                    <a:pt x="11430000" y="2391499"/>
                  </a:moveTo>
                  <a:lnTo>
                    <a:pt x="11420475" y="2391499"/>
                  </a:lnTo>
                  <a:lnTo>
                    <a:pt x="11420475" y="2420074"/>
                  </a:lnTo>
                  <a:lnTo>
                    <a:pt x="11430000" y="2420074"/>
                  </a:lnTo>
                  <a:lnTo>
                    <a:pt x="11430000" y="2391499"/>
                  </a:lnTo>
                  <a:close/>
                </a:path>
                <a:path w="11430000" h="4257675">
                  <a:moveTo>
                    <a:pt x="11430000" y="2343886"/>
                  </a:moveTo>
                  <a:lnTo>
                    <a:pt x="11420475" y="2343886"/>
                  </a:lnTo>
                  <a:lnTo>
                    <a:pt x="11420475" y="2372461"/>
                  </a:lnTo>
                  <a:lnTo>
                    <a:pt x="11430000" y="2372461"/>
                  </a:lnTo>
                  <a:lnTo>
                    <a:pt x="11430000" y="2343886"/>
                  </a:lnTo>
                  <a:close/>
                </a:path>
                <a:path w="11430000" h="4257675">
                  <a:moveTo>
                    <a:pt x="11430000" y="2296274"/>
                  </a:moveTo>
                  <a:lnTo>
                    <a:pt x="11420475" y="2296274"/>
                  </a:lnTo>
                  <a:lnTo>
                    <a:pt x="11420475" y="2324849"/>
                  </a:lnTo>
                  <a:lnTo>
                    <a:pt x="11430000" y="2324849"/>
                  </a:lnTo>
                  <a:lnTo>
                    <a:pt x="11430000" y="2296274"/>
                  </a:lnTo>
                  <a:close/>
                </a:path>
                <a:path w="11430000" h="4257675">
                  <a:moveTo>
                    <a:pt x="11430000" y="2248674"/>
                  </a:moveTo>
                  <a:lnTo>
                    <a:pt x="11420475" y="2248674"/>
                  </a:lnTo>
                  <a:lnTo>
                    <a:pt x="11420475" y="2277249"/>
                  </a:lnTo>
                  <a:lnTo>
                    <a:pt x="11430000" y="2277249"/>
                  </a:lnTo>
                  <a:lnTo>
                    <a:pt x="11430000" y="2248674"/>
                  </a:lnTo>
                  <a:close/>
                </a:path>
                <a:path w="11430000" h="4257675">
                  <a:moveTo>
                    <a:pt x="11430000" y="2201062"/>
                  </a:moveTo>
                  <a:lnTo>
                    <a:pt x="11420475" y="2201062"/>
                  </a:lnTo>
                  <a:lnTo>
                    <a:pt x="11420475" y="2229637"/>
                  </a:lnTo>
                  <a:lnTo>
                    <a:pt x="11430000" y="2229637"/>
                  </a:lnTo>
                  <a:lnTo>
                    <a:pt x="11430000" y="2201062"/>
                  </a:lnTo>
                  <a:close/>
                </a:path>
                <a:path w="11430000" h="4257675">
                  <a:moveTo>
                    <a:pt x="11430000" y="2153450"/>
                  </a:moveTo>
                  <a:lnTo>
                    <a:pt x="11420475" y="2153450"/>
                  </a:lnTo>
                  <a:lnTo>
                    <a:pt x="11420475" y="2182025"/>
                  </a:lnTo>
                  <a:lnTo>
                    <a:pt x="11430000" y="2182025"/>
                  </a:lnTo>
                  <a:lnTo>
                    <a:pt x="11430000" y="2153450"/>
                  </a:lnTo>
                  <a:close/>
                </a:path>
                <a:path w="11430000" h="4257675">
                  <a:moveTo>
                    <a:pt x="11430000" y="2105837"/>
                  </a:moveTo>
                  <a:lnTo>
                    <a:pt x="11420475" y="2105837"/>
                  </a:lnTo>
                  <a:lnTo>
                    <a:pt x="11420475" y="2134412"/>
                  </a:lnTo>
                  <a:lnTo>
                    <a:pt x="11430000" y="2134412"/>
                  </a:lnTo>
                  <a:lnTo>
                    <a:pt x="11430000" y="2105837"/>
                  </a:lnTo>
                  <a:close/>
                </a:path>
                <a:path w="11430000" h="4257675">
                  <a:moveTo>
                    <a:pt x="11430000" y="2058225"/>
                  </a:moveTo>
                  <a:lnTo>
                    <a:pt x="11420475" y="2058225"/>
                  </a:lnTo>
                  <a:lnTo>
                    <a:pt x="11420475" y="2086800"/>
                  </a:lnTo>
                  <a:lnTo>
                    <a:pt x="11430000" y="2086800"/>
                  </a:lnTo>
                  <a:lnTo>
                    <a:pt x="11430000" y="2058225"/>
                  </a:lnTo>
                  <a:close/>
                </a:path>
                <a:path w="11430000" h="4257675">
                  <a:moveTo>
                    <a:pt x="11430000" y="2010613"/>
                  </a:moveTo>
                  <a:lnTo>
                    <a:pt x="11420475" y="2010613"/>
                  </a:lnTo>
                  <a:lnTo>
                    <a:pt x="11420475" y="2039188"/>
                  </a:lnTo>
                  <a:lnTo>
                    <a:pt x="11430000" y="2039188"/>
                  </a:lnTo>
                  <a:lnTo>
                    <a:pt x="11430000" y="2010613"/>
                  </a:lnTo>
                  <a:close/>
                </a:path>
                <a:path w="11430000" h="4257675">
                  <a:moveTo>
                    <a:pt x="11430000" y="1963013"/>
                  </a:moveTo>
                  <a:lnTo>
                    <a:pt x="11420475" y="1963013"/>
                  </a:lnTo>
                  <a:lnTo>
                    <a:pt x="11420475" y="1991588"/>
                  </a:lnTo>
                  <a:lnTo>
                    <a:pt x="11430000" y="1991588"/>
                  </a:lnTo>
                  <a:lnTo>
                    <a:pt x="11430000" y="1963013"/>
                  </a:lnTo>
                  <a:close/>
                </a:path>
                <a:path w="11430000" h="4257675">
                  <a:moveTo>
                    <a:pt x="11430000" y="1915401"/>
                  </a:moveTo>
                  <a:lnTo>
                    <a:pt x="11420475" y="1915401"/>
                  </a:lnTo>
                  <a:lnTo>
                    <a:pt x="11420475" y="1943976"/>
                  </a:lnTo>
                  <a:lnTo>
                    <a:pt x="11430000" y="1943976"/>
                  </a:lnTo>
                  <a:lnTo>
                    <a:pt x="11430000" y="1915401"/>
                  </a:lnTo>
                  <a:close/>
                </a:path>
                <a:path w="11430000" h="4257675">
                  <a:moveTo>
                    <a:pt x="11430000" y="1867789"/>
                  </a:moveTo>
                  <a:lnTo>
                    <a:pt x="11420475" y="1867789"/>
                  </a:lnTo>
                  <a:lnTo>
                    <a:pt x="11420475" y="1896364"/>
                  </a:lnTo>
                  <a:lnTo>
                    <a:pt x="11430000" y="1896364"/>
                  </a:lnTo>
                  <a:lnTo>
                    <a:pt x="11430000" y="1867789"/>
                  </a:lnTo>
                  <a:close/>
                </a:path>
                <a:path w="11430000" h="4257675">
                  <a:moveTo>
                    <a:pt x="11430000" y="1820176"/>
                  </a:moveTo>
                  <a:lnTo>
                    <a:pt x="11420475" y="1820176"/>
                  </a:lnTo>
                  <a:lnTo>
                    <a:pt x="11420475" y="1848751"/>
                  </a:lnTo>
                  <a:lnTo>
                    <a:pt x="11430000" y="1848751"/>
                  </a:lnTo>
                  <a:lnTo>
                    <a:pt x="11430000" y="1820176"/>
                  </a:lnTo>
                  <a:close/>
                </a:path>
                <a:path w="11430000" h="4257675">
                  <a:moveTo>
                    <a:pt x="11430000" y="1772564"/>
                  </a:moveTo>
                  <a:lnTo>
                    <a:pt x="11420475" y="1772564"/>
                  </a:lnTo>
                  <a:lnTo>
                    <a:pt x="11420475" y="1801139"/>
                  </a:lnTo>
                  <a:lnTo>
                    <a:pt x="11430000" y="1801139"/>
                  </a:lnTo>
                  <a:lnTo>
                    <a:pt x="11430000" y="1772564"/>
                  </a:lnTo>
                  <a:close/>
                </a:path>
                <a:path w="11430000" h="4257675">
                  <a:moveTo>
                    <a:pt x="11430000" y="1724952"/>
                  </a:moveTo>
                  <a:lnTo>
                    <a:pt x="11420475" y="1724952"/>
                  </a:lnTo>
                  <a:lnTo>
                    <a:pt x="11420475" y="1753527"/>
                  </a:lnTo>
                  <a:lnTo>
                    <a:pt x="11430000" y="1753527"/>
                  </a:lnTo>
                  <a:lnTo>
                    <a:pt x="11430000" y="1724952"/>
                  </a:lnTo>
                  <a:close/>
                </a:path>
                <a:path w="11430000" h="4257675">
                  <a:moveTo>
                    <a:pt x="11430000" y="1677339"/>
                  </a:moveTo>
                  <a:lnTo>
                    <a:pt x="11420475" y="1677339"/>
                  </a:lnTo>
                  <a:lnTo>
                    <a:pt x="11420475" y="1705914"/>
                  </a:lnTo>
                  <a:lnTo>
                    <a:pt x="11430000" y="1705914"/>
                  </a:lnTo>
                  <a:lnTo>
                    <a:pt x="11430000" y="1677339"/>
                  </a:lnTo>
                  <a:close/>
                </a:path>
                <a:path w="11430000" h="4257675">
                  <a:moveTo>
                    <a:pt x="11430000" y="1629727"/>
                  </a:moveTo>
                  <a:lnTo>
                    <a:pt x="11420475" y="1629727"/>
                  </a:lnTo>
                  <a:lnTo>
                    <a:pt x="11420475" y="1658302"/>
                  </a:lnTo>
                  <a:lnTo>
                    <a:pt x="11430000" y="1658302"/>
                  </a:lnTo>
                  <a:lnTo>
                    <a:pt x="11430000" y="1629727"/>
                  </a:lnTo>
                  <a:close/>
                </a:path>
                <a:path w="11430000" h="4257675">
                  <a:moveTo>
                    <a:pt x="11430000" y="1582127"/>
                  </a:moveTo>
                  <a:lnTo>
                    <a:pt x="11420475" y="1582127"/>
                  </a:lnTo>
                  <a:lnTo>
                    <a:pt x="11420475" y="1610702"/>
                  </a:lnTo>
                  <a:lnTo>
                    <a:pt x="11430000" y="1610702"/>
                  </a:lnTo>
                  <a:lnTo>
                    <a:pt x="11430000" y="1582127"/>
                  </a:lnTo>
                  <a:close/>
                </a:path>
                <a:path w="11430000" h="4257675">
                  <a:moveTo>
                    <a:pt x="11430000" y="1534515"/>
                  </a:moveTo>
                  <a:lnTo>
                    <a:pt x="11420475" y="1534515"/>
                  </a:lnTo>
                  <a:lnTo>
                    <a:pt x="11420475" y="1563090"/>
                  </a:lnTo>
                  <a:lnTo>
                    <a:pt x="11430000" y="1563090"/>
                  </a:lnTo>
                  <a:lnTo>
                    <a:pt x="11430000" y="1534515"/>
                  </a:lnTo>
                  <a:close/>
                </a:path>
                <a:path w="11430000" h="4257675">
                  <a:moveTo>
                    <a:pt x="11430000" y="1486903"/>
                  </a:moveTo>
                  <a:lnTo>
                    <a:pt x="11420475" y="1486903"/>
                  </a:lnTo>
                  <a:lnTo>
                    <a:pt x="11420475" y="1515478"/>
                  </a:lnTo>
                  <a:lnTo>
                    <a:pt x="11430000" y="1515478"/>
                  </a:lnTo>
                  <a:lnTo>
                    <a:pt x="11430000" y="1486903"/>
                  </a:lnTo>
                  <a:close/>
                </a:path>
                <a:path w="11430000" h="4257675">
                  <a:moveTo>
                    <a:pt x="11430000" y="1439291"/>
                  </a:moveTo>
                  <a:lnTo>
                    <a:pt x="11420475" y="1439291"/>
                  </a:lnTo>
                  <a:lnTo>
                    <a:pt x="11420475" y="1467866"/>
                  </a:lnTo>
                  <a:lnTo>
                    <a:pt x="11430000" y="1467866"/>
                  </a:lnTo>
                  <a:lnTo>
                    <a:pt x="11430000" y="1439291"/>
                  </a:lnTo>
                  <a:close/>
                </a:path>
                <a:path w="11430000" h="4257675">
                  <a:moveTo>
                    <a:pt x="11430000" y="1391678"/>
                  </a:moveTo>
                  <a:lnTo>
                    <a:pt x="11420475" y="1391678"/>
                  </a:lnTo>
                  <a:lnTo>
                    <a:pt x="11420475" y="1420253"/>
                  </a:lnTo>
                  <a:lnTo>
                    <a:pt x="11430000" y="1420253"/>
                  </a:lnTo>
                  <a:lnTo>
                    <a:pt x="11430000" y="1391678"/>
                  </a:lnTo>
                  <a:close/>
                </a:path>
                <a:path w="11430000" h="4257675">
                  <a:moveTo>
                    <a:pt x="11430000" y="1344066"/>
                  </a:moveTo>
                  <a:lnTo>
                    <a:pt x="11420475" y="1344066"/>
                  </a:lnTo>
                  <a:lnTo>
                    <a:pt x="11420475" y="1372641"/>
                  </a:lnTo>
                  <a:lnTo>
                    <a:pt x="11430000" y="1372641"/>
                  </a:lnTo>
                  <a:lnTo>
                    <a:pt x="11430000" y="1344066"/>
                  </a:lnTo>
                  <a:close/>
                </a:path>
                <a:path w="11430000" h="4257675">
                  <a:moveTo>
                    <a:pt x="11430000" y="1296466"/>
                  </a:moveTo>
                  <a:lnTo>
                    <a:pt x="11420475" y="1296466"/>
                  </a:lnTo>
                  <a:lnTo>
                    <a:pt x="11420475" y="1325041"/>
                  </a:lnTo>
                  <a:lnTo>
                    <a:pt x="11430000" y="1325041"/>
                  </a:lnTo>
                  <a:lnTo>
                    <a:pt x="11430000" y="1296466"/>
                  </a:lnTo>
                  <a:close/>
                </a:path>
                <a:path w="11430000" h="4257675">
                  <a:moveTo>
                    <a:pt x="11430000" y="1248854"/>
                  </a:moveTo>
                  <a:lnTo>
                    <a:pt x="11420475" y="1248854"/>
                  </a:lnTo>
                  <a:lnTo>
                    <a:pt x="11420475" y="1277429"/>
                  </a:lnTo>
                  <a:lnTo>
                    <a:pt x="11430000" y="1277429"/>
                  </a:lnTo>
                  <a:lnTo>
                    <a:pt x="11430000" y="1248854"/>
                  </a:lnTo>
                  <a:close/>
                </a:path>
                <a:path w="11430000" h="4257675">
                  <a:moveTo>
                    <a:pt x="11430000" y="1201242"/>
                  </a:moveTo>
                  <a:lnTo>
                    <a:pt x="11420475" y="1201242"/>
                  </a:lnTo>
                  <a:lnTo>
                    <a:pt x="11420475" y="1229817"/>
                  </a:lnTo>
                  <a:lnTo>
                    <a:pt x="11430000" y="1229817"/>
                  </a:lnTo>
                  <a:lnTo>
                    <a:pt x="11430000" y="1201242"/>
                  </a:lnTo>
                  <a:close/>
                </a:path>
                <a:path w="11430000" h="4257675">
                  <a:moveTo>
                    <a:pt x="11430000" y="1153629"/>
                  </a:moveTo>
                  <a:lnTo>
                    <a:pt x="11420475" y="1153629"/>
                  </a:lnTo>
                  <a:lnTo>
                    <a:pt x="11420475" y="1182204"/>
                  </a:lnTo>
                  <a:lnTo>
                    <a:pt x="11430000" y="1182204"/>
                  </a:lnTo>
                  <a:lnTo>
                    <a:pt x="11430000" y="1153629"/>
                  </a:lnTo>
                  <a:close/>
                </a:path>
                <a:path w="11430000" h="4257675">
                  <a:moveTo>
                    <a:pt x="11430000" y="1106017"/>
                  </a:moveTo>
                  <a:lnTo>
                    <a:pt x="11420475" y="1106017"/>
                  </a:lnTo>
                  <a:lnTo>
                    <a:pt x="11420475" y="1134592"/>
                  </a:lnTo>
                  <a:lnTo>
                    <a:pt x="11430000" y="1134592"/>
                  </a:lnTo>
                  <a:lnTo>
                    <a:pt x="11430000" y="1106017"/>
                  </a:lnTo>
                  <a:close/>
                </a:path>
                <a:path w="11430000" h="4257675">
                  <a:moveTo>
                    <a:pt x="11430000" y="1058405"/>
                  </a:moveTo>
                  <a:lnTo>
                    <a:pt x="11420475" y="1058405"/>
                  </a:lnTo>
                  <a:lnTo>
                    <a:pt x="11420475" y="1086980"/>
                  </a:lnTo>
                  <a:lnTo>
                    <a:pt x="11430000" y="1086980"/>
                  </a:lnTo>
                  <a:lnTo>
                    <a:pt x="11430000" y="1058405"/>
                  </a:lnTo>
                  <a:close/>
                </a:path>
                <a:path w="11430000" h="4257675">
                  <a:moveTo>
                    <a:pt x="11430000" y="1010793"/>
                  </a:moveTo>
                  <a:lnTo>
                    <a:pt x="11420475" y="1010793"/>
                  </a:lnTo>
                  <a:lnTo>
                    <a:pt x="11420475" y="1039368"/>
                  </a:lnTo>
                  <a:lnTo>
                    <a:pt x="11430000" y="1039368"/>
                  </a:lnTo>
                  <a:lnTo>
                    <a:pt x="11430000" y="1010793"/>
                  </a:lnTo>
                  <a:close/>
                </a:path>
                <a:path w="11430000" h="4257675">
                  <a:moveTo>
                    <a:pt x="11430000" y="963180"/>
                  </a:moveTo>
                  <a:lnTo>
                    <a:pt x="11420475" y="963180"/>
                  </a:lnTo>
                  <a:lnTo>
                    <a:pt x="11420475" y="991755"/>
                  </a:lnTo>
                  <a:lnTo>
                    <a:pt x="11430000" y="991755"/>
                  </a:lnTo>
                  <a:lnTo>
                    <a:pt x="11430000" y="963180"/>
                  </a:lnTo>
                  <a:close/>
                </a:path>
                <a:path w="11430000" h="4257675">
                  <a:moveTo>
                    <a:pt x="11430000" y="915581"/>
                  </a:moveTo>
                  <a:lnTo>
                    <a:pt x="11420475" y="915581"/>
                  </a:lnTo>
                  <a:lnTo>
                    <a:pt x="11420475" y="944156"/>
                  </a:lnTo>
                  <a:lnTo>
                    <a:pt x="11430000" y="944156"/>
                  </a:lnTo>
                  <a:lnTo>
                    <a:pt x="11430000" y="915581"/>
                  </a:lnTo>
                  <a:close/>
                </a:path>
                <a:path w="11430000" h="4257675">
                  <a:moveTo>
                    <a:pt x="11430000" y="867968"/>
                  </a:moveTo>
                  <a:lnTo>
                    <a:pt x="11420475" y="867968"/>
                  </a:lnTo>
                  <a:lnTo>
                    <a:pt x="11420475" y="896543"/>
                  </a:lnTo>
                  <a:lnTo>
                    <a:pt x="11430000" y="896543"/>
                  </a:lnTo>
                  <a:lnTo>
                    <a:pt x="11430000" y="867968"/>
                  </a:lnTo>
                  <a:close/>
                </a:path>
                <a:path w="11430000" h="4257675">
                  <a:moveTo>
                    <a:pt x="11430000" y="820356"/>
                  </a:moveTo>
                  <a:lnTo>
                    <a:pt x="11420475" y="820356"/>
                  </a:lnTo>
                  <a:lnTo>
                    <a:pt x="11420475" y="848931"/>
                  </a:lnTo>
                  <a:lnTo>
                    <a:pt x="11430000" y="848931"/>
                  </a:lnTo>
                  <a:lnTo>
                    <a:pt x="11430000" y="820356"/>
                  </a:lnTo>
                  <a:close/>
                </a:path>
                <a:path w="11430000" h="4257675">
                  <a:moveTo>
                    <a:pt x="11430000" y="772744"/>
                  </a:moveTo>
                  <a:lnTo>
                    <a:pt x="11420475" y="772744"/>
                  </a:lnTo>
                  <a:lnTo>
                    <a:pt x="11420475" y="801319"/>
                  </a:lnTo>
                  <a:lnTo>
                    <a:pt x="11430000" y="801319"/>
                  </a:lnTo>
                  <a:lnTo>
                    <a:pt x="11430000" y="772744"/>
                  </a:lnTo>
                  <a:close/>
                </a:path>
                <a:path w="11430000" h="4257675">
                  <a:moveTo>
                    <a:pt x="11430000" y="725131"/>
                  </a:moveTo>
                  <a:lnTo>
                    <a:pt x="11420475" y="725131"/>
                  </a:lnTo>
                  <a:lnTo>
                    <a:pt x="11420475" y="753706"/>
                  </a:lnTo>
                  <a:lnTo>
                    <a:pt x="11430000" y="753706"/>
                  </a:lnTo>
                  <a:lnTo>
                    <a:pt x="11430000" y="725131"/>
                  </a:lnTo>
                  <a:close/>
                </a:path>
                <a:path w="11430000" h="4257675">
                  <a:moveTo>
                    <a:pt x="11430000" y="677519"/>
                  </a:moveTo>
                  <a:lnTo>
                    <a:pt x="11420475" y="677519"/>
                  </a:lnTo>
                  <a:lnTo>
                    <a:pt x="11420475" y="706094"/>
                  </a:lnTo>
                  <a:lnTo>
                    <a:pt x="11430000" y="706094"/>
                  </a:lnTo>
                  <a:lnTo>
                    <a:pt x="11430000" y="677519"/>
                  </a:lnTo>
                  <a:close/>
                </a:path>
                <a:path w="11430000" h="4257675">
                  <a:moveTo>
                    <a:pt x="11430000" y="629907"/>
                  </a:moveTo>
                  <a:lnTo>
                    <a:pt x="11420475" y="629907"/>
                  </a:lnTo>
                  <a:lnTo>
                    <a:pt x="11420475" y="658482"/>
                  </a:lnTo>
                  <a:lnTo>
                    <a:pt x="11430000" y="658482"/>
                  </a:lnTo>
                  <a:lnTo>
                    <a:pt x="11430000" y="629907"/>
                  </a:lnTo>
                  <a:close/>
                </a:path>
                <a:path w="11430000" h="4257675">
                  <a:moveTo>
                    <a:pt x="11430000" y="582307"/>
                  </a:moveTo>
                  <a:lnTo>
                    <a:pt x="11420475" y="582307"/>
                  </a:lnTo>
                  <a:lnTo>
                    <a:pt x="11420475" y="610882"/>
                  </a:lnTo>
                  <a:lnTo>
                    <a:pt x="11430000" y="610882"/>
                  </a:lnTo>
                  <a:lnTo>
                    <a:pt x="11430000" y="582307"/>
                  </a:lnTo>
                  <a:close/>
                </a:path>
                <a:path w="11430000" h="4257675">
                  <a:moveTo>
                    <a:pt x="11430000" y="534695"/>
                  </a:moveTo>
                  <a:lnTo>
                    <a:pt x="11420475" y="534695"/>
                  </a:lnTo>
                  <a:lnTo>
                    <a:pt x="11420475" y="563270"/>
                  </a:lnTo>
                  <a:lnTo>
                    <a:pt x="11430000" y="563270"/>
                  </a:lnTo>
                  <a:lnTo>
                    <a:pt x="11430000" y="534695"/>
                  </a:lnTo>
                  <a:close/>
                </a:path>
                <a:path w="11430000" h="4257675">
                  <a:moveTo>
                    <a:pt x="11430000" y="487083"/>
                  </a:moveTo>
                  <a:lnTo>
                    <a:pt x="11420475" y="487083"/>
                  </a:lnTo>
                  <a:lnTo>
                    <a:pt x="11420475" y="515658"/>
                  </a:lnTo>
                  <a:lnTo>
                    <a:pt x="11430000" y="515658"/>
                  </a:lnTo>
                  <a:lnTo>
                    <a:pt x="11430000" y="487083"/>
                  </a:lnTo>
                  <a:close/>
                </a:path>
                <a:path w="11430000" h="4257675">
                  <a:moveTo>
                    <a:pt x="11430000" y="439470"/>
                  </a:moveTo>
                  <a:lnTo>
                    <a:pt x="11420475" y="439470"/>
                  </a:lnTo>
                  <a:lnTo>
                    <a:pt x="11420475" y="468045"/>
                  </a:lnTo>
                  <a:lnTo>
                    <a:pt x="11430000" y="468045"/>
                  </a:lnTo>
                  <a:lnTo>
                    <a:pt x="11430000" y="439470"/>
                  </a:lnTo>
                  <a:close/>
                </a:path>
                <a:path w="11430000" h="4257675">
                  <a:moveTo>
                    <a:pt x="11430000" y="391858"/>
                  </a:moveTo>
                  <a:lnTo>
                    <a:pt x="11420475" y="391858"/>
                  </a:lnTo>
                  <a:lnTo>
                    <a:pt x="11420475" y="420433"/>
                  </a:lnTo>
                  <a:lnTo>
                    <a:pt x="11430000" y="420433"/>
                  </a:lnTo>
                  <a:lnTo>
                    <a:pt x="11430000" y="391858"/>
                  </a:lnTo>
                  <a:close/>
                </a:path>
                <a:path w="11430000" h="4257675">
                  <a:moveTo>
                    <a:pt x="11430000" y="344246"/>
                  </a:moveTo>
                  <a:lnTo>
                    <a:pt x="11420475" y="344246"/>
                  </a:lnTo>
                  <a:lnTo>
                    <a:pt x="11420475" y="372821"/>
                  </a:lnTo>
                  <a:lnTo>
                    <a:pt x="11430000" y="372821"/>
                  </a:lnTo>
                  <a:lnTo>
                    <a:pt x="11430000" y="344246"/>
                  </a:lnTo>
                  <a:close/>
                </a:path>
                <a:path w="11430000" h="4257675">
                  <a:moveTo>
                    <a:pt x="11430000" y="296646"/>
                  </a:moveTo>
                  <a:lnTo>
                    <a:pt x="11420475" y="296646"/>
                  </a:lnTo>
                  <a:lnTo>
                    <a:pt x="11420475" y="325221"/>
                  </a:lnTo>
                  <a:lnTo>
                    <a:pt x="11430000" y="325221"/>
                  </a:lnTo>
                  <a:lnTo>
                    <a:pt x="11430000" y="296646"/>
                  </a:lnTo>
                  <a:close/>
                </a:path>
                <a:path w="11430000" h="4257675">
                  <a:moveTo>
                    <a:pt x="11430000" y="249034"/>
                  </a:moveTo>
                  <a:lnTo>
                    <a:pt x="11420475" y="249034"/>
                  </a:lnTo>
                  <a:lnTo>
                    <a:pt x="11420475" y="277609"/>
                  </a:lnTo>
                  <a:lnTo>
                    <a:pt x="11430000" y="277609"/>
                  </a:lnTo>
                  <a:lnTo>
                    <a:pt x="11430000" y="249034"/>
                  </a:lnTo>
                  <a:close/>
                </a:path>
                <a:path w="11430000" h="4257675">
                  <a:moveTo>
                    <a:pt x="11430000" y="201422"/>
                  </a:moveTo>
                  <a:lnTo>
                    <a:pt x="11420475" y="201422"/>
                  </a:lnTo>
                  <a:lnTo>
                    <a:pt x="11420475" y="229997"/>
                  </a:lnTo>
                  <a:lnTo>
                    <a:pt x="11430000" y="229997"/>
                  </a:lnTo>
                  <a:lnTo>
                    <a:pt x="11430000" y="201422"/>
                  </a:lnTo>
                  <a:close/>
                </a:path>
                <a:path w="11430000" h="4257675">
                  <a:moveTo>
                    <a:pt x="11430000" y="153809"/>
                  </a:moveTo>
                  <a:lnTo>
                    <a:pt x="11420475" y="153809"/>
                  </a:lnTo>
                  <a:lnTo>
                    <a:pt x="11420475" y="182384"/>
                  </a:lnTo>
                  <a:lnTo>
                    <a:pt x="11430000" y="182384"/>
                  </a:lnTo>
                  <a:lnTo>
                    <a:pt x="11430000" y="153809"/>
                  </a:lnTo>
                  <a:close/>
                </a:path>
                <a:path w="11430000" h="4257675">
                  <a:moveTo>
                    <a:pt x="11430000" y="106197"/>
                  </a:moveTo>
                  <a:lnTo>
                    <a:pt x="11420475" y="106197"/>
                  </a:lnTo>
                  <a:lnTo>
                    <a:pt x="11420475" y="134772"/>
                  </a:lnTo>
                  <a:lnTo>
                    <a:pt x="11430000" y="134772"/>
                  </a:lnTo>
                  <a:lnTo>
                    <a:pt x="11430000" y="106197"/>
                  </a:lnTo>
                  <a:close/>
                </a:path>
                <a:path w="11430000" h="4257675">
                  <a:moveTo>
                    <a:pt x="11430000" y="76200"/>
                  </a:moveTo>
                  <a:lnTo>
                    <a:pt x="11429644" y="68694"/>
                  </a:lnTo>
                  <a:lnTo>
                    <a:pt x="11428552" y="61341"/>
                  </a:lnTo>
                  <a:lnTo>
                    <a:pt x="11427981" y="59029"/>
                  </a:lnTo>
                  <a:lnTo>
                    <a:pt x="11418710" y="61175"/>
                  </a:lnTo>
                  <a:lnTo>
                    <a:pt x="11419205" y="63195"/>
                  </a:lnTo>
                  <a:lnTo>
                    <a:pt x="11420158" y="69634"/>
                  </a:lnTo>
                  <a:lnTo>
                    <a:pt x="11420475" y="76200"/>
                  </a:lnTo>
                  <a:lnTo>
                    <a:pt x="11420475" y="87160"/>
                  </a:lnTo>
                  <a:lnTo>
                    <a:pt x="11430000" y="87160"/>
                  </a:lnTo>
                  <a:lnTo>
                    <a:pt x="11430000" y="7620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37360" y="1862328"/>
              <a:ext cx="8717280" cy="4060190"/>
            </a:xfrm>
            <a:custGeom>
              <a:avLst/>
              <a:gdLst/>
              <a:ahLst/>
              <a:cxnLst/>
              <a:rect l="l" t="t" r="r" b="b"/>
              <a:pathLst>
                <a:path w="8717280" h="4060190">
                  <a:moveTo>
                    <a:pt x="8717280" y="4059936"/>
                  </a:moveTo>
                  <a:lnTo>
                    <a:pt x="0" y="4059936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2671"/>
                  </a:lnTo>
                  <a:lnTo>
                    <a:pt x="129539" y="42671"/>
                  </a:lnTo>
                  <a:lnTo>
                    <a:pt x="120037" y="43543"/>
                  </a:lnTo>
                  <a:lnTo>
                    <a:pt x="85402" y="72014"/>
                  </a:lnTo>
                  <a:lnTo>
                    <a:pt x="81914" y="90296"/>
                  </a:lnTo>
                  <a:lnTo>
                    <a:pt x="81914" y="3890771"/>
                  </a:lnTo>
                  <a:lnTo>
                    <a:pt x="103199" y="3930549"/>
                  </a:lnTo>
                  <a:lnTo>
                    <a:pt x="129539" y="3938396"/>
                  </a:lnTo>
                  <a:lnTo>
                    <a:pt x="8717280" y="3938396"/>
                  </a:lnTo>
                  <a:lnTo>
                    <a:pt x="8717280" y="4059936"/>
                  </a:lnTo>
                  <a:close/>
                </a:path>
                <a:path w="8717280" h="4060190">
                  <a:moveTo>
                    <a:pt x="8717280" y="3938396"/>
                  </a:moveTo>
                  <a:lnTo>
                    <a:pt x="8587739" y="3938396"/>
                  </a:lnTo>
                  <a:lnTo>
                    <a:pt x="8597241" y="3937524"/>
                  </a:lnTo>
                  <a:lnTo>
                    <a:pt x="8606022" y="3934908"/>
                  </a:lnTo>
                  <a:lnTo>
                    <a:pt x="8634492" y="3900273"/>
                  </a:lnTo>
                  <a:lnTo>
                    <a:pt x="8635364" y="3890771"/>
                  </a:lnTo>
                  <a:lnTo>
                    <a:pt x="8635364" y="90296"/>
                  </a:lnTo>
                  <a:lnTo>
                    <a:pt x="8614080" y="50518"/>
                  </a:lnTo>
                  <a:lnTo>
                    <a:pt x="8587739" y="42671"/>
                  </a:lnTo>
                  <a:lnTo>
                    <a:pt x="8717280" y="42671"/>
                  </a:lnTo>
                  <a:lnTo>
                    <a:pt x="8717280" y="393839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14512" y="1900237"/>
              <a:ext cx="8562975" cy="3905250"/>
            </a:xfrm>
            <a:custGeom>
              <a:avLst/>
              <a:gdLst/>
              <a:ahLst/>
              <a:cxnLst/>
              <a:rect l="l" t="t" r="r" b="b"/>
              <a:pathLst>
                <a:path w="8562975" h="3905250">
                  <a:moveTo>
                    <a:pt x="8514026" y="3905248"/>
                  </a:moveTo>
                  <a:lnTo>
                    <a:pt x="48947" y="3905248"/>
                  </a:lnTo>
                  <a:lnTo>
                    <a:pt x="45540" y="3904913"/>
                  </a:lnTo>
                  <a:lnTo>
                    <a:pt x="10739" y="3884826"/>
                  </a:lnTo>
                  <a:lnTo>
                    <a:pt x="0" y="3856301"/>
                  </a:lnTo>
                  <a:lnTo>
                    <a:pt x="0" y="3852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8514026" y="0"/>
                  </a:lnTo>
                  <a:lnTo>
                    <a:pt x="8550062" y="17775"/>
                  </a:lnTo>
                  <a:lnTo>
                    <a:pt x="8562973" y="48947"/>
                  </a:lnTo>
                  <a:lnTo>
                    <a:pt x="8562973" y="3856301"/>
                  </a:lnTo>
                  <a:lnTo>
                    <a:pt x="8545196" y="3892337"/>
                  </a:lnTo>
                  <a:lnTo>
                    <a:pt x="8517432" y="3904913"/>
                  </a:lnTo>
                  <a:lnTo>
                    <a:pt x="8514026" y="39052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14512" y="1900237"/>
              <a:ext cx="8562975" cy="3905250"/>
            </a:xfrm>
            <a:custGeom>
              <a:avLst/>
              <a:gdLst/>
              <a:ahLst/>
              <a:cxnLst/>
              <a:rect l="l" t="t" r="r" b="b"/>
              <a:pathLst>
                <a:path w="8562975" h="3905250">
                  <a:moveTo>
                    <a:pt x="0" y="3852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4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8510586" y="0"/>
                  </a:lnTo>
                  <a:lnTo>
                    <a:pt x="8547629" y="15343"/>
                  </a:lnTo>
                  <a:lnTo>
                    <a:pt x="8562974" y="52387"/>
                  </a:lnTo>
                  <a:lnTo>
                    <a:pt x="8562974" y="3852862"/>
                  </a:lnTo>
                  <a:lnTo>
                    <a:pt x="8547629" y="3889905"/>
                  </a:lnTo>
                  <a:lnTo>
                    <a:pt x="8539689" y="3896420"/>
                  </a:lnTo>
                  <a:lnTo>
                    <a:pt x="8536829" y="3898330"/>
                  </a:lnTo>
                  <a:lnTo>
                    <a:pt x="8510586" y="3905249"/>
                  </a:lnTo>
                  <a:lnTo>
                    <a:pt x="52387" y="3905249"/>
                  </a:lnTo>
                  <a:lnTo>
                    <a:pt x="23282" y="3896419"/>
                  </a:lnTo>
                  <a:lnTo>
                    <a:pt x="20422" y="3894509"/>
                  </a:lnTo>
                  <a:lnTo>
                    <a:pt x="17776" y="3892337"/>
                  </a:lnTo>
                  <a:lnTo>
                    <a:pt x="15344" y="3889905"/>
                  </a:lnTo>
                  <a:lnTo>
                    <a:pt x="12911" y="3887472"/>
                  </a:lnTo>
                  <a:lnTo>
                    <a:pt x="0" y="3856302"/>
                  </a:lnTo>
                  <a:lnTo>
                    <a:pt x="0" y="3852862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997075" y="2209686"/>
            <a:ext cx="2668905" cy="116014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950" b="1" dirty="0">
                <a:solidFill>
                  <a:srgbClr val="2562EB"/>
                </a:solidFill>
                <a:latin typeface="Times New Roman"/>
                <a:cs typeface="Times New Roman"/>
              </a:rPr>
              <a:t>add(new</a:t>
            </a:r>
            <a:r>
              <a:rPr sz="950" b="1" spc="170" dirty="0">
                <a:solidFill>
                  <a:srgbClr val="2562EB"/>
                </a:solidFill>
                <a:latin typeface="Times New Roman"/>
                <a:cs typeface="Times New Roman"/>
              </a:rPr>
              <a:t>  </a:t>
            </a:r>
            <a:r>
              <a:rPr sz="950" b="1" spc="70" dirty="0">
                <a:solidFill>
                  <a:srgbClr val="2562EB"/>
                </a:solidFill>
                <a:latin typeface="Times New Roman"/>
                <a:cs typeface="Times New Roman"/>
              </a:rPr>
              <a:t>Etudiant("A001"))</a:t>
            </a:r>
            <a:endParaRPr sz="95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185"/>
              </a:spcBef>
            </a:pPr>
            <a:r>
              <a:rPr sz="900" spc="7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00">
              <a:latin typeface="Arial"/>
              <a:cs typeface="Arial"/>
            </a:endParaRPr>
          </a:p>
          <a:p>
            <a:pPr marL="424180"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334054"/>
                </a:solidFill>
                <a:latin typeface="Arial"/>
                <a:cs typeface="Arial"/>
              </a:rPr>
              <a:t>├──</a:t>
            </a:r>
            <a:r>
              <a:rPr sz="900" spc="29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950" spc="180" dirty="0">
                <a:solidFill>
                  <a:srgbClr val="334054"/>
                </a:solidFill>
                <a:latin typeface="Times New Roman"/>
                <a:cs typeface="Times New Roman"/>
              </a:rPr>
              <a:t>1.</a:t>
            </a:r>
            <a:r>
              <a:rPr sz="9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b="1" spc="70" dirty="0">
                <a:solidFill>
                  <a:srgbClr val="7C3AEC"/>
                </a:solidFill>
                <a:latin typeface="Times New Roman"/>
                <a:cs typeface="Times New Roman"/>
              </a:rPr>
              <a:t>hashCode()</a:t>
            </a:r>
            <a:r>
              <a:rPr sz="950" b="1" spc="31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50" dirty="0">
                <a:solidFill>
                  <a:srgbClr val="334054"/>
                </a:solidFill>
                <a:latin typeface="Times New Roman"/>
                <a:cs typeface="Times New Roman"/>
              </a:rPr>
              <a:t>2456123</a:t>
            </a:r>
            <a:endParaRPr sz="95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185"/>
              </a:spcBef>
            </a:pPr>
            <a:r>
              <a:rPr sz="900" spc="7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00">
              <a:latin typeface="Arial"/>
              <a:cs typeface="Arial"/>
            </a:endParaRPr>
          </a:p>
          <a:p>
            <a:pPr marL="424180">
              <a:lnSpc>
                <a:spcPct val="100000"/>
              </a:lnSpc>
              <a:spcBef>
                <a:spcPts val="145"/>
              </a:spcBef>
            </a:pPr>
            <a:r>
              <a:rPr sz="900" dirty="0">
                <a:solidFill>
                  <a:srgbClr val="334054"/>
                </a:solidFill>
                <a:latin typeface="Arial"/>
                <a:cs typeface="Arial"/>
              </a:rPr>
              <a:t>├──</a:t>
            </a:r>
            <a:r>
              <a:rPr sz="900" spc="2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950" spc="180" dirty="0">
                <a:solidFill>
                  <a:srgbClr val="334054"/>
                </a:solidFill>
                <a:latin typeface="Times New Roman"/>
                <a:cs typeface="Times New Roman"/>
              </a:rPr>
              <a:t>2.</a:t>
            </a:r>
            <a:r>
              <a:rPr sz="9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14" dirty="0">
                <a:solidFill>
                  <a:srgbClr val="334054"/>
                </a:solidFill>
                <a:latin typeface="Times New Roman"/>
                <a:cs typeface="Times New Roman"/>
              </a:rPr>
              <a:t>index</a:t>
            </a:r>
            <a:r>
              <a:rPr sz="9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28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60" dirty="0">
                <a:solidFill>
                  <a:srgbClr val="334054"/>
                </a:solidFill>
                <a:latin typeface="Times New Roman"/>
                <a:cs typeface="Times New Roman"/>
              </a:rPr>
              <a:t>2456123</a:t>
            </a:r>
            <a:r>
              <a:rPr sz="9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334054"/>
                </a:solidFill>
                <a:latin typeface="Times New Roman"/>
                <a:cs typeface="Times New Roman"/>
              </a:rPr>
              <a:t>%</a:t>
            </a:r>
            <a:r>
              <a:rPr sz="8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60" dirty="0">
                <a:solidFill>
                  <a:srgbClr val="334054"/>
                </a:solidFill>
                <a:latin typeface="Times New Roman"/>
                <a:cs typeface="Times New Roman"/>
              </a:rPr>
              <a:t>16</a:t>
            </a:r>
            <a:r>
              <a:rPr sz="950" spc="28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b="1" spc="35" dirty="0">
                <a:solidFill>
                  <a:srgbClr val="E9580C"/>
                </a:solidFill>
                <a:latin typeface="Times New Roman"/>
                <a:cs typeface="Times New Roman"/>
              </a:rPr>
              <a:t>11</a:t>
            </a:r>
            <a:endParaRPr sz="95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185"/>
              </a:spcBef>
            </a:pPr>
            <a:r>
              <a:rPr sz="900" spc="7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00">
              <a:latin typeface="Arial"/>
              <a:cs typeface="Arial"/>
            </a:endParaRPr>
          </a:p>
          <a:p>
            <a:pPr marL="424180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334054"/>
                </a:solidFill>
                <a:latin typeface="Arial"/>
                <a:cs typeface="Arial"/>
              </a:rPr>
              <a:t>▼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02816" y="3348863"/>
            <a:ext cx="105473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72185" algn="l"/>
              </a:tabLst>
            </a:pPr>
            <a:r>
              <a:rPr sz="950" spc="105" dirty="0">
                <a:solidFill>
                  <a:srgbClr val="334054"/>
                </a:solidFill>
                <a:latin typeface="Times New Roman"/>
                <a:cs typeface="Times New Roman"/>
              </a:rPr>
              <a:t>[Bucket</a:t>
            </a:r>
            <a:r>
              <a:rPr sz="9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14" dirty="0">
                <a:solidFill>
                  <a:srgbClr val="334054"/>
                </a:solidFill>
                <a:latin typeface="Times New Roman"/>
                <a:cs typeface="Times New Roman"/>
              </a:rPr>
              <a:t>0]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spc="25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68685" y="3324111"/>
            <a:ext cx="2837815" cy="6858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  <a:tabLst>
                <a:tab pos="890905" algn="l"/>
                <a:tab pos="1783080" algn="l"/>
                <a:tab pos="2743200" algn="l"/>
              </a:tabLst>
            </a:pPr>
            <a:r>
              <a:rPr sz="950" spc="105" dirty="0">
                <a:solidFill>
                  <a:srgbClr val="334054"/>
                </a:solidFill>
                <a:latin typeface="Times New Roman"/>
                <a:cs typeface="Times New Roman"/>
              </a:rPr>
              <a:t>[Bucket</a:t>
            </a:r>
            <a:r>
              <a:rPr sz="9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90" dirty="0">
                <a:solidFill>
                  <a:srgbClr val="334054"/>
                </a:solidFill>
                <a:latin typeface="Times New Roman"/>
                <a:cs typeface="Times New Roman"/>
              </a:rPr>
              <a:t>10]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spc="85" dirty="0">
                <a:solidFill>
                  <a:srgbClr val="334054"/>
                </a:solidFill>
                <a:latin typeface="Times New Roman"/>
                <a:cs typeface="Times New Roman"/>
              </a:rPr>
              <a:t>[</a:t>
            </a:r>
            <a:r>
              <a:rPr sz="950" b="1" spc="85" dirty="0">
                <a:solidFill>
                  <a:srgbClr val="E9580C"/>
                </a:solidFill>
                <a:latin typeface="Times New Roman"/>
                <a:cs typeface="Times New Roman"/>
              </a:rPr>
              <a:t>Bucket</a:t>
            </a:r>
            <a:r>
              <a:rPr sz="950" b="1" spc="310" dirty="0">
                <a:solidFill>
                  <a:srgbClr val="E9580C"/>
                </a:solidFill>
                <a:latin typeface="Times New Roman"/>
                <a:cs typeface="Times New Roman"/>
              </a:rPr>
              <a:t> </a:t>
            </a:r>
            <a:r>
              <a:rPr sz="950" b="1" spc="90" dirty="0">
                <a:solidFill>
                  <a:srgbClr val="E9580C"/>
                </a:solidFill>
                <a:latin typeface="Times New Roman"/>
                <a:cs typeface="Times New Roman"/>
              </a:rPr>
              <a:t>11</a:t>
            </a:r>
            <a:r>
              <a:rPr sz="950" spc="90" dirty="0">
                <a:solidFill>
                  <a:srgbClr val="334054"/>
                </a:solidFill>
                <a:latin typeface="Times New Roman"/>
                <a:cs typeface="Times New Roman"/>
              </a:rPr>
              <a:t>]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spc="105" dirty="0">
                <a:solidFill>
                  <a:srgbClr val="334054"/>
                </a:solidFill>
                <a:latin typeface="Times New Roman"/>
                <a:cs typeface="Times New Roman"/>
              </a:rPr>
              <a:t>[Bucket</a:t>
            </a:r>
            <a:r>
              <a:rPr sz="9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90" dirty="0">
                <a:solidFill>
                  <a:srgbClr val="334054"/>
                </a:solidFill>
                <a:latin typeface="Times New Roman"/>
                <a:cs typeface="Times New Roman"/>
              </a:rPr>
              <a:t>12]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spc="25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endParaRPr sz="950">
              <a:latin typeface="Times New Roman"/>
              <a:cs typeface="Times New Roman"/>
            </a:endParaRPr>
          </a:p>
          <a:p>
            <a:pPr marR="254000" algn="ctr">
              <a:lnSpc>
                <a:spcPct val="100000"/>
              </a:lnSpc>
              <a:spcBef>
                <a:spcPts val="185"/>
              </a:spcBef>
            </a:pPr>
            <a:r>
              <a:rPr sz="900" spc="7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00">
              <a:latin typeface="Arial"/>
              <a:cs typeface="Arial"/>
            </a:endParaRPr>
          </a:p>
          <a:p>
            <a:pPr marR="222250" algn="ctr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334054"/>
                </a:solidFill>
                <a:latin typeface="Arial"/>
                <a:cs typeface="Arial"/>
              </a:rPr>
              <a:t>▼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5"/>
              </a:spcBef>
            </a:pPr>
            <a:r>
              <a:rPr sz="950" spc="270" dirty="0">
                <a:solidFill>
                  <a:srgbClr val="64738B"/>
                </a:solidFill>
                <a:latin typeface="Times New Roman"/>
                <a:cs typeface="Times New Roman"/>
              </a:rPr>
              <a:t>/</a:t>
            </a:r>
            <a:r>
              <a:rPr sz="950" spc="315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950" spc="125" dirty="0">
                <a:solidFill>
                  <a:srgbClr val="64738B"/>
                </a:solidFill>
                <a:latin typeface="Times New Roman"/>
                <a:cs typeface="Times New Roman"/>
              </a:rPr>
              <a:t>Contient</a:t>
            </a:r>
            <a:r>
              <a:rPr sz="950" spc="315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950" spc="140" dirty="0">
                <a:solidFill>
                  <a:srgbClr val="64738B"/>
                </a:solidFill>
                <a:latin typeface="Times New Roman"/>
                <a:cs typeface="Times New Roman"/>
              </a:rPr>
              <a:t>déjà</a:t>
            </a:r>
            <a:r>
              <a:rPr sz="950" spc="315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950" spc="220" dirty="0">
                <a:solidFill>
                  <a:srgbClr val="64738B"/>
                </a:solidFill>
                <a:latin typeface="Times New Roman"/>
                <a:cs typeface="Times New Roman"/>
              </a:rPr>
              <a:t>: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23071" y="3962286"/>
            <a:ext cx="3262629" cy="52387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950" spc="220" dirty="0">
                <a:solidFill>
                  <a:srgbClr val="334054"/>
                </a:solidFill>
                <a:latin typeface="Times New Roman"/>
                <a:cs typeface="Times New Roman"/>
              </a:rPr>
              <a:t>[</a:t>
            </a:r>
            <a:r>
              <a:rPr sz="9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b="1" spc="75" dirty="0">
                <a:solidFill>
                  <a:srgbClr val="2562EB"/>
                </a:solidFill>
                <a:latin typeface="Times New Roman"/>
                <a:cs typeface="Times New Roman"/>
              </a:rPr>
              <a:t>Etudiant("A001")</a:t>
            </a:r>
            <a:r>
              <a:rPr sz="950" b="1" spc="31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950" spc="220" dirty="0">
                <a:solidFill>
                  <a:srgbClr val="334054"/>
                </a:solidFill>
                <a:latin typeface="Times New Roman"/>
                <a:cs typeface="Times New Roman"/>
              </a:rPr>
              <a:t>]</a:t>
            </a:r>
            <a:r>
              <a:rPr sz="9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334054"/>
                </a:solidFill>
                <a:latin typeface="Arial"/>
                <a:cs typeface="Arial"/>
              </a:rPr>
              <a:t>───►</a:t>
            </a:r>
            <a:r>
              <a:rPr sz="900" spc="30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950" spc="220" dirty="0">
                <a:solidFill>
                  <a:srgbClr val="334054"/>
                </a:solidFill>
                <a:latin typeface="Times New Roman"/>
                <a:cs typeface="Times New Roman"/>
              </a:rPr>
              <a:t>[</a:t>
            </a:r>
            <a:r>
              <a:rPr sz="9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b="1" spc="75" dirty="0">
                <a:solidFill>
                  <a:srgbClr val="2562EB"/>
                </a:solidFill>
                <a:latin typeface="Times New Roman"/>
                <a:cs typeface="Times New Roman"/>
              </a:rPr>
              <a:t>Etudiant("Z999")</a:t>
            </a:r>
            <a:r>
              <a:rPr sz="950" b="1" spc="31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950" spc="170" dirty="0">
                <a:solidFill>
                  <a:srgbClr val="334054"/>
                </a:solidFill>
                <a:latin typeface="Times New Roman"/>
                <a:cs typeface="Times New Roman"/>
              </a:rPr>
              <a:t>]</a:t>
            </a:r>
            <a:endParaRPr sz="950">
              <a:latin typeface="Times New Roman"/>
              <a:cs typeface="Times New Roman"/>
            </a:endParaRPr>
          </a:p>
          <a:p>
            <a:pPr marL="492759">
              <a:lnSpc>
                <a:spcPct val="100000"/>
              </a:lnSpc>
              <a:spcBef>
                <a:spcPts val="185"/>
              </a:spcBef>
            </a:pPr>
            <a:r>
              <a:rPr sz="900" spc="7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00">
              <a:latin typeface="Arial"/>
              <a:cs typeface="Arial"/>
            </a:endParaRPr>
          </a:p>
          <a:p>
            <a:pPr marL="492759">
              <a:lnSpc>
                <a:spcPct val="100000"/>
              </a:lnSpc>
              <a:spcBef>
                <a:spcPts val="145"/>
              </a:spcBef>
            </a:pPr>
            <a:r>
              <a:rPr sz="900" dirty="0">
                <a:solidFill>
                  <a:srgbClr val="334054"/>
                </a:solidFill>
                <a:latin typeface="Arial"/>
                <a:cs typeface="Arial"/>
              </a:rPr>
              <a:t>├──</a:t>
            </a:r>
            <a:r>
              <a:rPr sz="900" spc="29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950" spc="180" dirty="0">
                <a:solidFill>
                  <a:srgbClr val="334054"/>
                </a:solidFill>
                <a:latin typeface="Times New Roman"/>
                <a:cs typeface="Times New Roman"/>
              </a:rPr>
              <a:t>3.</a:t>
            </a:r>
            <a:r>
              <a:rPr sz="9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b="1" spc="80" dirty="0">
                <a:solidFill>
                  <a:srgbClr val="16A24A"/>
                </a:solidFill>
                <a:latin typeface="Times New Roman"/>
                <a:cs typeface="Times New Roman"/>
              </a:rPr>
              <a:t>equals("A001")</a:t>
            </a:r>
            <a:r>
              <a:rPr sz="950" b="1" spc="31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950" spc="65" dirty="0">
                <a:solidFill>
                  <a:srgbClr val="334054"/>
                </a:solidFill>
                <a:latin typeface="Times New Roman"/>
                <a:cs typeface="Times New Roman"/>
              </a:rPr>
              <a:t>?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95600" y="4469817"/>
            <a:ext cx="2690495" cy="49275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900" spc="7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  <a:tabLst>
                <a:tab pos="848360" algn="l"/>
              </a:tabLst>
            </a:pPr>
            <a:r>
              <a:rPr sz="900" dirty="0">
                <a:solidFill>
                  <a:srgbClr val="334054"/>
                </a:solidFill>
                <a:latin typeface="Arial"/>
                <a:cs typeface="Arial"/>
              </a:rPr>
              <a:t>├──►</a:t>
            </a:r>
            <a:r>
              <a:rPr sz="900" spc="29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950" b="1" spc="-20" dirty="0">
                <a:solidFill>
                  <a:srgbClr val="DB2525"/>
                </a:solidFill>
                <a:latin typeface="Times New Roman"/>
                <a:cs typeface="Times New Roman"/>
              </a:rPr>
              <a:t>TRUE</a:t>
            </a:r>
            <a:r>
              <a:rPr sz="950" b="1" dirty="0">
                <a:solidFill>
                  <a:srgbClr val="DB2525"/>
                </a:solidFill>
                <a:latin typeface="Times New Roman"/>
                <a:cs typeface="Times New Roman"/>
              </a:rPr>
              <a:t>	</a:t>
            </a:r>
            <a:r>
              <a:rPr sz="900" spc="254" dirty="0">
                <a:solidFill>
                  <a:srgbClr val="334054"/>
                </a:solidFill>
                <a:latin typeface="Arial Unicode MS"/>
                <a:cs typeface="Arial Unicode MS"/>
              </a:rPr>
              <a:t>⇒</a:t>
            </a:r>
            <a:r>
              <a:rPr sz="900" spc="250" dirty="0">
                <a:solidFill>
                  <a:srgbClr val="334054"/>
                </a:solidFill>
                <a:latin typeface="Arial Unicode MS"/>
                <a:cs typeface="Arial Unicode MS"/>
              </a:rPr>
              <a:t> </a:t>
            </a:r>
            <a:r>
              <a:rPr sz="950" spc="-110" dirty="0">
                <a:solidFill>
                  <a:srgbClr val="334054"/>
                </a:solidFill>
                <a:latin typeface="Times New Roman"/>
                <a:cs typeface="Times New Roman"/>
              </a:rPr>
              <a:t>DOUBLON</a:t>
            </a:r>
            <a:r>
              <a:rPr sz="950" spc="2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20" dirty="0">
                <a:solidFill>
                  <a:srgbClr val="334054"/>
                </a:solidFill>
                <a:latin typeface="Times New Roman"/>
                <a:cs typeface="Times New Roman"/>
              </a:rPr>
              <a:t>(élément</a:t>
            </a:r>
            <a:r>
              <a:rPr sz="950" spc="2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80" dirty="0">
                <a:solidFill>
                  <a:srgbClr val="334054"/>
                </a:solidFill>
                <a:latin typeface="Times New Roman"/>
                <a:cs typeface="Times New Roman"/>
              </a:rPr>
              <a:t>rejeté)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00" dirty="0">
                <a:solidFill>
                  <a:srgbClr val="334054"/>
                </a:solidFill>
                <a:latin typeface="Arial"/>
                <a:cs typeface="Arial"/>
              </a:rPr>
              <a:t>└──►</a:t>
            </a:r>
            <a:r>
              <a:rPr sz="900" spc="254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334054"/>
                </a:solidFill>
                <a:latin typeface="Times New Roman"/>
                <a:cs typeface="Times New Roman"/>
              </a:rPr>
              <a:t>FALSE</a:t>
            </a:r>
            <a:r>
              <a:rPr sz="950" spc="2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00" spc="254" dirty="0">
                <a:solidFill>
                  <a:srgbClr val="334054"/>
                </a:solidFill>
                <a:latin typeface="Arial Unicode MS"/>
                <a:cs typeface="Arial Unicode MS"/>
              </a:rPr>
              <a:t>⇒ </a:t>
            </a:r>
            <a:r>
              <a:rPr sz="950" spc="114" dirty="0">
                <a:solidFill>
                  <a:srgbClr val="334054"/>
                </a:solidFill>
                <a:latin typeface="Times New Roman"/>
                <a:cs typeface="Times New Roman"/>
              </a:rPr>
              <a:t>Continuer</a:t>
            </a:r>
            <a:r>
              <a:rPr sz="950" spc="27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220" dirty="0">
                <a:solidFill>
                  <a:srgbClr val="334054"/>
                </a:solidFill>
                <a:latin typeface="Times New Roman"/>
                <a:cs typeface="Times New Roman"/>
              </a:rPr>
              <a:t>liste</a:t>
            </a:r>
            <a:r>
              <a:rPr sz="950" spc="2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10" dirty="0">
                <a:solidFill>
                  <a:srgbClr val="334054"/>
                </a:solidFill>
                <a:latin typeface="Times New Roman"/>
                <a:cs typeface="Times New Roman"/>
              </a:rPr>
              <a:t>chaînée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03135" y="4458334"/>
            <a:ext cx="139065" cy="8255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900" spc="7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7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7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75" dirty="0">
                <a:solidFill>
                  <a:srgbClr val="334054"/>
                </a:solidFill>
                <a:latin typeface="Arial"/>
                <a:cs typeface="Arial"/>
              </a:rPr>
              <a:t>│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334054"/>
                </a:solidFill>
                <a:latin typeface="Arial"/>
                <a:cs typeface="Arial"/>
              </a:rPr>
              <a:t>▼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23071" y="5272912"/>
            <a:ext cx="3843654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40" dirty="0">
                <a:solidFill>
                  <a:srgbClr val="334054"/>
                </a:solidFill>
                <a:latin typeface="Times New Roman"/>
                <a:cs typeface="Times New Roman"/>
              </a:rPr>
              <a:t>(Fin</a:t>
            </a:r>
            <a:r>
              <a:rPr sz="9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85" dirty="0">
                <a:solidFill>
                  <a:srgbClr val="334054"/>
                </a:solidFill>
                <a:latin typeface="Times New Roman"/>
                <a:cs typeface="Times New Roman"/>
              </a:rPr>
              <a:t>de</a:t>
            </a:r>
            <a:r>
              <a:rPr sz="9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220" dirty="0">
                <a:solidFill>
                  <a:srgbClr val="334054"/>
                </a:solidFill>
                <a:latin typeface="Times New Roman"/>
                <a:cs typeface="Times New Roman"/>
              </a:rPr>
              <a:t>liste)</a:t>
            </a:r>
            <a:r>
              <a:rPr sz="9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00" spc="254" dirty="0">
                <a:solidFill>
                  <a:srgbClr val="334054"/>
                </a:solidFill>
                <a:latin typeface="Arial Unicode MS"/>
                <a:cs typeface="Arial Unicode MS"/>
              </a:rPr>
              <a:t>⇒</a:t>
            </a:r>
            <a:r>
              <a:rPr sz="900" spc="300" dirty="0">
                <a:solidFill>
                  <a:srgbClr val="334054"/>
                </a:solidFill>
                <a:latin typeface="Arial Unicode MS"/>
                <a:cs typeface="Arial Unicode MS"/>
              </a:rPr>
              <a:t> </a:t>
            </a:r>
            <a:r>
              <a:rPr sz="950" spc="120" dirty="0">
                <a:solidFill>
                  <a:srgbClr val="334054"/>
                </a:solidFill>
                <a:latin typeface="Times New Roman"/>
                <a:cs typeface="Times New Roman"/>
              </a:rPr>
              <a:t>Ajouter</a:t>
            </a:r>
            <a:r>
              <a:rPr sz="9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220" dirty="0">
                <a:solidFill>
                  <a:srgbClr val="334054"/>
                </a:solidFill>
                <a:latin typeface="Times New Roman"/>
                <a:cs typeface="Times New Roman"/>
              </a:rPr>
              <a:t>ici</a:t>
            </a:r>
            <a:r>
              <a:rPr sz="9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220" dirty="0">
                <a:solidFill>
                  <a:srgbClr val="334054"/>
                </a:solidFill>
                <a:latin typeface="Times New Roman"/>
                <a:cs typeface="Times New Roman"/>
              </a:rPr>
              <a:t>si</a:t>
            </a:r>
            <a:r>
              <a:rPr sz="9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80" dirty="0">
                <a:solidFill>
                  <a:srgbClr val="334054"/>
                </a:solidFill>
                <a:latin typeface="Times New Roman"/>
                <a:cs typeface="Times New Roman"/>
              </a:rPr>
              <a:t>aucun</a:t>
            </a:r>
            <a:r>
              <a:rPr sz="9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30" dirty="0">
                <a:solidFill>
                  <a:srgbClr val="334054"/>
                </a:solidFill>
                <a:latin typeface="Times New Roman"/>
                <a:cs typeface="Times New Roman"/>
              </a:rPr>
              <a:t>equals</a:t>
            </a:r>
            <a:r>
              <a:rPr sz="9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95" dirty="0">
                <a:solidFill>
                  <a:srgbClr val="334054"/>
                </a:solidFill>
                <a:latin typeface="Times New Roman"/>
                <a:cs typeface="Times New Roman"/>
              </a:rPr>
              <a:t>n'est</a:t>
            </a:r>
            <a:r>
              <a:rPr sz="9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45" dirty="0">
                <a:solidFill>
                  <a:srgbClr val="334054"/>
                </a:solidFill>
                <a:latin typeface="Times New Roman"/>
                <a:cs typeface="Times New Roman"/>
              </a:rPr>
              <a:t>true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43" name="object 43"/>
            <p:cNvSpPr/>
            <p:nvPr/>
          </p:nvSpPr>
          <p:spPr>
            <a:xfrm>
              <a:off x="5734049" y="6800849"/>
              <a:ext cx="6457950" cy="57150"/>
            </a:xfrm>
            <a:custGeom>
              <a:avLst/>
              <a:gdLst/>
              <a:ahLst/>
              <a:cxnLst/>
              <a:rect l="l" t="t" r="r" b="b"/>
              <a:pathLst>
                <a:path w="6457950" h="57150">
                  <a:moveTo>
                    <a:pt x="0" y="57149"/>
                  </a:moveTo>
                  <a:lnTo>
                    <a:pt x="6457949" y="57149"/>
                  </a:lnTo>
                  <a:lnTo>
                    <a:pt x="64579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0" y="6800849"/>
              <a:ext cx="5734050" cy="57150"/>
            </a:xfrm>
            <a:custGeom>
              <a:avLst/>
              <a:gdLst/>
              <a:ahLst/>
              <a:cxnLst/>
              <a:rect l="l" t="t" r="r" b="b"/>
              <a:pathLst>
                <a:path w="5734050" h="57150">
                  <a:moveTo>
                    <a:pt x="57340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5734049" y="0"/>
                  </a:lnTo>
                  <a:lnTo>
                    <a:pt x="57340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27/57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Set</a:t>
            </a:r>
            <a:r>
              <a:rPr spc="-165" dirty="0"/>
              <a:t> </a:t>
            </a:r>
            <a:r>
              <a:rPr spc="-130" dirty="0"/>
              <a:t>:</a:t>
            </a:r>
            <a:r>
              <a:rPr spc="-160" dirty="0"/>
              <a:t> </a:t>
            </a:r>
            <a:r>
              <a:rPr spc="-204" dirty="0"/>
              <a:t>démo</a:t>
            </a:r>
            <a:r>
              <a:rPr spc="-160" dirty="0"/>
              <a:t> </a:t>
            </a:r>
            <a:r>
              <a:rPr spc="-190" dirty="0"/>
              <a:t>doublons</a:t>
            </a:r>
            <a:r>
              <a:rPr spc="-160" dirty="0"/>
              <a:t> fantômes</a:t>
            </a:r>
            <a:r>
              <a:rPr spc="-165" dirty="0"/>
              <a:t> </a:t>
            </a:r>
            <a:r>
              <a:rPr spc="-150" dirty="0"/>
              <a:t>vs</a:t>
            </a:r>
            <a:r>
              <a:rPr spc="-160" dirty="0"/>
              <a:t> </a:t>
            </a:r>
            <a:r>
              <a:rPr spc="-105" dirty="0"/>
              <a:t>corrects</a:t>
            </a:r>
          </a:p>
        </p:txBody>
      </p:sp>
      <p:sp>
        <p:nvSpPr>
          <p:cNvPr id="3" name="object 3"/>
          <p:cNvSpPr/>
          <p:nvPr/>
        </p:nvSpPr>
        <p:spPr>
          <a:xfrm>
            <a:off x="380999" y="1514474"/>
            <a:ext cx="5572125" cy="19050"/>
          </a:xfrm>
          <a:custGeom>
            <a:avLst/>
            <a:gdLst/>
            <a:ahLst/>
            <a:cxnLst/>
            <a:rect l="l" t="t" r="r" b="b"/>
            <a:pathLst>
              <a:path w="5572125" h="19050">
                <a:moveTo>
                  <a:pt x="5572124" y="19049"/>
                </a:moveTo>
                <a:lnTo>
                  <a:pt x="0" y="19049"/>
                </a:lnTo>
                <a:lnTo>
                  <a:pt x="0" y="0"/>
                </a:lnTo>
                <a:lnTo>
                  <a:pt x="5572124" y="0"/>
                </a:lnTo>
                <a:lnTo>
                  <a:pt x="5572124" y="1904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80999" y="1076324"/>
            <a:ext cx="342900" cy="342900"/>
            <a:chOff x="380999" y="1076324"/>
            <a:chExt cx="342900" cy="342900"/>
          </a:xfrm>
        </p:grpSpPr>
        <p:sp>
          <p:nvSpPr>
            <p:cNvPr id="5" name="object 5"/>
            <p:cNvSpPr/>
            <p:nvPr/>
          </p:nvSpPr>
          <p:spPr>
            <a:xfrm>
              <a:off x="380999" y="10763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89502" y="342899"/>
                  </a:moveTo>
                  <a:lnTo>
                    <a:pt x="53397" y="342899"/>
                  </a:lnTo>
                  <a:lnTo>
                    <a:pt x="49681" y="342533"/>
                  </a:lnTo>
                  <a:lnTo>
                    <a:pt x="14085" y="323507"/>
                  </a:lnTo>
                  <a:lnTo>
                    <a:pt x="0" y="289502"/>
                  </a:lnTo>
                  <a:lnTo>
                    <a:pt x="0" y="28574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289502" y="0"/>
                  </a:lnTo>
                  <a:lnTo>
                    <a:pt x="328814" y="19392"/>
                  </a:lnTo>
                  <a:lnTo>
                    <a:pt x="342899" y="53397"/>
                  </a:lnTo>
                  <a:lnTo>
                    <a:pt x="342899" y="289502"/>
                  </a:lnTo>
                  <a:lnTo>
                    <a:pt x="323507" y="328814"/>
                  </a:lnTo>
                  <a:lnTo>
                    <a:pt x="293218" y="342533"/>
                  </a:lnTo>
                  <a:lnTo>
                    <a:pt x="289502" y="3428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024" y="1158874"/>
              <a:ext cx="196850" cy="1682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06449" y="1103510"/>
            <a:ext cx="212407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40" dirty="0">
                <a:solidFill>
                  <a:srgbClr val="334054"/>
                </a:solidFill>
                <a:latin typeface="Arial"/>
                <a:cs typeface="Arial"/>
              </a:rPr>
              <a:t>1.</a:t>
            </a:r>
            <a:r>
              <a:rPr sz="1550" b="1" spc="-1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25" dirty="0">
                <a:solidFill>
                  <a:srgbClr val="334054"/>
                </a:solidFill>
                <a:latin typeface="Arial"/>
                <a:cs typeface="Arial"/>
              </a:rPr>
              <a:t>Sans</a:t>
            </a:r>
            <a:r>
              <a:rPr sz="1550" b="1" spc="-9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80" dirty="0">
                <a:solidFill>
                  <a:srgbClr val="334054"/>
                </a:solidFill>
                <a:latin typeface="Arial"/>
                <a:cs typeface="Arial"/>
              </a:rPr>
              <a:t>equals/hashCode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7848" y="1642872"/>
            <a:ext cx="5718175" cy="3877310"/>
            <a:chOff x="307848" y="1642872"/>
            <a:chExt cx="5718175" cy="3877310"/>
          </a:xfrm>
        </p:grpSpPr>
        <p:sp>
          <p:nvSpPr>
            <p:cNvPr id="9" name="object 9"/>
            <p:cNvSpPr/>
            <p:nvPr/>
          </p:nvSpPr>
          <p:spPr>
            <a:xfrm>
              <a:off x="307848" y="1642872"/>
              <a:ext cx="5718175" cy="3877310"/>
            </a:xfrm>
            <a:custGeom>
              <a:avLst/>
              <a:gdLst/>
              <a:ahLst/>
              <a:cxnLst/>
              <a:rect l="l" t="t" r="r" b="b"/>
              <a:pathLst>
                <a:path w="5718175" h="3877310">
                  <a:moveTo>
                    <a:pt x="5718048" y="3877056"/>
                  </a:moveTo>
                  <a:lnTo>
                    <a:pt x="0" y="3877056"/>
                  </a:lnTo>
                  <a:lnTo>
                    <a:pt x="0" y="0"/>
                  </a:lnTo>
                  <a:lnTo>
                    <a:pt x="5718048" y="0"/>
                  </a:lnTo>
                  <a:lnTo>
                    <a:pt x="5718048" y="43052"/>
                  </a:lnTo>
                  <a:lnTo>
                    <a:pt x="130301" y="43052"/>
                  </a:lnTo>
                  <a:lnTo>
                    <a:pt x="120799" y="43924"/>
                  </a:lnTo>
                  <a:lnTo>
                    <a:pt x="86164" y="72395"/>
                  </a:lnTo>
                  <a:lnTo>
                    <a:pt x="82676" y="90677"/>
                  </a:lnTo>
                  <a:lnTo>
                    <a:pt x="82676" y="3710177"/>
                  </a:lnTo>
                  <a:lnTo>
                    <a:pt x="103961" y="3749956"/>
                  </a:lnTo>
                  <a:lnTo>
                    <a:pt x="130301" y="3757802"/>
                  </a:lnTo>
                  <a:lnTo>
                    <a:pt x="5718048" y="3757802"/>
                  </a:lnTo>
                  <a:lnTo>
                    <a:pt x="5718048" y="3877056"/>
                  </a:lnTo>
                  <a:close/>
                </a:path>
                <a:path w="5718175" h="3877310">
                  <a:moveTo>
                    <a:pt x="5718048" y="3757802"/>
                  </a:moveTo>
                  <a:lnTo>
                    <a:pt x="5588126" y="3757802"/>
                  </a:lnTo>
                  <a:lnTo>
                    <a:pt x="5597628" y="3756930"/>
                  </a:lnTo>
                  <a:lnTo>
                    <a:pt x="5606408" y="3754315"/>
                  </a:lnTo>
                  <a:lnTo>
                    <a:pt x="5634879" y="3719679"/>
                  </a:lnTo>
                  <a:lnTo>
                    <a:pt x="5635751" y="3710177"/>
                  </a:lnTo>
                  <a:lnTo>
                    <a:pt x="5635751" y="90677"/>
                  </a:lnTo>
                  <a:lnTo>
                    <a:pt x="5614466" y="50899"/>
                  </a:lnTo>
                  <a:lnTo>
                    <a:pt x="5588126" y="43052"/>
                  </a:lnTo>
                  <a:lnTo>
                    <a:pt x="5718048" y="43052"/>
                  </a:lnTo>
                  <a:lnTo>
                    <a:pt x="5718048" y="375780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0049" y="1676399"/>
              <a:ext cx="5553075" cy="3733800"/>
            </a:xfrm>
            <a:custGeom>
              <a:avLst/>
              <a:gdLst/>
              <a:ahLst/>
              <a:cxnLst/>
              <a:rect l="l" t="t" r="r" b="b"/>
              <a:pathLst>
                <a:path w="5553075" h="3733800">
                  <a:moveTo>
                    <a:pt x="5499677" y="3733799"/>
                  </a:moveTo>
                  <a:lnTo>
                    <a:pt x="33047" y="3733799"/>
                  </a:lnTo>
                  <a:lnTo>
                    <a:pt x="28187" y="3732349"/>
                  </a:lnTo>
                  <a:lnTo>
                    <a:pt x="966" y="3691517"/>
                  </a:lnTo>
                  <a:lnTo>
                    <a:pt x="0" y="3684227"/>
                  </a:lnTo>
                  <a:lnTo>
                    <a:pt x="0" y="36766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499677" y="0"/>
                  </a:lnTo>
                  <a:lnTo>
                    <a:pt x="5538988" y="19392"/>
                  </a:lnTo>
                  <a:lnTo>
                    <a:pt x="5553074" y="53397"/>
                  </a:lnTo>
                  <a:lnTo>
                    <a:pt x="5553074" y="3680402"/>
                  </a:lnTo>
                  <a:lnTo>
                    <a:pt x="5533682" y="3719713"/>
                  </a:lnTo>
                  <a:lnTo>
                    <a:pt x="5503393" y="3733433"/>
                  </a:lnTo>
                  <a:lnTo>
                    <a:pt x="5499677" y="3733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0999" y="1676399"/>
              <a:ext cx="52069" cy="3733800"/>
            </a:xfrm>
            <a:custGeom>
              <a:avLst/>
              <a:gdLst/>
              <a:ahLst/>
              <a:cxnLst/>
              <a:rect l="l" t="t" r="r" b="b"/>
              <a:pathLst>
                <a:path w="52070" h="3733800">
                  <a:moveTo>
                    <a:pt x="51889" y="3733799"/>
                  </a:moveTo>
                  <a:lnTo>
                    <a:pt x="49571" y="3733799"/>
                  </a:lnTo>
                  <a:lnTo>
                    <a:pt x="42281" y="3732349"/>
                  </a:lnTo>
                  <a:lnTo>
                    <a:pt x="7250" y="3705520"/>
                  </a:lnTo>
                  <a:lnTo>
                    <a:pt x="0" y="36842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676649"/>
                  </a:lnTo>
                  <a:lnTo>
                    <a:pt x="43679" y="3717060"/>
                  </a:lnTo>
                  <a:lnTo>
                    <a:pt x="47399" y="3728219"/>
                  </a:lnTo>
                  <a:lnTo>
                    <a:pt x="51889" y="37337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4015" y="1772242"/>
            <a:ext cx="3515995" cy="20739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07340" indent="-233045">
              <a:lnSpc>
                <a:spcPct val="100000"/>
              </a:lnSpc>
              <a:spcBef>
                <a:spcPts val="320"/>
              </a:spcBef>
              <a:buClr>
                <a:srgbClr val="CBD5E1"/>
              </a:buClr>
              <a:buSzPct val="81818"/>
              <a:buFont typeface="Times New Roman"/>
              <a:buAutoNum type="arabicPlain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Classe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simple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0" dirty="0">
                <a:solidFill>
                  <a:srgbClr val="94A2B8"/>
                </a:solidFill>
                <a:latin typeface="Times New Roman"/>
                <a:cs typeface="Times New Roman"/>
              </a:rPr>
              <a:t>(utilise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l'adresse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0" dirty="0">
                <a:solidFill>
                  <a:srgbClr val="94A2B8"/>
                </a:solidFill>
                <a:latin typeface="Times New Roman"/>
                <a:cs typeface="Times New Roman"/>
              </a:rPr>
              <a:t>mémoire)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85714"/>
              <a:buAutoNum type="arabicPlain"/>
              <a:tabLst>
                <a:tab pos="234315" algn="l"/>
              </a:tabLst>
            </a:pP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Set</a:t>
            </a:r>
            <a:r>
              <a:rPr sz="950" spc="10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Object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75" dirty="0">
                <a:solidFill>
                  <a:srgbClr val="334054"/>
                </a:solidFill>
                <a:latin typeface="Times New Roman"/>
                <a:cs typeface="Times New Roman"/>
              </a:rPr>
              <a:t>s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950" b="1" spc="37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7C3AEC"/>
                </a:solidFill>
                <a:latin typeface="Times New Roman"/>
                <a:cs typeface="Times New Roman"/>
              </a:rPr>
              <a:t>HashSet</a:t>
            </a:r>
            <a:r>
              <a:rPr sz="1050" spc="35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spc="18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15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3</a:t>
            </a:r>
            <a:endParaRPr sz="90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220"/>
              </a:spcBef>
              <a:buClr>
                <a:srgbClr val="CBD5E1"/>
              </a:buClr>
              <a:buSzPct val="81818"/>
              <a:buFont typeface="Times New Roman"/>
              <a:buAutoNum type="arabicPlain" startAt="4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Ajout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deux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objets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"identiques"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85714"/>
              <a:buAutoNum type="arabicPlain" startAt="4"/>
              <a:tabLst>
                <a:tab pos="234315" algn="l"/>
              </a:tabLst>
            </a:pP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s.add(</a:t>
            </a:r>
            <a:r>
              <a:rPr sz="95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950" b="1" spc="37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2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0" dirty="0">
                <a:solidFill>
                  <a:srgbClr val="16A24A"/>
                </a:solidFill>
                <a:latin typeface="Times New Roman"/>
                <a:cs typeface="Times New Roman"/>
              </a:rPr>
              <a:t>"N"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0890B1"/>
                </a:solidFill>
                <a:latin typeface="Times New Roman"/>
                <a:cs typeface="Times New Roman"/>
              </a:rPr>
              <a:t>14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85714"/>
              <a:buAutoNum type="arabicPlain" startAt="4"/>
              <a:tabLst>
                <a:tab pos="234315" algn="l"/>
              </a:tabLst>
            </a:pP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s.add(</a:t>
            </a:r>
            <a:r>
              <a:rPr sz="95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950" b="1" spc="37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2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0" dirty="0">
                <a:solidFill>
                  <a:srgbClr val="16A24A"/>
                </a:solidFill>
                <a:latin typeface="Times New Roman"/>
                <a:cs typeface="Times New Roman"/>
              </a:rPr>
              <a:t>"N"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0890B1"/>
                </a:solidFill>
                <a:latin typeface="Times New Roman"/>
                <a:cs typeface="Times New Roman"/>
              </a:rPr>
              <a:t>14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15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7</a:t>
            </a:r>
            <a:endParaRPr sz="90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220"/>
              </a:spcBef>
              <a:buClr>
                <a:srgbClr val="CBD5E1"/>
              </a:buClr>
              <a:buSzPct val="81818"/>
              <a:buFont typeface="Times New Roman"/>
              <a:buAutoNum type="arabicPlain" startAt="8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Résultat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inattendu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!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85714"/>
              <a:buAutoNum type="arabicPlain" startAt="8"/>
              <a:tabLst>
                <a:tab pos="234315" algn="l"/>
              </a:tabLst>
            </a:pPr>
            <a:r>
              <a:rPr sz="1050" spc="16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.out.println(s.size());</a:t>
            </a:r>
            <a:endParaRPr sz="1050">
              <a:latin typeface="Times New Roman"/>
              <a:cs typeface="Times New Roman"/>
            </a:endParaRPr>
          </a:p>
          <a:p>
            <a:pPr marL="307340" indent="-295275">
              <a:lnSpc>
                <a:spcPct val="100000"/>
              </a:lnSpc>
              <a:spcBef>
                <a:spcPts val="140"/>
              </a:spcBef>
              <a:buClr>
                <a:srgbClr val="CBD5E1"/>
              </a:buClr>
              <a:buSzPct val="81818"/>
              <a:buFont typeface="Times New Roman"/>
              <a:buAutoNum type="arabicPlain" startAt="8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94A2B8"/>
                </a:solidFill>
                <a:latin typeface="Apple Color Emoji"/>
                <a:cs typeface="Apple Color Emoji"/>
              </a:rPr>
              <a:t>⚠</a:t>
            </a:r>
            <a:r>
              <a:rPr sz="1150" spc="-545" dirty="0">
                <a:solidFill>
                  <a:srgbClr val="94A2B8"/>
                </a:solidFill>
                <a:latin typeface="Apple Color Emoji"/>
                <a:cs typeface="Apple Color Emoji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Affiche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2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(doublons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fantômes)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900" spc="-25" dirty="0">
                <a:solidFill>
                  <a:srgbClr val="CBD5E1"/>
                </a:solidFill>
                <a:latin typeface="Times New Roman"/>
                <a:cs typeface="Times New Roman"/>
              </a:rPr>
              <a:t>11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0999" y="5553074"/>
            <a:ext cx="876300" cy="266700"/>
            <a:chOff x="380999" y="5553074"/>
            <a:chExt cx="876300" cy="266700"/>
          </a:xfrm>
        </p:grpSpPr>
        <p:sp>
          <p:nvSpPr>
            <p:cNvPr id="14" name="object 14"/>
            <p:cNvSpPr/>
            <p:nvPr/>
          </p:nvSpPr>
          <p:spPr>
            <a:xfrm>
              <a:off x="385762" y="5557837"/>
              <a:ext cx="866775" cy="257175"/>
            </a:xfrm>
            <a:custGeom>
              <a:avLst/>
              <a:gdLst/>
              <a:ahLst/>
              <a:cxnLst/>
              <a:rect l="l" t="t" r="r" b="b"/>
              <a:pathLst>
                <a:path w="866775" h="257175">
                  <a:moveTo>
                    <a:pt x="837858" y="257174"/>
                  </a:moveTo>
                  <a:lnTo>
                    <a:pt x="28916" y="257174"/>
                  </a:lnTo>
                  <a:lnTo>
                    <a:pt x="24664" y="256329"/>
                  </a:lnTo>
                  <a:lnTo>
                    <a:pt x="0" y="228258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837858" y="0"/>
                  </a:lnTo>
                  <a:lnTo>
                    <a:pt x="866774" y="28916"/>
                  </a:lnTo>
                  <a:lnTo>
                    <a:pt x="866774" y="228258"/>
                  </a:lnTo>
                  <a:lnTo>
                    <a:pt x="842110" y="256329"/>
                  </a:lnTo>
                  <a:lnTo>
                    <a:pt x="837858" y="257174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5762" y="5557837"/>
              <a:ext cx="866775" cy="257175"/>
            </a:xfrm>
            <a:custGeom>
              <a:avLst/>
              <a:gdLst/>
              <a:ahLst/>
              <a:cxnLst/>
              <a:rect l="l" t="t" r="r" b="b"/>
              <a:pathLst>
                <a:path w="866775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833437" y="0"/>
                  </a:lnTo>
                  <a:lnTo>
                    <a:pt x="837858" y="0"/>
                  </a:lnTo>
                  <a:lnTo>
                    <a:pt x="842110" y="845"/>
                  </a:lnTo>
                  <a:lnTo>
                    <a:pt x="864237" y="20579"/>
                  </a:lnTo>
                  <a:lnTo>
                    <a:pt x="865929" y="24663"/>
                  </a:lnTo>
                  <a:lnTo>
                    <a:pt x="866774" y="28916"/>
                  </a:lnTo>
                  <a:lnTo>
                    <a:pt x="866774" y="33337"/>
                  </a:lnTo>
                  <a:lnTo>
                    <a:pt x="866774" y="223837"/>
                  </a:lnTo>
                  <a:lnTo>
                    <a:pt x="866774" y="228258"/>
                  </a:lnTo>
                  <a:lnTo>
                    <a:pt x="865929" y="232510"/>
                  </a:lnTo>
                  <a:lnTo>
                    <a:pt x="864237" y="236594"/>
                  </a:lnTo>
                  <a:lnTo>
                    <a:pt x="862545" y="240678"/>
                  </a:lnTo>
                  <a:lnTo>
                    <a:pt x="846195" y="254636"/>
                  </a:lnTo>
                  <a:lnTo>
                    <a:pt x="842110" y="256329"/>
                  </a:lnTo>
                  <a:lnTo>
                    <a:pt x="837858" y="257174"/>
                  </a:lnTo>
                  <a:lnTo>
                    <a:pt x="833437" y="257174"/>
                  </a:lnTo>
                  <a:lnTo>
                    <a:pt x="33337" y="257174"/>
                  </a:lnTo>
                  <a:lnTo>
                    <a:pt x="28916" y="257174"/>
                  </a:lnTo>
                  <a:lnTo>
                    <a:pt x="24664" y="256329"/>
                  </a:lnTo>
                  <a:lnTo>
                    <a:pt x="20579" y="254636"/>
                  </a:lnTo>
                  <a:lnTo>
                    <a:pt x="16495" y="252945"/>
                  </a:lnTo>
                  <a:lnTo>
                    <a:pt x="12890" y="250536"/>
                  </a:lnTo>
                  <a:lnTo>
                    <a:pt x="9764" y="247410"/>
                  </a:lnTo>
                  <a:lnTo>
                    <a:pt x="6638" y="244284"/>
                  </a:lnTo>
                  <a:lnTo>
                    <a:pt x="4229" y="240678"/>
                  </a:lnTo>
                  <a:lnTo>
                    <a:pt x="2537" y="236594"/>
                  </a:lnTo>
                  <a:lnTo>
                    <a:pt x="845" y="232510"/>
                  </a:lnTo>
                  <a:lnTo>
                    <a:pt x="0" y="228258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FEE2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68299" y="5575033"/>
            <a:ext cx="4053840" cy="897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25"/>
              </a:spcBef>
            </a:pPr>
            <a:r>
              <a:rPr sz="1050" b="1" spc="-10" dirty="0">
                <a:solidFill>
                  <a:srgbClr val="B91B1B"/>
                </a:solidFill>
                <a:latin typeface="Arial"/>
                <a:cs typeface="Arial"/>
              </a:rPr>
              <a:t>PROBLÈME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buChar char="•"/>
              <a:tabLst>
                <a:tab pos="125730" algn="l"/>
              </a:tabLst>
            </a:pP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Java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utilise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Object.equals()</a:t>
            </a:r>
            <a:r>
              <a:rPr sz="1050" spc="-32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défaut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(référence).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ts val="1430"/>
              </a:lnSpc>
              <a:spcBef>
                <a:spcPts val="210"/>
              </a:spcBef>
              <a:buChar char="•"/>
              <a:tabLst>
                <a:tab pos="125730" algn="l"/>
              </a:tabLst>
            </a:pPr>
            <a:r>
              <a:rPr sz="1200" spc="-70" dirty="0">
                <a:solidFill>
                  <a:srgbClr val="465469"/>
                </a:solidFill>
                <a:latin typeface="Arial"/>
                <a:cs typeface="Arial"/>
              </a:rPr>
              <a:t>Deux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objets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différents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en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mémoire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sont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vus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comme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différents.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ts val="1430"/>
              </a:lnSpc>
              <a:buChar char="•"/>
              <a:tabLst>
                <a:tab pos="125730" algn="l"/>
              </a:tabLst>
            </a:pP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L'unicité métier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n'est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pas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respectée.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38874" y="1514474"/>
            <a:ext cx="5572125" cy="19050"/>
          </a:xfrm>
          <a:custGeom>
            <a:avLst/>
            <a:gdLst/>
            <a:ahLst/>
            <a:cxnLst/>
            <a:rect l="l" t="t" r="r" b="b"/>
            <a:pathLst>
              <a:path w="5572125" h="19050">
                <a:moveTo>
                  <a:pt x="5572124" y="19049"/>
                </a:moveTo>
                <a:lnTo>
                  <a:pt x="0" y="19049"/>
                </a:lnTo>
                <a:lnTo>
                  <a:pt x="0" y="0"/>
                </a:lnTo>
                <a:lnTo>
                  <a:pt x="5572124" y="0"/>
                </a:lnTo>
                <a:lnTo>
                  <a:pt x="5572124" y="1904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6238873" y="1076324"/>
            <a:ext cx="342900" cy="342900"/>
            <a:chOff x="6238873" y="1076324"/>
            <a:chExt cx="342900" cy="342900"/>
          </a:xfrm>
        </p:grpSpPr>
        <p:sp>
          <p:nvSpPr>
            <p:cNvPr id="19" name="object 19"/>
            <p:cNvSpPr/>
            <p:nvPr/>
          </p:nvSpPr>
          <p:spPr>
            <a:xfrm>
              <a:off x="6238873" y="10763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89503" y="342899"/>
                  </a:moveTo>
                  <a:lnTo>
                    <a:pt x="53397" y="342899"/>
                  </a:lnTo>
                  <a:lnTo>
                    <a:pt x="49681" y="342533"/>
                  </a:lnTo>
                  <a:lnTo>
                    <a:pt x="14085" y="323507"/>
                  </a:lnTo>
                  <a:lnTo>
                    <a:pt x="0" y="289502"/>
                  </a:lnTo>
                  <a:lnTo>
                    <a:pt x="0" y="28574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289503" y="0"/>
                  </a:lnTo>
                  <a:lnTo>
                    <a:pt x="328814" y="19392"/>
                  </a:lnTo>
                  <a:lnTo>
                    <a:pt x="342900" y="53397"/>
                  </a:lnTo>
                  <a:lnTo>
                    <a:pt x="342900" y="289502"/>
                  </a:lnTo>
                  <a:lnTo>
                    <a:pt x="323508" y="328814"/>
                  </a:lnTo>
                  <a:lnTo>
                    <a:pt x="293219" y="342533"/>
                  </a:lnTo>
                  <a:lnTo>
                    <a:pt x="289503" y="3428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5074" y="1146174"/>
              <a:ext cx="190500" cy="19367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664325" y="1103510"/>
            <a:ext cx="216281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0" dirty="0">
                <a:solidFill>
                  <a:srgbClr val="334054"/>
                </a:solidFill>
                <a:latin typeface="Arial"/>
                <a:cs typeface="Arial"/>
              </a:rPr>
              <a:t>2.</a:t>
            </a:r>
            <a:r>
              <a:rPr sz="1550" b="1" spc="-1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14" dirty="0">
                <a:solidFill>
                  <a:srgbClr val="334054"/>
                </a:solidFill>
                <a:latin typeface="Arial"/>
                <a:cs typeface="Arial"/>
              </a:rPr>
              <a:t>Avec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80" dirty="0">
                <a:solidFill>
                  <a:srgbClr val="334054"/>
                </a:solidFill>
                <a:latin typeface="Arial"/>
                <a:cs typeface="Arial"/>
              </a:rPr>
              <a:t>equals/hashCode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66104" y="1642872"/>
            <a:ext cx="5718175" cy="3858895"/>
            <a:chOff x="6166104" y="1642872"/>
            <a:chExt cx="5718175" cy="3858895"/>
          </a:xfrm>
        </p:grpSpPr>
        <p:sp>
          <p:nvSpPr>
            <p:cNvPr id="23" name="object 23"/>
            <p:cNvSpPr/>
            <p:nvPr/>
          </p:nvSpPr>
          <p:spPr>
            <a:xfrm>
              <a:off x="6166104" y="1642872"/>
              <a:ext cx="5718175" cy="3858895"/>
            </a:xfrm>
            <a:custGeom>
              <a:avLst/>
              <a:gdLst/>
              <a:ahLst/>
              <a:cxnLst/>
              <a:rect l="l" t="t" r="r" b="b"/>
              <a:pathLst>
                <a:path w="5718175" h="3858895">
                  <a:moveTo>
                    <a:pt x="5718048" y="3858768"/>
                  </a:moveTo>
                  <a:lnTo>
                    <a:pt x="0" y="3858768"/>
                  </a:lnTo>
                  <a:lnTo>
                    <a:pt x="0" y="0"/>
                  </a:lnTo>
                  <a:lnTo>
                    <a:pt x="5718048" y="0"/>
                  </a:lnTo>
                  <a:lnTo>
                    <a:pt x="5718048" y="43052"/>
                  </a:lnTo>
                  <a:lnTo>
                    <a:pt x="129920" y="43052"/>
                  </a:lnTo>
                  <a:lnTo>
                    <a:pt x="120418" y="43924"/>
                  </a:lnTo>
                  <a:lnTo>
                    <a:pt x="85782" y="72395"/>
                  </a:lnTo>
                  <a:lnTo>
                    <a:pt x="82295" y="90677"/>
                  </a:lnTo>
                  <a:lnTo>
                    <a:pt x="82295" y="3691127"/>
                  </a:lnTo>
                  <a:lnTo>
                    <a:pt x="103580" y="3730906"/>
                  </a:lnTo>
                  <a:lnTo>
                    <a:pt x="129920" y="3738752"/>
                  </a:lnTo>
                  <a:lnTo>
                    <a:pt x="5718048" y="3738752"/>
                  </a:lnTo>
                  <a:lnTo>
                    <a:pt x="5718048" y="3858768"/>
                  </a:lnTo>
                  <a:close/>
                </a:path>
                <a:path w="5718175" h="3858895">
                  <a:moveTo>
                    <a:pt x="5718048" y="3738752"/>
                  </a:moveTo>
                  <a:lnTo>
                    <a:pt x="5587745" y="3738752"/>
                  </a:lnTo>
                  <a:lnTo>
                    <a:pt x="5597247" y="3737880"/>
                  </a:lnTo>
                  <a:lnTo>
                    <a:pt x="5606027" y="3735265"/>
                  </a:lnTo>
                  <a:lnTo>
                    <a:pt x="5634498" y="3700629"/>
                  </a:lnTo>
                  <a:lnTo>
                    <a:pt x="5635370" y="3691127"/>
                  </a:lnTo>
                  <a:lnTo>
                    <a:pt x="5635370" y="90677"/>
                  </a:lnTo>
                  <a:lnTo>
                    <a:pt x="5614085" y="50899"/>
                  </a:lnTo>
                  <a:lnTo>
                    <a:pt x="5587745" y="43052"/>
                  </a:lnTo>
                  <a:lnTo>
                    <a:pt x="5718048" y="43052"/>
                  </a:lnTo>
                  <a:lnTo>
                    <a:pt x="5718048" y="373875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57923" y="1676399"/>
              <a:ext cx="5553075" cy="3714750"/>
            </a:xfrm>
            <a:custGeom>
              <a:avLst/>
              <a:gdLst/>
              <a:ahLst/>
              <a:cxnLst/>
              <a:rect l="l" t="t" r="r" b="b"/>
              <a:pathLst>
                <a:path w="5553075" h="3714750">
                  <a:moveTo>
                    <a:pt x="5499677" y="3714749"/>
                  </a:moveTo>
                  <a:lnTo>
                    <a:pt x="33047" y="3714749"/>
                  </a:lnTo>
                  <a:lnTo>
                    <a:pt x="4833" y="3686470"/>
                  </a:lnTo>
                  <a:lnTo>
                    <a:pt x="0" y="3665177"/>
                  </a:lnTo>
                  <a:lnTo>
                    <a:pt x="0" y="365759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499677" y="0"/>
                  </a:lnTo>
                  <a:lnTo>
                    <a:pt x="5538989" y="19392"/>
                  </a:lnTo>
                  <a:lnTo>
                    <a:pt x="5553075" y="53397"/>
                  </a:lnTo>
                  <a:lnTo>
                    <a:pt x="5553075" y="3661352"/>
                  </a:lnTo>
                  <a:lnTo>
                    <a:pt x="5533682" y="3700663"/>
                  </a:lnTo>
                  <a:lnTo>
                    <a:pt x="5503393" y="3714383"/>
                  </a:lnTo>
                  <a:lnTo>
                    <a:pt x="5499677" y="37147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38874" y="1676399"/>
              <a:ext cx="52069" cy="3714750"/>
            </a:xfrm>
            <a:custGeom>
              <a:avLst/>
              <a:gdLst/>
              <a:ahLst/>
              <a:cxnLst/>
              <a:rect l="l" t="t" r="r" b="b"/>
              <a:pathLst>
                <a:path w="52070" h="3714750">
                  <a:moveTo>
                    <a:pt x="51889" y="3714749"/>
                  </a:moveTo>
                  <a:lnTo>
                    <a:pt x="49570" y="3714749"/>
                  </a:lnTo>
                  <a:lnTo>
                    <a:pt x="42280" y="3713298"/>
                  </a:lnTo>
                  <a:lnTo>
                    <a:pt x="7249" y="3686471"/>
                  </a:lnTo>
                  <a:lnTo>
                    <a:pt x="0" y="3665179"/>
                  </a:lnTo>
                  <a:lnTo>
                    <a:pt x="0" y="49569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51889" y="0"/>
                  </a:lnTo>
                  <a:lnTo>
                    <a:pt x="47398" y="5579"/>
                  </a:lnTo>
                  <a:lnTo>
                    <a:pt x="43678" y="16738"/>
                  </a:lnTo>
                  <a:lnTo>
                    <a:pt x="41237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657599"/>
                  </a:lnTo>
                  <a:lnTo>
                    <a:pt x="43678" y="3698010"/>
                  </a:lnTo>
                  <a:lnTo>
                    <a:pt x="47398" y="3709169"/>
                  </a:lnTo>
                  <a:lnTo>
                    <a:pt x="51889" y="3714749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71889" y="1772242"/>
            <a:ext cx="3447415" cy="20739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07340" indent="-233045">
              <a:lnSpc>
                <a:spcPct val="100000"/>
              </a:lnSpc>
              <a:spcBef>
                <a:spcPts val="320"/>
              </a:spcBef>
              <a:buClr>
                <a:srgbClr val="CBD5E1"/>
              </a:buClr>
              <a:buSzPct val="81818"/>
              <a:buFont typeface="Times New Roman"/>
              <a:buAutoNum type="arabicPlain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Notre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classe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Etudiant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correcte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85714"/>
              <a:buAutoNum type="arabicPlain"/>
              <a:tabLst>
                <a:tab pos="234315" algn="l"/>
              </a:tabLst>
            </a:pP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Set</a:t>
            </a:r>
            <a:r>
              <a:rPr sz="950" spc="114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s2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950" b="1" spc="38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7C3AEC"/>
                </a:solidFill>
                <a:latin typeface="Times New Roman"/>
                <a:cs typeface="Times New Roman"/>
              </a:rPr>
              <a:t>HashSet</a:t>
            </a:r>
            <a:r>
              <a:rPr sz="1050" spc="35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spc="18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15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3</a:t>
            </a:r>
            <a:endParaRPr sz="90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220"/>
              </a:spcBef>
              <a:buClr>
                <a:srgbClr val="CBD5E1"/>
              </a:buClr>
              <a:buSzPct val="81818"/>
              <a:buFont typeface="Times New Roman"/>
              <a:buAutoNum type="arabicPlain" startAt="4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Ajout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deux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objets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métier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"identiques"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85714"/>
              <a:buAutoNum type="arabicPlain" startAt="4"/>
              <a:tabLst>
                <a:tab pos="234315" algn="l"/>
              </a:tabLst>
            </a:pP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s2.add(</a:t>
            </a:r>
            <a:r>
              <a:rPr sz="950" b="1" spc="110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950" b="1" spc="37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2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16A24A"/>
                </a:solidFill>
                <a:latin typeface="Times New Roman"/>
                <a:cs typeface="Times New Roman"/>
              </a:rPr>
              <a:t>"Ndiaye"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0890B1"/>
                </a:solidFill>
                <a:latin typeface="Times New Roman"/>
                <a:cs typeface="Times New Roman"/>
              </a:rPr>
              <a:t>14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85714"/>
              <a:buAutoNum type="arabicPlain" startAt="4"/>
              <a:tabLst>
                <a:tab pos="234315" algn="l"/>
              </a:tabLst>
            </a:pP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s2.add(</a:t>
            </a:r>
            <a:r>
              <a:rPr sz="950" b="1" spc="110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950" b="1" spc="38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2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85" dirty="0">
                <a:solidFill>
                  <a:srgbClr val="16A24A"/>
                </a:solidFill>
                <a:latin typeface="Times New Roman"/>
                <a:cs typeface="Times New Roman"/>
              </a:rPr>
              <a:t>"Fall"</a:t>
            </a:r>
            <a:r>
              <a:rPr sz="1050" spc="185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0890B1"/>
                </a:solidFill>
                <a:latin typeface="Times New Roman"/>
                <a:cs typeface="Times New Roman"/>
              </a:rPr>
              <a:t>12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15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7</a:t>
            </a:r>
            <a:endParaRPr sz="90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220"/>
              </a:spcBef>
              <a:buClr>
                <a:srgbClr val="CBD5E1"/>
              </a:buClr>
              <a:buSzPct val="81818"/>
              <a:buFont typeface="Times New Roman"/>
              <a:buAutoNum type="arabicPlain" startAt="8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Résultat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correct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85714"/>
              <a:buAutoNum type="arabicPlain" startAt="8"/>
              <a:tabLst>
                <a:tab pos="234315" algn="l"/>
              </a:tabLst>
            </a:pPr>
            <a:r>
              <a:rPr sz="1050" spc="160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.out.println(s2.size());</a:t>
            </a:r>
            <a:endParaRPr sz="1050">
              <a:latin typeface="Times New Roman"/>
              <a:cs typeface="Times New Roman"/>
            </a:endParaRPr>
          </a:p>
          <a:p>
            <a:pPr marL="307340" indent="-295275">
              <a:lnSpc>
                <a:spcPct val="100000"/>
              </a:lnSpc>
              <a:spcBef>
                <a:spcPts val="140"/>
              </a:spcBef>
              <a:buClr>
                <a:srgbClr val="CBD5E1"/>
              </a:buClr>
              <a:buSzPct val="81818"/>
              <a:buFont typeface="Times New Roman"/>
              <a:buAutoNum type="arabicPlain" startAt="8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94A2B8"/>
                </a:solidFill>
                <a:latin typeface="Apple Color Emoji"/>
                <a:cs typeface="Apple Color Emoji"/>
              </a:rPr>
              <a:t>✅</a:t>
            </a:r>
            <a:r>
              <a:rPr sz="1150" spc="-550" dirty="0">
                <a:solidFill>
                  <a:srgbClr val="94A2B8"/>
                </a:solidFill>
                <a:latin typeface="Apple Color Emoji"/>
                <a:cs typeface="Apple Color Emoji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Affiche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1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5" dirty="0">
                <a:solidFill>
                  <a:srgbClr val="94A2B8"/>
                </a:solidFill>
                <a:latin typeface="Times New Roman"/>
                <a:cs typeface="Times New Roman"/>
              </a:rPr>
              <a:t>(doublon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détecté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et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ignoré)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900" spc="-25" dirty="0">
                <a:solidFill>
                  <a:srgbClr val="CBD5E1"/>
                </a:solidFill>
                <a:latin typeface="Times New Roman"/>
                <a:cs typeface="Times New Roman"/>
              </a:rPr>
              <a:t>11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238873" y="5534024"/>
            <a:ext cx="847725" cy="266700"/>
            <a:chOff x="6238873" y="5534024"/>
            <a:chExt cx="847725" cy="266700"/>
          </a:xfrm>
        </p:grpSpPr>
        <p:sp>
          <p:nvSpPr>
            <p:cNvPr id="28" name="object 28"/>
            <p:cNvSpPr/>
            <p:nvPr/>
          </p:nvSpPr>
          <p:spPr>
            <a:xfrm>
              <a:off x="6243636" y="5538787"/>
              <a:ext cx="838200" cy="257175"/>
            </a:xfrm>
            <a:custGeom>
              <a:avLst/>
              <a:gdLst/>
              <a:ahLst/>
              <a:cxnLst/>
              <a:rect l="l" t="t" r="r" b="b"/>
              <a:pathLst>
                <a:path w="838200" h="257175">
                  <a:moveTo>
                    <a:pt x="809283" y="257174"/>
                  </a:moveTo>
                  <a:lnTo>
                    <a:pt x="28916" y="257174"/>
                  </a:lnTo>
                  <a:lnTo>
                    <a:pt x="24663" y="256328"/>
                  </a:lnTo>
                  <a:lnTo>
                    <a:pt x="0" y="228257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809283" y="0"/>
                  </a:lnTo>
                  <a:lnTo>
                    <a:pt x="838199" y="28916"/>
                  </a:lnTo>
                  <a:lnTo>
                    <a:pt x="838199" y="228257"/>
                  </a:lnTo>
                  <a:lnTo>
                    <a:pt x="813535" y="256328"/>
                  </a:lnTo>
                  <a:lnTo>
                    <a:pt x="809283" y="25717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43636" y="5538787"/>
              <a:ext cx="838200" cy="257175"/>
            </a:xfrm>
            <a:custGeom>
              <a:avLst/>
              <a:gdLst/>
              <a:ahLst/>
              <a:cxnLst/>
              <a:rect l="l" t="t" r="r" b="b"/>
              <a:pathLst>
                <a:path w="838200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4" y="4228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804863" y="0"/>
                  </a:lnTo>
                  <a:lnTo>
                    <a:pt x="809283" y="0"/>
                  </a:lnTo>
                  <a:lnTo>
                    <a:pt x="813535" y="845"/>
                  </a:lnTo>
                  <a:lnTo>
                    <a:pt x="817620" y="2537"/>
                  </a:lnTo>
                  <a:lnTo>
                    <a:pt x="821704" y="4228"/>
                  </a:lnTo>
                  <a:lnTo>
                    <a:pt x="825310" y="6637"/>
                  </a:lnTo>
                  <a:lnTo>
                    <a:pt x="828435" y="9763"/>
                  </a:lnTo>
                  <a:lnTo>
                    <a:pt x="831561" y="12889"/>
                  </a:lnTo>
                  <a:lnTo>
                    <a:pt x="838200" y="33337"/>
                  </a:lnTo>
                  <a:lnTo>
                    <a:pt x="838200" y="223837"/>
                  </a:lnTo>
                  <a:lnTo>
                    <a:pt x="828435" y="247409"/>
                  </a:lnTo>
                  <a:lnTo>
                    <a:pt x="825310" y="250535"/>
                  </a:lnTo>
                  <a:lnTo>
                    <a:pt x="804863" y="257174"/>
                  </a:lnTo>
                  <a:lnTo>
                    <a:pt x="33338" y="257174"/>
                  </a:lnTo>
                  <a:lnTo>
                    <a:pt x="28916" y="257174"/>
                  </a:lnTo>
                  <a:lnTo>
                    <a:pt x="24663" y="256328"/>
                  </a:lnTo>
                  <a:lnTo>
                    <a:pt x="20579" y="254636"/>
                  </a:lnTo>
                  <a:lnTo>
                    <a:pt x="16494" y="252945"/>
                  </a:lnTo>
                  <a:lnTo>
                    <a:pt x="12889" y="250535"/>
                  </a:lnTo>
                  <a:lnTo>
                    <a:pt x="9764" y="247409"/>
                  </a:lnTo>
                  <a:lnTo>
                    <a:pt x="6638" y="244283"/>
                  </a:lnTo>
                  <a:lnTo>
                    <a:pt x="4229" y="240678"/>
                  </a:lnTo>
                  <a:lnTo>
                    <a:pt x="2537" y="236594"/>
                  </a:lnTo>
                  <a:lnTo>
                    <a:pt x="845" y="232509"/>
                  </a:lnTo>
                  <a:lnTo>
                    <a:pt x="0" y="228257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DBF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330949" y="5555983"/>
            <a:ext cx="65849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spc="-55" dirty="0">
                <a:solidFill>
                  <a:srgbClr val="15803C"/>
                </a:solidFill>
                <a:latin typeface="Arial"/>
                <a:cs typeface="Arial"/>
              </a:rPr>
              <a:t>SOLUTION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26174" y="5828386"/>
            <a:ext cx="3230880" cy="64452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305"/>
              </a:spcBef>
              <a:buSzPct val="114285"/>
              <a:buFont typeface="Arial"/>
              <a:buChar char="•"/>
              <a:tabLst>
                <a:tab pos="125730" algn="l"/>
              </a:tabLst>
            </a:pP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hashCode()</a:t>
            </a:r>
            <a:r>
              <a:rPr sz="1050" spc="-32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envoie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vers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465469"/>
                </a:solidFill>
                <a:latin typeface="Arial"/>
                <a:cs typeface="Arial"/>
              </a:rPr>
              <a:t>même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bucket.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spcBef>
                <a:spcPts val="210"/>
              </a:spcBef>
              <a:buSzPct val="114285"/>
              <a:buFont typeface="Arial"/>
              <a:buChar char="•"/>
              <a:tabLst>
                <a:tab pos="125730" algn="l"/>
              </a:tabLst>
            </a:pP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equals()</a:t>
            </a:r>
            <a:r>
              <a:rPr sz="1050" spc="-33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confirme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que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c'est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le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465469"/>
                </a:solidFill>
                <a:latin typeface="Arial"/>
                <a:cs typeface="Arial"/>
              </a:rPr>
              <a:t>même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matricule.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spcBef>
                <a:spcPts val="135"/>
              </a:spcBef>
              <a:buChar char="•"/>
              <a:tabLst>
                <a:tab pos="125730" algn="l"/>
              </a:tabLst>
            </a:pPr>
            <a:r>
              <a:rPr sz="1200" spc="-80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deuxième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ajout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est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silencieusement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ignoré.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3" name="object 33"/>
            <p:cNvSpPr/>
            <p:nvPr/>
          </p:nvSpPr>
          <p:spPr>
            <a:xfrm>
              <a:off x="5981699" y="6800849"/>
              <a:ext cx="6210300" cy="57150"/>
            </a:xfrm>
            <a:custGeom>
              <a:avLst/>
              <a:gdLst/>
              <a:ahLst/>
              <a:cxnLst/>
              <a:rect l="l" t="t" r="r" b="b"/>
              <a:pathLst>
                <a:path w="6210300" h="57150">
                  <a:moveTo>
                    <a:pt x="0" y="57149"/>
                  </a:moveTo>
                  <a:lnTo>
                    <a:pt x="6210299" y="57149"/>
                  </a:lnTo>
                  <a:lnTo>
                    <a:pt x="62102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6800849"/>
              <a:ext cx="5981700" cy="57150"/>
            </a:xfrm>
            <a:custGeom>
              <a:avLst/>
              <a:gdLst/>
              <a:ahLst/>
              <a:cxnLst/>
              <a:rect l="l" t="t" r="r" b="b"/>
              <a:pathLst>
                <a:path w="5981700" h="57150">
                  <a:moveTo>
                    <a:pt x="59816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5981699" y="0"/>
                  </a:lnTo>
                  <a:lnTo>
                    <a:pt x="598169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28/57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TreeSet</a:t>
            </a:r>
            <a:r>
              <a:rPr spc="-155" dirty="0"/>
              <a:t> </a:t>
            </a:r>
            <a:r>
              <a:rPr spc="-130" dirty="0"/>
              <a:t>:</a:t>
            </a:r>
            <a:r>
              <a:rPr spc="-155" dirty="0"/>
              <a:t> </a:t>
            </a:r>
            <a:r>
              <a:rPr spc="-175" dirty="0"/>
              <a:t>ordre</a:t>
            </a:r>
            <a:r>
              <a:rPr spc="-155" dirty="0"/>
              <a:t> </a:t>
            </a:r>
            <a:r>
              <a:rPr spc="-145" dirty="0"/>
              <a:t>naturel</a:t>
            </a:r>
            <a:r>
              <a:rPr spc="-155" dirty="0"/>
              <a:t> </a:t>
            </a:r>
            <a:r>
              <a:rPr spc="-85" dirty="0"/>
              <a:t>et</a:t>
            </a:r>
            <a:r>
              <a:rPr spc="-155" dirty="0"/>
              <a:t> </a:t>
            </a:r>
            <a:r>
              <a:rPr spc="-145" dirty="0"/>
              <a:t>Comparator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71624" y="5038724"/>
            <a:ext cx="9048750" cy="685800"/>
            <a:chOff x="1571624" y="5038724"/>
            <a:chExt cx="9048750" cy="685800"/>
          </a:xfrm>
        </p:grpSpPr>
        <p:sp>
          <p:nvSpPr>
            <p:cNvPr id="4" name="object 4"/>
            <p:cNvSpPr/>
            <p:nvPr/>
          </p:nvSpPr>
          <p:spPr>
            <a:xfrm>
              <a:off x="1576387" y="5043487"/>
              <a:ext cx="9039225" cy="676275"/>
            </a:xfrm>
            <a:custGeom>
              <a:avLst/>
              <a:gdLst/>
              <a:ahLst/>
              <a:cxnLst/>
              <a:rect l="l" t="t" r="r" b="b"/>
              <a:pathLst>
                <a:path w="9039225" h="676275">
                  <a:moveTo>
                    <a:pt x="8972477" y="676274"/>
                  </a:moveTo>
                  <a:lnTo>
                    <a:pt x="66747" y="676274"/>
                  </a:lnTo>
                  <a:lnTo>
                    <a:pt x="62101" y="675817"/>
                  </a:lnTo>
                  <a:lnTo>
                    <a:pt x="24240" y="658667"/>
                  </a:lnTo>
                  <a:lnTo>
                    <a:pt x="2287" y="623374"/>
                  </a:lnTo>
                  <a:lnTo>
                    <a:pt x="0" y="609527"/>
                  </a:lnTo>
                  <a:lnTo>
                    <a:pt x="0" y="6048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8972477" y="0"/>
                  </a:lnTo>
                  <a:lnTo>
                    <a:pt x="9011374" y="14645"/>
                  </a:lnTo>
                  <a:lnTo>
                    <a:pt x="9035580" y="48433"/>
                  </a:lnTo>
                  <a:lnTo>
                    <a:pt x="9039224" y="66746"/>
                  </a:lnTo>
                  <a:lnTo>
                    <a:pt x="9039224" y="609527"/>
                  </a:lnTo>
                  <a:lnTo>
                    <a:pt x="9024578" y="648425"/>
                  </a:lnTo>
                  <a:lnTo>
                    <a:pt x="8990790" y="672631"/>
                  </a:lnTo>
                  <a:lnTo>
                    <a:pt x="8977122" y="675817"/>
                  </a:lnTo>
                  <a:lnTo>
                    <a:pt x="8972477" y="676274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76387" y="5043487"/>
              <a:ext cx="9039225" cy="676275"/>
            </a:xfrm>
            <a:custGeom>
              <a:avLst/>
              <a:gdLst/>
              <a:ahLst/>
              <a:cxnLst/>
              <a:rect l="l" t="t" r="r" b="b"/>
              <a:pathLst>
                <a:path w="9039225" h="676275">
                  <a:moveTo>
                    <a:pt x="0" y="6048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9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8967786" y="0"/>
                  </a:lnTo>
                  <a:lnTo>
                    <a:pt x="8972477" y="0"/>
                  </a:lnTo>
                  <a:lnTo>
                    <a:pt x="8977122" y="457"/>
                  </a:lnTo>
                  <a:lnTo>
                    <a:pt x="8981723" y="1372"/>
                  </a:lnTo>
                  <a:lnTo>
                    <a:pt x="8986324" y="2287"/>
                  </a:lnTo>
                  <a:lnTo>
                    <a:pt x="9018300" y="20923"/>
                  </a:lnTo>
                  <a:lnTo>
                    <a:pt x="9021617" y="24239"/>
                  </a:lnTo>
                  <a:lnTo>
                    <a:pt x="9024578" y="27848"/>
                  </a:lnTo>
                  <a:lnTo>
                    <a:pt x="9027184" y="31748"/>
                  </a:lnTo>
                  <a:lnTo>
                    <a:pt x="9029791" y="35648"/>
                  </a:lnTo>
                  <a:lnTo>
                    <a:pt x="9039224" y="66746"/>
                  </a:lnTo>
                  <a:lnTo>
                    <a:pt x="9039224" y="71437"/>
                  </a:lnTo>
                  <a:lnTo>
                    <a:pt x="9039224" y="604837"/>
                  </a:lnTo>
                  <a:lnTo>
                    <a:pt x="9039224" y="609527"/>
                  </a:lnTo>
                  <a:lnTo>
                    <a:pt x="9038767" y="614173"/>
                  </a:lnTo>
                  <a:lnTo>
                    <a:pt x="9037852" y="618773"/>
                  </a:lnTo>
                  <a:lnTo>
                    <a:pt x="9036936" y="623374"/>
                  </a:lnTo>
                  <a:lnTo>
                    <a:pt x="9035580" y="627841"/>
                  </a:lnTo>
                  <a:lnTo>
                    <a:pt x="9033786" y="632174"/>
                  </a:lnTo>
                  <a:lnTo>
                    <a:pt x="9031992" y="636508"/>
                  </a:lnTo>
                  <a:lnTo>
                    <a:pt x="9029791" y="640624"/>
                  </a:lnTo>
                  <a:lnTo>
                    <a:pt x="9027184" y="644525"/>
                  </a:lnTo>
                  <a:lnTo>
                    <a:pt x="9024578" y="648425"/>
                  </a:lnTo>
                  <a:lnTo>
                    <a:pt x="9021617" y="652034"/>
                  </a:lnTo>
                  <a:lnTo>
                    <a:pt x="9018300" y="655351"/>
                  </a:lnTo>
                  <a:lnTo>
                    <a:pt x="9014982" y="658667"/>
                  </a:lnTo>
                  <a:lnTo>
                    <a:pt x="8995123" y="670836"/>
                  </a:lnTo>
                  <a:lnTo>
                    <a:pt x="8990790" y="672631"/>
                  </a:lnTo>
                  <a:lnTo>
                    <a:pt x="8986324" y="673986"/>
                  </a:lnTo>
                  <a:lnTo>
                    <a:pt x="8981723" y="674901"/>
                  </a:lnTo>
                  <a:lnTo>
                    <a:pt x="8977122" y="675817"/>
                  </a:lnTo>
                  <a:lnTo>
                    <a:pt x="8972477" y="676274"/>
                  </a:lnTo>
                  <a:lnTo>
                    <a:pt x="8967786" y="676274"/>
                  </a:lnTo>
                  <a:lnTo>
                    <a:pt x="71437" y="676274"/>
                  </a:lnTo>
                  <a:lnTo>
                    <a:pt x="66747" y="676274"/>
                  </a:lnTo>
                  <a:lnTo>
                    <a:pt x="62101" y="675817"/>
                  </a:lnTo>
                  <a:lnTo>
                    <a:pt x="57500" y="674901"/>
                  </a:lnTo>
                  <a:lnTo>
                    <a:pt x="52900" y="673986"/>
                  </a:lnTo>
                  <a:lnTo>
                    <a:pt x="48433" y="672631"/>
                  </a:lnTo>
                  <a:lnTo>
                    <a:pt x="44099" y="670836"/>
                  </a:lnTo>
                  <a:lnTo>
                    <a:pt x="39766" y="669041"/>
                  </a:lnTo>
                  <a:lnTo>
                    <a:pt x="35649" y="666841"/>
                  </a:lnTo>
                  <a:lnTo>
                    <a:pt x="31749" y="664234"/>
                  </a:lnTo>
                  <a:lnTo>
                    <a:pt x="27848" y="661629"/>
                  </a:lnTo>
                  <a:lnTo>
                    <a:pt x="24240" y="658667"/>
                  </a:lnTo>
                  <a:lnTo>
                    <a:pt x="20923" y="655351"/>
                  </a:lnTo>
                  <a:lnTo>
                    <a:pt x="17606" y="652034"/>
                  </a:lnTo>
                  <a:lnTo>
                    <a:pt x="5437" y="632174"/>
                  </a:lnTo>
                  <a:lnTo>
                    <a:pt x="3642" y="627841"/>
                  </a:lnTo>
                  <a:lnTo>
                    <a:pt x="2287" y="623374"/>
                  </a:lnTo>
                  <a:lnTo>
                    <a:pt x="1372" y="618773"/>
                  </a:lnTo>
                  <a:lnTo>
                    <a:pt x="457" y="614173"/>
                  </a:lnTo>
                  <a:lnTo>
                    <a:pt x="0" y="609527"/>
                  </a:lnTo>
                  <a:lnTo>
                    <a:pt x="0" y="604837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4824" y="5280024"/>
              <a:ext cx="136525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044700" y="5114011"/>
            <a:ext cx="8345805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95"/>
              </a:spcBef>
            </a:pPr>
            <a:r>
              <a:rPr sz="1200" spc="-65" dirty="0">
                <a:solidFill>
                  <a:srgbClr val="993312"/>
                </a:solidFill>
                <a:latin typeface="Arial"/>
                <a:cs typeface="Arial"/>
              </a:rPr>
              <a:t>Rappel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993312"/>
                </a:solidFill>
                <a:latin typeface="Arial"/>
                <a:cs typeface="Arial"/>
              </a:rPr>
              <a:t>Pour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93312"/>
                </a:solidFill>
                <a:latin typeface="Arial"/>
                <a:cs typeface="Arial"/>
              </a:rPr>
              <a:t>qu'un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93312"/>
                </a:solidFill>
                <a:latin typeface="Monaco"/>
                <a:cs typeface="Monaco"/>
              </a:rPr>
              <a:t>TreeSet</a:t>
            </a:r>
            <a:r>
              <a:rPr sz="1050" spc="-33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200" spc="-25" dirty="0">
                <a:solidFill>
                  <a:srgbClr val="993312"/>
                </a:solidFill>
                <a:latin typeface="Arial"/>
                <a:cs typeface="Arial"/>
              </a:rPr>
              <a:t>fonctionne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993312"/>
                </a:solidFill>
                <a:latin typeface="Arial"/>
                <a:cs typeface="Arial"/>
              </a:rPr>
              <a:t>sans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93312"/>
                </a:solidFill>
                <a:latin typeface="Monaco"/>
                <a:cs typeface="Monaco"/>
              </a:rPr>
              <a:t>Comparator</a:t>
            </a:r>
            <a:r>
              <a:rPr sz="1200" dirty="0">
                <a:solidFill>
                  <a:srgbClr val="993312"/>
                </a:solidFill>
                <a:latin typeface="Arial"/>
                <a:cs typeface="Arial"/>
              </a:rPr>
              <a:t>,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la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classe stockée </a:t>
            </a:r>
            <a:r>
              <a:rPr sz="1200" spc="-95" dirty="0">
                <a:solidFill>
                  <a:srgbClr val="993312"/>
                </a:solidFill>
                <a:latin typeface="Arial"/>
                <a:cs typeface="Arial"/>
              </a:rPr>
              <a:t>DOIT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implémenter </a:t>
            </a:r>
            <a:r>
              <a:rPr sz="1200" spc="-10" dirty="0">
                <a:solidFill>
                  <a:srgbClr val="993312"/>
                </a:solidFill>
                <a:latin typeface="Arial"/>
                <a:cs typeface="Arial"/>
              </a:rPr>
              <a:t>l'interface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93312"/>
                </a:solidFill>
                <a:latin typeface="Monaco"/>
                <a:cs typeface="Monaco"/>
              </a:rPr>
              <a:t>Comparable&lt;T&gt;</a:t>
            </a:r>
            <a:r>
              <a:rPr sz="1200" dirty="0">
                <a:solidFill>
                  <a:srgbClr val="993312"/>
                </a:solidFill>
                <a:latin typeface="Arial"/>
                <a:cs typeface="Arial"/>
              </a:rPr>
              <a:t>.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Sinon, 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une</a:t>
            </a:r>
            <a:r>
              <a:rPr sz="12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93312"/>
                </a:solidFill>
                <a:latin typeface="Monaco"/>
                <a:cs typeface="Monaco"/>
              </a:rPr>
              <a:t>ClassCastException</a:t>
            </a:r>
            <a:r>
              <a:rPr sz="1050" spc="-34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est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993312"/>
                </a:solidFill>
                <a:latin typeface="Arial"/>
                <a:cs typeface="Arial"/>
              </a:rPr>
              <a:t>levée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993312"/>
                </a:solidFill>
                <a:latin typeface="Arial"/>
                <a:cs typeface="Arial"/>
              </a:rPr>
              <a:t>à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93312"/>
                </a:solidFill>
                <a:latin typeface="Arial"/>
                <a:cs typeface="Arial"/>
              </a:rPr>
              <a:t>l'exécution.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99616" y="1746504"/>
            <a:ext cx="9192895" cy="3213100"/>
            <a:chOff x="1499616" y="1746504"/>
            <a:chExt cx="9192895" cy="3213100"/>
          </a:xfrm>
        </p:grpSpPr>
        <p:sp>
          <p:nvSpPr>
            <p:cNvPr id="9" name="object 9"/>
            <p:cNvSpPr/>
            <p:nvPr/>
          </p:nvSpPr>
          <p:spPr>
            <a:xfrm>
              <a:off x="1499616" y="1746504"/>
              <a:ext cx="9192895" cy="3213100"/>
            </a:xfrm>
            <a:custGeom>
              <a:avLst/>
              <a:gdLst/>
              <a:ahLst/>
              <a:cxnLst/>
              <a:rect l="l" t="t" r="r" b="b"/>
              <a:pathLst>
                <a:path w="9192895" h="3213100">
                  <a:moveTo>
                    <a:pt x="9192768" y="3212592"/>
                  </a:moveTo>
                  <a:lnTo>
                    <a:pt x="0" y="3212592"/>
                  </a:lnTo>
                  <a:lnTo>
                    <a:pt x="0" y="0"/>
                  </a:lnTo>
                  <a:lnTo>
                    <a:pt x="9192768" y="0"/>
                  </a:lnTo>
                  <a:lnTo>
                    <a:pt x="9192768" y="44195"/>
                  </a:lnTo>
                  <a:lnTo>
                    <a:pt x="129158" y="44195"/>
                  </a:lnTo>
                  <a:lnTo>
                    <a:pt x="119656" y="45067"/>
                  </a:lnTo>
                  <a:lnTo>
                    <a:pt x="85021" y="73538"/>
                  </a:lnTo>
                  <a:lnTo>
                    <a:pt x="81533" y="91820"/>
                  </a:lnTo>
                  <a:lnTo>
                    <a:pt x="81533" y="3044570"/>
                  </a:lnTo>
                  <a:lnTo>
                    <a:pt x="102818" y="3084349"/>
                  </a:lnTo>
                  <a:lnTo>
                    <a:pt x="129158" y="3092195"/>
                  </a:lnTo>
                  <a:lnTo>
                    <a:pt x="9192768" y="3092195"/>
                  </a:lnTo>
                  <a:lnTo>
                    <a:pt x="9192768" y="3212592"/>
                  </a:lnTo>
                  <a:close/>
                </a:path>
                <a:path w="9192895" h="3213100">
                  <a:moveTo>
                    <a:pt x="9192768" y="3092195"/>
                  </a:moveTo>
                  <a:lnTo>
                    <a:pt x="9063608" y="3092195"/>
                  </a:lnTo>
                  <a:lnTo>
                    <a:pt x="9073110" y="3091323"/>
                  </a:lnTo>
                  <a:lnTo>
                    <a:pt x="9081890" y="3088708"/>
                  </a:lnTo>
                  <a:lnTo>
                    <a:pt x="9110361" y="3054072"/>
                  </a:lnTo>
                  <a:lnTo>
                    <a:pt x="9111233" y="3044570"/>
                  </a:lnTo>
                  <a:lnTo>
                    <a:pt x="9111233" y="91820"/>
                  </a:lnTo>
                  <a:lnTo>
                    <a:pt x="9089947" y="52042"/>
                  </a:lnTo>
                  <a:lnTo>
                    <a:pt x="9063608" y="44195"/>
                  </a:lnTo>
                  <a:lnTo>
                    <a:pt x="9192768" y="44195"/>
                  </a:lnTo>
                  <a:lnTo>
                    <a:pt x="9192768" y="3092195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0674" y="1781174"/>
              <a:ext cx="9029700" cy="3067050"/>
            </a:xfrm>
            <a:custGeom>
              <a:avLst/>
              <a:gdLst/>
              <a:ahLst/>
              <a:cxnLst/>
              <a:rect l="l" t="t" r="r" b="b"/>
              <a:pathLst>
                <a:path w="9029700" h="3067050">
                  <a:moveTo>
                    <a:pt x="8976301" y="3067049"/>
                  </a:moveTo>
                  <a:lnTo>
                    <a:pt x="33047" y="3067049"/>
                  </a:lnTo>
                  <a:lnTo>
                    <a:pt x="28187" y="3065599"/>
                  </a:lnTo>
                  <a:lnTo>
                    <a:pt x="966" y="3024767"/>
                  </a:lnTo>
                  <a:lnTo>
                    <a:pt x="0" y="3017478"/>
                  </a:lnTo>
                  <a:lnTo>
                    <a:pt x="0" y="300989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976301" y="0"/>
                  </a:lnTo>
                  <a:lnTo>
                    <a:pt x="9015613" y="19392"/>
                  </a:lnTo>
                  <a:lnTo>
                    <a:pt x="9029699" y="53397"/>
                  </a:lnTo>
                  <a:lnTo>
                    <a:pt x="9029699" y="3013652"/>
                  </a:lnTo>
                  <a:lnTo>
                    <a:pt x="9010305" y="3052963"/>
                  </a:lnTo>
                  <a:lnTo>
                    <a:pt x="8980017" y="3066683"/>
                  </a:lnTo>
                  <a:lnTo>
                    <a:pt x="8976301" y="30670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71624" y="1781174"/>
              <a:ext cx="52069" cy="3067050"/>
            </a:xfrm>
            <a:custGeom>
              <a:avLst/>
              <a:gdLst/>
              <a:ahLst/>
              <a:cxnLst/>
              <a:rect l="l" t="t" r="r" b="b"/>
              <a:pathLst>
                <a:path w="52069" h="3067050">
                  <a:moveTo>
                    <a:pt x="51889" y="3067049"/>
                  </a:moveTo>
                  <a:lnTo>
                    <a:pt x="49571" y="3067049"/>
                  </a:lnTo>
                  <a:lnTo>
                    <a:pt x="42281" y="3065599"/>
                  </a:lnTo>
                  <a:lnTo>
                    <a:pt x="7250" y="3038770"/>
                  </a:lnTo>
                  <a:lnTo>
                    <a:pt x="0" y="3017479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009899"/>
                  </a:lnTo>
                  <a:lnTo>
                    <a:pt x="43679" y="3050310"/>
                  </a:lnTo>
                  <a:lnTo>
                    <a:pt x="47399" y="3061469"/>
                  </a:lnTo>
                  <a:lnTo>
                    <a:pt x="51889" y="30670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857920" y="1950185"/>
          <a:ext cx="5185409" cy="1981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pPr marR="63500" algn="r">
                        <a:lnSpc>
                          <a:spcPts val="1055"/>
                        </a:lnSpc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065"/>
                        </a:lnSpc>
                      </a:pPr>
                      <a:r>
                        <a:rPr sz="1100" i="1" spc="2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i="1" spc="35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7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1.</a:t>
                      </a:r>
                      <a:r>
                        <a:rPr sz="1100" i="1" spc="35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Ordre</a:t>
                      </a:r>
                      <a:r>
                        <a:rPr sz="1100" i="1" spc="35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naturel</a:t>
                      </a:r>
                      <a:r>
                        <a:rPr sz="1100" i="1" spc="35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20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(utilise</a:t>
                      </a:r>
                      <a:r>
                        <a:rPr sz="1100" i="1" spc="35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5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compareTo()</a:t>
                      </a:r>
                      <a:r>
                        <a:rPr sz="1100" i="1" spc="35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6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100" i="1" spc="35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Comparable)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R="63500" algn="r">
                        <a:lnSpc>
                          <a:spcPts val="1240"/>
                        </a:lnSpc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050" spc="110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050" spc="11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1050" spc="110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Etudiant</a:t>
                      </a:r>
                      <a:r>
                        <a:rPr sz="1050" spc="11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050" spc="3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3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parMatricule</a:t>
                      </a:r>
                      <a:r>
                        <a:rPr sz="1050" spc="3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50" spc="36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950" b="1" spc="380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14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TreeSet</a:t>
                      </a:r>
                      <a:r>
                        <a:rPr sz="1050" spc="355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6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&gt;();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spc="12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parMatricule.add(</a:t>
                      </a:r>
                      <a:r>
                        <a:rPr sz="950" b="1" spc="120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950" b="1" spc="375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25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Etudiant</a:t>
                      </a:r>
                      <a:r>
                        <a:rPr sz="1050" spc="12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125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"C003"</a:t>
                      </a:r>
                      <a:r>
                        <a:rPr sz="1050" spc="12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050" spc="3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85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"Sow"</a:t>
                      </a:r>
                      <a:r>
                        <a:rPr sz="1050" spc="8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050" spc="3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65" dirty="0">
                          <a:solidFill>
                            <a:srgbClr val="0890B1"/>
                          </a:solidFill>
                          <a:latin typeface="Times New Roman"/>
                          <a:cs typeface="Times New Roman"/>
                        </a:rPr>
                        <a:t>13.0</a:t>
                      </a:r>
                      <a:r>
                        <a:rPr sz="1050" spc="16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));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R="63500" algn="r">
                        <a:lnSpc>
                          <a:spcPts val="1245"/>
                        </a:lnSpc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45"/>
                        </a:lnSpc>
                      </a:pPr>
                      <a:r>
                        <a:rPr sz="1050" spc="12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parMatricule.add(</a:t>
                      </a:r>
                      <a:r>
                        <a:rPr sz="950" b="1" spc="120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950" b="1" spc="385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20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Etudiant</a:t>
                      </a:r>
                      <a:r>
                        <a:rPr sz="1050" spc="12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120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"A001"</a:t>
                      </a:r>
                      <a:r>
                        <a:rPr sz="1050" spc="12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050" spc="36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20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"Ndiaye"</a:t>
                      </a:r>
                      <a:r>
                        <a:rPr sz="1050" spc="12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050" spc="36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65" dirty="0">
                          <a:solidFill>
                            <a:srgbClr val="0890B1"/>
                          </a:solidFill>
                          <a:latin typeface="Times New Roman"/>
                          <a:cs typeface="Times New Roman"/>
                        </a:rPr>
                        <a:t>14.5</a:t>
                      </a:r>
                      <a:r>
                        <a:rPr sz="1050" spc="16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));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spc="12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parMatricule.add(</a:t>
                      </a:r>
                      <a:r>
                        <a:rPr sz="950" b="1" spc="120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950" b="1" spc="385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25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Etudiant</a:t>
                      </a:r>
                      <a:r>
                        <a:rPr sz="1050" spc="12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125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"B002"</a:t>
                      </a:r>
                      <a:r>
                        <a:rPr sz="1050" spc="12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050" spc="36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85" dirty="0">
                          <a:solidFill>
                            <a:srgbClr val="16A24A"/>
                          </a:solidFill>
                          <a:latin typeface="Times New Roman"/>
                          <a:cs typeface="Times New Roman"/>
                        </a:rPr>
                        <a:t>"Fall"</a:t>
                      </a:r>
                      <a:r>
                        <a:rPr sz="1050" spc="18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050" spc="36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65" dirty="0">
                          <a:solidFill>
                            <a:srgbClr val="0890B1"/>
                          </a:solidFill>
                          <a:latin typeface="Times New Roman"/>
                          <a:cs typeface="Times New Roman"/>
                        </a:rPr>
                        <a:t>11.0</a:t>
                      </a:r>
                      <a:r>
                        <a:rPr sz="1050" spc="16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));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63500" algn="r">
                        <a:lnSpc>
                          <a:spcPts val="1245"/>
                        </a:lnSpc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305"/>
                        </a:lnSpc>
                      </a:pPr>
                      <a:r>
                        <a:rPr sz="1100" i="1" spc="2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1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Affichage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20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trié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9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auto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21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A001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6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Ndiaye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i="1" spc="29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|</a:t>
                      </a:r>
                      <a:r>
                        <a:rPr sz="1050" i="1" spc="33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B002</a:t>
                      </a:r>
                      <a:r>
                        <a:rPr sz="1100" i="1" spc="3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Fall</a:t>
                      </a:r>
                      <a:r>
                        <a:rPr sz="1100" i="1" spc="3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i="1" spc="29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|</a:t>
                      </a:r>
                      <a:r>
                        <a:rPr sz="1050" i="1" spc="33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C003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305"/>
                        </a:lnSpc>
                      </a:pP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100" i="1" spc="34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Sow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R="63500" algn="r">
                        <a:lnSpc>
                          <a:spcPts val="1240"/>
                        </a:lnSpc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050" spc="140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050" spc="14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.out.println(parMatricule);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R="63500" algn="r">
                        <a:lnSpc>
                          <a:spcPts val="1255"/>
                        </a:lnSpc>
                      </a:pPr>
                      <a:r>
                        <a:rPr sz="1050" spc="3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265"/>
                        </a:lnSpc>
                      </a:pPr>
                      <a:r>
                        <a:rPr sz="1100" i="1" spc="2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i="1" spc="4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7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2.</a:t>
                      </a:r>
                      <a:r>
                        <a:rPr sz="1100" i="1" spc="4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Ordre</a:t>
                      </a:r>
                      <a:r>
                        <a:rPr sz="1100" i="1" spc="4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11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personnalisé</a:t>
                      </a:r>
                      <a:r>
                        <a:rPr sz="1100" i="1" spc="4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7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avec</a:t>
                      </a:r>
                      <a:r>
                        <a:rPr sz="1100" i="1" spc="42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Comparator</a:t>
                      </a:r>
                      <a:r>
                        <a:rPr sz="1100" i="1" spc="420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65" dirty="0">
                          <a:solidFill>
                            <a:srgbClr val="94A2B8"/>
                          </a:solidFill>
                          <a:latin typeface="Times New Roman"/>
                          <a:cs typeface="Times New Roman"/>
                        </a:rPr>
                        <a:t>(lambda)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7480">
                <a:tc>
                  <a:txBody>
                    <a:bodyPr/>
                    <a:lstStyle/>
                    <a:p>
                      <a:pPr marR="63500" algn="r">
                        <a:lnSpc>
                          <a:spcPts val="1125"/>
                        </a:lnSpc>
                        <a:spcBef>
                          <a:spcPts val="20"/>
                        </a:spcBef>
                      </a:pPr>
                      <a:r>
                        <a:rPr sz="1050" spc="30" dirty="0">
                          <a:solidFill>
                            <a:srgbClr val="CBD5E1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125"/>
                        </a:lnSpc>
                        <a:spcBef>
                          <a:spcPts val="20"/>
                        </a:spcBef>
                      </a:pPr>
                      <a:r>
                        <a:rPr sz="1050" spc="110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050" spc="11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1050" spc="110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Etudiant</a:t>
                      </a:r>
                      <a:r>
                        <a:rPr sz="1050" spc="11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050" spc="3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parMoyenne</a:t>
                      </a:r>
                      <a:r>
                        <a:rPr sz="1050" spc="36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50" spc="35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950" b="1" spc="385" dirty="0">
                          <a:solidFill>
                            <a:srgbClr val="2562E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114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TreeSet</a:t>
                      </a:r>
                      <a:r>
                        <a:rPr sz="1050" spc="360" dirty="0">
                          <a:solidFill>
                            <a:srgbClr val="7C3AE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85" dirty="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&gt;(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876970" y="3919543"/>
            <a:ext cx="6483985" cy="77914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  <a:tabLst>
                <a:tab pos="378460" algn="l"/>
              </a:tabLst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12</a:t>
            </a: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.comparingDouble(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45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:getMoyenne).reversed()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304165" algn="l"/>
              </a:tabLst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13</a:t>
            </a: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050" spc="235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05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14"/>
              <a:tabLst>
                <a:tab pos="304165" algn="l"/>
                <a:tab pos="304800" algn="l"/>
              </a:tabLst>
            </a:pP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parMoyenne.addAll(parMatricule);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14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Affichage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0" dirty="0">
                <a:solidFill>
                  <a:srgbClr val="94A2B8"/>
                </a:solidFill>
                <a:latin typeface="Times New Roman"/>
                <a:cs typeface="Times New Roman"/>
              </a:rPr>
              <a:t>trié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moyenne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décroissante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Ndiaye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(14.5),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Sow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(13.0),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Fall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(11.0)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20223" y="1781174"/>
            <a:ext cx="1200150" cy="228600"/>
          </a:xfrm>
          <a:custGeom>
            <a:avLst/>
            <a:gdLst/>
            <a:ahLst/>
            <a:cxnLst/>
            <a:rect l="l" t="t" r="r" b="b"/>
            <a:pathLst>
              <a:path w="1200150" h="228600">
                <a:moveTo>
                  <a:pt x="1200150" y="228599"/>
                </a:moveTo>
                <a:lnTo>
                  <a:pt x="53397" y="228599"/>
                </a:lnTo>
                <a:lnTo>
                  <a:pt x="14085" y="209207"/>
                </a:lnTo>
                <a:lnTo>
                  <a:pt x="0" y="175202"/>
                </a:lnTo>
                <a:lnTo>
                  <a:pt x="0" y="171449"/>
                </a:lnTo>
                <a:lnTo>
                  <a:pt x="0" y="0"/>
                </a:lnTo>
                <a:lnTo>
                  <a:pt x="1146752" y="0"/>
                </a:lnTo>
                <a:lnTo>
                  <a:pt x="1150468" y="366"/>
                </a:lnTo>
                <a:lnTo>
                  <a:pt x="1186064" y="19392"/>
                </a:lnTo>
                <a:lnTo>
                  <a:pt x="1200150" y="53397"/>
                </a:lnTo>
                <a:lnTo>
                  <a:pt x="1200150" y="22859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506495" y="1812223"/>
            <a:ext cx="1031240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60" dirty="0">
                <a:solidFill>
                  <a:srgbClr val="64738B"/>
                </a:solidFill>
                <a:latin typeface="Times New Roman"/>
                <a:cs typeface="Times New Roman"/>
              </a:rPr>
              <a:t>TreeSetDemo.java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7" name="object 17"/>
            <p:cNvSpPr/>
            <p:nvPr/>
          </p:nvSpPr>
          <p:spPr>
            <a:xfrm>
              <a:off x="6200774" y="6800849"/>
              <a:ext cx="5991225" cy="57150"/>
            </a:xfrm>
            <a:custGeom>
              <a:avLst/>
              <a:gdLst/>
              <a:ahLst/>
              <a:cxnLst/>
              <a:rect l="l" t="t" r="r" b="b"/>
              <a:pathLst>
                <a:path w="5991225" h="57150">
                  <a:moveTo>
                    <a:pt x="0" y="57149"/>
                  </a:moveTo>
                  <a:lnTo>
                    <a:pt x="5991224" y="57149"/>
                  </a:lnTo>
                  <a:lnTo>
                    <a:pt x="59912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800849"/>
              <a:ext cx="6200775" cy="57150"/>
            </a:xfrm>
            <a:custGeom>
              <a:avLst/>
              <a:gdLst/>
              <a:ahLst/>
              <a:cxnLst/>
              <a:rect l="l" t="t" r="r" b="b"/>
              <a:pathLst>
                <a:path w="6200775" h="57150">
                  <a:moveTo>
                    <a:pt x="62007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6200774" y="0"/>
                  </a:lnTo>
                  <a:lnTo>
                    <a:pt x="62007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29/57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1305" y="314554"/>
            <a:ext cx="367497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: rappels et pièges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305" y="981151"/>
            <a:ext cx="11430000" cy="1143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6598" y="1190549"/>
            <a:ext cx="381305" cy="381305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3407" y="1266444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8098" y="1171346"/>
            <a:ext cx="10449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JAMAIS modifier l'attribut identitaire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1238098" y="1505102"/>
            <a:ext cx="104113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vous modifiez le matricule d'un étudiant APRÈS l'avoir ajouté dans un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HashSet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un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LinkedHashSet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son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hashCode()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change. Il reste physiquement dans l'ancien bucket mais logiciellement introuvable par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contains()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remove()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! 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1305" y="2314346"/>
            <a:ext cx="11430000" cy="11430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66598" y="2523744"/>
            <a:ext cx="381305" cy="381305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714146" y="2600554"/>
            <a:ext cx="286207" cy="2286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38098" y="2505456"/>
            <a:ext cx="10449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Cohérence equals / compareTo pour TreeSet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1238098" y="2838298"/>
            <a:ext cx="104113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TreeSet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utilise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compareTo()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(ou un Comparator) pour déterminer l'égalité, PAS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equals()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compareTo() == 0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le TreeSet considère qu'il s'agit d'un doublon, même si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equals()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renvoie false. Assurez-vous qu'ils sont cohérents ! 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81305" y="3648456"/>
            <a:ext cx="11430000" cy="11430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66598" y="3857854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714146" y="3933749"/>
            <a:ext cx="286207" cy="2286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238098" y="3838651"/>
            <a:ext cx="10449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Parcours possible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1238098" y="4172407"/>
            <a:ext cx="104113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Même s'il n'y a pas d'index (pas de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get(i)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on peut parcourir un Set avec une boucle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for-each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un </a:t>
            </a:r>
            <a:r>
              <a:rPr lang="en-US" sz="10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Iterator</a:t>
            </a: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L'ordre dépendra de l'implémentation (aléatoire pour HashSet, trié pour TreeSet). </a:t>
            </a:r>
            <a:endParaRPr lang="en-US" sz="1100" dirty="0"/>
          </a:p>
        </p:txBody>
      </p:sp>
      <p:sp>
        <p:nvSpPr>
          <p:cNvPr id="21" name="Text 12"/>
          <p:cNvSpPr txBox="1"/>
          <p:nvPr/>
        </p:nvSpPr>
        <p:spPr>
          <a:xfrm>
            <a:off x="11637569" y="6543446"/>
            <a:ext cx="4005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30/57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rcRect t="-401" b="-401"/>
          <a:stretch/>
        </p:blipFill>
        <p:spPr>
          <a:xfrm>
            <a:off x="0" y="6801307"/>
            <a:ext cx="6412687" cy="5760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Set</a:t>
            </a:r>
            <a:r>
              <a:rPr spc="-160" dirty="0"/>
              <a:t> </a:t>
            </a:r>
            <a:r>
              <a:rPr spc="-130" dirty="0"/>
              <a:t>:</a:t>
            </a:r>
            <a:r>
              <a:rPr spc="-160" dirty="0"/>
              <a:t> </a:t>
            </a:r>
            <a:r>
              <a:rPr spc="-175" dirty="0"/>
              <a:t>méthodes</a:t>
            </a:r>
            <a:r>
              <a:rPr spc="-160" dirty="0"/>
              <a:t> </a:t>
            </a:r>
            <a:r>
              <a:rPr spc="-85" dirty="0"/>
              <a:t>et</a:t>
            </a:r>
            <a:r>
              <a:rPr spc="-155" dirty="0"/>
              <a:t> </a:t>
            </a:r>
            <a:r>
              <a:rPr spc="-140" dirty="0"/>
              <a:t>parcours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5257799"/>
            <a:ext cx="8572500" cy="771525"/>
            <a:chOff x="1809749" y="5257799"/>
            <a:chExt cx="8572500" cy="771525"/>
          </a:xfrm>
        </p:grpSpPr>
        <p:sp>
          <p:nvSpPr>
            <p:cNvPr id="4" name="object 4"/>
            <p:cNvSpPr/>
            <p:nvPr/>
          </p:nvSpPr>
          <p:spPr>
            <a:xfrm>
              <a:off x="1814512" y="5262562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8496227" y="761999"/>
                  </a:moveTo>
                  <a:lnTo>
                    <a:pt x="66746" y="761999"/>
                  </a:lnTo>
                  <a:lnTo>
                    <a:pt x="62101" y="761542"/>
                  </a:lnTo>
                  <a:lnTo>
                    <a:pt x="24240" y="744392"/>
                  </a:lnTo>
                  <a:lnTo>
                    <a:pt x="2287" y="709099"/>
                  </a:lnTo>
                  <a:lnTo>
                    <a:pt x="0" y="695252"/>
                  </a:lnTo>
                  <a:lnTo>
                    <a:pt x="0" y="690562"/>
                  </a:lnTo>
                  <a:lnTo>
                    <a:pt x="0" y="66746"/>
                  </a:lnTo>
                  <a:lnTo>
                    <a:pt x="14645" y="27847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695252"/>
                  </a:lnTo>
                  <a:lnTo>
                    <a:pt x="8548327" y="734150"/>
                  </a:lnTo>
                  <a:lnTo>
                    <a:pt x="8514540" y="758355"/>
                  </a:lnTo>
                  <a:lnTo>
                    <a:pt x="8500872" y="761542"/>
                  </a:lnTo>
                  <a:lnTo>
                    <a:pt x="8496227" y="7619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5262562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0" y="6905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7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31223" y="12038"/>
                  </a:lnTo>
                  <a:lnTo>
                    <a:pt x="8535124" y="14645"/>
                  </a:lnTo>
                  <a:lnTo>
                    <a:pt x="8550933" y="31748"/>
                  </a:lnTo>
                  <a:lnTo>
                    <a:pt x="8553538" y="35648"/>
                  </a:lnTo>
                  <a:lnTo>
                    <a:pt x="8555739" y="39764"/>
                  </a:lnTo>
                  <a:lnTo>
                    <a:pt x="8557535" y="44099"/>
                  </a:lnTo>
                  <a:lnTo>
                    <a:pt x="8559330" y="48432"/>
                  </a:lnTo>
                  <a:lnTo>
                    <a:pt x="8562974" y="71437"/>
                  </a:lnTo>
                  <a:lnTo>
                    <a:pt x="8562974" y="690562"/>
                  </a:lnTo>
                  <a:lnTo>
                    <a:pt x="8562973" y="695252"/>
                  </a:lnTo>
                  <a:lnTo>
                    <a:pt x="8562515" y="699897"/>
                  </a:lnTo>
                  <a:lnTo>
                    <a:pt x="8561599" y="704498"/>
                  </a:lnTo>
                  <a:lnTo>
                    <a:pt x="8560684" y="709099"/>
                  </a:lnTo>
                  <a:lnTo>
                    <a:pt x="8538732" y="744392"/>
                  </a:lnTo>
                  <a:lnTo>
                    <a:pt x="8531223" y="749959"/>
                  </a:lnTo>
                  <a:lnTo>
                    <a:pt x="8527324" y="752565"/>
                  </a:lnTo>
                  <a:lnTo>
                    <a:pt x="8505473" y="760626"/>
                  </a:lnTo>
                  <a:lnTo>
                    <a:pt x="8500872" y="761542"/>
                  </a:lnTo>
                  <a:lnTo>
                    <a:pt x="8496227" y="761999"/>
                  </a:lnTo>
                  <a:lnTo>
                    <a:pt x="8491536" y="761999"/>
                  </a:lnTo>
                  <a:lnTo>
                    <a:pt x="71437" y="761999"/>
                  </a:lnTo>
                  <a:lnTo>
                    <a:pt x="66746" y="761999"/>
                  </a:lnTo>
                  <a:lnTo>
                    <a:pt x="62101" y="761542"/>
                  </a:lnTo>
                  <a:lnTo>
                    <a:pt x="57500" y="760626"/>
                  </a:lnTo>
                  <a:lnTo>
                    <a:pt x="52900" y="759711"/>
                  </a:lnTo>
                  <a:lnTo>
                    <a:pt x="20923" y="741075"/>
                  </a:lnTo>
                  <a:lnTo>
                    <a:pt x="17606" y="737759"/>
                  </a:lnTo>
                  <a:lnTo>
                    <a:pt x="14645" y="734150"/>
                  </a:lnTo>
                  <a:lnTo>
                    <a:pt x="12039" y="730250"/>
                  </a:lnTo>
                  <a:lnTo>
                    <a:pt x="9433" y="726349"/>
                  </a:lnTo>
                  <a:lnTo>
                    <a:pt x="7232" y="722233"/>
                  </a:lnTo>
                  <a:lnTo>
                    <a:pt x="5437" y="717899"/>
                  </a:lnTo>
                  <a:lnTo>
                    <a:pt x="3642" y="713566"/>
                  </a:lnTo>
                  <a:lnTo>
                    <a:pt x="2287" y="709099"/>
                  </a:lnTo>
                  <a:lnTo>
                    <a:pt x="1372" y="704498"/>
                  </a:lnTo>
                  <a:lnTo>
                    <a:pt x="457" y="699897"/>
                  </a:lnTo>
                  <a:lnTo>
                    <a:pt x="0" y="695252"/>
                  </a:lnTo>
                  <a:lnTo>
                    <a:pt x="0" y="690562"/>
                  </a:lnTo>
                  <a:close/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9774" y="5537199"/>
              <a:ext cx="190500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30449" y="5354339"/>
            <a:ext cx="72383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spc="-75" dirty="0">
                <a:solidFill>
                  <a:srgbClr val="1D40AF"/>
                </a:solidFill>
                <a:latin typeface="Arial"/>
                <a:cs typeface="Arial"/>
              </a:rPr>
              <a:t>Rappel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D40AF"/>
                </a:solidFill>
                <a:latin typeface="Arial"/>
                <a:cs typeface="Arial"/>
              </a:rPr>
              <a:t>: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90" dirty="0">
                <a:solidFill>
                  <a:srgbClr val="1D40AF"/>
                </a:solidFill>
                <a:latin typeface="Arial"/>
                <a:cs typeface="Arial"/>
              </a:rPr>
              <a:t>Un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40AF"/>
                </a:solidFill>
                <a:latin typeface="Monaco"/>
                <a:cs typeface="Monaco"/>
              </a:rPr>
              <a:t>Set</a:t>
            </a:r>
            <a:r>
              <a:rPr sz="1100" spc="-340" dirty="0">
                <a:solidFill>
                  <a:srgbClr val="1D40AF"/>
                </a:solidFill>
                <a:latin typeface="Monaco"/>
                <a:cs typeface="Monaco"/>
              </a:rPr>
              <a:t> </a:t>
            </a:r>
            <a:r>
              <a:rPr sz="1300" spc="-20" dirty="0">
                <a:solidFill>
                  <a:srgbClr val="1D40AF"/>
                </a:solidFill>
                <a:latin typeface="Arial"/>
                <a:cs typeface="Arial"/>
              </a:rPr>
              <a:t>n'a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1D40AF"/>
                </a:solidFill>
                <a:latin typeface="Arial"/>
                <a:cs typeface="Arial"/>
              </a:rPr>
              <a:t>pas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de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méthode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40AF"/>
                </a:solidFill>
                <a:latin typeface="Monaco"/>
                <a:cs typeface="Monaco"/>
              </a:rPr>
              <a:t>get(int</a:t>
            </a:r>
            <a:r>
              <a:rPr sz="1100" spc="60" dirty="0">
                <a:solidFill>
                  <a:srgbClr val="1D40AF"/>
                </a:solidFill>
                <a:latin typeface="Monaco"/>
                <a:cs typeface="Monaco"/>
              </a:rPr>
              <a:t> </a:t>
            </a:r>
            <a:r>
              <a:rPr sz="1100" dirty="0">
                <a:solidFill>
                  <a:srgbClr val="1D40AF"/>
                </a:solidFill>
                <a:latin typeface="Monaco"/>
                <a:cs typeface="Monaco"/>
              </a:rPr>
              <a:t>i)</a:t>
            </a:r>
            <a:r>
              <a:rPr sz="1100" spc="-345" dirty="0">
                <a:solidFill>
                  <a:srgbClr val="1D40AF"/>
                </a:solidFill>
                <a:latin typeface="Monaco"/>
                <a:cs typeface="Monaco"/>
              </a:rPr>
              <a:t> 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car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les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éléments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1D40AF"/>
                </a:solidFill>
                <a:latin typeface="Arial"/>
                <a:cs typeface="Arial"/>
              </a:rPr>
              <a:t>ne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sont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1D40AF"/>
                </a:solidFill>
                <a:latin typeface="Arial"/>
                <a:cs typeface="Arial"/>
              </a:rPr>
              <a:t>pas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indexés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1D40AF"/>
                </a:solidFill>
                <a:latin typeface="Arial"/>
                <a:cs typeface="Arial"/>
              </a:rPr>
              <a:t>(l'ordre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dépend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de 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l'implémentation). </a:t>
            </a:r>
            <a:r>
              <a:rPr sz="1300" spc="-65" dirty="0">
                <a:solidFill>
                  <a:srgbClr val="1D40AF"/>
                </a:solidFill>
                <a:latin typeface="Arial"/>
                <a:cs typeface="Arial"/>
              </a:rPr>
              <a:t>Pour</a:t>
            </a: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parcourir,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1D40AF"/>
                </a:solidFill>
                <a:latin typeface="Arial"/>
                <a:cs typeface="Arial"/>
              </a:rPr>
              <a:t>on</a:t>
            </a: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 utilise</a:t>
            </a:r>
            <a:r>
              <a:rPr sz="1300" spc="-2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toujours</a:t>
            </a: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1D40AF"/>
                </a:solidFill>
                <a:latin typeface="Arial"/>
                <a:cs typeface="Arial"/>
              </a:rPr>
              <a:t>une</a:t>
            </a:r>
            <a:r>
              <a:rPr sz="1300" spc="-2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boucle</a:t>
            </a: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40AF"/>
                </a:solidFill>
                <a:latin typeface="Monaco"/>
                <a:cs typeface="Monaco"/>
              </a:rPr>
              <a:t>for-each</a:t>
            </a:r>
            <a:r>
              <a:rPr sz="1100" spc="-315" dirty="0">
                <a:solidFill>
                  <a:srgbClr val="1D40AF"/>
                </a:solidFill>
                <a:latin typeface="Monaco"/>
                <a:cs typeface="Monaco"/>
              </a:rPr>
              <a:t> </a:t>
            </a:r>
            <a:r>
              <a:rPr sz="1300" spc="-60" dirty="0">
                <a:solidFill>
                  <a:srgbClr val="1D40AF"/>
                </a:solidFill>
                <a:latin typeface="Arial"/>
                <a:cs typeface="Arial"/>
              </a:rPr>
              <a:t>ou</a:t>
            </a:r>
            <a:r>
              <a:rPr sz="1300" spc="-2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1D40AF"/>
                </a:solidFill>
                <a:latin typeface="Arial"/>
                <a:cs typeface="Arial"/>
              </a:rPr>
              <a:t>un</a:t>
            </a: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40AF"/>
                </a:solidFill>
                <a:latin typeface="Monaco"/>
                <a:cs typeface="Monaco"/>
              </a:rPr>
              <a:t>Iterator</a:t>
            </a:r>
            <a:r>
              <a:rPr sz="1300" spc="-10" dirty="0">
                <a:solidFill>
                  <a:srgbClr val="1D40AF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441704"/>
            <a:ext cx="8717280" cy="3688079"/>
            <a:chOff x="1737360" y="1441704"/>
            <a:chExt cx="8717280" cy="3688079"/>
          </a:xfrm>
        </p:grpSpPr>
        <p:sp>
          <p:nvSpPr>
            <p:cNvPr id="9" name="object 9"/>
            <p:cNvSpPr/>
            <p:nvPr/>
          </p:nvSpPr>
          <p:spPr>
            <a:xfrm>
              <a:off x="1737360" y="1441704"/>
              <a:ext cx="8717280" cy="3688079"/>
            </a:xfrm>
            <a:custGeom>
              <a:avLst/>
              <a:gdLst/>
              <a:ahLst/>
              <a:cxnLst/>
              <a:rect l="l" t="t" r="r" b="b"/>
              <a:pathLst>
                <a:path w="8717280" h="3688079">
                  <a:moveTo>
                    <a:pt x="8717280" y="3688080"/>
                  </a:moveTo>
                  <a:lnTo>
                    <a:pt x="0" y="3688080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4195"/>
                  </a:lnTo>
                  <a:lnTo>
                    <a:pt x="129539" y="44195"/>
                  </a:lnTo>
                  <a:lnTo>
                    <a:pt x="120037" y="45067"/>
                  </a:lnTo>
                  <a:lnTo>
                    <a:pt x="85402" y="73538"/>
                  </a:lnTo>
                  <a:lnTo>
                    <a:pt x="81914" y="91820"/>
                  </a:lnTo>
                  <a:lnTo>
                    <a:pt x="81914" y="3520820"/>
                  </a:lnTo>
                  <a:lnTo>
                    <a:pt x="103199" y="3560598"/>
                  </a:lnTo>
                  <a:lnTo>
                    <a:pt x="129539" y="3568445"/>
                  </a:lnTo>
                  <a:lnTo>
                    <a:pt x="8717280" y="3568445"/>
                  </a:lnTo>
                  <a:lnTo>
                    <a:pt x="8717280" y="3688080"/>
                  </a:lnTo>
                  <a:close/>
                </a:path>
                <a:path w="8717280" h="3688079">
                  <a:moveTo>
                    <a:pt x="8717280" y="3568445"/>
                  </a:moveTo>
                  <a:lnTo>
                    <a:pt x="8587739" y="3568445"/>
                  </a:lnTo>
                  <a:lnTo>
                    <a:pt x="8597241" y="3567573"/>
                  </a:lnTo>
                  <a:lnTo>
                    <a:pt x="8606022" y="3564958"/>
                  </a:lnTo>
                  <a:lnTo>
                    <a:pt x="8634492" y="3530322"/>
                  </a:lnTo>
                  <a:lnTo>
                    <a:pt x="8635364" y="3520820"/>
                  </a:lnTo>
                  <a:lnTo>
                    <a:pt x="8635364" y="91820"/>
                  </a:lnTo>
                  <a:lnTo>
                    <a:pt x="8614080" y="52042"/>
                  </a:lnTo>
                  <a:lnTo>
                    <a:pt x="8587739" y="44195"/>
                  </a:lnTo>
                  <a:lnTo>
                    <a:pt x="8717280" y="44195"/>
                  </a:lnTo>
                  <a:lnTo>
                    <a:pt x="8717280" y="3568445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476374"/>
              <a:ext cx="8553450" cy="3543300"/>
            </a:xfrm>
            <a:custGeom>
              <a:avLst/>
              <a:gdLst/>
              <a:ahLst/>
              <a:cxnLst/>
              <a:rect l="l" t="t" r="r" b="b"/>
              <a:pathLst>
                <a:path w="8553450" h="3543300">
                  <a:moveTo>
                    <a:pt x="8500051" y="3543299"/>
                  </a:moveTo>
                  <a:lnTo>
                    <a:pt x="33047" y="3543299"/>
                  </a:lnTo>
                  <a:lnTo>
                    <a:pt x="28187" y="3541848"/>
                  </a:lnTo>
                  <a:lnTo>
                    <a:pt x="966" y="3501017"/>
                  </a:lnTo>
                  <a:lnTo>
                    <a:pt x="0" y="3493727"/>
                  </a:lnTo>
                  <a:lnTo>
                    <a:pt x="0" y="3486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3489902"/>
                  </a:lnTo>
                  <a:lnTo>
                    <a:pt x="8534055" y="3529213"/>
                  </a:lnTo>
                  <a:lnTo>
                    <a:pt x="8503768" y="3542932"/>
                  </a:lnTo>
                  <a:lnTo>
                    <a:pt x="8500051" y="35432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476374"/>
              <a:ext cx="52069" cy="3543300"/>
            </a:xfrm>
            <a:custGeom>
              <a:avLst/>
              <a:gdLst/>
              <a:ahLst/>
              <a:cxnLst/>
              <a:rect l="l" t="t" r="r" b="b"/>
              <a:pathLst>
                <a:path w="52069" h="3543300">
                  <a:moveTo>
                    <a:pt x="51889" y="3543299"/>
                  </a:moveTo>
                  <a:lnTo>
                    <a:pt x="49571" y="3543299"/>
                  </a:lnTo>
                  <a:lnTo>
                    <a:pt x="42281" y="3541849"/>
                  </a:lnTo>
                  <a:lnTo>
                    <a:pt x="7250" y="3515021"/>
                  </a:lnTo>
                  <a:lnTo>
                    <a:pt x="0" y="3493729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486149"/>
                  </a:lnTo>
                  <a:lnTo>
                    <a:pt x="43679" y="3526560"/>
                  </a:lnTo>
                  <a:lnTo>
                    <a:pt x="47399" y="3537720"/>
                  </a:lnTo>
                  <a:lnTo>
                    <a:pt x="51889" y="35432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360" marR="1787525">
              <a:lnSpc>
                <a:spcPct val="119000"/>
              </a:lnSpc>
              <a:spcBef>
                <a:spcPts val="95"/>
              </a:spcBef>
              <a:tabLst>
                <a:tab pos="304165" algn="l"/>
              </a:tabLst>
            </a:pPr>
            <a:r>
              <a:rPr spc="5" dirty="0">
                <a:solidFill>
                  <a:srgbClr val="CBD5E1"/>
                </a:solidFill>
              </a:rPr>
              <a:t>1</a:t>
            </a:r>
            <a:r>
              <a:rPr dirty="0">
                <a:solidFill>
                  <a:srgbClr val="CBD5E1"/>
                </a:solidFill>
              </a:rPr>
              <a:t>	</a:t>
            </a:r>
            <a:r>
              <a:rPr spc="114" dirty="0"/>
              <a:t>Set</a:t>
            </a:r>
            <a:r>
              <a:rPr sz="950" spc="114" dirty="0">
                <a:solidFill>
                  <a:srgbClr val="334054"/>
                </a:solidFill>
              </a:rPr>
              <a:t>&lt;</a:t>
            </a:r>
            <a:r>
              <a:rPr spc="114" dirty="0"/>
              <a:t>Etudiant</a:t>
            </a:r>
            <a:r>
              <a:rPr spc="114" dirty="0">
                <a:solidFill>
                  <a:srgbClr val="334054"/>
                </a:solidFill>
              </a:rPr>
              <a:t>&gt;</a:t>
            </a:r>
            <a:r>
              <a:rPr spc="340" dirty="0">
                <a:solidFill>
                  <a:srgbClr val="334054"/>
                </a:solidFill>
              </a:rPr>
              <a:t> </a:t>
            </a:r>
            <a:r>
              <a:rPr spc="114" dirty="0">
                <a:solidFill>
                  <a:srgbClr val="334054"/>
                </a:solidFill>
              </a:rPr>
              <a:t>uniques</a:t>
            </a:r>
            <a:r>
              <a:rPr spc="340" dirty="0">
                <a:solidFill>
                  <a:srgbClr val="334054"/>
                </a:solidFill>
              </a:rPr>
              <a:t> </a:t>
            </a:r>
            <a:r>
              <a:rPr dirty="0">
                <a:solidFill>
                  <a:srgbClr val="334054"/>
                </a:solidFill>
              </a:rPr>
              <a:t>=</a:t>
            </a:r>
            <a:r>
              <a:rPr spc="340" dirty="0">
                <a:solidFill>
                  <a:srgbClr val="334054"/>
                </a:solidFill>
              </a:rPr>
              <a:t> </a:t>
            </a:r>
            <a:r>
              <a:rPr sz="1000" b="1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80" dirty="0"/>
              <a:t>HashSet</a:t>
            </a:r>
            <a:r>
              <a:rPr spc="340" dirty="0"/>
              <a:t> </a:t>
            </a:r>
            <a:r>
              <a:rPr sz="950" spc="180" dirty="0">
                <a:solidFill>
                  <a:srgbClr val="334054"/>
                </a:solidFill>
              </a:rPr>
              <a:t>&gt;</a:t>
            </a:r>
            <a:r>
              <a:rPr spc="180" dirty="0">
                <a:solidFill>
                  <a:srgbClr val="334054"/>
                </a:solidFill>
              </a:rPr>
              <a:t>(); </a:t>
            </a:r>
            <a:r>
              <a:rPr spc="5" dirty="0">
                <a:solidFill>
                  <a:srgbClr val="CBD5E1"/>
                </a:solidFill>
              </a:rPr>
              <a:t>2</a:t>
            </a:r>
            <a:endParaRPr sz="9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3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Ajouter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(retourne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true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0" dirty="0">
                <a:solidFill>
                  <a:srgbClr val="94A2B8"/>
                </a:solidFill>
                <a:latin typeface="Times New Roman"/>
                <a:cs typeface="Times New Roman"/>
              </a:rPr>
              <a:t>ajouté,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false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doublon)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80"/>
              </a:spcBef>
              <a:buClr>
                <a:srgbClr val="CBD5E1"/>
              </a:buClr>
              <a:buSzPct val="105000"/>
              <a:buFont typeface="Times New Roman"/>
              <a:buAutoNum type="arabicPlain" startAt="3"/>
              <a:tabLst>
                <a:tab pos="304165" algn="l"/>
                <a:tab pos="304800" algn="l"/>
                <a:tab pos="2607310" algn="l"/>
              </a:tabLst>
            </a:pPr>
            <a:r>
              <a:rPr sz="1000" b="1" spc="105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1000" b="1" spc="33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85" dirty="0">
                <a:solidFill>
                  <a:srgbClr val="334054"/>
                </a:solidFill>
              </a:rPr>
              <a:t>a1</a:t>
            </a:r>
            <a:r>
              <a:rPr spc="325" dirty="0">
                <a:solidFill>
                  <a:srgbClr val="334054"/>
                </a:solidFill>
              </a:rPr>
              <a:t> </a:t>
            </a:r>
            <a:r>
              <a:rPr dirty="0">
                <a:solidFill>
                  <a:srgbClr val="334054"/>
                </a:solidFill>
              </a:rPr>
              <a:t>=</a:t>
            </a:r>
            <a:r>
              <a:rPr spc="325" dirty="0">
                <a:solidFill>
                  <a:srgbClr val="334054"/>
                </a:solidFill>
              </a:rPr>
              <a:t> </a:t>
            </a:r>
            <a:r>
              <a:rPr spc="130" dirty="0">
                <a:solidFill>
                  <a:srgbClr val="334054"/>
                </a:solidFill>
              </a:rPr>
              <a:t>uniques.</a:t>
            </a:r>
            <a:r>
              <a:rPr spc="130" dirty="0">
                <a:solidFill>
                  <a:srgbClr val="DA2677"/>
                </a:solidFill>
              </a:rPr>
              <a:t>add</a:t>
            </a:r>
            <a:r>
              <a:rPr spc="130" dirty="0">
                <a:solidFill>
                  <a:srgbClr val="334054"/>
                </a:solidFill>
              </a:rPr>
              <a:t>(e1);</a:t>
            </a:r>
            <a:r>
              <a:rPr dirty="0">
                <a:solidFill>
                  <a:srgbClr val="334054"/>
                </a:solidFill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true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05"/>
              </a:spcBef>
              <a:buClr>
                <a:srgbClr val="CBD5E1"/>
              </a:buClr>
              <a:buSzPct val="105000"/>
              <a:buFont typeface="Times New Roman"/>
              <a:buAutoNum type="arabicPlain" startAt="3"/>
              <a:tabLst>
                <a:tab pos="304165" algn="l"/>
                <a:tab pos="304800" algn="l"/>
                <a:tab pos="2607310" algn="l"/>
              </a:tabLst>
            </a:pPr>
            <a:r>
              <a:rPr sz="1000" b="1" spc="105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1000" b="1" spc="33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85" dirty="0">
                <a:solidFill>
                  <a:srgbClr val="334054"/>
                </a:solidFill>
              </a:rPr>
              <a:t>a2</a:t>
            </a:r>
            <a:r>
              <a:rPr spc="325" dirty="0">
                <a:solidFill>
                  <a:srgbClr val="334054"/>
                </a:solidFill>
              </a:rPr>
              <a:t> </a:t>
            </a:r>
            <a:r>
              <a:rPr dirty="0">
                <a:solidFill>
                  <a:srgbClr val="334054"/>
                </a:solidFill>
              </a:rPr>
              <a:t>=</a:t>
            </a:r>
            <a:r>
              <a:rPr spc="325" dirty="0">
                <a:solidFill>
                  <a:srgbClr val="334054"/>
                </a:solidFill>
              </a:rPr>
              <a:t> </a:t>
            </a:r>
            <a:r>
              <a:rPr spc="130" dirty="0">
                <a:solidFill>
                  <a:srgbClr val="334054"/>
                </a:solidFill>
              </a:rPr>
              <a:t>uniques.</a:t>
            </a:r>
            <a:r>
              <a:rPr spc="130" dirty="0">
                <a:solidFill>
                  <a:srgbClr val="DA2677"/>
                </a:solidFill>
              </a:rPr>
              <a:t>add</a:t>
            </a:r>
            <a:r>
              <a:rPr spc="130" dirty="0">
                <a:solidFill>
                  <a:srgbClr val="334054"/>
                </a:solidFill>
              </a:rPr>
              <a:t>(e1);</a:t>
            </a:r>
            <a:r>
              <a:rPr dirty="0">
                <a:solidFill>
                  <a:srgbClr val="334054"/>
                </a:solidFill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false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(déjà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présent)</a:t>
            </a:r>
            <a:endParaRPr sz="11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229"/>
              </a:spcBef>
            </a:pPr>
            <a:r>
              <a:rPr spc="60" dirty="0">
                <a:solidFill>
                  <a:srgbClr val="CBD5E1"/>
                </a:solidFill>
              </a:rPr>
              <a:t>6</a:t>
            </a:r>
          </a:p>
          <a:p>
            <a:pPr marL="378460" indent="-29273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7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Vérifier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présence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et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supprimer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0" dirty="0">
                <a:solidFill>
                  <a:srgbClr val="94A2B8"/>
                </a:solidFill>
                <a:latin typeface="Times New Roman"/>
                <a:cs typeface="Times New Roman"/>
              </a:rPr>
              <a:t>(utilise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equals/hashCode)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105000"/>
              <a:buFont typeface="Times New Roman"/>
              <a:buAutoNum type="arabicPlain" startAt="7"/>
              <a:tabLst>
                <a:tab pos="304165" algn="l"/>
                <a:tab pos="304800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3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155" dirty="0">
                <a:solidFill>
                  <a:srgbClr val="334054"/>
                </a:solidFill>
              </a:rPr>
              <a:t>(uniques.</a:t>
            </a:r>
            <a:r>
              <a:rPr spc="155" dirty="0">
                <a:solidFill>
                  <a:srgbClr val="DA2677"/>
                </a:solidFill>
              </a:rPr>
              <a:t>contains</a:t>
            </a:r>
            <a:r>
              <a:rPr spc="155" dirty="0">
                <a:solidFill>
                  <a:srgbClr val="334054"/>
                </a:solidFill>
              </a:rPr>
              <a:t>(e2))</a:t>
            </a:r>
            <a:r>
              <a:rPr spc="325" dirty="0">
                <a:solidFill>
                  <a:srgbClr val="334054"/>
                </a:solidFill>
              </a:rPr>
              <a:t> </a:t>
            </a:r>
            <a:r>
              <a:rPr spc="30" dirty="0">
                <a:solidFill>
                  <a:srgbClr val="334054"/>
                </a:solidFill>
              </a:rPr>
              <a:t>{</a:t>
            </a:r>
            <a:endParaRPr sz="10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7"/>
              <a:tabLst>
                <a:tab pos="378460" algn="l"/>
                <a:tab pos="379095" algn="l"/>
              </a:tabLst>
            </a:pPr>
            <a:r>
              <a:rPr spc="114" dirty="0">
                <a:solidFill>
                  <a:srgbClr val="334054"/>
                </a:solidFill>
              </a:rPr>
              <a:t>uniques.</a:t>
            </a:r>
            <a:r>
              <a:rPr spc="114" dirty="0">
                <a:solidFill>
                  <a:srgbClr val="DA2677"/>
                </a:solidFill>
              </a:rPr>
              <a:t>remove</a:t>
            </a:r>
            <a:r>
              <a:rPr spc="114" dirty="0">
                <a:solidFill>
                  <a:srgbClr val="334054"/>
                </a:solidFill>
              </a:rPr>
              <a:t>(e2);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304165" algn="l"/>
              </a:tabLst>
            </a:pPr>
            <a:r>
              <a:rPr spc="30" dirty="0">
                <a:solidFill>
                  <a:srgbClr val="CBD5E1"/>
                </a:solidFill>
              </a:rPr>
              <a:t>10</a:t>
            </a:r>
            <a:r>
              <a:rPr dirty="0">
                <a:solidFill>
                  <a:srgbClr val="CBD5E1"/>
                </a:solidFill>
              </a:rPr>
              <a:t>	</a:t>
            </a:r>
            <a:r>
              <a:rPr spc="30" dirty="0">
                <a:solidFill>
                  <a:srgbClr val="334054"/>
                </a:solidFill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30" dirty="0">
                <a:solidFill>
                  <a:srgbClr val="CBD5E1"/>
                </a:solidFill>
              </a:rPr>
              <a:t>11</a:t>
            </a:r>
          </a:p>
          <a:p>
            <a:pPr marL="12700">
              <a:lnSpc>
                <a:spcPct val="100000"/>
              </a:lnSpc>
              <a:spcBef>
                <a:spcPts val="190"/>
              </a:spcBef>
              <a:tabLst>
                <a:tab pos="304165" algn="l"/>
                <a:tab pos="3053080" algn="l"/>
              </a:tabLst>
            </a:pPr>
            <a:r>
              <a:rPr spc="30" dirty="0">
                <a:solidFill>
                  <a:srgbClr val="CBD5E1"/>
                </a:solidFill>
              </a:rPr>
              <a:t>12</a:t>
            </a:r>
            <a:r>
              <a:rPr dirty="0">
                <a:solidFill>
                  <a:srgbClr val="CBD5E1"/>
                </a:solidFill>
              </a:rPr>
              <a:t>	</a:t>
            </a:r>
            <a:r>
              <a:rPr spc="155" dirty="0"/>
              <a:t>System</a:t>
            </a:r>
            <a:r>
              <a:rPr spc="155" dirty="0">
                <a:solidFill>
                  <a:srgbClr val="334054"/>
                </a:solidFill>
              </a:rPr>
              <a:t>.out.</a:t>
            </a:r>
            <a:r>
              <a:rPr spc="155" dirty="0">
                <a:solidFill>
                  <a:srgbClr val="DA2677"/>
                </a:solidFill>
              </a:rPr>
              <a:t>println</a:t>
            </a:r>
            <a:r>
              <a:rPr spc="155" dirty="0">
                <a:solidFill>
                  <a:srgbClr val="334054"/>
                </a:solidFill>
              </a:rPr>
              <a:t>(uniques.</a:t>
            </a:r>
            <a:r>
              <a:rPr spc="155" dirty="0">
                <a:solidFill>
                  <a:srgbClr val="DA2677"/>
                </a:solidFill>
              </a:rPr>
              <a:t>size</a:t>
            </a:r>
            <a:r>
              <a:rPr spc="155" dirty="0">
                <a:solidFill>
                  <a:srgbClr val="334054"/>
                </a:solidFill>
              </a:rPr>
              <a:t>());</a:t>
            </a:r>
            <a:r>
              <a:rPr dirty="0">
                <a:solidFill>
                  <a:srgbClr val="334054"/>
                </a:solidFill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nombre</a:t>
            </a:r>
            <a:r>
              <a:rPr sz="1100" i="1" spc="37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d'éléments</a:t>
            </a:r>
            <a:r>
              <a:rPr sz="1100" i="1" spc="3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uniques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30" dirty="0">
                <a:solidFill>
                  <a:srgbClr val="CBD5E1"/>
                </a:solidFill>
              </a:rPr>
              <a:t>13</a:t>
            </a:r>
          </a:p>
          <a:p>
            <a:pPr marL="378460" indent="-36639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14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Parcours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for-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each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(pas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d'accès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index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!)</a:t>
            </a:r>
            <a:endParaRPr sz="11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105000"/>
              <a:buFont typeface="Times New Roman"/>
              <a:buAutoNum type="arabicPlain" startAt="14"/>
              <a:tabLst>
                <a:tab pos="304165" algn="l"/>
                <a:tab pos="304800" algn="l"/>
              </a:tabLst>
            </a:pPr>
            <a:r>
              <a:rPr sz="1000" b="1" spc="155" dirty="0">
                <a:solidFill>
                  <a:srgbClr val="2562EB"/>
                </a:solidFill>
                <a:latin typeface="Times New Roman"/>
                <a:cs typeface="Times New Roman"/>
              </a:rPr>
              <a:t>for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pc="145" dirty="0">
                <a:solidFill>
                  <a:srgbClr val="334054"/>
                </a:solidFill>
              </a:rPr>
              <a:t>(</a:t>
            </a:r>
            <a:r>
              <a:rPr spc="145" dirty="0"/>
              <a:t>Etudiant</a:t>
            </a:r>
            <a:r>
              <a:rPr spc="330" dirty="0"/>
              <a:t> </a:t>
            </a:r>
            <a:r>
              <a:rPr spc="114" dirty="0">
                <a:solidFill>
                  <a:srgbClr val="334054"/>
                </a:solidFill>
              </a:rPr>
              <a:t>e</a:t>
            </a:r>
            <a:r>
              <a:rPr spc="330" dirty="0">
                <a:solidFill>
                  <a:srgbClr val="334054"/>
                </a:solidFill>
              </a:rPr>
              <a:t> </a:t>
            </a:r>
            <a:r>
              <a:rPr spc="290" dirty="0">
                <a:solidFill>
                  <a:srgbClr val="334054"/>
                </a:solidFill>
              </a:rPr>
              <a:t>:</a:t>
            </a:r>
            <a:r>
              <a:rPr spc="335" dirty="0">
                <a:solidFill>
                  <a:srgbClr val="334054"/>
                </a:solidFill>
              </a:rPr>
              <a:t> </a:t>
            </a:r>
            <a:r>
              <a:rPr spc="130" dirty="0">
                <a:solidFill>
                  <a:srgbClr val="334054"/>
                </a:solidFill>
              </a:rPr>
              <a:t>uniques)</a:t>
            </a:r>
            <a:r>
              <a:rPr spc="330" dirty="0">
                <a:solidFill>
                  <a:srgbClr val="334054"/>
                </a:solidFill>
              </a:rPr>
              <a:t> </a:t>
            </a:r>
            <a:r>
              <a:rPr spc="30" dirty="0">
                <a:solidFill>
                  <a:srgbClr val="334054"/>
                </a:solidFill>
              </a:rPr>
              <a:t>{</a:t>
            </a:r>
            <a:endParaRPr sz="10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14"/>
              <a:tabLst>
                <a:tab pos="378460" algn="l"/>
                <a:tab pos="379095" algn="l"/>
              </a:tabLst>
            </a:pPr>
            <a:r>
              <a:rPr spc="150" dirty="0"/>
              <a:t>System</a:t>
            </a:r>
            <a:r>
              <a:rPr spc="150" dirty="0">
                <a:solidFill>
                  <a:srgbClr val="334054"/>
                </a:solidFill>
              </a:rPr>
              <a:t>.out.</a:t>
            </a:r>
            <a:r>
              <a:rPr spc="150" dirty="0">
                <a:solidFill>
                  <a:srgbClr val="DA2677"/>
                </a:solidFill>
              </a:rPr>
              <a:t>println</a:t>
            </a:r>
            <a:r>
              <a:rPr spc="150" dirty="0">
                <a:solidFill>
                  <a:srgbClr val="334054"/>
                </a:solidFill>
              </a:rPr>
              <a:t>(e.</a:t>
            </a:r>
            <a:r>
              <a:rPr spc="150" dirty="0">
                <a:solidFill>
                  <a:srgbClr val="DA2677"/>
                </a:solidFill>
              </a:rPr>
              <a:t>getMatricule</a:t>
            </a:r>
            <a:r>
              <a:rPr spc="150" dirty="0">
                <a:solidFill>
                  <a:srgbClr val="334054"/>
                </a:solidFill>
              </a:rPr>
              <a:t>());</a:t>
            </a:r>
          </a:p>
          <a:p>
            <a:pPr marL="12700">
              <a:lnSpc>
                <a:spcPct val="100000"/>
              </a:lnSpc>
              <a:spcBef>
                <a:spcPts val="165"/>
              </a:spcBef>
              <a:tabLst>
                <a:tab pos="304165" algn="l"/>
              </a:tabLst>
            </a:pPr>
            <a:r>
              <a:rPr spc="30" dirty="0">
                <a:solidFill>
                  <a:srgbClr val="CBD5E1"/>
                </a:solidFill>
              </a:rPr>
              <a:t>17</a:t>
            </a:r>
            <a:r>
              <a:rPr dirty="0">
                <a:solidFill>
                  <a:srgbClr val="CBD5E1"/>
                </a:solidFill>
              </a:rPr>
              <a:t>	</a:t>
            </a:r>
            <a:r>
              <a:rPr spc="30" dirty="0">
                <a:solidFill>
                  <a:srgbClr val="334054"/>
                </a:solidFill>
              </a:rPr>
              <a:t>}</a:t>
            </a:r>
          </a:p>
        </p:txBody>
      </p:sp>
      <p:sp>
        <p:nvSpPr>
          <p:cNvPr id="13" name="object 13"/>
          <p:cNvSpPr/>
          <p:nvPr/>
        </p:nvSpPr>
        <p:spPr>
          <a:xfrm>
            <a:off x="9248773" y="1476374"/>
            <a:ext cx="1133475" cy="238125"/>
          </a:xfrm>
          <a:custGeom>
            <a:avLst/>
            <a:gdLst/>
            <a:ahLst/>
            <a:cxnLst/>
            <a:rect l="l" t="t" r="r" b="b"/>
            <a:pathLst>
              <a:path w="1133475" h="238125">
                <a:moveTo>
                  <a:pt x="1133475" y="238124"/>
                </a:moveTo>
                <a:lnTo>
                  <a:pt x="53397" y="238124"/>
                </a:lnTo>
                <a:lnTo>
                  <a:pt x="49680" y="237758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1080077" y="0"/>
                </a:lnTo>
                <a:lnTo>
                  <a:pt x="1083794" y="366"/>
                </a:lnTo>
                <a:lnTo>
                  <a:pt x="1119388" y="19392"/>
                </a:lnTo>
                <a:lnTo>
                  <a:pt x="1133475" y="53397"/>
                </a:lnTo>
                <a:lnTo>
                  <a:pt x="1133475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31324" y="1507423"/>
            <a:ext cx="96837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75" dirty="0">
                <a:solidFill>
                  <a:srgbClr val="64738B"/>
                </a:solidFill>
                <a:latin typeface="Times New Roman"/>
                <a:cs typeface="Times New Roman"/>
              </a:rPr>
              <a:t>SetExample.java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6619874" y="6800849"/>
              <a:ext cx="5572125" cy="57150"/>
            </a:xfrm>
            <a:custGeom>
              <a:avLst/>
              <a:gdLst/>
              <a:ahLst/>
              <a:cxnLst/>
              <a:rect l="l" t="t" r="r" b="b"/>
              <a:pathLst>
                <a:path w="5572125" h="57150">
                  <a:moveTo>
                    <a:pt x="0" y="57149"/>
                  </a:moveTo>
                  <a:lnTo>
                    <a:pt x="5572124" y="57149"/>
                  </a:lnTo>
                  <a:lnTo>
                    <a:pt x="55721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6619875" cy="57150"/>
            </a:xfrm>
            <a:custGeom>
              <a:avLst/>
              <a:gdLst/>
              <a:ahLst/>
              <a:cxnLst/>
              <a:rect l="l" t="t" r="r" b="b"/>
              <a:pathLst>
                <a:path w="6619875" h="57150">
                  <a:moveTo>
                    <a:pt x="66198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6619874" y="0"/>
                  </a:lnTo>
                  <a:lnTo>
                    <a:pt x="66198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31/57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Map&lt;K,V&gt;</a:t>
            </a:r>
            <a:r>
              <a:rPr spc="-155" dirty="0"/>
              <a:t> </a:t>
            </a:r>
            <a:r>
              <a:rPr spc="-130" dirty="0"/>
              <a:t>:</a:t>
            </a:r>
            <a:r>
              <a:rPr spc="-150" dirty="0"/>
              <a:t> </a:t>
            </a:r>
            <a:r>
              <a:rPr spc="-165" dirty="0"/>
              <a:t>Concept</a:t>
            </a:r>
            <a:r>
              <a:rPr spc="-155" dirty="0"/>
              <a:t> </a:t>
            </a:r>
            <a:r>
              <a:rPr spc="-100" dirty="0"/>
              <a:t>clé</a:t>
            </a:r>
            <a:r>
              <a:rPr sz="2250" spc="-100" dirty="0"/>
              <a:t>→</a:t>
            </a:r>
            <a:r>
              <a:rPr spc="-100" dirty="0"/>
              <a:t>valeur</a:t>
            </a:r>
            <a:endParaRPr sz="2250"/>
          </a:p>
        </p:txBody>
      </p:sp>
      <p:grpSp>
        <p:nvGrpSpPr>
          <p:cNvPr id="3" name="object 3"/>
          <p:cNvGrpSpPr/>
          <p:nvPr/>
        </p:nvGrpSpPr>
        <p:grpSpPr>
          <a:xfrm>
            <a:off x="326136" y="944880"/>
            <a:ext cx="5681980" cy="1051560"/>
            <a:chOff x="326136" y="944880"/>
            <a:chExt cx="5681980" cy="1051560"/>
          </a:xfrm>
        </p:grpSpPr>
        <p:sp>
          <p:nvSpPr>
            <p:cNvPr id="4" name="object 4"/>
            <p:cNvSpPr/>
            <p:nvPr/>
          </p:nvSpPr>
          <p:spPr>
            <a:xfrm>
              <a:off x="326136" y="944880"/>
              <a:ext cx="5681980" cy="1051560"/>
            </a:xfrm>
            <a:custGeom>
              <a:avLst/>
              <a:gdLst/>
              <a:ahLst/>
              <a:cxnLst/>
              <a:rect l="l" t="t" r="r" b="b"/>
              <a:pathLst>
                <a:path w="5681980" h="1051560">
                  <a:moveTo>
                    <a:pt x="5681472" y="1051560"/>
                  </a:moveTo>
                  <a:lnTo>
                    <a:pt x="0" y="1051560"/>
                  </a:lnTo>
                  <a:lnTo>
                    <a:pt x="0" y="0"/>
                  </a:lnTo>
                  <a:lnTo>
                    <a:pt x="5681472" y="0"/>
                  </a:lnTo>
                  <a:lnTo>
                    <a:pt x="5681472" y="45719"/>
                  </a:lnTo>
                  <a:lnTo>
                    <a:pt x="131063" y="45719"/>
                  </a:lnTo>
                  <a:lnTo>
                    <a:pt x="124495" y="46037"/>
                  </a:lnTo>
                  <a:lnTo>
                    <a:pt x="88786" y="60828"/>
                  </a:lnTo>
                  <a:lnTo>
                    <a:pt x="67243" y="93068"/>
                  </a:lnTo>
                  <a:lnTo>
                    <a:pt x="64388" y="112394"/>
                  </a:lnTo>
                  <a:lnTo>
                    <a:pt x="64388" y="902969"/>
                  </a:lnTo>
                  <a:lnTo>
                    <a:pt x="75615" y="940019"/>
                  </a:lnTo>
                  <a:lnTo>
                    <a:pt x="105548" y="964569"/>
                  </a:lnTo>
                  <a:lnTo>
                    <a:pt x="131063" y="969644"/>
                  </a:lnTo>
                  <a:lnTo>
                    <a:pt x="5681472" y="969644"/>
                  </a:lnTo>
                  <a:lnTo>
                    <a:pt x="5681472" y="1051560"/>
                  </a:lnTo>
                  <a:close/>
                </a:path>
                <a:path w="5681980" h="1051560">
                  <a:moveTo>
                    <a:pt x="5681472" y="969644"/>
                  </a:moveTo>
                  <a:lnTo>
                    <a:pt x="5550788" y="969644"/>
                  </a:lnTo>
                  <a:lnTo>
                    <a:pt x="5557356" y="969327"/>
                  </a:lnTo>
                  <a:lnTo>
                    <a:pt x="5563798" y="968375"/>
                  </a:lnTo>
                  <a:lnTo>
                    <a:pt x="5597934" y="950115"/>
                  </a:lnTo>
                  <a:lnTo>
                    <a:pt x="5616194" y="915979"/>
                  </a:lnTo>
                  <a:lnTo>
                    <a:pt x="5617463" y="902969"/>
                  </a:lnTo>
                  <a:lnTo>
                    <a:pt x="5617463" y="112394"/>
                  </a:lnTo>
                  <a:lnTo>
                    <a:pt x="5606236" y="75345"/>
                  </a:lnTo>
                  <a:lnTo>
                    <a:pt x="5576303" y="50795"/>
                  </a:lnTo>
                  <a:lnTo>
                    <a:pt x="5550788" y="45719"/>
                  </a:lnTo>
                  <a:lnTo>
                    <a:pt x="5681472" y="45719"/>
                  </a:lnTo>
                  <a:lnTo>
                    <a:pt x="5681472" y="96964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5762" y="985837"/>
              <a:ext cx="5562600" cy="933450"/>
            </a:xfrm>
            <a:custGeom>
              <a:avLst/>
              <a:gdLst/>
              <a:ahLst/>
              <a:cxnLst/>
              <a:rect l="l" t="t" r="r" b="b"/>
              <a:pathLst>
                <a:path w="5562600" h="933450">
                  <a:moveTo>
                    <a:pt x="5495852" y="933449"/>
                  </a:moveTo>
                  <a:lnTo>
                    <a:pt x="66746" y="933449"/>
                  </a:lnTo>
                  <a:lnTo>
                    <a:pt x="62101" y="932992"/>
                  </a:lnTo>
                  <a:lnTo>
                    <a:pt x="24240" y="915842"/>
                  </a:lnTo>
                  <a:lnTo>
                    <a:pt x="2287" y="880549"/>
                  </a:lnTo>
                  <a:lnTo>
                    <a:pt x="0" y="866703"/>
                  </a:lnTo>
                  <a:lnTo>
                    <a:pt x="0" y="8620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495852" y="0"/>
                  </a:lnTo>
                  <a:lnTo>
                    <a:pt x="5534750" y="14645"/>
                  </a:lnTo>
                  <a:lnTo>
                    <a:pt x="5558955" y="48433"/>
                  </a:lnTo>
                  <a:lnTo>
                    <a:pt x="5562598" y="66746"/>
                  </a:lnTo>
                  <a:lnTo>
                    <a:pt x="5562598" y="866703"/>
                  </a:lnTo>
                  <a:lnTo>
                    <a:pt x="5547952" y="905600"/>
                  </a:lnTo>
                  <a:lnTo>
                    <a:pt x="5514165" y="929806"/>
                  </a:lnTo>
                  <a:lnTo>
                    <a:pt x="5500498" y="932992"/>
                  </a:lnTo>
                  <a:lnTo>
                    <a:pt x="5495852" y="9334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985837"/>
              <a:ext cx="5562600" cy="933450"/>
            </a:xfrm>
            <a:custGeom>
              <a:avLst/>
              <a:gdLst/>
              <a:ahLst/>
              <a:cxnLst/>
              <a:rect l="l" t="t" r="r" b="b"/>
              <a:pathLst>
                <a:path w="5562600" h="933450">
                  <a:moveTo>
                    <a:pt x="0" y="8620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91162" y="0"/>
                  </a:lnTo>
                  <a:lnTo>
                    <a:pt x="5495852" y="0"/>
                  </a:lnTo>
                  <a:lnTo>
                    <a:pt x="5500498" y="457"/>
                  </a:lnTo>
                  <a:lnTo>
                    <a:pt x="5538358" y="17606"/>
                  </a:lnTo>
                  <a:lnTo>
                    <a:pt x="5541675" y="20923"/>
                  </a:lnTo>
                  <a:lnTo>
                    <a:pt x="5544991" y="24240"/>
                  </a:lnTo>
                  <a:lnTo>
                    <a:pt x="5547952" y="27848"/>
                  </a:lnTo>
                  <a:lnTo>
                    <a:pt x="5550558" y="31748"/>
                  </a:lnTo>
                  <a:lnTo>
                    <a:pt x="5553164" y="35648"/>
                  </a:lnTo>
                  <a:lnTo>
                    <a:pt x="5562599" y="71437"/>
                  </a:lnTo>
                  <a:lnTo>
                    <a:pt x="5562599" y="862012"/>
                  </a:lnTo>
                  <a:lnTo>
                    <a:pt x="5550558" y="901700"/>
                  </a:lnTo>
                  <a:lnTo>
                    <a:pt x="5547952" y="905600"/>
                  </a:lnTo>
                  <a:lnTo>
                    <a:pt x="5544991" y="909209"/>
                  </a:lnTo>
                  <a:lnTo>
                    <a:pt x="5541675" y="912526"/>
                  </a:lnTo>
                  <a:lnTo>
                    <a:pt x="5538358" y="915842"/>
                  </a:lnTo>
                  <a:lnTo>
                    <a:pt x="5534750" y="918804"/>
                  </a:lnTo>
                  <a:lnTo>
                    <a:pt x="5530849" y="921409"/>
                  </a:lnTo>
                  <a:lnTo>
                    <a:pt x="5526949" y="924016"/>
                  </a:lnTo>
                  <a:lnTo>
                    <a:pt x="5505098" y="932076"/>
                  </a:lnTo>
                  <a:lnTo>
                    <a:pt x="5500498" y="932992"/>
                  </a:lnTo>
                  <a:lnTo>
                    <a:pt x="5495852" y="933449"/>
                  </a:lnTo>
                  <a:lnTo>
                    <a:pt x="5491162" y="933449"/>
                  </a:lnTo>
                  <a:lnTo>
                    <a:pt x="71437" y="933449"/>
                  </a:lnTo>
                  <a:lnTo>
                    <a:pt x="31748" y="921410"/>
                  </a:lnTo>
                  <a:lnTo>
                    <a:pt x="27848" y="918804"/>
                  </a:lnTo>
                  <a:lnTo>
                    <a:pt x="24240" y="915842"/>
                  </a:lnTo>
                  <a:lnTo>
                    <a:pt x="20923" y="912526"/>
                  </a:lnTo>
                  <a:lnTo>
                    <a:pt x="17606" y="909209"/>
                  </a:lnTo>
                  <a:lnTo>
                    <a:pt x="457" y="871348"/>
                  </a:lnTo>
                  <a:lnTo>
                    <a:pt x="0" y="866703"/>
                  </a:lnTo>
                  <a:lnTo>
                    <a:pt x="0" y="8620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5787" y="1223962"/>
              <a:ext cx="466725" cy="466725"/>
            </a:xfrm>
            <a:custGeom>
              <a:avLst/>
              <a:gdLst/>
              <a:ahLst/>
              <a:cxnLst/>
              <a:rect l="l" t="t" r="r" b="b"/>
              <a:pathLst>
                <a:path w="466725" h="466725">
                  <a:moveTo>
                    <a:pt x="399978" y="466724"/>
                  </a:moveTo>
                  <a:lnTo>
                    <a:pt x="66746" y="466724"/>
                  </a:lnTo>
                  <a:lnTo>
                    <a:pt x="62101" y="466267"/>
                  </a:lnTo>
                  <a:lnTo>
                    <a:pt x="24240" y="449117"/>
                  </a:lnTo>
                  <a:lnTo>
                    <a:pt x="2287" y="413824"/>
                  </a:lnTo>
                  <a:lnTo>
                    <a:pt x="0" y="399978"/>
                  </a:lnTo>
                  <a:lnTo>
                    <a:pt x="0" y="3952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99978" y="0"/>
                  </a:lnTo>
                  <a:lnTo>
                    <a:pt x="438876" y="14645"/>
                  </a:lnTo>
                  <a:lnTo>
                    <a:pt x="463082" y="48432"/>
                  </a:lnTo>
                  <a:lnTo>
                    <a:pt x="466724" y="66746"/>
                  </a:lnTo>
                  <a:lnTo>
                    <a:pt x="466724" y="399978"/>
                  </a:lnTo>
                  <a:lnTo>
                    <a:pt x="452079" y="438875"/>
                  </a:lnTo>
                  <a:lnTo>
                    <a:pt x="418291" y="463081"/>
                  </a:lnTo>
                  <a:lnTo>
                    <a:pt x="404623" y="466267"/>
                  </a:lnTo>
                  <a:lnTo>
                    <a:pt x="399978" y="466724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5787" y="1223962"/>
              <a:ext cx="466725" cy="466725"/>
            </a:xfrm>
            <a:custGeom>
              <a:avLst/>
              <a:gdLst/>
              <a:ahLst/>
              <a:cxnLst/>
              <a:rect l="l" t="t" r="r" b="b"/>
              <a:pathLst>
                <a:path w="466725" h="466725">
                  <a:moveTo>
                    <a:pt x="0" y="395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95287" y="0"/>
                  </a:lnTo>
                  <a:lnTo>
                    <a:pt x="399978" y="0"/>
                  </a:lnTo>
                  <a:lnTo>
                    <a:pt x="404623" y="457"/>
                  </a:lnTo>
                  <a:lnTo>
                    <a:pt x="409224" y="1372"/>
                  </a:lnTo>
                  <a:lnTo>
                    <a:pt x="413824" y="2287"/>
                  </a:lnTo>
                  <a:lnTo>
                    <a:pt x="418291" y="3642"/>
                  </a:lnTo>
                  <a:lnTo>
                    <a:pt x="422625" y="5437"/>
                  </a:lnTo>
                  <a:lnTo>
                    <a:pt x="426958" y="7232"/>
                  </a:lnTo>
                  <a:lnTo>
                    <a:pt x="431075" y="9433"/>
                  </a:lnTo>
                  <a:lnTo>
                    <a:pt x="434975" y="12039"/>
                  </a:lnTo>
                  <a:lnTo>
                    <a:pt x="438876" y="14645"/>
                  </a:lnTo>
                  <a:lnTo>
                    <a:pt x="454685" y="31748"/>
                  </a:lnTo>
                  <a:lnTo>
                    <a:pt x="457291" y="35648"/>
                  </a:lnTo>
                  <a:lnTo>
                    <a:pt x="459491" y="39765"/>
                  </a:lnTo>
                  <a:lnTo>
                    <a:pt x="461286" y="44099"/>
                  </a:lnTo>
                  <a:lnTo>
                    <a:pt x="463082" y="48432"/>
                  </a:lnTo>
                  <a:lnTo>
                    <a:pt x="466725" y="71437"/>
                  </a:lnTo>
                  <a:lnTo>
                    <a:pt x="466725" y="395287"/>
                  </a:lnTo>
                  <a:lnTo>
                    <a:pt x="461286" y="422625"/>
                  </a:lnTo>
                  <a:lnTo>
                    <a:pt x="459491" y="426958"/>
                  </a:lnTo>
                  <a:lnTo>
                    <a:pt x="431075" y="457291"/>
                  </a:lnTo>
                  <a:lnTo>
                    <a:pt x="395287" y="466724"/>
                  </a:lnTo>
                  <a:lnTo>
                    <a:pt x="71437" y="466724"/>
                  </a:lnTo>
                  <a:lnTo>
                    <a:pt x="31748" y="454685"/>
                  </a:lnTo>
                  <a:lnTo>
                    <a:pt x="5437" y="422625"/>
                  </a:lnTo>
                  <a:lnTo>
                    <a:pt x="0" y="399978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FBD3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674" y="1317624"/>
              <a:ext cx="250825" cy="2698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35074" y="1061259"/>
            <a:ext cx="3170555" cy="7162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b="1" spc="80" dirty="0">
                <a:solidFill>
                  <a:srgbClr val="B45309"/>
                </a:solidFill>
                <a:latin typeface="Times New Roman"/>
                <a:cs typeface="Times New Roman"/>
              </a:rPr>
              <a:t>L'Annuaire</a:t>
            </a: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04200"/>
              </a:lnSpc>
              <a:spcBef>
                <a:spcPts val="440"/>
              </a:spcBef>
            </a:pPr>
            <a:r>
              <a:rPr sz="1200" spc="-100" dirty="0">
                <a:solidFill>
                  <a:srgbClr val="465469"/>
                </a:solidFill>
                <a:latin typeface="Arial"/>
                <a:cs typeface="Arial"/>
              </a:rPr>
              <a:t>On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ne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parcourt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pas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tout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l'annuaire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page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page. </a:t>
            </a:r>
            <a:r>
              <a:rPr sz="1200" spc="-100" dirty="0">
                <a:solidFill>
                  <a:srgbClr val="465469"/>
                </a:solidFill>
                <a:latin typeface="Arial"/>
                <a:cs typeface="Arial"/>
              </a:rPr>
              <a:t>On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va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directement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"N"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trouver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"Ndiaye".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84392" y="944880"/>
            <a:ext cx="5681980" cy="1051560"/>
            <a:chOff x="6184392" y="944880"/>
            <a:chExt cx="5681980" cy="1051560"/>
          </a:xfrm>
        </p:grpSpPr>
        <p:sp>
          <p:nvSpPr>
            <p:cNvPr id="12" name="object 12"/>
            <p:cNvSpPr/>
            <p:nvPr/>
          </p:nvSpPr>
          <p:spPr>
            <a:xfrm>
              <a:off x="6184392" y="944880"/>
              <a:ext cx="5681980" cy="1051560"/>
            </a:xfrm>
            <a:custGeom>
              <a:avLst/>
              <a:gdLst/>
              <a:ahLst/>
              <a:cxnLst/>
              <a:rect l="l" t="t" r="r" b="b"/>
              <a:pathLst>
                <a:path w="5681980" h="1051560">
                  <a:moveTo>
                    <a:pt x="5681472" y="1051560"/>
                  </a:moveTo>
                  <a:lnTo>
                    <a:pt x="0" y="1051560"/>
                  </a:lnTo>
                  <a:lnTo>
                    <a:pt x="0" y="0"/>
                  </a:lnTo>
                  <a:lnTo>
                    <a:pt x="5681472" y="0"/>
                  </a:lnTo>
                  <a:lnTo>
                    <a:pt x="5681472" y="45719"/>
                  </a:lnTo>
                  <a:lnTo>
                    <a:pt x="130682" y="45719"/>
                  </a:lnTo>
                  <a:lnTo>
                    <a:pt x="124114" y="46037"/>
                  </a:lnTo>
                  <a:lnTo>
                    <a:pt x="88404" y="60828"/>
                  </a:lnTo>
                  <a:lnTo>
                    <a:pt x="66861" y="93068"/>
                  </a:lnTo>
                  <a:lnTo>
                    <a:pt x="64007" y="112394"/>
                  </a:lnTo>
                  <a:lnTo>
                    <a:pt x="64007" y="902969"/>
                  </a:lnTo>
                  <a:lnTo>
                    <a:pt x="75233" y="940019"/>
                  </a:lnTo>
                  <a:lnTo>
                    <a:pt x="105166" y="964569"/>
                  </a:lnTo>
                  <a:lnTo>
                    <a:pt x="130682" y="969644"/>
                  </a:lnTo>
                  <a:lnTo>
                    <a:pt x="5681472" y="969644"/>
                  </a:lnTo>
                  <a:lnTo>
                    <a:pt x="5681472" y="1051560"/>
                  </a:lnTo>
                  <a:close/>
                </a:path>
                <a:path w="5681980" h="1051560">
                  <a:moveTo>
                    <a:pt x="5681472" y="969644"/>
                  </a:moveTo>
                  <a:lnTo>
                    <a:pt x="5550407" y="969644"/>
                  </a:lnTo>
                  <a:lnTo>
                    <a:pt x="5556975" y="969327"/>
                  </a:lnTo>
                  <a:lnTo>
                    <a:pt x="5563416" y="968375"/>
                  </a:lnTo>
                  <a:lnTo>
                    <a:pt x="5597553" y="950115"/>
                  </a:lnTo>
                  <a:lnTo>
                    <a:pt x="5615812" y="915979"/>
                  </a:lnTo>
                  <a:lnTo>
                    <a:pt x="5617082" y="902969"/>
                  </a:lnTo>
                  <a:lnTo>
                    <a:pt x="5617082" y="112394"/>
                  </a:lnTo>
                  <a:lnTo>
                    <a:pt x="5605855" y="75345"/>
                  </a:lnTo>
                  <a:lnTo>
                    <a:pt x="5575921" y="50795"/>
                  </a:lnTo>
                  <a:lnTo>
                    <a:pt x="5550407" y="45719"/>
                  </a:lnTo>
                  <a:lnTo>
                    <a:pt x="5681472" y="45719"/>
                  </a:lnTo>
                  <a:lnTo>
                    <a:pt x="5681472" y="96964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43637" y="985837"/>
              <a:ext cx="5562600" cy="933450"/>
            </a:xfrm>
            <a:custGeom>
              <a:avLst/>
              <a:gdLst/>
              <a:ahLst/>
              <a:cxnLst/>
              <a:rect l="l" t="t" r="r" b="b"/>
              <a:pathLst>
                <a:path w="5562600" h="933450">
                  <a:moveTo>
                    <a:pt x="5495852" y="933449"/>
                  </a:moveTo>
                  <a:lnTo>
                    <a:pt x="66746" y="933449"/>
                  </a:lnTo>
                  <a:lnTo>
                    <a:pt x="62100" y="932992"/>
                  </a:lnTo>
                  <a:lnTo>
                    <a:pt x="24240" y="915842"/>
                  </a:lnTo>
                  <a:lnTo>
                    <a:pt x="2287" y="880549"/>
                  </a:lnTo>
                  <a:lnTo>
                    <a:pt x="0" y="866703"/>
                  </a:lnTo>
                  <a:lnTo>
                    <a:pt x="0" y="8620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5495852" y="0"/>
                  </a:lnTo>
                  <a:lnTo>
                    <a:pt x="5534750" y="14645"/>
                  </a:lnTo>
                  <a:lnTo>
                    <a:pt x="5558955" y="48433"/>
                  </a:lnTo>
                  <a:lnTo>
                    <a:pt x="5562598" y="66746"/>
                  </a:lnTo>
                  <a:lnTo>
                    <a:pt x="5562598" y="866703"/>
                  </a:lnTo>
                  <a:lnTo>
                    <a:pt x="5547953" y="905600"/>
                  </a:lnTo>
                  <a:lnTo>
                    <a:pt x="5514166" y="929806"/>
                  </a:lnTo>
                  <a:lnTo>
                    <a:pt x="5500497" y="932992"/>
                  </a:lnTo>
                  <a:lnTo>
                    <a:pt x="5495852" y="9334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43637" y="985837"/>
              <a:ext cx="5562600" cy="933450"/>
            </a:xfrm>
            <a:custGeom>
              <a:avLst/>
              <a:gdLst/>
              <a:ahLst/>
              <a:cxnLst/>
              <a:rect l="l" t="t" r="r" b="b"/>
              <a:pathLst>
                <a:path w="5562600" h="933450">
                  <a:moveTo>
                    <a:pt x="0" y="8620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91162" y="0"/>
                  </a:lnTo>
                  <a:lnTo>
                    <a:pt x="5495852" y="0"/>
                  </a:lnTo>
                  <a:lnTo>
                    <a:pt x="5500497" y="457"/>
                  </a:lnTo>
                  <a:lnTo>
                    <a:pt x="5530849" y="12039"/>
                  </a:lnTo>
                  <a:lnTo>
                    <a:pt x="5534750" y="14645"/>
                  </a:lnTo>
                  <a:lnTo>
                    <a:pt x="5550559" y="31748"/>
                  </a:lnTo>
                  <a:lnTo>
                    <a:pt x="5553165" y="35648"/>
                  </a:lnTo>
                  <a:lnTo>
                    <a:pt x="5555366" y="39765"/>
                  </a:lnTo>
                  <a:lnTo>
                    <a:pt x="5557160" y="44099"/>
                  </a:lnTo>
                  <a:lnTo>
                    <a:pt x="5558955" y="48433"/>
                  </a:lnTo>
                  <a:lnTo>
                    <a:pt x="5560310" y="52900"/>
                  </a:lnTo>
                  <a:lnTo>
                    <a:pt x="5561225" y="57500"/>
                  </a:lnTo>
                  <a:lnTo>
                    <a:pt x="5562140" y="62101"/>
                  </a:lnTo>
                  <a:lnTo>
                    <a:pt x="5562598" y="66746"/>
                  </a:lnTo>
                  <a:lnTo>
                    <a:pt x="5562599" y="71437"/>
                  </a:lnTo>
                  <a:lnTo>
                    <a:pt x="5562599" y="862012"/>
                  </a:lnTo>
                  <a:lnTo>
                    <a:pt x="5562598" y="866703"/>
                  </a:lnTo>
                  <a:lnTo>
                    <a:pt x="5562140" y="871348"/>
                  </a:lnTo>
                  <a:lnTo>
                    <a:pt x="5561225" y="875948"/>
                  </a:lnTo>
                  <a:lnTo>
                    <a:pt x="5560310" y="880549"/>
                  </a:lnTo>
                  <a:lnTo>
                    <a:pt x="5558955" y="885016"/>
                  </a:lnTo>
                  <a:lnTo>
                    <a:pt x="5557160" y="889350"/>
                  </a:lnTo>
                  <a:lnTo>
                    <a:pt x="5555366" y="893683"/>
                  </a:lnTo>
                  <a:lnTo>
                    <a:pt x="5530849" y="921409"/>
                  </a:lnTo>
                  <a:lnTo>
                    <a:pt x="5526949" y="924016"/>
                  </a:lnTo>
                  <a:lnTo>
                    <a:pt x="5505098" y="932076"/>
                  </a:lnTo>
                  <a:lnTo>
                    <a:pt x="5500497" y="932992"/>
                  </a:lnTo>
                  <a:lnTo>
                    <a:pt x="5495852" y="933449"/>
                  </a:lnTo>
                  <a:lnTo>
                    <a:pt x="5491162" y="933449"/>
                  </a:lnTo>
                  <a:lnTo>
                    <a:pt x="71437" y="933449"/>
                  </a:lnTo>
                  <a:lnTo>
                    <a:pt x="44099" y="928011"/>
                  </a:lnTo>
                  <a:lnTo>
                    <a:pt x="39764" y="926216"/>
                  </a:lnTo>
                  <a:lnTo>
                    <a:pt x="35648" y="924016"/>
                  </a:lnTo>
                  <a:lnTo>
                    <a:pt x="31748" y="921410"/>
                  </a:lnTo>
                  <a:lnTo>
                    <a:pt x="27848" y="918804"/>
                  </a:lnTo>
                  <a:lnTo>
                    <a:pt x="24240" y="915842"/>
                  </a:lnTo>
                  <a:lnTo>
                    <a:pt x="20923" y="912526"/>
                  </a:lnTo>
                  <a:lnTo>
                    <a:pt x="17607" y="909209"/>
                  </a:lnTo>
                  <a:lnTo>
                    <a:pt x="5437" y="889350"/>
                  </a:lnTo>
                  <a:lnTo>
                    <a:pt x="3642" y="885016"/>
                  </a:lnTo>
                  <a:lnTo>
                    <a:pt x="2287" y="880549"/>
                  </a:lnTo>
                  <a:lnTo>
                    <a:pt x="1372" y="875948"/>
                  </a:lnTo>
                  <a:lnTo>
                    <a:pt x="457" y="871348"/>
                  </a:lnTo>
                  <a:lnTo>
                    <a:pt x="0" y="866703"/>
                  </a:lnTo>
                  <a:lnTo>
                    <a:pt x="0" y="8620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43662" y="1223962"/>
              <a:ext cx="466725" cy="466725"/>
            </a:xfrm>
            <a:custGeom>
              <a:avLst/>
              <a:gdLst/>
              <a:ahLst/>
              <a:cxnLst/>
              <a:rect l="l" t="t" r="r" b="b"/>
              <a:pathLst>
                <a:path w="466725" h="466725">
                  <a:moveTo>
                    <a:pt x="399977" y="466724"/>
                  </a:moveTo>
                  <a:lnTo>
                    <a:pt x="66746" y="466724"/>
                  </a:lnTo>
                  <a:lnTo>
                    <a:pt x="62100" y="466267"/>
                  </a:lnTo>
                  <a:lnTo>
                    <a:pt x="24239" y="449117"/>
                  </a:lnTo>
                  <a:lnTo>
                    <a:pt x="2287" y="413824"/>
                  </a:lnTo>
                  <a:lnTo>
                    <a:pt x="0" y="399978"/>
                  </a:lnTo>
                  <a:lnTo>
                    <a:pt x="0" y="3952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399977" y="0"/>
                  </a:lnTo>
                  <a:lnTo>
                    <a:pt x="438875" y="14645"/>
                  </a:lnTo>
                  <a:lnTo>
                    <a:pt x="463081" y="48432"/>
                  </a:lnTo>
                  <a:lnTo>
                    <a:pt x="466724" y="66746"/>
                  </a:lnTo>
                  <a:lnTo>
                    <a:pt x="466724" y="399978"/>
                  </a:lnTo>
                  <a:lnTo>
                    <a:pt x="452078" y="438875"/>
                  </a:lnTo>
                  <a:lnTo>
                    <a:pt x="418290" y="463081"/>
                  </a:lnTo>
                  <a:lnTo>
                    <a:pt x="404622" y="466267"/>
                  </a:lnTo>
                  <a:lnTo>
                    <a:pt x="399977" y="466724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43662" y="1223962"/>
              <a:ext cx="466725" cy="466725"/>
            </a:xfrm>
            <a:custGeom>
              <a:avLst/>
              <a:gdLst/>
              <a:ahLst/>
              <a:cxnLst/>
              <a:rect l="l" t="t" r="r" b="b"/>
              <a:pathLst>
                <a:path w="466725" h="466725">
                  <a:moveTo>
                    <a:pt x="0" y="395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5" y="24240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95287" y="0"/>
                  </a:lnTo>
                  <a:lnTo>
                    <a:pt x="399977" y="0"/>
                  </a:lnTo>
                  <a:lnTo>
                    <a:pt x="404623" y="457"/>
                  </a:lnTo>
                  <a:lnTo>
                    <a:pt x="434975" y="12039"/>
                  </a:lnTo>
                  <a:lnTo>
                    <a:pt x="438875" y="14645"/>
                  </a:lnTo>
                  <a:lnTo>
                    <a:pt x="442484" y="17606"/>
                  </a:lnTo>
                  <a:lnTo>
                    <a:pt x="445801" y="20923"/>
                  </a:lnTo>
                  <a:lnTo>
                    <a:pt x="449117" y="24240"/>
                  </a:lnTo>
                  <a:lnTo>
                    <a:pt x="465351" y="57500"/>
                  </a:lnTo>
                  <a:lnTo>
                    <a:pt x="466267" y="62101"/>
                  </a:lnTo>
                  <a:lnTo>
                    <a:pt x="466724" y="66746"/>
                  </a:lnTo>
                  <a:lnTo>
                    <a:pt x="466724" y="71437"/>
                  </a:lnTo>
                  <a:lnTo>
                    <a:pt x="466724" y="395287"/>
                  </a:lnTo>
                  <a:lnTo>
                    <a:pt x="466724" y="399978"/>
                  </a:lnTo>
                  <a:lnTo>
                    <a:pt x="466267" y="404623"/>
                  </a:lnTo>
                  <a:lnTo>
                    <a:pt x="465351" y="409224"/>
                  </a:lnTo>
                  <a:lnTo>
                    <a:pt x="464436" y="413824"/>
                  </a:lnTo>
                  <a:lnTo>
                    <a:pt x="445801" y="445801"/>
                  </a:lnTo>
                  <a:lnTo>
                    <a:pt x="442484" y="449117"/>
                  </a:lnTo>
                  <a:lnTo>
                    <a:pt x="404622" y="466267"/>
                  </a:lnTo>
                  <a:lnTo>
                    <a:pt x="395287" y="466724"/>
                  </a:lnTo>
                  <a:lnTo>
                    <a:pt x="71437" y="466724"/>
                  </a:lnTo>
                  <a:lnTo>
                    <a:pt x="31747" y="454685"/>
                  </a:lnTo>
                  <a:lnTo>
                    <a:pt x="5436" y="422625"/>
                  </a:lnTo>
                  <a:lnTo>
                    <a:pt x="0" y="399978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FBD3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3674" y="1317624"/>
              <a:ext cx="266700" cy="26987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092950" y="1061259"/>
            <a:ext cx="3308985" cy="7162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b="1" spc="110" dirty="0">
                <a:solidFill>
                  <a:srgbClr val="B45309"/>
                </a:solidFill>
                <a:latin typeface="Times New Roman"/>
                <a:cs typeface="Times New Roman"/>
              </a:rPr>
              <a:t>Clé</a:t>
            </a:r>
            <a:r>
              <a:rPr sz="1250" b="1" spc="415" dirty="0">
                <a:solidFill>
                  <a:srgbClr val="B45309"/>
                </a:solidFill>
                <a:latin typeface="Times New Roman"/>
                <a:cs typeface="Times New Roman"/>
              </a:rPr>
              <a:t> </a:t>
            </a:r>
            <a:r>
              <a:rPr sz="1250" b="1" spc="55" dirty="0">
                <a:solidFill>
                  <a:srgbClr val="B45309"/>
                </a:solidFill>
                <a:latin typeface="Times New Roman"/>
                <a:cs typeface="Times New Roman"/>
              </a:rPr>
              <a:t>Unique</a:t>
            </a: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04200"/>
              </a:lnSpc>
              <a:spcBef>
                <a:spcPts val="440"/>
              </a:spcBef>
            </a:pPr>
            <a:r>
              <a:rPr sz="1200" spc="-70" dirty="0">
                <a:solidFill>
                  <a:srgbClr val="465469"/>
                </a:solidFill>
                <a:latin typeface="Arial"/>
                <a:cs typeface="Arial"/>
              </a:rPr>
              <a:t>Chaque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entrée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est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identifiée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sz="1200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465469"/>
                </a:solidFill>
                <a:latin typeface="Arial"/>
                <a:cs typeface="Arial"/>
              </a:rPr>
              <a:t>Clé</a:t>
            </a:r>
            <a:r>
              <a:rPr sz="1200" b="1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465469"/>
                </a:solidFill>
                <a:latin typeface="Arial"/>
                <a:cs typeface="Arial"/>
              </a:rPr>
              <a:t>(K)</a:t>
            </a:r>
            <a:r>
              <a:rPr sz="1200" b="1" spc="-1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unique.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Cette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clé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donne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accès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465469"/>
                </a:solidFill>
                <a:latin typeface="Arial"/>
                <a:cs typeface="Arial"/>
              </a:rPr>
              <a:t>Valeur</a:t>
            </a:r>
            <a:r>
              <a:rPr sz="1200" b="1" spc="-7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465469"/>
                </a:solidFill>
                <a:latin typeface="Arial"/>
                <a:cs typeface="Arial"/>
              </a:rPr>
              <a:t>(V)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0999" y="6134099"/>
            <a:ext cx="11430000" cy="438150"/>
            <a:chOff x="380999" y="6134099"/>
            <a:chExt cx="11430000" cy="438150"/>
          </a:xfrm>
        </p:grpSpPr>
        <p:sp>
          <p:nvSpPr>
            <p:cNvPr id="20" name="object 20"/>
            <p:cNvSpPr/>
            <p:nvPr/>
          </p:nvSpPr>
          <p:spPr>
            <a:xfrm>
              <a:off x="400049" y="6134099"/>
              <a:ext cx="11410950" cy="438150"/>
            </a:xfrm>
            <a:custGeom>
              <a:avLst/>
              <a:gdLst/>
              <a:ahLst/>
              <a:cxnLst/>
              <a:rect l="l" t="t" r="r" b="b"/>
              <a:pathLst>
                <a:path w="11410950" h="438150">
                  <a:moveTo>
                    <a:pt x="11357551" y="438149"/>
                  </a:moveTo>
                  <a:lnTo>
                    <a:pt x="0" y="438149"/>
                  </a:lnTo>
                  <a:lnTo>
                    <a:pt x="0" y="0"/>
                  </a:lnTo>
                  <a:lnTo>
                    <a:pt x="11357551" y="0"/>
                  </a:lnTo>
                  <a:lnTo>
                    <a:pt x="11361267" y="365"/>
                  </a:lnTo>
                  <a:lnTo>
                    <a:pt x="11396863" y="19390"/>
                  </a:lnTo>
                  <a:lnTo>
                    <a:pt x="11410949" y="53397"/>
                  </a:lnTo>
                  <a:lnTo>
                    <a:pt x="11410949" y="384752"/>
                  </a:lnTo>
                  <a:lnTo>
                    <a:pt x="11391556" y="424064"/>
                  </a:lnTo>
                  <a:lnTo>
                    <a:pt x="11357551" y="438149"/>
                  </a:lnTo>
                  <a:close/>
                </a:path>
              </a:pathLst>
            </a:custGeom>
            <a:solidFill>
              <a:srgbClr val="F0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0999" y="6134099"/>
              <a:ext cx="38100" cy="438150"/>
            </a:xfrm>
            <a:custGeom>
              <a:avLst/>
              <a:gdLst/>
              <a:ahLst/>
              <a:cxnLst/>
              <a:rect l="l" t="t" r="r" b="b"/>
              <a:pathLst>
                <a:path w="38100" h="438150">
                  <a:moveTo>
                    <a:pt x="0" y="438149"/>
                  </a:moveTo>
                  <a:lnTo>
                    <a:pt x="0" y="0"/>
                  </a:lnTo>
                  <a:lnTo>
                    <a:pt x="38099" y="0"/>
                  </a:lnTo>
                  <a:lnTo>
                    <a:pt x="38099" y="438149"/>
                  </a:lnTo>
                  <a:lnTo>
                    <a:pt x="0" y="438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949" y="6280149"/>
              <a:ext cx="104775" cy="1397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89781" y="6233913"/>
            <a:ext cx="1380490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b="1" spc="-60" dirty="0">
                <a:solidFill>
                  <a:srgbClr val="1D40AF"/>
                </a:solidFill>
                <a:latin typeface="Arial"/>
                <a:cs typeface="Arial"/>
              </a:rPr>
              <a:t>Efficacité</a:t>
            </a:r>
            <a:r>
              <a:rPr sz="1200" b="1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200" b="1" spc="-55" dirty="0">
                <a:solidFill>
                  <a:srgbClr val="1D40AF"/>
                </a:solidFill>
                <a:latin typeface="Arial"/>
                <a:cs typeface="Arial"/>
              </a:rPr>
              <a:t>redoutable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35676" y="6232366"/>
            <a:ext cx="439801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spc="85" dirty="0">
                <a:solidFill>
                  <a:srgbClr val="1C4ED8"/>
                </a:solidFill>
                <a:latin typeface="Times New Roman"/>
                <a:cs typeface="Times New Roman"/>
              </a:rPr>
              <a:t>Complexité</a:t>
            </a:r>
            <a:r>
              <a:rPr sz="1200" b="1" spc="395" dirty="0">
                <a:solidFill>
                  <a:srgbClr val="1C4ED8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C4ED8"/>
                </a:solidFill>
                <a:latin typeface="Times New Roman"/>
                <a:cs typeface="Times New Roman"/>
              </a:rPr>
              <a:t>moyenne</a:t>
            </a:r>
            <a:r>
              <a:rPr sz="1200" b="1" spc="395" dirty="0">
                <a:solidFill>
                  <a:srgbClr val="1C4ED8"/>
                </a:solidFill>
                <a:latin typeface="Times New Roman"/>
                <a:cs typeface="Times New Roman"/>
              </a:rPr>
              <a:t> </a:t>
            </a:r>
            <a:r>
              <a:rPr sz="1200" b="1" spc="270" dirty="0">
                <a:solidFill>
                  <a:srgbClr val="1C4ED8"/>
                </a:solidFill>
                <a:latin typeface="Times New Roman"/>
                <a:cs typeface="Times New Roman"/>
              </a:rPr>
              <a:t>:</a:t>
            </a:r>
            <a:r>
              <a:rPr sz="1200" b="1" spc="400" dirty="0">
                <a:solidFill>
                  <a:srgbClr val="1C4ED8"/>
                </a:solidFill>
                <a:latin typeface="Times New Roman"/>
                <a:cs typeface="Times New Roman"/>
              </a:rPr>
              <a:t> </a:t>
            </a:r>
            <a:r>
              <a:rPr sz="1200" b="1" spc="85" dirty="0">
                <a:solidFill>
                  <a:srgbClr val="1C4ED8"/>
                </a:solidFill>
                <a:latin typeface="Times New Roman"/>
                <a:cs typeface="Times New Roman"/>
              </a:rPr>
              <a:t>O(1)</a:t>
            </a:r>
            <a:r>
              <a:rPr sz="1200" b="1" spc="395" dirty="0">
                <a:solidFill>
                  <a:srgbClr val="1C4ED8"/>
                </a:solidFill>
                <a:latin typeface="Times New Roman"/>
                <a:cs typeface="Times New Roman"/>
              </a:rPr>
              <a:t> </a:t>
            </a:r>
            <a:r>
              <a:rPr sz="1200" b="1" spc="130" dirty="0">
                <a:solidFill>
                  <a:srgbClr val="1C4ED8"/>
                </a:solidFill>
                <a:latin typeface="Times New Roman"/>
                <a:cs typeface="Times New Roman"/>
              </a:rPr>
              <a:t>constant</a:t>
            </a:r>
            <a:r>
              <a:rPr sz="1200" b="1" spc="395" dirty="0">
                <a:solidFill>
                  <a:srgbClr val="1C4ED8"/>
                </a:solidFill>
                <a:latin typeface="Times New Roman"/>
                <a:cs typeface="Times New Roman"/>
              </a:rPr>
              <a:t> </a:t>
            </a:r>
            <a:r>
              <a:rPr sz="1200" b="1" spc="160" dirty="0">
                <a:solidFill>
                  <a:srgbClr val="1C4ED8"/>
                </a:solidFill>
                <a:latin typeface="Times New Roman"/>
                <a:cs typeface="Times New Roman"/>
              </a:rPr>
              <a:t>(accès</a:t>
            </a:r>
            <a:r>
              <a:rPr sz="1200" b="1" spc="400" dirty="0">
                <a:solidFill>
                  <a:srgbClr val="1C4ED8"/>
                </a:solidFill>
                <a:latin typeface="Times New Roman"/>
                <a:cs typeface="Times New Roman"/>
              </a:rPr>
              <a:t> </a:t>
            </a:r>
            <a:r>
              <a:rPr sz="1200" b="1" spc="75" dirty="0">
                <a:solidFill>
                  <a:srgbClr val="1C4ED8"/>
                </a:solidFill>
                <a:latin typeface="Times New Roman"/>
                <a:cs typeface="Times New Roman"/>
              </a:rPr>
              <a:t>immédiat)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0999" y="2162175"/>
            <a:ext cx="11430000" cy="3733800"/>
            <a:chOff x="380999" y="2162175"/>
            <a:chExt cx="11430000" cy="3733800"/>
          </a:xfrm>
        </p:grpSpPr>
        <p:sp>
          <p:nvSpPr>
            <p:cNvPr id="26" name="object 26"/>
            <p:cNvSpPr/>
            <p:nvPr/>
          </p:nvSpPr>
          <p:spPr>
            <a:xfrm>
              <a:off x="381000" y="2162175"/>
              <a:ext cx="11430000" cy="3733800"/>
            </a:xfrm>
            <a:custGeom>
              <a:avLst/>
              <a:gdLst/>
              <a:ahLst/>
              <a:cxnLst/>
              <a:rect l="l" t="t" r="r" b="b"/>
              <a:pathLst>
                <a:path w="11430000" h="3733800">
                  <a:moveTo>
                    <a:pt x="11353800" y="3733799"/>
                  </a:moveTo>
                  <a:lnTo>
                    <a:pt x="76198" y="3733799"/>
                  </a:lnTo>
                  <a:lnTo>
                    <a:pt x="68693" y="3733437"/>
                  </a:lnTo>
                  <a:lnTo>
                    <a:pt x="27882" y="3716532"/>
                  </a:lnTo>
                  <a:lnTo>
                    <a:pt x="3262" y="3679685"/>
                  </a:lnTo>
                  <a:lnTo>
                    <a:pt x="0" y="3657601"/>
                  </a:lnTo>
                  <a:lnTo>
                    <a:pt x="0" y="76198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11353799" y="0"/>
                  </a:lnTo>
                  <a:lnTo>
                    <a:pt x="11396140" y="12829"/>
                  </a:lnTo>
                  <a:lnTo>
                    <a:pt x="11424198" y="47039"/>
                  </a:lnTo>
                  <a:lnTo>
                    <a:pt x="11429999" y="76198"/>
                  </a:lnTo>
                  <a:lnTo>
                    <a:pt x="11429999" y="3657601"/>
                  </a:lnTo>
                  <a:lnTo>
                    <a:pt x="11417168" y="3699941"/>
                  </a:lnTo>
                  <a:lnTo>
                    <a:pt x="11382959" y="3727998"/>
                  </a:lnTo>
                  <a:lnTo>
                    <a:pt x="11353800" y="37337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0987" y="2162174"/>
              <a:ext cx="11430000" cy="3733800"/>
            </a:xfrm>
            <a:custGeom>
              <a:avLst/>
              <a:gdLst/>
              <a:ahLst/>
              <a:cxnLst/>
              <a:rect l="l" t="t" r="r" b="b"/>
              <a:pathLst>
                <a:path w="11430000" h="3733800">
                  <a:moveTo>
                    <a:pt x="9525" y="3603637"/>
                  </a:moveTo>
                  <a:lnTo>
                    <a:pt x="0" y="3603637"/>
                  </a:lnTo>
                  <a:lnTo>
                    <a:pt x="0" y="3632212"/>
                  </a:lnTo>
                  <a:lnTo>
                    <a:pt x="9525" y="3632212"/>
                  </a:lnTo>
                  <a:lnTo>
                    <a:pt x="9525" y="3603637"/>
                  </a:lnTo>
                  <a:close/>
                </a:path>
                <a:path w="11430000" h="3733800">
                  <a:moveTo>
                    <a:pt x="9525" y="3556038"/>
                  </a:moveTo>
                  <a:lnTo>
                    <a:pt x="0" y="3556038"/>
                  </a:lnTo>
                  <a:lnTo>
                    <a:pt x="0" y="3584613"/>
                  </a:lnTo>
                  <a:lnTo>
                    <a:pt x="9525" y="3584613"/>
                  </a:lnTo>
                  <a:lnTo>
                    <a:pt x="9525" y="3556038"/>
                  </a:lnTo>
                  <a:close/>
                </a:path>
                <a:path w="11430000" h="3733800">
                  <a:moveTo>
                    <a:pt x="9525" y="3508425"/>
                  </a:moveTo>
                  <a:lnTo>
                    <a:pt x="0" y="3508425"/>
                  </a:lnTo>
                  <a:lnTo>
                    <a:pt x="0" y="3537000"/>
                  </a:lnTo>
                  <a:lnTo>
                    <a:pt x="9525" y="3537000"/>
                  </a:lnTo>
                  <a:lnTo>
                    <a:pt x="9525" y="3508425"/>
                  </a:lnTo>
                  <a:close/>
                </a:path>
                <a:path w="11430000" h="3733800">
                  <a:moveTo>
                    <a:pt x="9525" y="3460813"/>
                  </a:moveTo>
                  <a:lnTo>
                    <a:pt x="0" y="3460813"/>
                  </a:lnTo>
                  <a:lnTo>
                    <a:pt x="0" y="3489388"/>
                  </a:lnTo>
                  <a:lnTo>
                    <a:pt x="9525" y="3489388"/>
                  </a:lnTo>
                  <a:lnTo>
                    <a:pt x="9525" y="3460813"/>
                  </a:lnTo>
                  <a:close/>
                </a:path>
                <a:path w="11430000" h="3733800">
                  <a:moveTo>
                    <a:pt x="9525" y="3413201"/>
                  </a:moveTo>
                  <a:lnTo>
                    <a:pt x="0" y="3413201"/>
                  </a:lnTo>
                  <a:lnTo>
                    <a:pt x="0" y="3441776"/>
                  </a:lnTo>
                  <a:lnTo>
                    <a:pt x="9525" y="3441776"/>
                  </a:lnTo>
                  <a:lnTo>
                    <a:pt x="9525" y="3413201"/>
                  </a:lnTo>
                  <a:close/>
                </a:path>
                <a:path w="11430000" h="3733800">
                  <a:moveTo>
                    <a:pt x="9525" y="3365589"/>
                  </a:moveTo>
                  <a:lnTo>
                    <a:pt x="0" y="3365589"/>
                  </a:lnTo>
                  <a:lnTo>
                    <a:pt x="0" y="3394164"/>
                  </a:lnTo>
                  <a:lnTo>
                    <a:pt x="9525" y="3394164"/>
                  </a:lnTo>
                  <a:lnTo>
                    <a:pt x="9525" y="3365589"/>
                  </a:lnTo>
                  <a:close/>
                </a:path>
                <a:path w="11430000" h="3733800">
                  <a:moveTo>
                    <a:pt x="9525" y="3317976"/>
                  </a:moveTo>
                  <a:lnTo>
                    <a:pt x="0" y="3317976"/>
                  </a:lnTo>
                  <a:lnTo>
                    <a:pt x="0" y="3346551"/>
                  </a:lnTo>
                  <a:lnTo>
                    <a:pt x="9525" y="3346551"/>
                  </a:lnTo>
                  <a:lnTo>
                    <a:pt x="9525" y="3317976"/>
                  </a:lnTo>
                  <a:close/>
                </a:path>
                <a:path w="11430000" h="3733800">
                  <a:moveTo>
                    <a:pt x="9525" y="3270377"/>
                  </a:moveTo>
                  <a:lnTo>
                    <a:pt x="0" y="3270377"/>
                  </a:lnTo>
                  <a:lnTo>
                    <a:pt x="0" y="3298952"/>
                  </a:lnTo>
                  <a:lnTo>
                    <a:pt x="9525" y="3298952"/>
                  </a:lnTo>
                  <a:lnTo>
                    <a:pt x="9525" y="3270377"/>
                  </a:lnTo>
                  <a:close/>
                </a:path>
                <a:path w="11430000" h="3733800">
                  <a:moveTo>
                    <a:pt x="9525" y="3222764"/>
                  </a:moveTo>
                  <a:lnTo>
                    <a:pt x="0" y="3222764"/>
                  </a:lnTo>
                  <a:lnTo>
                    <a:pt x="0" y="3251339"/>
                  </a:lnTo>
                  <a:lnTo>
                    <a:pt x="9525" y="3251339"/>
                  </a:lnTo>
                  <a:lnTo>
                    <a:pt x="9525" y="3222764"/>
                  </a:lnTo>
                  <a:close/>
                </a:path>
                <a:path w="11430000" h="3733800">
                  <a:moveTo>
                    <a:pt x="9525" y="3175152"/>
                  </a:moveTo>
                  <a:lnTo>
                    <a:pt x="0" y="3175152"/>
                  </a:lnTo>
                  <a:lnTo>
                    <a:pt x="0" y="3203727"/>
                  </a:lnTo>
                  <a:lnTo>
                    <a:pt x="9525" y="3203727"/>
                  </a:lnTo>
                  <a:lnTo>
                    <a:pt x="9525" y="3175152"/>
                  </a:lnTo>
                  <a:close/>
                </a:path>
                <a:path w="11430000" h="3733800">
                  <a:moveTo>
                    <a:pt x="9525" y="3127540"/>
                  </a:moveTo>
                  <a:lnTo>
                    <a:pt x="0" y="3127540"/>
                  </a:lnTo>
                  <a:lnTo>
                    <a:pt x="0" y="3156115"/>
                  </a:lnTo>
                  <a:lnTo>
                    <a:pt x="9525" y="3156115"/>
                  </a:lnTo>
                  <a:lnTo>
                    <a:pt x="9525" y="3127540"/>
                  </a:lnTo>
                  <a:close/>
                </a:path>
                <a:path w="11430000" h="3733800">
                  <a:moveTo>
                    <a:pt x="9525" y="3079940"/>
                  </a:moveTo>
                  <a:lnTo>
                    <a:pt x="0" y="3079940"/>
                  </a:lnTo>
                  <a:lnTo>
                    <a:pt x="0" y="3108515"/>
                  </a:lnTo>
                  <a:lnTo>
                    <a:pt x="9525" y="3108515"/>
                  </a:lnTo>
                  <a:lnTo>
                    <a:pt x="9525" y="3079940"/>
                  </a:lnTo>
                  <a:close/>
                </a:path>
                <a:path w="11430000" h="3733800">
                  <a:moveTo>
                    <a:pt x="9525" y="3032328"/>
                  </a:moveTo>
                  <a:lnTo>
                    <a:pt x="0" y="3032328"/>
                  </a:lnTo>
                  <a:lnTo>
                    <a:pt x="0" y="3060903"/>
                  </a:lnTo>
                  <a:lnTo>
                    <a:pt x="9525" y="3060903"/>
                  </a:lnTo>
                  <a:lnTo>
                    <a:pt x="9525" y="3032328"/>
                  </a:lnTo>
                  <a:close/>
                </a:path>
                <a:path w="11430000" h="3733800">
                  <a:moveTo>
                    <a:pt x="9525" y="2984716"/>
                  </a:moveTo>
                  <a:lnTo>
                    <a:pt x="0" y="2984716"/>
                  </a:lnTo>
                  <a:lnTo>
                    <a:pt x="0" y="3013291"/>
                  </a:lnTo>
                  <a:lnTo>
                    <a:pt x="9525" y="3013291"/>
                  </a:lnTo>
                  <a:lnTo>
                    <a:pt x="9525" y="2984716"/>
                  </a:lnTo>
                  <a:close/>
                </a:path>
                <a:path w="11430000" h="3733800">
                  <a:moveTo>
                    <a:pt x="9525" y="2937103"/>
                  </a:moveTo>
                  <a:lnTo>
                    <a:pt x="0" y="2937103"/>
                  </a:lnTo>
                  <a:lnTo>
                    <a:pt x="0" y="2965678"/>
                  </a:lnTo>
                  <a:lnTo>
                    <a:pt x="9525" y="2965678"/>
                  </a:lnTo>
                  <a:lnTo>
                    <a:pt x="9525" y="2937103"/>
                  </a:lnTo>
                  <a:close/>
                </a:path>
                <a:path w="11430000" h="3733800">
                  <a:moveTo>
                    <a:pt x="9525" y="2889491"/>
                  </a:moveTo>
                  <a:lnTo>
                    <a:pt x="0" y="2889491"/>
                  </a:lnTo>
                  <a:lnTo>
                    <a:pt x="0" y="2918066"/>
                  </a:lnTo>
                  <a:lnTo>
                    <a:pt x="9525" y="2918066"/>
                  </a:lnTo>
                  <a:lnTo>
                    <a:pt x="9525" y="2889491"/>
                  </a:lnTo>
                  <a:close/>
                </a:path>
                <a:path w="11430000" h="3733800">
                  <a:moveTo>
                    <a:pt x="9525" y="2841879"/>
                  </a:moveTo>
                  <a:lnTo>
                    <a:pt x="0" y="2841879"/>
                  </a:lnTo>
                  <a:lnTo>
                    <a:pt x="0" y="2870454"/>
                  </a:lnTo>
                  <a:lnTo>
                    <a:pt x="9525" y="2870454"/>
                  </a:lnTo>
                  <a:lnTo>
                    <a:pt x="9525" y="2841879"/>
                  </a:lnTo>
                  <a:close/>
                </a:path>
                <a:path w="11430000" h="3733800">
                  <a:moveTo>
                    <a:pt x="9525" y="2794266"/>
                  </a:moveTo>
                  <a:lnTo>
                    <a:pt x="0" y="2794266"/>
                  </a:lnTo>
                  <a:lnTo>
                    <a:pt x="0" y="2822841"/>
                  </a:lnTo>
                  <a:lnTo>
                    <a:pt x="9525" y="2822841"/>
                  </a:lnTo>
                  <a:lnTo>
                    <a:pt x="9525" y="2794266"/>
                  </a:lnTo>
                  <a:close/>
                </a:path>
                <a:path w="11430000" h="3733800">
                  <a:moveTo>
                    <a:pt x="9525" y="2746667"/>
                  </a:moveTo>
                  <a:lnTo>
                    <a:pt x="0" y="2746667"/>
                  </a:lnTo>
                  <a:lnTo>
                    <a:pt x="0" y="2775242"/>
                  </a:lnTo>
                  <a:lnTo>
                    <a:pt x="9525" y="2775242"/>
                  </a:lnTo>
                  <a:lnTo>
                    <a:pt x="9525" y="2746667"/>
                  </a:lnTo>
                  <a:close/>
                </a:path>
                <a:path w="11430000" h="3733800">
                  <a:moveTo>
                    <a:pt x="9525" y="2699054"/>
                  </a:moveTo>
                  <a:lnTo>
                    <a:pt x="0" y="2699054"/>
                  </a:lnTo>
                  <a:lnTo>
                    <a:pt x="0" y="2727629"/>
                  </a:lnTo>
                  <a:lnTo>
                    <a:pt x="9525" y="2727629"/>
                  </a:lnTo>
                  <a:lnTo>
                    <a:pt x="9525" y="2699054"/>
                  </a:lnTo>
                  <a:close/>
                </a:path>
                <a:path w="11430000" h="3733800">
                  <a:moveTo>
                    <a:pt x="9525" y="2651442"/>
                  </a:moveTo>
                  <a:lnTo>
                    <a:pt x="0" y="2651442"/>
                  </a:lnTo>
                  <a:lnTo>
                    <a:pt x="0" y="2680017"/>
                  </a:lnTo>
                  <a:lnTo>
                    <a:pt x="9525" y="2680017"/>
                  </a:lnTo>
                  <a:lnTo>
                    <a:pt x="9525" y="2651442"/>
                  </a:lnTo>
                  <a:close/>
                </a:path>
                <a:path w="11430000" h="3733800">
                  <a:moveTo>
                    <a:pt x="9525" y="2603830"/>
                  </a:moveTo>
                  <a:lnTo>
                    <a:pt x="0" y="2603830"/>
                  </a:lnTo>
                  <a:lnTo>
                    <a:pt x="0" y="2632405"/>
                  </a:lnTo>
                  <a:lnTo>
                    <a:pt x="9525" y="2632405"/>
                  </a:lnTo>
                  <a:lnTo>
                    <a:pt x="9525" y="2603830"/>
                  </a:lnTo>
                  <a:close/>
                </a:path>
                <a:path w="11430000" h="3733800">
                  <a:moveTo>
                    <a:pt x="9525" y="2556230"/>
                  </a:moveTo>
                  <a:lnTo>
                    <a:pt x="0" y="2556230"/>
                  </a:lnTo>
                  <a:lnTo>
                    <a:pt x="0" y="2584805"/>
                  </a:lnTo>
                  <a:lnTo>
                    <a:pt x="9525" y="2584805"/>
                  </a:lnTo>
                  <a:lnTo>
                    <a:pt x="9525" y="2556230"/>
                  </a:lnTo>
                  <a:close/>
                </a:path>
                <a:path w="11430000" h="3733800">
                  <a:moveTo>
                    <a:pt x="9525" y="2508618"/>
                  </a:moveTo>
                  <a:lnTo>
                    <a:pt x="0" y="2508618"/>
                  </a:lnTo>
                  <a:lnTo>
                    <a:pt x="0" y="2537193"/>
                  </a:lnTo>
                  <a:lnTo>
                    <a:pt x="9525" y="2537193"/>
                  </a:lnTo>
                  <a:lnTo>
                    <a:pt x="9525" y="2508618"/>
                  </a:lnTo>
                  <a:close/>
                </a:path>
                <a:path w="11430000" h="3733800">
                  <a:moveTo>
                    <a:pt x="9525" y="2461006"/>
                  </a:moveTo>
                  <a:lnTo>
                    <a:pt x="0" y="2461006"/>
                  </a:lnTo>
                  <a:lnTo>
                    <a:pt x="0" y="2489581"/>
                  </a:lnTo>
                  <a:lnTo>
                    <a:pt x="9525" y="2489581"/>
                  </a:lnTo>
                  <a:lnTo>
                    <a:pt x="9525" y="2461006"/>
                  </a:lnTo>
                  <a:close/>
                </a:path>
                <a:path w="11430000" h="3733800">
                  <a:moveTo>
                    <a:pt x="9525" y="2413393"/>
                  </a:moveTo>
                  <a:lnTo>
                    <a:pt x="0" y="2413393"/>
                  </a:lnTo>
                  <a:lnTo>
                    <a:pt x="0" y="2441968"/>
                  </a:lnTo>
                  <a:lnTo>
                    <a:pt x="9525" y="2441968"/>
                  </a:lnTo>
                  <a:lnTo>
                    <a:pt x="9525" y="2413393"/>
                  </a:lnTo>
                  <a:close/>
                </a:path>
                <a:path w="11430000" h="3733800">
                  <a:moveTo>
                    <a:pt x="9525" y="2365781"/>
                  </a:moveTo>
                  <a:lnTo>
                    <a:pt x="0" y="2365781"/>
                  </a:lnTo>
                  <a:lnTo>
                    <a:pt x="0" y="2394356"/>
                  </a:lnTo>
                  <a:lnTo>
                    <a:pt x="9525" y="2394356"/>
                  </a:lnTo>
                  <a:lnTo>
                    <a:pt x="9525" y="2365781"/>
                  </a:lnTo>
                  <a:close/>
                </a:path>
                <a:path w="11430000" h="3733800">
                  <a:moveTo>
                    <a:pt x="9525" y="2318169"/>
                  </a:moveTo>
                  <a:lnTo>
                    <a:pt x="0" y="2318169"/>
                  </a:lnTo>
                  <a:lnTo>
                    <a:pt x="0" y="2346744"/>
                  </a:lnTo>
                  <a:lnTo>
                    <a:pt x="9525" y="2346744"/>
                  </a:lnTo>
                  <a:lnTo>
                    <a:pt x="9525" y="2318169"/>
                  </a:lnTo>
                  <a:close/>
                </a:path>
                <a:path w="11430000" h="3733800">
                  <a:moveTo>
                    <a:pt x="9525" y="2270556"/>
                  </a:moveTo>
                  <a:lnTo>
                    <a:pt x="0" y="2270556"/>
                  </a:lnTo>
                  <a:lnTo>
                    <a:pt x="0" y="2299131"/>
                  </a:lnTo>
                  <a:lnTo>
                    <a:pt x="9525" y="2299131"/>
                  </a:lnTo>
                  <a:lnTo>
                    <a:pt x="9525" y="2270556"/>
                  </a:lnTo>
                  <a:close/>
                </a:path>
                <a:path w="11430000" h="3733800">
                  <a:moveTo>
                    <a:pt x="9525" y="2222957"/>
                  </a:moveTo>
                  <a:lnTo>
                    <a:pt x="0" y="2222957"/>
                  </a:lnTo>
                  <a:lnTo>
                    <a:pt x="0" y="2251532"/>
                  </a:lnTo>
                  <a:lnTo>
                    <a:pt x="9525" y="2251532"/>
                  </a:lnTo>
                  <a:lnTo>
                    <a:pt x="9525" y="2222957"/>
                  </a:lnTo>
                  <a:close/>
                </a:path>
                <a:path w="11430000" h="3733800">
                  <a:moveTo>
                    <a:pt x="9525" y="2175345"/>
                  </a:moveTo>
                  <a:lnTo>
                    <a:pt x="0" y="2175345"/>
                  </a:lnTo>
                  <a:lnTo>
                    <a:pt x="0" y="2203920"/>
                  </a:lnTo>
                  <a:lnTo>
                    <a:pt x="9525" y="2203920"/>
                  </a:lnTo>
                  <a:lnTo>
                    <a:pt x="9525" y="2175345"/>
                  </a:lnTo>
                  <a:close/>
                </a:path>
                <a:path w="11430000" h="3733800">
                  <a:moveTo>
                    <a:pt x="9525" y="2127732"/>
                  </a:moveTo>
                  <a:lnTo>
                    <a:pt x="0" y="2127732"/>
                  </a:lnTo>
                  <a:lnTo>
                    <a:pt x="0" y="2156307"/>
                  </a:lnTo>
                  <a:lnTo>
                    <a:pt x="9525" y="2156307"/>
                  </a:lnTo>
                  <a:lnTo>
                    <a:pt x="9525" y="2127732"/>
                  </a:lnTo>
                  <a:close/>
                </a:path>
                <a:path w="11430000" h="3733800">
                  <a:moveTo>
                    <a:pt x="9525" y="2080120"/>
                  </a:moveTo>
                  <a:lnTo>
                    <a:pt x="0" y="2080120"/>
                  </a:lnTo>
                  <a:lnTo>
                    <a:pt x="0" y="2108695"/>
                  </a:lnTo>
                  <a:lnTo>
                    <a:pt x="9525" y="2108695"/>
                  </a:lnTo>
                  <a:lnTo>
                    <a:pt x="9525" y="2080120"/>
                  </a:lnTo>
                  <a:close/>
                </a:path>
                <a:path w="11430000" h="3733800">
                  <a:moveTo>
                    <a:pt x="9525" y="2032520"/>
                  </a:moveTo>
                  <a:lnTo>
                    <a:pt x="0" y="2032520"/>
                  </a:lnTo>
                  <a:lnTo>
                    <a:pt x="0" y="2061095"/>
                  </a:lnTo>
                  <a:lnTo>
                    <a:pt x="9525" y="2061095"/>
                  </a:lnTo>
                  <a:lnTo>
                    <a:pt x="9525" y="2032520"/>
                  </a:lnTo>
                  <a:close/>
                </a:path>
                <a:path w="11430000" h="3733800">
                  <a:moveTo>
                    <a:pt x="9525" y="1984908"/>
                  </a:moveTo>
                  <a:lnTo>
                    <a:pt x="0" y="1984908"/>
                  </a:lnTo>
                  <a:lnTo>
                    <a:pt x="0" y="2013483"/>
                  </a:lnTo>
                  <a:lnTo>
                    <a:pt x="9525" y="2013483"/>
                  </a:lnTo>
                  <a:lnTo>
                    <a:pt x="9525" y="1984908"/>
                  </a:lnTo>
                  <a:close/>
                </a:path>
                <a:path w="11430000" h="3733800">
                  <a:moveTo>
                    <a:pt x="9525" y="1937296"/>
                  </a:moveTo>
                  <a:lnTo>
                    <a:pt x="0" y="1937296"/>
                  </a:lnTo>
                  <a:lnTo>
                    <a:pt x="0" y="1965871"/>
                  </a:lnTo>
                  <a:lnTo>
                    <a:pt x="9525" y="1965871"/>
                  </a:lnTo>
                  <a:lnTo>
                    <a:pt x="9525" y="1937296"/>
                  </a:lnTo>
                  <a:close/>
                </a:path>
                <a:path w="11430000" h="3733800">
                  <a:moveTo>
                    <a:pt x="9525" y="1889683"/>
                  </a:moveTo>
                  <a:lnTo>
                    <a:pt x="0" y="1889683"/>
                  </a:lnTo>
                  <a:lnTo>
                    <a:pt x="0" y="1918258"/>
                  </a:lnTo>
                  <a:lnTo>
                    <a:pt x="9525" y="1918258"/>
                  </a:lnTo>
                  <a:lnTo>
                    <a:pt x="9525" y="1889683"/>
                  </a:lnTo>
                  <a:close/>
                </a:path>
                <a:path w="11430000" h="3733800">
                  <a:moveTo>
                    <a:pt x="9525" y="1842071"/>
                  </a:moveTo>
                  <a:lnTo>
                    <a:pt x="0" y="1842071"/>
                  </a:lnTo>
                  <a:lnTo>
                    <a:pt x="0" y="1870646"/>
                  </a:lnTo>
                  <a:lnTo>
                    <a:pt x="9525" y="1870646"/>
                  </a:lnTo>
                  <a:lnTo>
                    <a:pt x="9525" y="1842071"/>
                  </a:lnTo>
                  <a:close/>
                </a:path>
                <a:path w="11430000" h="3733800">
                  <a:moveTo>
                    <a:pt x="9525" y="1794459"/>
                  </a:moveTo>
                  <a:lnTo>
                    <a:pt x="0" y="1794459"/>
                  </a:lnTo>
                  <a:lnTo>
                    <a:pt x="0" y="1823034"/>
                  </a:lnTo>
                  <a:lnTo>
                    <a:pt x="9525" y="1823034"/>
                  </a:lnTo>
                  <a:lnTo>
                    <a:pt x="9525" y="1794459"/>
                  </a:lnTo>
                  <a:close/>
                </a:path>
                <a:path w="11430000" h="3733800">
                  <a:moveTo>
                    <a:pt x="9525" y="1746846"/>
                  </a:moveTo>
                  <a:lnTo>
                    <a:pt x="0" y="1746846"/>
                  </a:lnTo>
                  <a:lnTo>
                    <a:pt x="0" y="1775421"/>
                  </a:lnTo>
                  <a:lnTo>
                    <a:pt x="9525" y="1775421"/>
                  </a:lnTo>
                  <a:lnTo>
                    <a:pt x="9525" y="1746846"/>
                  </a:lnTo>
                  <a:close/>
                </a:path>
                <a:path w="11430000" h="3733800">
                  <a:moveTo>
                    <a:pt x="9525" y="1699247"/>
                  </a:moveTo>
                  <a:lnTo>
                    <a:pt x="0" y="1699247"/>
                  </a:lnTo>
                  <a:lnTo>
                    <a:pt x="0" y="1727822"/>
                  </a:lnTo>
                  <a:lnTo>
                    <a:pt x="9525" y="1727822"/>
                  </a:lnTo>
                  <a:lnTo>
                    <a:pt x="9525" y="1699247"/>
                  </a:lnTo>
                  <a:close/>
                </a:path>
                <a:path w="11430000" h="3733800">
                  <a:moveTo>
                    <a:pt x="9525" y="1651635"/>
                  </a:moveTo>
                  <a:lnTo>
                    <a:pt x="0" y="1651635"/>
                  </a:lnTo>
                  <a:lnTo>
                    <a:pt x="0" y="1680210"/>
                  </a:lnTo>
                  <a:lnTo>
                    <a:pt x="9525" y="1680210"/>
                  </a:lnTo>
                  <a:lnTo>
                    <a:pt x="9525" y="1651635"/>
                  </a:lnTo>
                  <a:close/>
                </a:path>
                <a:path w="11430000" h="3733800">
                  <a:moveTo>
                    <a:pt x="9525" y="1604022"/>
                  </a:moveTo>
                  <a:lnTo>
                    <a:pt x="0" y="1604022"/>
                  </a:lnTo>
                  <a:lnTo>
                    <a:pt x="0" y="1632597"/>
                  </a:lnTo>
                  <a:lnTo>
                    <a:pt x="9525" y="1632597"/>
                  </a:lnTo>
                  <a:lnTo>
                    <a:pt x="9525" y="1604022"/>
                  </a:lnTo>
                  <a:close/>
                </a:path>
                <a:path w="11430000" h="3733800">
                  <a:moveTo>
                    <a:pt x="9525" y="1556410"/>
                  </a:moveTo>
                  <a:lnTo>
                    <a:pt x="0" y="1556410"/>
                  </a:lnTo>
                  <a:lnTo>
                    <a:pt x="0" y="1584985"/>
                  </a:lnTo>
                  <a:lnTo>
                    <a:pt x="9525" y="1584985"/>
                  </a:lnTo>
                  <a:lnTo>
                    <a:pt x="9525" y="1556410"/>
                  </a:lnTo>
                  <a:close/>
                </a:path>
                <a:path w="11430000" h="3733800">
                  <a:moveTo>
                    <a:pt x="9525" y="1508810"/>
                  </a:moveTo>
                  <a:lnTo>
                    <a:pt x="0" y="1508810"/>
                  </a:lnTo>
                  <a:lnTo>
                    <a:pt x="0" y="1537385"/>
                  </a:lnTo>
                  <a:lnTo>
                    <a:pt x="9525" y="1537385"/>
                  </a:lnTo>
                  <a:lnTo>
                    <a:pt x="9525" y="1508810"/>
                  </a:lnTo>
                  <a:close/>
                </a:path>
                <a:path w="11430000" h="3733800">
                  <a:moveTo>
                    <a:pt x="9525" y="1461198"/>
                  </a:moveTo>
                  <a:lnTo>
                    <a:pt x="0" y="1461198"/>
                  </a:lnTo>
                  <a:lnTo>
                    <a:pt x="0" y="1489773"/>
                  </a:lnTo>
                  <a:lnTo>
                    <a:pt x="9525" y="1489773"/>
                  </a:lnTo>
                  <a:lnTo>
                    <a:pt x="9525" y="1461198"/>
                  </a:lnTo>
                  <a:close/>
                </a:path>
                <a:path w="11430000" h="3733800">
                  <a:moveTo>
                    <a:pt x="9525" y="1413586"/>
                  </a:moveTo>
                  <a:lnTo>
                    <a:pt x="0" y="1413586"/>
                  </a:lnTo>
                  <a:lnTo>
                    <a:pt x="0" y="1442161"/>
                  </a:lnTo>
                  <a:lnTo>
                    <a:pt x="9525" y="1442161"/>
                  </a:lnTo>
                  <a:lnTo>
                    <a:pt x="9525" y="1413586"/>
                  </a:lnTo>
                  <a:close/>
                </a:path>
                <a:path w="11430000" h="3733800">
                  <a:moveTo>
                    <a:pt x="9525" y="1365973"/>
                  </a:moveTo>
                  <a:lnTo>
                    <a:pt x="0" y="1365973"/>
                  </a:lnTo>
                  <a:lnTo>
                    <a:pt x="0" y="1394548"/>
                  </a:lnTo>
                  <a:lnTo>
                    <a:pt x="9525" y="1394548"/>
                  </a:lnTo>
                  <a:lnTo>
                    <a:pt x="9525" y="1365973"/>
                  </a:lnTo>
                  <a:close/>
                </a:path>
                <a:path w="11430000" h="3733800">
                  <a:moveTo>
                    <a:pt x="9525" y="1318361"/>
                  </a:moveTo>
                  <a:lnTo>
                    <a:pt x="0" y="1318361"/>
                  </a:lnTo>
                  <a:lnTo>
                    <a:pt x="0" y="1346936"/>
                  </a:lnTo>
                  <a:lnTo>
                    <a:pt x="9525" y="1346936"/>
                  </a:lnTo>
                  <a:lnTo>
                    <a:pt x="9525" y="1318361"/>
                  </a:lnTo>
                  <a:close/>
                </a:path>
                <a:path w="11430000" h="3733800">
                  <a:moveTo>
                    <a:pt x="9525" y="1270749"/>
                  </a:moveTo>
                  <a:lnTo>
                    <a:pt x="0" y="1270749"/>
                  </a:lnTo>
                  <a:lnTo>
                    <a:pt x="0" y="1299324"/>
                  </a:lnTo>
                  <a:lnTo>
                    <a:pt x="9525" y="1299324"/>
                  </a:lnTo>
                  <a:lnTo>
                    <a:pt x="9525" y="1270749"/>
                  </a:lnTo>
                  <a:close/>
                </a:path>
                <a:path w="11430000" h="3733800">
                  <a:moveTo>
                    <a:pt x="9525" y="1223137"/>
                  </a:moveTo>
                  <a:lnTo>
                    <a:pt x="0" y="1223137"/>
                  </a:lnTo>
                  <a:lnTo>
                    <a:pt x="0" y="1251712"/>
                  </a:lnTo>
                  <a:lnTo>
                    <a:pt x="9525" y="1251712"/>
                  </a:lnTo>
                  <a:lnTo>
                    <a:pt x="9525" y="1223137"/>
                  </a:lnTo>
                  <a:close/>
                </a:path>
                <a:path w="11430000" h="3733800">
                  <a:moveTo>
                    <a:pt x="9525" y="1175537"/>
                  </a:moveTo>
                  <a:lnTo>
                    <a:pt x="0" y="1175537"/>
                  </a:lnTo>
                  <a:lnTo>
                    <a:pt x="0" y="1204112"/>
                  </a:lnTo>
                  <a:lnTo>
                    <a:pt x="9525" y="1204112"/>
                  </a:lnTo>
                  <a:lnTo>
                    <a:pt x="9525" y="1175537"/>
                  </a:lnTo>
                  <a:close/>
                </a:path>
                <a:path w="11430000" h="3733800">
                  <a:moveTo>
                    <a:pt x="9525" y="1127925"/>
                  </a:moveTo>
                  <a:lnTo>
                    <a:pt x="0" y="1127925"/>
                  </a:lnTo>
                  <a:lnTo>
                    <a:pt x="0" y="1156500"/>
                  </a:lnTo>
                  <a:lnTo>
                    <a:pt x="9525" y="1156500"/>
                  </a:lnTo>
                  <a:lnTo>
                    <a:pt x="9525" y="1127925"/>
                  </a:lnTo>
                  <a:close/>
                </a:path>
                <a:path w="11430000" h="3733800">
                  <a:moveTo>
                    <a:pt x="9525" y="1080312"/>
                  </a:moveTo>
                  <a:lnTo>
                    <a:pt x="0" y="1080312"/>
                  </a:lnTo>
                  <a:lnTo>
                    <a:pt x="0" y="1108887"/>
                  </a:lnTo>
                  <a:lnTo>
                    <a:pt x="9525" y="1108887"/>
                  </a:lnTo>
                  <a:lnTo>
                    <a:pt x="9525" y="1080312"/>
                  </a:lnTo>
                  <a:close/>
                </a:path>
                <a:path w="11430000" h="3733800">
                  <a:moveTo>
                    <a:pt x="9525" y="1032700"/>
                  </a:moveTo>
                  <a:lnTo>
                    <a:pt x="0" y="1032700"/>
                  </a:lnTo>
                  <a:lnTo>
                    <a:pt x="0" y="1061275"/>
                  </a:lnTo>
                  <a:lnTo>
                    <a:pt x="9525" y="1061275"/>
                  </a:lnTo>
                  <a:lnTo>
                    <a:pt x="9525" y="1032700"/>
                  </a:lnTo>
                  <a:close/>
                </a:path>
                <a:path w="11430000" h="3733800">
                  <a:moveTo>
                    <a:pt x="9525" y="985100"/>
                  </a:moveTo>
                  <a:lnTo>
                    <a:pt x="0" y="985100"/>
                  </a:lnTo>
                  <a:lnTo>
                    <a:pt x="0" y="1013675"/>
                  </a:lnTo>
                  <a:lnTo>
                    <a:pt x="9525" y="1013675"/>
                  </a:lnTo>
                  <a:lnTo>
                    <a:pt x="9525" y="985100"/>
                  </a:lnTo>
                  <a:close/>
                </a:path>
                <a:path w="11430000" h="3733800">
                  <a:moveTo>
                    <a:pt x="9525" y="937488"/>
                  </a:moveTo>
                  <a:lnTo>
                    <a:pt x="0" y="937488"/>
                  </a:lnTo>
                  <a:lnTo>
                    <a:pt x="0" y="966063"/>
                  </a:lnTo>
                  <a:lnTo>
                    <a:pt x="9525" y="966063"/>
                  </a:lnTo>
                  <a:lnTo>
                    <a:pt x="9525" y="937488"/>
                  </a:lnTo>
                  <a:close/>
                </a:path>
                <a:path w="11430000" h="3733800">
                  <a:moveTo>
                    <a:pt x="9525" y="889876"/>
                  </a:moveTo>
                  <a:lnTo>
                    <a:pt x="0" y="889876"/>
                  </a:lnTo>
                  <a:lnTo>
                    <a:pt x="0" y="918451"/>
                  </a:lnTo>
                  <a:lnTo>
                    <a:pt x="9525" y="918451"/>
                  </a:lnTo>
                  <a:lnTo>
                    <a:pt x="9525" y="889876"/>
                  </a:lnTo>
                  <a:close/>
                </a:path>
                <a:path w="11430000" h="3733800">
                  <a:moveTo>
                    <a:pt x="9525" y="842264"/>
                  </a:moveTo>
                  <a:lnTo>
                    <a:pt x="0" y="842264"/>
                  </a:lnTo>
                  <a:lnTo>
                    <a:pt x="0" y="870839"/>
                  </a:lnTo>
                  <a:lnTo>
                    <a:pt x="9525" y="870839"/>
                  </a:lnTo>
                  <a:lnTo>
                    <a:pt x="9525" y="842264"/>
                  </a:lnTo>
                  <a:close/>
                </a:path>
                <a:path w="11430000" h="3733800">
                  <a:moveTo>
                    <a:pt x="9525" y="794651"/>
                  </a:moveTo>
                  <a:lnTo>
                    <a:pt x="0" y="794651"/>
                  </a:lnTo>
                  <a:lnTo>
                    <a:pt x="0" y="823226"/>
                  </a:lnTo>
                  <a:lnTo>
                    <a:pt x="9525" y="823226"/>
                  </a:lnTo>
                  <a:lnTo>
                    <a:pt x="9525" y="794651"/>
                  </a:lnTo>
                  <a:close/>
                </a:path>
                <a:path w="11430000" h="3733800">
                  <a:moveTo>
                    <a:pt x="9525" y="747039"/>
                  </a:moveTo>
                  <a:lnTo>
                    <a:pt x="0" y="747039"/>
                  </a:lnTo>
                  <a:lnTo>
                    <a:pt x="0" y="775614"/>
                  </a:lnTo>
                  <a:lnTo>
                    <a:pt x="9525" y="775614"/>
                  </a:lnTo>
                  <a:lnTo>
                    <a:pt x="9525" y="747039"/>
                  </a:lnTo>
                  <a:close/>
                </a:path>
                <a:path w="11430000" h="3733800">
                  <a:moveTo>
                    <a:pt x="9525" y="699439"/>
                  </a:moveTo>
                  <a:lnTo>
                    <a:pt x="0" y="699439"/>
                  </a:lnTo>
                  <a:lnTo>
                    <a:pt x="0" y="728014"/>
                  </a:lnTo>
                  <a:lnTo>
                    <a:pt x="9525" y="728014"/>
                  </a:lnTo>
                  <a:lnTo>
                    <a:pt x="9525" y="699439"/>
                  </a:lnTo>
                  <a:close/>
                </a:path>
                <a:path w="11430000" h="3733800">
                  <a:moveTo>
                    <a:pt x="9525" y="651827"/>
                  </a:moveTo>
                  <a:lnTo>
                    <a:pt x="0" y="651827"/>
                  </a:lnTo>
                  <a:lnTo>
                    <a:pt x="0" y="680402"/>
                  </a:lnTo>
                  <a:lnTo>
                    <a:pt x="9525" y="680402"/>
                  </a:lnTo>
                  <a:lnTo>
                    <a:pt x="9525" y="651827"/>
                  </a:lnTo>
                  <a:close/>
                </a:path>
                <a:path w="11430000" h="3733800">
                  <a:moveTo>
                    <a:pt x="9525" y="604215"/>
                  </a:moveTo>
                  <a:lnTo>
                    <a:pt x="0" y="604215"/>
                  </a:lnTo>
                  <a:lnTo>
                    <a:pt x="0" y="632790"/>
                  </a:lnTo>
                  <a:lnTo>
                    <a:pt x="9525" y="632790"/>
                  </a:lnTo>
                  <a:lnTo>
                    <a:pt x="9525" y="604215"/>
                  </a:lnTo>
                  <a:close/>
                </a:path>
                <a:path w="11430000" h="3733800">
                  <a:moveTo>
                    <a:pt x="9525" y="556602"/>
                  </a:moveTo>
                  <a:lnTo>
                    <a:pt x="0" y="556602"/>
                  </a:lnTo>
                  <a:lnTo>
                    <a:pt x="0" y="585177"/>
                  </a:lnTo>
                  <a:lnTo>
                    <a:pt x="9525" y="585177"/>
                  </a:lnTo>
                  <a:lnTo>
                    <a:pt x="9525" y="556602"/>
                  </a:lnTo>
                  <a:close/>
                </a:path>
                <a:path w="11430000" h="3733800">
                  <a:moveTo>
                    <a:pt x="9525" y="508990"/>
                  </a:moveTo>
                  <a:lnTo>
                    <a:pt x="0" y="508990"/>
                  </a:lnTo>
                  <a:lnTo>
                    <a:pt x="0" y="537565"/>
                  </a:lnTo>
                  <a:lnTo>
                    <a:pt x="9525" y="537565"/>
                  </a:lnTo>
                  <a:lnTo>
                    <a:pt x="9525" y="508990"/>
                  </a:lnTo>
                  <a:close/>
                </a:path>
                <a:path w="11430000" h="3733800">
                  <a:moveTo>
                    <a:pt x="9525" y="461391"/>
                  </a:moveTo>
                  <a:lnTo>
                    <a:pt x="0" y="461391"/>
                  </a:lnTo>
                  <a:lnTo>
                    <a:pt x="0" y="489966"/>
                  </a:lnTo>
                  <a:lnTo>
                    <a:pt x="9525" y="489966"/>
                  </a:lnTo>
                  <a:lnTo>
                    <a:pt x="9525" y="461391"/>
                  </a:lnTo>
                  <a:close/>
                </a:path>
                <a:path w="11430000" h="3733800">
                  <a:moveTo>
                    <a:pt x="9525" y="413778"/>
                  </a:moveTo>
                  <a:lnTo>
                    <a:pt x="0" y="413778"/>
                  </a:lnTo>
                  <a:lnTo>
                    <a:pt x="0" y="442353"/>
                  </a:lnTo>
                  <a:lnTo>
                    <a:pt x="9525" y="442353"/>
                  </a:lnTo>
                  <a:lnTo>
                    <a:pt x="9525" y="413778"/>
                  </a:lnTo>
                  <a:close/>
                </a:path>
                <a:path w="11430000" h="3733800">
                  <a:moveTo>
                    <a:pt x="9525" y="366166"/>
                  </a:moveTo>
                  <a:lnTo>
                    <a:pt x="0" y="366166"/>
                  </a:lnTo>
                  <a:lnTo>
                    <a:pt x="0" y="394741"/>
                  </a:lnTo>
                  <a:lnTo>
                    <a:pt x="9525" y="394741"/>
                  </a:lnTo>
                  <a:lnTo>
                    <a:pt x="9525" y="366166"/>
                  </a:lnTo>
                  <a:close/>
                </a:path>
                <a:path w="11430000" h="3733800">
                  <a:moveTo>
                    <a:pt x="9525" y="318554"/>
                  </a:moveTo>
                  <a:lnTo>
                    <a:pt x="0" y="318554"/>
                  </a:lnTo>
                  <a:lnTo>
                    <a:pt x="0" y="347129"/>
                  </a:lnTo>
                  <a:lnTo>
                    <a:pt x="9525" y="347129"/>
                  </a:lnTo>
                  <a:lnTo>
                    <a:pt x="9525" y="318554"/>
                  </a:lnTo>
                  <a:close/>
                </a:path>
                <a:path w="11430000" h="3733800">
                  <a:moveTo>
                    <a:pt x="9525" y="270941"/>
                  </a:moveTo>
                  <a:lnTo>
                    <a:pt x="0" y="270941"/>
                  </a:lnTo>
                  <a:lnTo>
                    <a:pt x="0" y="299516"/>
                  </a:lnTo>
                  <a:lnTo>
                    <a:pt x="9525" y="299516"/>
                  </a:lnTo>
                  <a:lnTo>
                    <a:pt x="9525" y="270941"/>
                  </a:lnTo>
                  <a:close/>
                </a:path>
                <a:path w="11430000" h="3733800">
                  <a:moveTo>
                    <a:pt x="9525" y="223329"/>
                  </a:moveTo>
                  <a:lnTo>
                    <a:pt x="0" y="223329"/>
                  </a:lnTo>
                  <a:lnTo>
                    <a:pt x="0" y="251904"/>
                  </a:lnTo>
                  <a:lnTo>
                    <a:pt x="9525" y="251904"/>
                  </a:lnTo>
                  <a:lnTo>
                    <a:pt x="9525" y="223329"/>
                  </a:lnTo>
                  <a:close/>
                </a:path>
                <a:path w="11430000" h="3733800">
                  <a:moveTo>
                    <a:pt x="9525" y="175729"/>
                  </a:moveTo>
                  <a:lnTo>
                    <a:pt x="0" y="175729"/>
                  </a:lnTo>
                  <a:lnTo>
                    <a:pt x="0" y="204304"/>
                  </a:lnTo>
                  <a:lnTo>
                    <a:pt x="9525" y="204304"/>
                  </a:lnTo>
                  <a:lnTo>
                    <a:pt x="9525" y="175729"/>
                  </a:lnTo>
                  <a:close/>
                </a:path>
                <a:path w="11430000" h="3733800">
                  <a:moveTo>
                    <a:pt x="9525" y="128117"/>
                  </a:moveTo>
                  <a:lnTo>
                    <a:pt x="0" y="128117"/>
                  </a:lnTo>
                  <a:lnTo>
                    <a:pt x="0" y="156692"/>
                  </a:lnTo>
                  <a:lnTo>
                    <a:pt x="9525" y="156692"/>
                  </a:lnTo>
                  <a:lnTo>
                    <a:pt x="9525" y="128117"/>
                  </a:lnTo>
                  <a:close/>
                </a:path>
                <a:path w="11430000" h="3733800">
                  <a:moveTo>
                    <a:pt x="9525" y="80505"/>
                  </a:moveTo>
                  <a:lnTo>
                    <a:pt x="0" y="80505"/>
                  </a:lnTo>
                  <a:lnTo>
                    <a:pt x="0" y="109080"/>
                  </a:lnTo>
                  <a:lnTo>
                    <a:pt x="9525" y="109080"/>
                  </a:lnTo>
                  <a:lnTo>
                    <a:pt x="9525" y="80505"/>
                  </a:lnTo>
                  <a:close/>
                </a:path>
                <a:path w="11430000" h="3733800">
                  <a:moveTo>
                    <a:pt x="12319" y="3676650"/>
                  </a:moveTo>
                  <a:lnTo>
                    <a:pt x="10795" y="3670617"/>
                  </a:lnTo>
                  <a:lnTo>
                    <a:pt x="9842" y="3664178"/>
                  </a:lnTo>
                  <a:lnTo>
                    <a:pt x="9525" y="3657600"/>
                  </a:lnTo>
                  <a:lnTo>
                    <a:pt x="9525" y="3651250"/>
                  </a:lnTo>
                  <a:lnTo>
                    <a:pt x="0" y="3651250"/>
                  </a:lnTo>
                  <a:lnTo>
                    <a:pt x="0" y="3657600"/>
                  </a:lnTo>
                  <a:lnTo>
                    <a:pt x="368" y="3665118"/>
                  </a:lnTo>
                  <a:lnTo>
                    <a:pt x="1460" y="3672471"/>
                  </a:lnTo>
                  <a:lnTo>
                    <a:pt x="3187" y="3679380"/>
                  </a:lnTo>
                  <a:lnTo>
                    <a:pt x="12319" y="3676650"/>
                  </a:lnTo>
                  <a:close/>
                </a:path>
                <a:path w="11430000" h="3733800">
                  <a:moveTo>
                    <a:pt x="20104" y="40259"/>
                  </a:moveTo>
                  <a:lnTo>
                    <a:pt x="12077" y="35128"/>
                  </a:lnTo>
                  <a:lnTo>
                    <a:pt x="9017" y="40246"/>
                  </a:lnTo>
                  <a:lnTo>
                    <a:pt x="5803" y="47040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1371" y="61887"/>
                  </a:lnTo>
                  <a:lnTo>
                    <a:pt x="10731" y="63677"/>
                  </a:lnTo>
                  <a:lnTo>
                    <a:pt x="10795" y="63195"/>
                  </a:lnTo>
                  <a:lnTo>
                    <a:pt x="12382" y="56883"/>
                  </a:lnTo>
                  <a:lnTo>
                    <a:pt x="14605" y="50685"/>
                  </a:lnTo>
                  <a:lnTo>
                    <a:pt x="17411" y="44742"/>
                  </a:lnTo>
                  <a:lnTo>
                    <a:pt x="20104" y="40259"/>
                  </a:lnTo>
                  <a:close/>
                </a:path>
                <a:path w="11430000" h="3733800">
                  <a:moveTo>
                    <a:pt x="36080" y="3710762"/>
                  </a:moveTo>
                  <a:lnTo>
                    <a:pt x="19164" y="3692004"/>
                  </a:lnTo>
                  <a:lnTo>
                    <a:pt x="11023" y="3696919"/>
                  </a:lnTo>
                  <a:lnTo>
                    <a:pt x="30340" y="3718356"/>
                  </a:lnTo>
                  <a:lnTo>
                    <a:pt x="36080" y="3710762"/>
                  </a:lnTo>
                  <a:close/>
                </a:path>
                <a:path w="11430000" h="3733800">
                  <a:moveTo>
                    <a:pt x="52158" y="14084"/>
                  </a:moveTo>
                  <a:lnTo>
                    <a:pt x="48729" y="5207"/>
                  </a:lnTo>
                  <a:lnTo>
                    <a:pt x="47040" y="5803"/>
                  </a:lnTo>
                  <a:lnTo>
                    <a:pt x="40246" y="9017"/>
                  </a:lnTo>
                  <a:lnTo>
                    <a:pt x="33858" y="12839"/>
                  </a:lnTo>
                  <a:lnTo>
                    <a:pt x="27889" y="17272"/>
                  </a:lnTo>
                  <a:lnTo>
                    <a:pt x="24511" y="20345"/>
                  </a:lnTo>
                  <a:lnTo>
                    <a:pt x="30962" y="27330"/>
                  </a:lnTo>
                  <a:lnTo>
                    <a:pt x="33934" y="24638"/>
                  </a:lnTo>
                  <a:lnTo>
                    <a:pt x="39154" y="20751"/>
                  </a:lnTo>
                  <a:lnTo>
                    <a:pt x="44742" y="17411"/>
                  </a:lnTo>
                  <a:lnTo>
                    <a:pt x="50685" y="14605"/>
                  </a:lnTo>
                  <a:lnTo>
                    <a:pt x="52158" y="14084"/>
                  </a:lnTo>
                  <a:close/>
                </a:path>
                <a:path w="11430000" h="3733800">
                  <a:moveTo>
                    <a:pt x="74980" y="3724224"/>
                  </a:moveTo>
                  <a:lnTo>
                    <a:pt x="50469" y="3719106"/>
                  </a:lnTo>
                  <a:lnTo>
                    <a:pt x="46799" y="3727881"/>
                  </a:lnTo>
                  <a:lnTo>
                    <a:pt x="74803" y="3733736"/>
                  </a:lnTo>
                  <a:lnTo>
                    <a:pt x="74980" y="3724224"/>
                  </a:lnTo>
                  <a:close/>
                </a:path>
                <a:path w="11430000" h="3733800">
                  <a:moveTo>
                    <a:pt x="104775" y="0"/>
                  </a:moveTo>
                  <a:lnTo>
                    <a:pt x="76200" y="0"/>
                  </a:lnTo>
                  <a:lnTo>
                    <a:pt x="68694" y="368"/>
                  </a:lnTo>
                  <a:lnTo>
                    <a:pt x="67576" y="533"/>
                  </a:lnTo>
                  <a:lnTo>
                    <a:pt x="68656" y="9994"/>
                  </a:lnTo>
                  <a:lnTo>
                    <a:pt x="69634" y="9842"/>
                  </a:lnTo>
                  <a:lnTo>
                    <a:pt x="76200" y="9525"/>
                  </a:lnTo>
                  <a:lnTo>
                    <a:pt x="104775" y="9525"/>
                  </a:lnTo>
                  <a:lnTo>
                    <a:pt x="104775" y="0"/>
                  </a:lnTo>
                  <a:close/>
                </a:path>
                <a:path w="11430000" h="3733800">
                  <a:moveTo>
                    <a:pt x="122339" y="3724275"/>
                  </a:moveTo>
                  <a:lnTo>
                    <a:pt x="93764" y="3724275"/>
                  </a:lnTo>
                  <a:lnTo>
                    <a:pt x="93764" y="3733800"/>
                  </a:lnTo>
                  <a:lnTo>
                    <a:pt x="122339" y="3733800"/>
                  </a:lnTo>
                  <a:lnTo>
                    <a:pt x="122339" y="3724275"/>
                  </a:lnTo>
                  <a:close/>
                </a:path>
                <a:path w="11430000" h="3733800">
                  <a:moveTo>
                    <a:pt x="152387" y="0"/>
                  </a:moveTo>
                  <a:lnTo>
                    <a:pt x="123812" y="0"/>
                  </a:lnTo>
                  <a:lnTo>
                    <a:pt x="123812" y="9525"/>
                  </a:lnTo>
                  <a:lnTo>
                    <a:pt x="152387" y="9525"/>
                  </a:lnTo>
                  <a:lnTo>
                    <a:pt x="152387" y="0"/>
                  </a:lnTo>
                  <a:close/>
                </a:path>
                <a:path w="11430000" h="3733800">
                  <a:moveTo>
                    <a:pt x="169938" y="3724275"/>
                  </a:moveTo>
                  <a:lnTo>
                    <a:pt x="141363" y="3724275"/>
                  </a:lnTo>
                  <a:lnTo>
                    <a:pt x="141363" y="3733800"/>
                  </a:lnTo>
                  <a:lnTo>
                    <a:pt x="169938" y="3733800"/>
                  </a:lnTo>
                  <a:lnTo>
                    <a:pt x="169938" y="3724275"/>
                  </a:lnTo>
                  <a:close/>
                </a:path>
                <a:path w="11430000" h="3733800">
                  <a:moveTo>
                    <a:pt x="199999" y="0"/>
                  </a:moveTo>
                  <a:lnTo>
                    <a:pt x="171424" y="0"/>
                  </a:lnTo>
                  <a:lnTo>
                    <a:pt x="171424" y="9525"/>
                  </a:lnTo>
                  <a:lnTo>
                    <a:pt x="199999" y="9525"/>
                  </a:lnTo>
                  <a:lnTo>
                    <a:pt x="199999" y="0"/>
                  </a:lnTo>
                  <a:close/>
                </a:path>
                <a:path w="11430000" h="3733800">
                  <a:moveTo>
                    <a:pt x="217551" y="3724275"/>
                  </a:moveTo>
                  <a:lnTo>
                    <a:pt x="188976" y="3724275"/>
                  </a:lnTo>
                  <a:lnTo>
                    <a:pt x="188976" y="3733800"/>
                  </a:lnTo>
                  <a:lnTo>
                    <a:pt x="217551" y="3733800"/>
                  </a:lnTo>
                  <a:lnTo>
                    <a:pt x="217551" y="3724275"/>
                  </a:lnTo>
                  <a:close/>
                </a:path>
                <a:path w="11430000" h="3733800">
                  <a:moveTo>
                    <a:pt x="247611" y="0"/>
                  </a:moveTo>
                  <a:lnTo>
                    <a:pt x="219036" y="0"/>
                  </a:lnTo>
                  <a:lnTo>
                    <a:pt x="219036" y="9525"/>
                  </a:lnTo>
                  <a:lnTo>
                    <a:pt x="247611" y="9525"/>
                  </a:lnTo>
                  <a:lnTo>
                    <a:pt x="247611" y="0"/>
                  </a:lnTo>
                  <a:close/>
                </a:path>
                <a:path w="11430000" h="3733800">
                  <a:moveTo>
                    <a:pt x="265163" y="3724275"/>
                  </a:moveTo>
                  <a:lnTo>
                    <a:pt x="236588" y="3724275"/>
                  </a:lnTo>
                  <a:lnTo>
                    <a:pt x="236588" y="3733800"/>
                  </a:lnTo>
                  <a:lnTo>
                    <a:pt x="265163" y="3733800"/>
                  </a:lnTo>
                  <a:lnTo>
                    <a:pt x="265163" y="3724275"/>
                  </a:lnTo>
                  <a:close/>
                </a:path>
                <a:path w="11430000" h="3733800">
                  <a:moveTo>
                    <a:pt x="295224" y="0"/>
                  </a:moveTo>
                  <a:lnTo>
                    <a:pt x="266649" y="0"/>
                  </a:lnTo>
                  <a:lnTo>
                    <a:pt x="266649" y="9525"/>
                  </a:lnTo>
                  <a:lnTo>
                    <a:pt x="295224" y="9525"/>
                  </a:lnTo>
                  <a:lnTo>
                    <a:pt x="295224" y="0"/>
                  </a:lnTo>
                  <a:close/>
                </a:path>
                <a:path w="11430000" h="3733800">
                  <a:moveTo>
                    <a:pt x="312775" y="3724275"/>
                  </a:moveTo>
                  <a:lnTo>
                    <a:pt x="284200" y="3724275"/>
                  </a:lnTo>
                  <a:lnTo>
                    <a:pt x="284200" y="3733800"/>
                  </a:lnTo>
                  <a:lnTo>
                    <a:pt x="312775" y="3733800"/>
                  </a:lnTo>
                  <a:lnTo>
                    <a:pt x="312775" y="3724275"/>
                  </a:lnTo>
                  <a:close/>
                </a:path>
                <a:path w="11430000" h="3733800">
                  <a:moveTo>
                    <a:pt x="342836" y="0"/>
                  </a:moveTo>
                  <a:lnTo>
                    <a:pt x="314261" y="0"/>
                  </a:lnTo>
                  <a:lnTo>
                    <a:pt x="314261" y="9525"/>
                  </a:lnTo>
                  <a:lnTo>
                    <a:pt x="342836" y="9525"/>
                  </a:lnTo>
                  <a:lnTo>
                    <a:pt x="342836" y="0"/>
                  </a:lnTo>
                  <a:close/>
                </a:path>
                <a:path w="11430000" h="3733800">
                  <a:moveTo>
                    <a:pt x="360387" y="3724275"/>
                  </a:moveTo>
                  <a:lnTo>
                    <a:pt x="331812" y="3724275"/>
                  </a:lnTo>
                  <a:lnTo>
                    <a:pt x="331812" y="3733800"/>
                  </a:lnTo>
                  <a:lnTo>
                    <a:pt x="360387" y="3733800"/>
                  </a:lnTo>
                  <a:lnTo>
                    <a:pt x="360387" y="3724275"/>
                  </a:lnTo>
                  <a:close/>
                </a:path>
                <a:path w="11430000" h="3733800">
                  <a:moveTo>
                    <a:pt x="390436" y="0"/>
                  </a:moveTo>
                  <a:lnTo>
                    <a:pt x="361861" y="0"/>
                  </a:lnTo>
                  <a:lnTo>
                    <a:pt x="361861" y="9525"/>
                  </a:lnTo>
                  <a:lnTo>
                    <a:pt x="390436" y="9525"/>
                  </a:lnTo>
                  <a:lnTo>
                    <a:pt x="390436" y="0"/>
                  </a:lnTo>
                  <a:close/>
                </a:path>
                <a:path w="11430000" h="3733800">
                  <a:moveTo>
                    <a:pt x="408000" y="3724275"/>
                  </a:moveTo>
                  <a:lnTo>
                    <a:pt x="379425" y="3724275"/>
                  </a:lnTo>
                  <a:lnTo>
                    <a:pt x="379425" y="3733800"/>
                  </a:lnTo>
                  <a:lnTo>
                    <a:pt x="408000" y="3733800"/>
                  </a:lnTo>
                  <a:lnTo>
                    <a:pt x="408000" y="3724275"/>
                  </a:lnTo>
                  <a:close/>
                </a:path>
                <a:path w="11430000" h="3733800">
                  <a:moveTo>
                    <a:pt x="438048" y="0"/>
                  </a:moveTo>
                  <a:lnTo>
                    <a:pt x="409473" y="0"/>
                  </a:lnTo>
                  <a:lnTo>
                    <a:pt x="409473" y="9525"/>
                  </a:lnTo>
                  <a:lnTo>
                    <a:pt x="438048" y="9525"/>
                  </a:lnTo>
                  <a:lnTo>
                    <a:pt x="438048" y="0"/>
                  </a:lnTo>
                  <a:close/>
                </a:path>
                <a:path w="11430000" h="3733800">
                  <a:moveTo>
                    <a:pt x="455599" y="3724275"/>
                  </a:moveTo>
                  <a:lnTo>
                    <a:pt x="427024" y="3724275"/>
                  </a:lnTo>
                  <a:lnTo>
                    <a:pt x="427024" y="3733800"/>
                  </a:lnTo>
                  <a:lnTo>
                    <a:pt x="455599" y="3733800"/>
                  </a:lnTo>
                  <a:lnTo>
                    <a:pt x="455599" y="3724275"/>
                  </a:lnTo>
                  <a:close/>
                </a:path>
                <a:path w="11430000" h="3733800">
                  <a:moveTo>
                    <a:pt x="485660" y="0"/>
                  </a:moveTo>
                  <a:lnTo>
                    <a:pt x="457085" y="0"/>
                  </a:lnTo>
                  <a:lnTo>
                    <a:pt x="457085" y="9525"/>
                  </a:lnTo>
                  <a:lnTo>
                    <a:pt x="485660" y="9525"/>
                  </a:lnTo>
                  <a:lnTo>
                    <a:pt x="485660" y="0"/>
                  </a:lnTo>
                  <a:close/>
                </a:path>
                <a:path w="11430000" h="3733800">
                  <a:moveTo>
                    <a:pt x="503212" y="3724275"/>
                  </a:moveTo>
                  <a:lnTo>
                    <a:pt x="474637" y="3724275"/>
                  </a:lnTo>
                  <a:lnTo>
                    <a:pt x="474637" y="3733800"/>
                  </a:lnTo>
                  <a:lnTo>
                    <a:pt x="503212" y="3733800"/>
                  </a:lnTo>
                  <a:lnTo>
                    <a:pt x="503212" y="3724275"/>
                  </a:lnTo>
                  <a:close/>
                </a:path>
                <a:path w="11430000" h="3733800">
                  <a:moveTo>
                    <a:pt x="533273" y="0"/>
                  </a:moveTo>
                  <a:lnTo>
                    <a:pt x="504698" y="0"/>
                  </a:lnTo>
                  <a:lnTo>
                    <a:pt x="504698" y="9525"/>
                  </a:lnTo>
                  <a:lnTo>
                    <a:pt x="533273" y="9525"/>
                  </a:lnTo>
                  <a:lnTo>
                    <a:pt x="533273" y="0"/>
                  </a:lnTo>
                  <a:close/>
                </a:path>
                <a:path w="11430000" h="3733800">
                  <a:moveTo>
                    <a:pt x="550824" y="3724275"/>
                  </a:moveTo>
                  <a:lnTo>
                    <a:pt x="522249" y="3724275"/>
                  </a:lnTo>
                  <a:lnTo>
                    <a:pt x="522249" y="3733800"/>
                  </a:lnTo>
                  <a:lnTo>
                    <a:pt x="550824" y="3733800"/>
                  </a:lnTo>
                  <a:lnTo>
                    <a:pt x="550824" y="3724275"/>
                  </a:lnTo>
                  <a:close/>
                </a:path>
                <a:path w="11430000" h="3733800">
                  <a:moveTo>
                    <a:pt x="580885" y="0"/>
                  </a:moveTo>
                  <a:lnTo>
                    <a:pt x="552310" y="0"/>
                  </a:lnTo>
                  <a:lnTo>
                    <a:pt x="552310" y="9525"/>
                  </a:lnTo>
                  <a:lnTo>
                    <a:pt x="580885" y="9525"/>
                  </a:lnTo>
                  <a:lnTo>
                    <a:pt x="580885" y="0"/>
                  </a:lnTo>
                  <a:close/>
                </a:path>
                <a:path w="11430000" h="3733800">
                  <a:moveTo>
                    <a:pt x="598436" y="3724275"/>
                  </a:moveTo>
                  <a:lnTo>
                    <a:pt x="569861" y="3724275"/>
                  </a:lnTo>
                  <a:lnTo>
                    <a:pt x="569861" y="3733800"/>
                  </a:lnTo>
                  <a:lnTo>
                    <a:pt x="598436" y="3733800"/>
                  </a:lnTo>
                  <a:lnTo>
                    <a:pt x="598436" y="3724275"/>
                  </a:lnTo>
                  <a:close/>
                </a:path>
                <a:path w="11430000" h="3733800">
                  <a:moveTo>
                    <a:pt x="628484" y="0"/>
                  </a:moveTo>
                  <a:lnTo>
                    <a:pt x="599909" y="0"/>
                  </a:lnTo>
                  <a:lnTo>
                    <a:pt x="599909" y="9525"/>
                  </a:lnTo>
                  <a:lnTo>
                    <a:pt x="628484" y="9525"/>
                  </a:lnTo>
                  <a:lnTo>
                    <a:pt x="628484" y="0"/>
                  </a:lnTo>
                  <a:close/>
                </a:path>
                <a:path w="11430000" h="3733800">
                  <a:moveTo>
                    <a:pt x="646049" y="3724275"/>
                  </a:moveTo>
                  <a:lnTo>
                    <a:pt x="617474" y="3724275"/>
                  </a:lnTo>
                  <a:lnTo>
                    <a:pt x="617474" y="3733800"/>
                  </a:lnTo>
                  <a:lnTo>
                    <a:pt x="646049" y="3733800"/>
                  </a:lnTo>
                  <a:lnTo>
                    <a:pt x="646049" y="3724275"/>
                  </a:lnTo>
                  <a:close/>
                </a:path>
                <a:path w="11430000" h="3733800">
                  <a:moveTo>
                    <a:pt x="676097" y="0"/>
                  </a:moveTo>
                  <a:lnTo>
                    <a:pt x="647522" y="0"/>
                  </a:lnTo>
                  <a:lnTo>
                    <a:pt x="647522" y="9525"/>
                  </a:lnTo>
                  <a:lnTo>
                    <a:pt x="676097" y="9525"/>
                  </a:lnTo>
                  <a:lnTo>
                    <a:pt x="676097" y="0"/>
                  </a:lnTo>
                  <a:close/>
                </a:path>
                <a:path w="11430000" h="3733800">
                  <a:moveTo>
                    <a:pt x="693648" y="3724275"/>
                  </a:moveTo>
                  <a:lnTo>
                    <a:pt x="665073" y="3724275"/>
                  </a:lnTo>
                  <a:lnTo>
                    <a:pt x="665073" y="3733800"/>
                  </a:lnTo>
                  <a:lnTo>
                    <a:pt x="693648" y="3733800"/>
                  </a:lnTo>
                  <a:lnTo>
                    <a:pt x="693648" y="3724275"/>
                  </a:lnTo>
                  <a:close/>
                </a:path>
                <a:path w="11430000" h="3733800">
                  <a:moveTo>
                    <a:pt x="723709" y="0"/>
                  </a:moveTo>
                  <a:lnTo>
                    <a:pt x="695134" y="0"/>
                  </a:lnTo>
                  <a:lnTo>
                    <a:pt x="695134" y="9525"/>
                  </a:lnTo>
                  <a:lnTo>
                    <a:pt x="723709" y="9525"/>
                  </a:lnTo>
                  <a:lnTo>
                    <a:pt x="723709" y="0"/>
                  </a:lnTo>
                  <a:close/>
                </a:path>
                <a:path w="11430000" h="3733800">
                  <a:moveTo>
                    <a:pt x="741260" y="3724275"/>
                  </a:moveTo>
                  <a:lnTo>
                    <a:pt x="712685" y="3724275"/>
                  </a:lnTo>
                  <a:lnTo>
                    <a:pt x="712685" y="3733800"/>
                  </a:lnTo>
                  <a:lnTo>
                    <a:pt x="741260" y="3733800"/>
                  </a:lnTo>
                  <a:lnTo>
                    <a:pt x="741260" y="3724275"/>
                  </a:lnTo>
                  <a:close/>
                </a:path>
                <a:path w="11430000" h="3733800">
                  <a:moveTo>
                    <a:pt x="771321" y="0"/>
                  </a:moveTo>
                  <a:lnTo>
                    <a:pt x="742746" y="0"/>
                  </a:lnTo>
                  <a:lnTo>
                    <a:pt x="742746" y="9525"/>
                  </a:lnTo>
                  <a:lnTo>
                    <a:pt x="771321" y="9525"/>
                  </a:lnTo>
                  <a:lnTo>
                    <a:pt x="771321" y="0"/>
                  </a:lnTo>
                  <a:close/>
                </a:path>
                <a:path w="11430000" h="3733800">
                  <a:moveTo>
                    <a:pt x="788873" y="3724275"/>
                  </a:moveTo>
                  <a:lnTo>
                    <a:pt x="760298" y="3724275"/>
                  </a:lnTo>
                  <a:lnTo>
                    <a:pt x="760298" y="3733800"/>
                  </a:lnTo>
                  <a:lnTo>
                    <a:pt x="788873" y="3733800"/>
                  </a:lnTo>
                  <a:lnTo>
                    <a:pt x="788873" y="3724275"/>
                  </a:lnTo>
                  <a:close/>
                </a:path>
                <a:path w="11430000" h="3733800">
                  <a:moveTo>
                    <a:pt x="818934" y="0"/>
                  </a:moveTo>
                  <a:lnTo>
                    <a:pt x="790359" y="0"/>
                  </a:lnTo>
                  <a:lnTo>
                    <a:pt x="790359" y="9525"/>
                  </a:lnTo>
                  <a:lnTo>
                    <a:pt x="818934" y="9525"/>
                  </a:lnTo>
                  <a:lnTo>
                    <a:pt x="818934" y="0"/>
                  </a:lnTo>
                  <a:close/>
                </a:path>
                <a:path w="11430000" h="3733800">
                  <a:moveTo>
                    <a:pt x="836485" y="3724275"/>
                  </a:moveTo>
                  <a:lnTo>
                    <a:pt x="807910" y="3724275"/>
                  </a:lnTo>
                  <a:lnTo>
                    <a:pt x="807910" y="3733800"/>
                  </a:lnTo>
                  <a:lnTo>
                    <a:pt x="836485" y="3733800"/>
                  </a:lnTo>
                  <a:lnTo>
                    <a:pt x="836485" y="3724275"/>
                  </a:lnTo>
                  <a:close/>
                </a:path>
                <a:path w="11430000" h="3733800">
                  <a:moveTo>
                    <a:pt x="866546" y="0"/>
                  </a:moveTo>
                  <a:lnTo>
                    <a:pt x="837971" y="0"/>
                  </a:lnTo>
                  <a:lnTo>
                    <a:pt x="837971" y="9525"/>
                  </a:lnTo>
                  <a:lnTo>
                    <a:pt x="866546" y="9525"/>
                  </a:lnTo>
                  <a:lnTo>
                    <a:pt x="866546" y="0"/>
                  </a:lnTo>
                  <a:close/>
                </a:path>
                <a:path w="11430000" h="3733800">
                  <a:moveTo>
                    <a:pt x="884097" y="3724275"/>
                  </a:moveTo>
                  <a:lnTo>
                    <a:pt x="855522" y="3724275"/>
                  </a:lnTo>
                  <a:lnTo>
                    <a:pt x="855522" y="3733800"/>
                  </a:lnTo>
                  <a:lnTo>
                    <a:pt x="884097" y="3733800"/>
                  </a:lnTo>
                  <a:lnTo>
                    <a:pt x="884097" y="3724275"/>
                  </a:lnTo>
                  <a:close/>
                </a:path>
                <a:path w="11430000" h="3733800">
                  <a:moveTo>
                    <a:pt x="914146" y="0"/>
                  </a:moveTo>
                  <a:lnTo>
                    <a:pt x="885571" y="0"/>
                  </a:lnTo>
                  <a:lnTo>
                    <a:pt x="885571" y="9525"/>
                  </a:lnTo>
                  <a:lnTo>
                    <a:pt x="914146" y="9525"/>
                  </a:lnTo>
                  <a:lnTo>
                    <a:pt x="914146" y="0"/>
                  </a:lnTo>
                  <a:close/>
                </a:path>
                <a:path w="11430000" h="3733800">
                  <a:moveTo>
                    <a:pt x="931710" y="3724275"/>
                  </a:moveTo>
                  <a:lnTo>
                    <a:pt x="903135" y="3724275"/>
                  </a:lnTo>
                  <a:lnTo>
                    <a:pt x="903135" y="3733800"/>
                  </a:lnTo>
                  <a:lnTo>
                    <a:pt x="931710" y="3733800"/>
                  </a:lnTo>
                  <a:lnTo>
                    <a:pt x="931710" y="3724275"/>
                  </a:lnTo>
                  <a:close/>
                </a:path>
                <a:path w="11430000" h="3733800">
                  <a:moveTo>
                    <a:pt x="961758" y="0"/>
                  </a:moveTo>
                  <a:lnTo>
                    <a:pt x="933183" y="0"/>
                  </a:lnTo>
                  <a:lnTo>
                    <a:pt x="933183" y="9525"/>
                  </a:lnTo>
                  <a:lnTo>
                    <a:pt x="961758" y="9525"/>
                  </a:lnTo>
                  <a:lnTo>
                    <a:pt x="961758" y="0"/>
                  </a:lnTo>
                  <a:close/>
                </a:path>
                <a:path w="11430000" h="3733800">
                  <a:moveTo>
                    <a:pt x="979309" y="3724275"/>
                  </a:moveTo>
                  <a:lnTo>
                    <a:pt x="950734" y="3724275"/>
                  </a:lnTo>
                  <a:lnTo>
                    <a:pt x="950734" y="3733800"/>
                  </a:lnTo>
                  <a:lnTo>
                    <a:pt x="979309" y="3733800"/>
                  </a:lnTo>
                  <a:lnTo>
                    <a:pt x="979309" y="3724275"/>
                  </a:lnTo>
                  <a:close/>
                </a:path>
                <a:path w="11430000" h="3733800">
                  <a:moveTo>
                    <a:pt x="1009370" y="0"/>
                  </a:moveTo>
                  <a:lnTo>
                    <a:pt x="980795" y="0"/>
                  </a:lnTo>
                  <a:lnTo>
                    <a:pt x="980795" y="9525"/>
                  </a:lnTo>
                  <a:lnTo>
                    <a:pt x="1009370" y="9525"/>
                  </a:lnTo>
                  <a:lnTo>
                    <a:pt x="1009370" y="0"/>
                  </a:lnTo>
                  <a:close/>
                </a:path>
                <a:path w="11430000" h="3733800">
                  <a:moveTo>
                    <a:pt x="1026922" y="3724275"/>
                  </a:moveTo>
                  <a:lnTo>
                    <a:pt x="998347" y="3724275"/>
                  </a:lnTo>
                  <a:lnTo>
                    <a:pt x="998347" y="3733800"/>
                  </a:lnTo>
                  <a:lnTo>
                    <a:pt x="1026922" y="3733800"/>
                  </a:lnTo>
                  <a:lnTo>
                    <a:pt x="1026922" y="3724275"/>
                  </a:lnTo>
                  <a:close/>
                </a:path>
                <a:path w="11430000" h="3733800">
                  <a:moveTo>
                    <a:pt x="1056982" y="0"/>
                  </a:moveTo>
                  <a:lnTo>
                    <a:pt x="1028407" y="0"/>
                  </a:lnTo>
                  <a:lnTo>
                    <a:pt x="1028407" y="9525"/>
                  </a:lnTo>
                  <a:lnTo>
                    <a:pt x="1056982" y="9525"/>
                  </a:lnTo>
                  <a:lnTo>
                    <a:pt x="1056982" y="0"/>
                  </a:lnTo>
                  <a:close/>
                </a:path>
                <a:path w="11430000" h="3733800">
                  <a:moveTo>
                    <a:pt x="1074534" y="3724275"/>
                  </a:moveTo>
                  <a:lnTo>
                    <a:pt x="1045959" y="3724275"/>
                  </a:lnTo>
                  <a:lnTo>
                    <a:pt x="1045959" y="3733800"/>
                  </a:lnTo>
                  <a:lnTo>
                    <a:pt x="1074534" y="3733800"/>
                  </a:lnTo>
                  <a:lnTo>
                    <a:pt x="1074534" y="3724275"/>
                  </a:lnTo>
                  <a:close/>
                </a:path>
                <a:path w="11430000" h="3733800">
                  <a:moveTo>
                    <a:pt x="1104595" y="0"/>
                  </a:moveTo>
                  <a:lnTo>
                    <a:pt x="1076020" y="0"/>
                  </a:lnTo>
                  <a:lnTo>
                    <a:pt x="1076020" y="9525"/>
                  </a:lnTo>
                  <a:lnTo>
                    <a:pt x="1104595" y="9525"/>
                  </a:lnTo>
                  <a:lnTo>
                    <a:pt x="1104595" y="0"/>
                  </a:lnTo>
                  <a:close/>
                </a:path>
                <a:path w="11430000" h="3733800">
                  <a:moveTo>
                    <a:pt x="1122146" y="3724275"/>
                  </a:moveTo>
                  <a:lnTo>
                    <a:pt x="1093571" y="3724275"/>
                  </a:lnTo>
                  <a:lnTo>
                    <a:pt x="1093571" y="3733800"/>
                  </a:lnTo>
                  <a:lnTo>
                    <a:pt x="1122146" y="3733800"/>
                  </a:lnTo>
                  <a:lnTo>
                    <a:pt x="1122146" y="3724275"/>
                  </a:lnTo>
                  <a:close/>
                </a:path>
                <a:path w="11430000" h="3733800">
                  <a:moveTo>
                    <a:pt x="1152194" y="0"/>
                  </a:moveTo>
                  <a:lnTo>
                    <a:pt x="1123619" y="0"/>
                  </a:lnTo>
                  <a:lnTo>
                    <a:pt x="1123619" y="9525"/>
                  </a:lnTo>
                  <a:lnTo>
                    <a:pt x="1152194" y="9525"/>
                  </a:lnTo>
                  <a:lnTo>
                    <a:pt x="1152194" y="0"/>
                  </a:lnTo>
                  <a:close/>
                </a:path>
                <a:path w="11430000" h="3733800">
                  <a:moveTo>
                    <a:pt x="1169758" y="3724275"/>
                  </a:moveTo>
                  <a:lnTo>
                    <a:pt x="1141183" y="3724275"/>
                  </a:lnTo>
                  <a:lnTo>
                    <a:pt x="1141183" y="3733800"/>
                  </a:lnTo>
                  <a:lnTo>
                    <a:pt x="1169758" y="3733800"/>
                  </a:lnTo>
                  <a:lnTo>
                    <a:pt x="1169758" y="3724275"/>
                  </a:lnTo>
                  <a:close/>
                </a:path>
                <a:path w="11430000" h="3733800">
                  <a:moveTo>
                    <a:pt x="1199807" y="0"/>
                  </a:moveTo>
                  <a:lnTo>
                    <a:pt x="1171232" y="0"/>
                  </a:lnTo>
                  <a:lnTo>
                    <a:pt x="1171232" y="9525"/>
                  </a:lnTo>
                  <a:lnTo>
                    <a:pt x="1199807" y="9525"/>
                  </a:lnTo>
                  <a:lnTo>
                    <a:pt x="1199807" y="0"/>
                  </a:lnTo>
                  <a:close/>
                </a:path>
                <a:path w="11430000" h="3733800">
                  <a:moveTo>
                    <a:pt x="1217358" y="3724275"/>
                  </a:moveTo>
                  <a:lnTo>
                    <a:pt x="1188783" y="3724275"/>
                  </a:lnTo>
                  <a:lnTo>
                    <a:pt x="1188783" y="3733800"/>
                  </a:lnTo>
                  <a:lnTo>
                    <a:pt x="1217358" y="3733800"/>
                  </a:lnTo>
                  <a:lnTo>
                    <a:pt x="1217358" y="3724275"/>
                  </a:lnTo>
                  <a:close/>
                </a:path>
                <a:path w="11430000" h="3733800">
                  <a:moveTo>
                    <a:pt x="1247419" y="0"/>
                  </a:moveTo>
                  <a:lnTo>
                    <a:pt x="1218844" y="0"/>
                  </a:lnTo>
                  <a:lnTo>
                    <a:pt x="1218844" y="9525"/>
                  </a:lnTo>
                  <a:lnTo>
                    <a:pt x="1247419" y="9525"/>
                  </a:lnTo>
                  <a:lnTo>
                    <a:pt x="1247419" y="0"/>
                  </a:lnTo>
                  <a:close/>
                </a:path>
                <a:path w="11430000" h="3733800">
                  <a:moveTo>
                    <a:pt x="1264970" y="3724275"/>
                  </a:moveTo>
                  <a:lnTo>
                    <a:pt x="1236395" y="3724275"/>
                  </a:lnTo>
                  <a:lnTo>
                    <a:pt x="1236395" y="3733800"/>
                  </a:lnTo>
                  <a:lnTo>
                    <a:pt x="1264970" y="3733800"/>
                  </a:lnTo>
                  <a:lnTo>
                    <a:pt x="1264970" y="3724275"/>
                  </a:lnTo>
                  <a:close/>
                </a:path>
                <a:path w="11430000" h="3733800">
                  <a:moveTo>
                    <a:pt x="1295031" y="0"/>
                  </a:moveTo>
                  <a:lnTo>
                    <a:pt x="1266456" y="0"/>
                  </a:lnTo>
                  <a:lnTo>
                    <a:pt x="1266456" y="9525"/>
                  </a:lnTo>
                  <a:lnTo>
                    <a:pt x="1295031" y="9525"/>
                  </a:lnTo>
                  <a:lnTo>
                    <a:pt x="1295031" y="0"/>
                  </a:lnTo>
                  <a:close/>
                </a:path>
                <a:path w="11430000" h="3733800">
                  <a:moveTo>
                    <a:pt x="1312583" y="3724275"/>
                  </a:moveTo>
                  <a:lnTo>
                    <a:pt x="1284008" y="3724275"/>
                  </a:lnTo>
                  <a:lnTo>
                    <a:pt x="1284008" y="3733800"/>
                  </a:lnTo>
                  <a:lnTo>
                    <a:pt x="1312583" y="3733800"/>
                  </a:lnTo>
                  <a:lnTo>
                    <a:pt x="1312583" y="3724275"/>
                  </a:lnTo>
                  <a:close/>
                </a:path>
                <a:path w="11430000" h="3733800">
                  <a:moveTo>
                    <a:pt x="1342644" y="0"/>
                  </a:moveTo>
                  <a:lnTo>
                    <a:pt x="1314069" y="0"/>
                  </a:lnTo>
                  <a:lnTo>
                    <a:pt x="1314069" y="9525"/>
                  </a:lnTo>
                  <a:lnTo>
                    <a:pt x="1342644" y="9525"/>
                  </a:lnTo>
                  <a:lnTo>
                    <a:pt x="1342644" y="0"/>
                  </a:lnTo>
                  <a:close/>
                </a:path>
                <a:path w="11430000" h="3733800">
                  <a:moveTo>
                    <a:pt x="1360195" y="3724275"/>
                  </a:moveTo>
                  <a:lnTo>
                    <a:pt x="1331620" y="3724275"/>
                  </a:lnTo>
                  <a:lnTo>
                    <a:pt x="1331620" y="3733800"/>
                  </a:lnTo>
                  <a:lnTo>
                    <a:pt x="1360195" y="3733800"/>
                  </a:lnTo>
                  <a:lnTo>
                    <a:pt x="1360195" y="3724275"/>
                  </a:lnTo>
                  <a:close/>
                </a:path>
                <a:path w="11430000" h="3733800">
                  <a:moveTo>
                    <a:pt x="1390256" y="0"/>
                  </a:moveTo>
                  <a:lnTo>
                    <a:pt x="1361681" y="0"/>
                  </a:lnTo>
                  <a:lnTo>
                    <a:pt x="1361681" y="9525"/>
                  </a:lnTo>
                  <a:lnTo>
                    <a:pt x="1390256" y="9525"/>
                  </a:lnTo>
                  <a:lnTo>
                    <a:pt x="1390256" y="0"/>
                  </a:lnTo>
                  <a:close/>
                </a:path>
                <a:path w="11430000" h="3733800">
                  <a:moveTo>
                    <a:pt x="1407807" y="3724275"/>
                  </a:moveTo>
                  <a:lnTo>
                    <a:pt x="1379232" y="3724275"/>
                  </a:lnTo>
                  <a:lnTo>
                    <a:pt x="1379232" y="3733800"/>
                  </a:lnTo>
                  <a:lnTo>
                    <a:pt x="1407807" y="3733800"/>
                  </a:lnTo>
                  <a:lnTo>
                    <a:pt x="1407807" y="3724275"/>
                  </a:lnTo>
                  <a:close/>
                </a:path>
                <a:path w="11430000" h="3733800">
                  <a:moveTo>
                    <a:pt x="1437855" y="0"/>
                  </a:moveTo>
                  <a:lnTo>
                    <a:pt x="1409280" y="0"/>
                  </a:lnTo>
                  <a:lnTo>
                    <a:pt x="1409280" y="9525"/>
                  </a:lnTo>
                  <a:lnTo>
                    <a:pt x="1437855" y="9525"/>
                  </a:lnTo>
                  <a:lnTo>
                    <a:pt x="1437855" y="0"/>
                  </a:lnTo>
                  <a:close/>
                </a:path>
                <a:path w="11430000" h="3733800">
                  <a:moveTo>
                    <a:pt x="1455420" y="3724275"/>
                  </a:moveTo>
                  <a:lnTo>
                    <a:pt x="1426845" y="3724275"/>
                  </a:lnTo>
                  <a:lnTo>
                    <a:pt x="1426845" y="3733800"/>
                  </a:lnTo>
                  <a:lnTo>
                    <a:pt x="1455420" y="3733800"/>
                  </a:lnTo>
                  <a:lnTo>
                    <a:pt x="1455420" y="3724275"/>
                  </a:lnTo>
                  <a:close/>
                </a:path>
                <a:path w="11430000" h="3733800">
                  <a:moveTo>
                    <a:pt x="1485468" y="0"/>
                  </a:moveTo>
                  <a:lnTo>
                    <a:pt x="1456893" y="0"/>
                  </a:lnTo>
                  <a:lnTo>
                    <a:pt x="1456893" y="9525"/>
                  </a:lnTo>
                  <a:lnTo>
                    <a:pt x="1485468" y="9525"/>
                  </a:lnTo>
                  <a:lnTo>
                    <a:pt x="1485468" y="0"/>
                  </a:lnTo>
                  <a:close/>
                </a:path>
                <a:path w="11430000" h="3733800">
                  <a:moveTo>
                    <a:pt x="1503019" y="3724275"/>
                  </a:moveTo>
                  <a:lnTo>
                    <a:pt x="1474444" y="3724275"/>
                  </a:lnTo>
                  <a:lnTo>
                    <a:pt x="1474444" y="3733800"/>
                  </a:lnTo>
                  <a:lnTo>
                    <a:pt x="1503019" y="3733800"/>
                  </a:lnTo>
                  <a:lnTo>
                    <a:pt x="1503019" y="3724275"/>
                  </a:lnTo>
                  <a:close/>
                </a:path>
                <a:path w="11430000" h="3733800">
                  <a:moveTo>
                    <a:pt x="1533080" y="0"/>
                  </a:moveTo>
                  <a:lnTo>
                    <a:pt x="1504505" y="0"/>
                  </a:lnTo>
                  <a:lnTo>
                    <a:pt x="1504505" y="9525"/>
                  </a:lnTo>
                  <a:lnTo>
                    <a:pt x="1533080" y="9525"/>
                  </a:lnTo>
                  <a:lnTo>
                    <a:pt x="1533080" y="0"/>
                  </a:lnTo>
                  <a:close/>
                </a:path>
                <a:path w="11430000" h="3733800">
                  <a:moveTo>
                    <a:pt x="1550631" y="3724275"/>
                  </a:moveTo>
                  <a:lnTo>
                    <a:pt x="1522056" y="3724275"/>
                  </a:lnTo>
                  <a:lnTo>
                    <a:pt x="1522056" y="3733800"/>
                  </a:lnTo>
                  <a:lnTo>
                    <a:pt x="1550631" y="3733800"/>
                  </a:lnTo>
                  <a:lnTo>
                    <a:pt x="1550631" y="3724275"/>
                  </a:lnTo>
                  <a:close/>
                </a:path>
                <a:path w="11430000" h="3733800">
                  <a:moveTo>
                    <a:pt x="1580692" y="0"/>
                  </a:moveTo>
                  <a:lnTo>
                    <a:pt x="1552117" y="0"/>
                  </a:lnTo>
                  <a:lnTo>
                    <a:pt x="1552117" y="9525"/>
                  </a:lnTo>
                  <a:lnTo>
                    <a:pt x="1580692" y="9525"/>
                  </a:lnTo>
                  <a:lnTo>
                    <a:pt x="1580692" y="0"/>
                  </a:lnTo>
                  <a:close/>
                </a:path>
                <a:path w="11430000" h="3733800">
                  <a:moveTo>
                    <a:pt x="1598244" y="3724275"/>
                  </a:moveTo>
                  <a:lnTo>
                    <a:pt x="1569669" y="3724275"/>
                  </a:lnTo>
                  <a:lnTo>
                    <a:pt x="1569669" y="3733800"/>
                  </a:lnTo>
                  <a:lnTo>
                    <a:pt x="1598244" y="3733800"/>
                  </a:lnTo>
                  <a:lnTo>
                    <a:pt x="1598244" y="3724275"/>
                  </a:lnTo>
                  <a:close/>
                </a:path>
                <a:path w="11430000" h="3733800">
                  <a:moveTo>
                    <a:pt x="1628305" y="0"/>
                  </a:moveTo>
                  <a:lnTo>
                    <a:pt x="1599730" y="0"/>
                  </a:lnTo>
                  <a:lnTo>
                    <a:pt x="1599730" y="9525"/>
                  </a:lnTo>
                  <a:lnTo>
                    <a:pt x="1628305" y="9525"/>
                  </a:lnTo>
                  <a:lnTo>
                    <a:pt x="1628305" y="0"/>
                  </a:lnTo>
                  <a:close/>
                </a:path>
                <a:path w="11430000" h="3733800">
                  <a:moveTo>
                    <a:pt x="1645856" y="3724275"/>
                  </a:moveTo>
                  <a:lnTo>
                    <a:pt x="1617281" y="3724275"/>
                  </a:lnTo>
                  <a:lnTo>
                    <a:pt x="1617281" y="3733800"/>
                  </a:lnTo>
                  <a:lnTo>
                    <a:pt x="1645856" y="3733800"/>
                  </a:lnTo>
                  <a:lnTo>
                    <a:pt x="1645856" y="3724275"/>
                  </a:lnTo>
                  <a:close/>
                </a:path>
                <a:path w="11430000" h="3733800">
                  <a:moveTo>
                    <a:pt x="1675904" y="0"/>
                  </a:moveTo>
                  <a:lnTo>
                    <a:pt x="1647329" y="0"/>
                  </a:lnTo>
                  <a:lnTo>
                    <a:pt x="1647329" y="9525"/>
                  </a:lnTo>
                  <a:lnTo>
                    <a:pt x="1675904" y="9525"/>
                  </a:lnTo>
                  <a:lnTo>
                    <a:pt x="1675904" y="0"/>
                  </a:lnTo>
                  <a:close/>
                </a:path>
                <a:path w="11430000" h="3733800">
                  <a:moveTo>
                    <a:pt x="1693468" y="3724275"/>
                  </a:moveTo>
                  <a:lnTo>
                    <a:pt x="1664893" y="3724275"/>
                  </a:lnTo>
                  <a:lnTo>
                    <a:pt x="1664893" y="3733800"/>
                  </a:lnTo>
                  <a:lnTo>
                    <a:pt x="1693468" y="3733800"/>
                  </a:lnTo>
                  <a:lnTo>
                    <a:pt x="1693468" y="3724275"/>
                  </a:lnTo>
                  <a:close/>
                </a:path>
                <a:path w="11430000" h="3733800">
                  <a:moveTo>
                    <a:pt x="1723517" y="0"/>
                  </a:moveTo>
                  <a:lnTo>
                    <a:pt x="1694942" y="0"/>
                  </a:lnTo>
                  <a:lnTo>
                    <a:pt x="1694942" y="9525"/>
                  </a:lnTo>
                  <a:lnTo>
                    <a:pt x="1723517" y="9525"/>
                  </a:lnTo>
                  <a:lnTo>
                    <a:pt x="1723517" y="0"/>
                  </a:lnTo>
                  <a:close/>
                </a:path>
                <a:path w="11430000" h="3733800">
                  <a:moveTo>
                    <a:pt x="1741068" y="3724275"/>
                  </a:moveTo>
                  <a:lnTo>
                    <a:pt x="1712493" y="3724275"/>
                  </a:lnTo>
                  <a:lnTo>
                    <a:pt x="1712493" y="3733800"/>
                  </a:lnTo>
                  <a:lnTo>
                    <a:pt x="1741068" y="3733800"/>
                  </a:lnTo>
                  <a:lnTo>
                    <a:pt x="1741068" y="3724275"/>
                  </a:lnTo>
                  <a:close/>
                </a:path>
                <a:path w="11430000" h="3733800">
                  <a:moveTo>
                    <a:pt x="1771129" y="0"/>
                  </a:moveTo>
                  <a:lnTo>
                    <a:pt x="1742554" y="0"/>
                  </a:lnTo>
                  <a:lnTo>
                    <a:pt x="1742554" y="9525"/>
                  </a:lnTo>
                  <a:lnTo>
                    <a:pt x="1771129" y="9525"/>
                  </a:lnTo>
                  <a:lnTo>
                    <a:pt x="1771129" y="0"/>
                  </a:lnTo>
                  <a:close/>
                </a:path>
                <a:path w="11430000" h="3733800">
                  <a:moveTo>
                    <a:pt x="1788680" y="3724275"/>
                  </a:moveTo>
                  <a:lnTo>
                    <a:pt x="1760105" y="3724275"/>
                  </a:lnTo>
                  <a:lnTo>
                    <a:pt x="1760105" y="3733800"/>
                  </a:lnTo>
                  <a:lnTo>
                    <a:pt x="1788680" y="3733800"/>
                  </a:lnTo>
                  <a:lnTo>
                    <a:pt x="1788680" y="3724275"/>
                  </a:lnTo>
                  <a:close/>
                </a:path>
                <a:path w="11430000" h="3733800">
                  <a:moveTo>
                    <a:pt x="1818741" y="0"/>
                  </a:moveTo>
                  <a:lnTo>
                    <a:pt x="1790166" y="0"/>
                  </a:lnTo>
                  <a:lnTo>
                    <a:pt x="1790166" y="9525"/>
                  </a:lnTo>
                  <a:lnTo>
                    <a:pt x="1818741" y="9525"/>
                  </a:lnTo>
                  <a:lnTo>
                    <a:pt x="1818741" y="0"/>
                  </a:lnTo>
                  <a:close/>
                </a:path>
                <a:path w="11430000" h="3733800">
                  <a:moveTo>
                    <a:pt x="1836293" y="3724275"/>
                  </a:moveTo>
                  <a:lnTo>
                    <a:pt x="1807718" y="3724275"/>
                  </a:lnTo>
                  <a:lnTo>
                    <a:pt x="1807718" y="3733800"/>
                  </a:lnTo>
                  <a:lnTo>
                    <a:pt x="1836293" y="3733800"/>
                  </a:lnTo>
                  <a:lnTo>
                    <a:pt x="1836293" y="3724275"/>
                  </a:lnTo>
                  <a:close/>
                </a:path>
                <a:path w="11430000" h="3733800">
                  <a:moveTo>
                    <a:pt x="1866353" y="0"/>
                  </a:moveTo>
                  <a:lnTo>
                    <a:pt x="1837778" y="0"/>
                  </a:lnTo>
                  <a:lnTo>
                    <a:pt x="1837778" y="9525"/>
                  </a:lnTo>
                  <a:lnTo>
                    <a:pt x="1866353" y="9525"/>
                  </a:lnTo>
                  <a:lnTo>
                    <a:pt x="1866353" y="0"/>
                  </a:lnTo>
                  <a:close/>
                </a:path>
                <a:path w="11430000" h="3733800">
                  <a:moveTo>
                    <a:pt x="1883905" y="3724275"/>
                  </a:moveTo>
                  <a:lnTo>
                    <a:pt x="1855330" y="3724275"/>
                  </a:lnTo>
                  <a:lnTo>
                    <a:pt x="1855330" y="3733800"/>
                  </a:lnTo>
                  <a:lnTo>
                    <a:pt x="1883905" y="3733800"/>
                  </a:lnTo>
                  <a:lnTo>
                    <a:pt x="1883905" y="3724275"/>
                  </a:lnTo>
                  <a:close/>
                </a:path>
                <a:path w="11430000" h="3733800">
                  <a:moveTo>
                    <a:pt x="1913966" y="0"/>
                  </a:moveTo>
                  <a:lnTo>
                    <a:pt x="1885391" y="0"/>
                  </a:lnTo>
                  <a:lnTo>
                    <a:pt x="1885391" y="9525"/>
                  </a:lnTo>
                  <a:lnTo>
                    <a:pt x="1913966" y="9525"/>
                  </a:lnTo>
                  <a:lnTo>
                    <a:pt x="1913966" y="0"/>
                  </a:lnTo>
                  <a:close/>
                </a:path>
                <a:path w="11430000" h="3733800">
                  <a:moveTo>
                    <a:pt x="1931517" y="3724275"/>
                  </a:moveTo>
                  <a:lnTo>
                    <a:pt x="1902942" y="3724275"/>
                  </a:lnTo>
                  <a:lnTo>
                    <a:pt x="1902942" y="3733800"/>
                  </a:lnTo>
                  <a:lnTo>
                    <a:pt x="1931517" y="3733800"/>
                  </a:lnTo>
                  <a:lnTo>
                    <a:pt x="1931517" y="3724275"/>
                  </a:lnTo>
                  <a:close/>
                </a:path>
                <a:path w="11430000" h="3733800">
                  <a:moveTo>
                    <a:pt x="1961565" y="0"/>
                  </a:moveTo>
                  <a:lnTo>
                    <a:pt x="1932990" y="0"/>
                  </a:lnTo>
                  <a:lnTo>
                    <a:pt x="1932990" y="9525"/>
                  </a:lnTo>
                  <a:lnTo>
                    <a:pt x="1961565" y="9525"/>
                  </a:lnTo>
                  <a:lnTo>
                    <a:pt x="1961565" y="0"/>
                  </a:lnTo>
                  <a:close/>
                </a:path>
                <a:path w="11430000" h="3733800">
                  <a:moveTo>
                    <a:pt x="1979129" y="3724275"/>
                  </a:moveTo>
                  <a:lnTo>
                    <a:pt x="1950554" y="3724275"/>
                  </a:lnTo>
                  <a:lnTo>
                    <a:pt x="1950554" y="3733800"/>
                  </a:lnTo>
                  <a:lnTo>
                    <a:pt x="1979129" y="3733800"/>
                  </a:lnTo>
                  <a:lnTo>
                    <a:pt x="1979129" y="3724275"/>
                  </a:lnTo>
                  <a:close/>
                </a:path>
                <a:path w="11430000" h="3733800">
                  <a:moveTo>
                    <a:pt x="2009178" y="0"/>
                  </a:moveTo>
                  <a:lnTo>
                    <a:pt x="1980603" y="0"/>
                  </a:lnTo>
                  <a:lnTo>
                    <a:pt x="1980603" y="9525"/>
                  </a:lnTo>
                  <a:lnTo>
                    <a:pt x="2009178" y="9525"/>
                  </a:lnTo>
                  <a:lnTo>
                    <a:pt x="2009178" y="0"/>
                  </a:lnTo>
                  <a:close/>
                </a:path>
                <a:path w="11430000" h="3733800">
                  <a:moveTo>
                    <a:pt x="2026729" y="3724275"/>
                  </a:moveTo>
                  <a:lnTo>
                    <a:pt x="1998154" y="3724275"/>
                  </a:lnTo>
                  <a:lnTo>
                    <a:pt x="1998154" y="3733800"/>
                  </a:lnTo>
                  <a:lnTo>
                    <a:pt x="2026729" y="3733800"/>
                  </a:lnTo>
                  <a:lnTo>
                    <a:pt x="2026729" y="3724275"/>
                  </a:lnTo>
                  <a:close/>
                </a:path>
                <a:path w="11430000" h="3733800">
                  <a:moveTo>
                    <a:pt x="2056790" y="0"/>
                  </a:moveTo>
                  <a:lnTo>
                    <a:pt x="2028215" y="0"/>
                  </a:lnTo>
                  <a:lnTo>
                    <a:pt x="2028215" y="9525"/>
                  </a:lnTo>
                  <a:lnTo>
                    <a:pt x="2056790" y="9525"/>
                  </a:lnTo>
                  <a:lnTo>
                    <a:pt x="2056790" y="0"/>
                  </a:lnTo>
                  <a:close/>
                </a:path>
                <a:path w="11430000" h="3733800">
                  <a:moveTo>
                    <a:pt x="2074341" y="3724275"/>
                  </a:moveTo>
                  <a:lnTo>
                    <a:pt x="2045766" y="3724275"/>
                  </a:lnTo>
                  <a:lnTo>
                    <a:pt x="2045766" y="3733800"/>
                  </a:lnTo>
                  <a:lnTo>
                    <a:pt x="2074341" y="3733800"/>
                  </a:lnTo>
                  <a:lnTo>
                    <a:pt x="2074341" y="3724275"/>
                  </a:lnTo>
                  <a:close/>
                </a:path>
                <a:path w="11430000" h="3733800">
                  <a:moveTo>
                    <a:pt x="2104402" y="0"/>
                  </a:moveTo>
                  <a:lnTo>
                    <a:pt x="2075827" y="0"/>
                  </a:lnTo>
                  <a:lnTo>
                    <a:pt x="2075827" y="9525"/>
                  </a:lnTo>
                  <a:lnTo>
                    <a:pt x="2104402" y="9525"/>
                  </a:lnTo>
                  <a:lnTo>
                    <a:pt x="2104402" y="0"/>
                  </a:lnTo>
                  <a:close/>
                </a:path>
                <a:path w="11430000" h="3733800">
                  <a:moveTo>
                    <a:pt x="2121954" y="3724275"/>
                  </a:moveTo>
                  <a:lnTo>
                    <a:pt x="2093379" y="3724275"/>
                  </a:lnTo>
                  <a:lnTo>
                    <a:pt x="2093379" y="3733800"/>
                  </a:lnTo>
                  <a:lnTo>
                    <a:pt x="2121954" y="3733800"/>
                  </a:lnTo>
                  <a:lnTo>
                    <a:pt x="2121954" y="3724275"/>
                  </a:lnTo>
                  <a:close/>
                </a:path>
                <a:path w="11430000" h="3733800">
                  <a:moveTo>
                    <a:pt x="2152015" y="0"/>
                  </a:moveTo>
                  <a:lnTo>
                    <a:pt x="2123440" y="0"/>
                  </a:lnTo>
                  <a:lnTo>
                    <a:pt x="2123440" y="9525"/>
                  </a:lnTo>
                  <a:lnTo>
                    <a:pt x="2152015" y="9525"/>
                  </a:lnTo>
                  <a:lnTo>
                    <a:pt x="2152015" y="0"/>
                  </a:lnTo>
                  <a:close/>
                </a:path>
                <a:path w="11430000" h="3733800">
                  <a:moveTo>
                    <a:pt x="2169566" y="3724275"/>
                  </a:moveTo>
                  <a:lnTo>
                    <a:pt x="2140991" y="3724275"/>
                  </a:lnTo>
                  <a:lnTo>
                    <a:pt x="2140991" y="3733800"/>
                  </a:lnTo>
                  <a:lnTo>
                    <a:pt x="2169566" y="3733800"/>
                  </a:lnTo>
                  <a:lnTo>
                    <a:pt x="2169566" y="3724275"/>
                  </a:lnTo>
                  <a:close/>
                </a:path>
                <a:path w="11430000" h="3733800">
                  <a:moveTo>
                    <a:pt x="2199614" y="0"/>
                  </a:moveTo>
                  <a:lnTo>
                    <a:pt x="2171039" y="0"/>
                  </a:lnTo>
                  <a:lnTo>
                    <a:pt x="2171039" y="9525"/>
                  </a:lnTo>
                  <a:lnTo>
                    <a:pt x="2199614" y="9525"/>
                  </a:lnTo>
                  <a:lnTo>
                    <a:pt x="2199614" y="0"/>
                  </a:lnTo>
                  <a:close/>
                </a:path>
                <a:path w="11430000" h="3733800">
                  <a:moveTo>
                    <a:pt x="2217178" y="3724275"/>
                  </a:moveTo>
                  <a:lnTo>
                    <a:pt x="2188603" y="3724275"/>
                  </a:lnTo>
                  <a:lnTo>
                    <a:pt x="2188603" y="3733800"/>
                  </a:lnTo>
                  <a:lnTo>
                    <a:pt x="2217178" y="3733800"/>
                  </a:lnTo>
                  <a:lnTo>
                    <a:pt x="2217178" y="3724275"/>
                  </a:lnTo>
                  <a:close/>
                </a:path>
                <a:path w="11430000" h="3733800">
                  <a:moveTo>
                    <a:pt x="2247227" y="0"/>
                  </a:moveTo>
                  <a:lnTo>
                    <a:pt x="2218652" y="0"/>
                  </a:lnTo>
                  <a:lnTo>
                    <a:pt x="2218652" y="9525"/>
                  </a:lnTo>
                  <a:lnTo>
                    <a:pt x="2247227" y="9525"/>
                  </a:lnTo>
                  <a:lnTo>
                    <a:pt x="2247227" y="0"/>
                  </a:lnTo>
                  <a:close/>
                </a:path>
                <a:path w="11430000" h="3733800">
                  <a:moveTo>
                    <a:pt x="2264778" y="3724275"/>
                  </a:moveTo>
                  <a:lnTo>
                    <a:pt x="2236203" y="3724275"/>
                  </a:lnTo>
                  <a:lnTo>
                    <a:pt x="2236203" y="3733800"/>
                  </a:lnTo>
                  <a:lnTo>
                    <a:pt x="2264778" y="3733800"/>
                  </a:lnTo>
                  <a:lnTo>
                    <a:pt x="2264778" y="3724275"/>
                  </a:lnTo>
                  <a:close/>
                </a:path>
                <a:path w="11430000" h="3733800">
                  <a:moveTo>
                    <a:pt x="2294839" y="0"/>
                  </a:moveTo>
                  <a:lnTo>
                    <a:pt x="2266264" y="0"/>
                  </a:lnTo>
                  <a:lnTo>
                    <a:pt x="2266264" y="9525"/>
                  </a:lnTo>
                  <a:lnTo>
                    <a:pt x="2294839" y="9525"/>
                  </a:lnTo>
                  <a:lnTo>
                    <a:pt x="2294839" y="0"/>
                  </a:lnTo>
                  <a:close/>
                </a:path>
                <a:path w="11430000" h="3733800">
                  <a:moveTo>
                    <a:pt x="2312390" y="3724275"/>
                  </a:moveTo>
                  <a:lnTo>
                    <a:pt x="2283815" y="3724275"/>
                  </a:lnTo>
                  <a:lnTo>
                    <a:pt x="2283815" y="3733800"/>
                  </a:lnTo>
                  <a:lnTo>
                    <a:pt x="2312390" y="3733800"/>
                  </a:lnTo>
                  <a:lnTo>
                    <a:pt x="2312390" y="3724275"/>
                  </a:lnTo>
                  <a:close/>
                </a:path>
                <a:path w="11430000" h="3733800">
                  <a:moveTo>
                    <a:pt x="2342451" y="0"/>
                  </a:moveTo>
                  <a:lnTo>
                    <a:pt x="2313876" y="0"/>
                  </a:lnTo>
                  <a:lnTo>
                    <a:pt x="2313876" y="9525"/>
                  </a:lnTo>
                  <a:lnTo>
                    <a:pt x="2342451" y="9525"/>
                  </a:lnTo>
                  <a:lnTo>
                    <a:pt x="2342451" y="0"/>
                  </a:lnTo>
                  <a:close/>
                </a:path>
                <a:path w="11430000" h="3733800">
                  <a:moveTo>
                    <a:pt x="2360003" y="3724275"/>
                  </a:moveTo>
                  <a:lnTo>
                    <a:pt x="2331428" y="3724275"/>
                  </a:lnTo>
                  <a:lnTo>
                    <a:pt x="2331428" y="3733800"/>
                  </a:lnTo>
                  <a:lnTo>
                    <a:pt x="2360003" y="3733800"/>
                  </a:lnTo>
                  <a:lnTo>
                    <a:pt x="2360003" y="3724275"/>
                  </a:lnTo>
                  <a:close/>
                </a:path>
                <a:path w="11430000" h="3733800">
                  <a:moveTo>
                    <a:pt x="2390063" y="0"/>
                  </a:moveTo>
                  <a:lnTo>
                    <a:pt x="2361488" y="0"/>
                  </a:lnTo>
                  <a:lnTo>
                    <a:pt x="2361488" y="9525"/>
                  </a:lnTo>
                  <a:lnTo>
                    <a:pt x="2390063" y="9525"/>
                  </a:lnTo>
                  <a:lnTo>
                    <a:pt x="2390063" y="0"/>
                  </a:lnTo>
                  <a:close/>
                </a:path>
                <a:path w="11430000" h="3733800">
                  <a:moveTo>
                    <a:pt x="2407615" y="3724275"/>
                  </a:moveTo>
                  <a:lnTo>
                    <a:pt x="2379040" y="3724275"/>
                  </a:lnTo>
                  <a:lnTo>
                    <a:pt x="2379040" y="3733800"/>
                  </a:lnTo>
                  <a:lnTo>
                    <a:pt x="2407615" y="3733800"/>
                  </a:lnTo>
                  <a:lnTo>
                    <a:pt x="2407615" y="3724275"/>
                  </a:lnTo>
                  <a:close/>
                </a:path>
                <a:path w="11430000" h="3733800">
                  <a:moveTo>
                    <a:pt x="2437676" y="0"/>
                  </a:moveTo>
                  <a:lnTo>
                    <a:pt x="2409101" y="0"/>
                  </a:lnTo>
                  <a:lnTo>
                    <a:pt x="2409101" y="9525"/>
                  </a:lnTo>
                  <a:lnTo>
                    <a:pt x="2437676" y="9525"/>
                  </a:lnTo>
                  <a:lnTo>
                    <a:pt x="2437676" y="0"/>
                  </a:lnTo>
                  <a:close/>
                </a:path>
                <a:path w="11430000" h="3733800">
                  <a:moveTo>
                    <a:pt x="2455227" y="3724275"/>
                  </a:moveTo>
                  <a:lnTo>
                    <a:pt x="2426652" y="3724275"/>
                  </a:lnTo>
                  <a:lnTo>
                    <a:pt x="2426652" y="3733800"/>
                  </a:lnTo>
                  <a:lnTo>
                    <a:pt x="2455227" y="3733800"/>
                  </a:lnTo>
                  <a:lnTo>
                    <a:pt x="2455227" y="3724275"/>
                  </a:lnTo>
                  <a:close/>
                </a:path>
                <a:path w="11430000" h="3733800">
                  <a:moveTo>
                    <a:pt x="2485275" y="0"/>
                  </a:moveTo>
                  <a:lnTo>
                    <a:pt x="2456700" y="0"/>
                  </a:lnTo>
                  <a:lnTo>
                    <a:pt x="2456700" y="9525"/>
                  </a:lnTo>
                  <a:lnTo>
                    <a:pt x="2485275" y="9525"/>
                  </a:lnTo>
                  <a:lnTo>
                    <a:pt x="2485275" y="0"/>
                  </a:lnTo>
                  <a:close/>
                </a:path>
                <a:path w="11430000" h="3733800">
                  <a:moveTo>
                    <a:pt x="2502839" y="3724275"/>
                  </a:moveTo>
                  <a:lnTo>
                    <a:pt x="2474264" y="3724275"/>
                  </a:lnTo>
                  <a:lnTo>
                    <a:pt x="2474264" y="3733800"/>
                  </a:lnTo>
                  <a:lnTo>
                    <a:pt x="2502839" y="3733800"/>
                  </a:lnTo>
                  <a:lnTo>
                    <a:pt x="2502839" y="3724275"/>
                  </a:lnTo>
                  <a:close/>
                </a:path>
                <a:path w="11430000" h="3733800">
                  <a:moveTo>
                    <a:pt x="2532888" y="0"/>
                  </a:moveTo>
                  <a:lnTo>
                    <a:pt x="2504313" y="0"/>
                  </a:lnTo>
                  <a:lnTo>
                    <a:pt x="2504313" y="9525"/>
                  </a:lnTo>
                  <a:lnTo>
                    <a:pt x="2532888" y="9525"/>
                  </a:lnTo>
                  <a:lnTo>
                    <a:pt x="2532888" y="0"/>
                  </a:lnTo>
                  <a:close/>
                </a:path>
                <a:path w="11430000" h="3733800">
                  <a:moveTo>
                    <a:pt x="2550439" y="3724275"/>
                  </a:moveTo>
                  <a:lnTo>
                    <a:pt x="2521864" y="3724275"/>
                  </a:lnTo>
                  <a:lnTo>
                    <a:pt x="2521864" y="3733800"/>
                  </a:lnTo>
                  <a:lnTo>
                    <a:pt x="2550439" y="3733800"/>
                  </a:lnTo>
                  <a:lnTo>
                    <a:pt x="2550439" y="3724275"/>
                  </a:lnTo>
                  <a:close/>
                </a:path>
                <a:path w="11430000" h="3733800">
                  <a:moveTo>
                    <a:pt x="2580500" y="0"/>
                  </a:moveTo>
                  <a:lnTo>
                    <a:pt x="2551925" y="0"/>
                  </a:lnTo>
                  <a:lnTo>
                    <a:pt x="2551925" y="9525"/>
                  </a:lnTo>
                  <a:lnTo>
                    <a:pt x="2580500" y="9525"/>
                  </a:lnTo>
                  <a:lnTo>
                    <a:pt x="2580500" y="0"/>
                  </a:lnTo>
                  <a:close/>
                </a:path>
                <a:path w="11430000" h="3733800">
                  <a:moveTo>
                    <a:pt x="2598051" y="3724275"/>
                  </a:moveTo>
                  <a:lnTo>
                    <a:pt x="2569476" y="3724275"/>
                  </a:lnTo>
                  <a:lnTo>
                    <a:pt x="2569476" y="3733800"/>
                  </a:lnTo>
                  <a:lnTo>
                    <a:pt x="2598051" y="3733800"/>
                  </a:lnTo>
                  <a:lnTo>
                    <a:pt x="2598051" y="3724275"/>
                  </a:lnTo>
                  <a:close/>
                </a:path>
                <a:path w="11430000" h="3733800">
                  <a:moveTo>
                    <a:pt x="2628112" y="0"/>
                  </a:moveTo>
                  <a:lnTo>
                    <a:pt x="2599537" y="0"/>
                  </a:lnTo>
                  <a:lnTo>
                    <a:pt x="2599537" y="9525"/>
                  </a:lnTo>
                  <a:lnTo>
                    <a:pt x="2628112" y="9525"/>
                  </a:lnTo>
                  <a:lnTo>
                    <a:pt x="2628112" y="0"/>
                  </a:lnTo>
                  <a:close/>
                </a:path>
                <a:path w="11430000" h="3733800">
                  <a:moveTo>
                    <a:pt x="2645664" y="3724275"/>
                  </a:moveTo>
                  <a:lnTo>
                    <a:pt x="2617089" y="3724275"/>
                  </a:lnTo>
                  <a:lnTo>
                    <a:pt x="2617089" y="3733800"/>
                  </a:lnTo>
                  <a:lnTo>
                    <a:pt x="2645664" y="3733800"/>
                  </a:lnTo>
                  <a:lnTo>
                    <a:pt x="2645664" y="3724275"/>
                  </a:lnTo>
                  <a:close/>
                </a:path>
                <a:path w="11430000" h="3733800">
                  <a:moveTo>
                    <a:pt x="2675725" y="0"/>
                  </a:moveTo>
                  <a:lnTo>
                    <a:pt x="2647150" y="0"/>
                  </a:lnTo>
                  <a:lnTo>
                    <a:pt x="2647150" y="9525"/>
                  </a:lnTo>
                  <a:lnTo>
                    <a:pt x="2675725" y="9525"/>
                  </a:lnTo>
                  <a:lnTo>
                    <a:pt x="2675725" y="0"/>
                  </a:lnTo>
                  <a:close/>
                </a:path>
                <a:path w="11430000" h="3733800">
                  <a:moveTo>
                    <a:pt x="2693276" y="3724275"/>
                  </a:moveTo>
                  <a:lnTo>
                    <a:pt x="2664701" y="3724275"/>
                  </a:lnTo>
                  <a:lnTo>
                    <a:pt x="2664701" y="3733800"/>
                  </a:lnTo>
                  <a:lnTo>
                    <a:pt x="2693276" y="3733800"/>
                  </a:lnTo>
                  <a:lnTo>
                    <a:pt x="2693276" y="3724275"/>
                  </a:lnTo>
                  <a:close/>
                </a:path>
                <a:path w="11430000" h="3733800">
                  <a:moveTo>
                    <a:pt x="2723324" y="0"/>
                  </a:moveTo>
                  <a:lnTo>
                    <a:pt x="2694749" y="0"/>
                  </a:lnTo>
                  <a:lnTo>
                    <a:pt x="2694749" y="9525"/>
                  </a:lnTo>
                  <a:lnTo>
                    <a:pt x="2723324" y="9525"/>
                  </a:lnTo>
                  <a:lnTo>
                    <a:pt x="2723324" y="0"/>
                  </a:lnTo>
                  <a:close/>
                </a:path>
                <a:path w="11430000" h="3733800">
                  <a:moveTo>
                    <a:pt x="2740888" y="3724275"/>
                  </a:moveTo>
                  <a:lnTo>
                    <a:pt x="2712313" y="3724275"/>
                  </a:lnTo>
                  <a:lnTo>
                    <a:pt x="2712313" y="3733800"/>
                  </a:lnTo>
                  <a:lnTo>
                    <a:pt x="2740888" y="3733800"/>
                  </a:lnTo>
                  <a:lnTo>
                    <a:pt x="2740888" y="3724275"/>
                  </a:lnTo>
                  <a:close/>
                </a:path>
                <a:path w="11430000" h="3733800">
                  <a:moveTo>
                    <a:pt x="2770936" y="0"/>
                  </a:moveTo>
                  <a:lnTo>
                    <a:pt x="2742361" y="0"/>
                  </a:lnTo>
                  <a:lnTo>
                    <a:pt x="2742361" y="9525"/>
                  </a:lnTo>
                  <a:lnTo>
                    <a:pt x="2770936" y="9525"/>
                  </a:lnTo>
                  <a:lnTo>
                    <a:pt x="2770936" y="0"/>
                  </a:lnTo>
                  <a:close/>
                </a:path>
                <a:path w="11430000" h="3733800">
                  <a:moveTo>
                    <a:pt x="2788488" y="3724275"/>
                  </a:moveTo>
                  <a:lnTo>
                    <a:pt x="2759913" y="3724275"/>
                  </a:lnTo>
                  <a:lnTo>
                    <a:pt x="2759913" y="3733800"/>
                  </a:lnTo>
                  <a:lnTo>
                    <a:pt x="2788488" y="3733800"/>
                  </a:lnTo>
                  <a:lnTo>
                    <a:pt x="2788488" y="3724275"/>
                  </a:lnTo>
                  <a:close/>
                </a:path>
                <a:path w="11430000" h="3733800">
                  <a:moveTo>
                    <a:pt x="2818549" y="0"/>
                  </a:moveTo>
                  <a:lnTo>
                    <a:pt x="2789974" y="0"/>
                  </a:lnTo>
                  <a:lnTo>
                    <a:pt x="2789974" y="9525"/>
                  </a:lnTo>
                  <a:lnTo>
                    <a:pt x="2818549" y="9525"/>
                  </a:lnTo>
                  <a:lnTo>
                    <a:pt x="2818549" y="0"/>
                  </a:lnTo>
                  <a:close/>
                </a:path>
                <a:path w="11430000" h="3733800">
                  <a:moveTo>
                    <a:pt x="2836100" y="3724275"/>
                  </a:moveTo>
                  <a:lnTo>
                    <a:pt x="2807525" y="3724275"/>
                  </a:lnTo>
                  <a:lnTo>
                    <a:pt x="2807525" y="3733800"/>
                  </a:lnTo>
                  <a:lnTo>
                    <a:pt x="2836100" y="3733800"/>
                  </a:lnTo>
                  <a:lnTo>
                    <a:pt x="2836100" y="3724275"/>
                  </a:lnTo>
                  <a:close/>
                </a:path>
                <a:path w="11430000" h="3733800">
                  <a:moveTo>
                    <a:pt x="2866161" y="0"/>
                  </a:moveTo>
                  <a:lnTo>
                    <a:pt x="2837586" y="0"/>
                  </a:lnTo>
                  <a:lnTo>
                    <a:pt x="2837586" y="9525"/>
                  </a:lnTo>
                  <a:lnTo>
                    <a:pt x="2866161" y="9525"/>
                  </a:lnTo>
                  <a:lnTo>
                    <a:pt x="2866161" y="0"/>
                  </a:lnTo>
                  <a:close/>
                </a:path>
                <a:path w="11430000" h="3733800">
                  <a:moveTo>
                    <a:pt x="2883712" y="3724275"/>
                  </a:moveTo>
                  <a:lnTo>
                    <a:pt x="2855137" y="3724275"/>
                  </a:lnTo>
                  <a:lnTo>
                    <a:pt x="2855137" y="3733800"/>
                  </a:lnTo>
                  <a:lnTo>
                    <a:pt x="2883712" y="3733800"/>
                  </a:lnTo>
                  <a:lnTo>
                    <a:pt x="2883712" y="3724275"/>
                  </a:lnTo>
                  <a:close/>
                </a:path>
                <a:path w="11430000" h="3733800">
                  <a:moveTo>
                    <a:pt x="2913773" y="0"/>
                  </a:moveTo>
                  <a:lnTo>
                    <a:pt x="2885198" y="0"/>
                  </a:lnTo>
                  <a:lnTo>
                    <a:pt x="2885198" y="9525"/>
                  </a:lnTo>
                  <a:lnTo>
                    <a:pt x="2913773" y="9525"/>
                  </a:lnTo>
                  <a:lnTo>
                    <a:pt x="2913773" y="0"/>
                  </a:lnTo>
                  <a:close/>
                </a:path>
                <a:path w="11430000" h="3733800">
                  <a:moveTo>
                    <a:pt x="2931325" y="3724275"/>
                  </a:moveTo>
                  <a:lnTo>
                    <a:pt x="2902750" y="3724275"/>
                  </a:lnTo>
                  <a:lnTo>
                    <a:pt x="2902750" y="3733800"/>
                  </a:lnTo>
                  <a:lnTo>
                    <a:pt x="2931325" y="3733800"/>
                  </a:lnTo>
                  <a:lnTo>
                    <a:pt x="2931325" y="3724275"/>
                  </a:lnTo>
                  <a:close/>
                </a:path>
                <a:path w="11430000" h="3733800">
                  <a:moveTo>
                    <a:pt x="2961386" y="0"/>
                  </a:moveTo>
                  <a:lnTo>
                    <a:pt x="2932811" y="0"/>
                  </a:lnTo>
                  <a:lnTo>
                    <a:pt x="2932811" y="9525"/>
                  </a:lnTo>
                  <a:lnTo>
                    <a:pt x="2961386" y="9525"/>
                  </a:lnTo>
                  <a:lnTo>
                    <a:pt x="2961386" y="0"/>
                  </a:lnTo>
                  <a:close/>
                </a:path>
                <a:path w="11430000" h="3733800">
                  <a:moveTo>
                    <a:pt x="2978937" y="3724275"/>
                  </a:moveTo>
                  <a:lnTo>
                    <a:pt x="2950362" y="3724275"/>
                  </a:lnTo>
                  <a:lnTo>
                    <a:pt x="2950362" y="3733800"/>
                  </a:lnTo>
                  <a:lnTo>
                    <a:pt x="2978937" y="3733800"/>
                  </a:lnTo>
                  <a:lnTo>
                    <a:pt x="2978937" y="3724275"/>
                  </a:lnTo>
                  <a:close/>
                </a:path>
                <a:path w="11430000" h="3733800">
                  <a:moveTo>
                    <a:pt x="3008985" y="0"/>
                  </a:moveTo>
                  <a:lnTo>
                    <a:pt x="2980410" y="0"/>
                  </a:lnTo>
                  <a:lnTo>
                    <a:pt x="2980410" y="9525"/>
                  </a:lnTo>
                  <a:lnTo>
                    <a:pt x="3008985" y="9525"/>
                  </a:lnTo>
                  <a:lnTo>
                    <a:pt x="3008985" y="0"/>
                  </a:lnTo>
                  <a:close/>
                </a:path>
                <a:path w="11430000" h="3733800">
                  <a:moveTo>
                    <a:pt x="3026549" y="3724275"/>
                  </a:moveTo>
                  <a:lnTo>
                    <a:pt x="2997974" y="3724275"/>
                  </a:lnTo>
                  <a:lnTo>
                    <a:pt x="2997974" y="3733800"/>
                  </a:lnTo>
                  <a:lnTo>
                    <a:pt x="3026549" y="3733800"/>
                  </a:lnTo>
                  <a:lnTo>
                    <a:pt x="3026549" y="3724275"/>
                  </a:lnTo>
                  <a:close/>
                </a:path>
                <a:path w="11430000" h="3733800">
                  <a:moveTo>
                    <a:pt x="3056598" y="0"/>
                  </a:moveTo>
                  <a:lnTo>
                    <a:pt x="3028023" y="0"/>
                  </a:lnTo>
                  <a:lnTo>
                    <a:pt x="3028023" y="9525"/>
                  </a:lnTo>
                  <a:lnTo>
                    <a:pt x="3056598" y="9525"/>
                  </a:lnTo>
                  <a:lnTo>
                    <a:pt x="3056598" y="0"/>
                  </a:lnTo>
                  <a:close/>
                </a:path>
                <a:path w="11430000" h="3733800">
                  <a:moveTo>
                    <a:pt x="3074149" y="3724275"/>
                  </a:moveTo>
                  <a:lnTo>
                    <a:pt x="3045574" y="3724275"/>
                  </a:lnTo>
                  <a:lnTo>
                    <a:pt x="3045574" y="3733800"/>
                  </a:lnTo>
                  <a:lnTo>
                    <a:pt x="3074149" y="3733800"/>
                  </a:lnTo>
                  <a:lnTo>
                    <a:pt x="3074149" y="3724275"/>
                  </a:lnTo>
                  <a:close/>
                </a:path>
                <a:path w="11430000" h="3733800">
                  <a:moveTo>
                    <a:pt x="3104210" y="0"/>
                  </a:moveTo>
                  <a:lnTo>
                    <a:pt x="3075635" y="0"/>
                  </a:lnTo>
                  <a:lnTo>
                    <a:pt x="3075635" y="9525"/>
                  </a:lnTo>
                  <a:lnTo>
                    <a:pt x="3104210" y="9525"/>
                  </a:lnTo>
                  <a:lnTo>
                    <a:pt x="3104210" y="0"/>
                  </a:lnTo>
                  <a:close/>
                </a:path>
                <a:path w="11430000" h="3733800">
                  <a:moveTo>
                    <a:pt x="3121761" y="3724275"/>
                  </a:moveTo>
                  <a:lnTo>
                    <a:pt x="3093186" y="3724275"/>
                  </a:lnTo>
                  <a:lnTo>
                    <a:pt x="3093186" y="3733800"/>
                  </a:lnTo>
                  <a:lnTo>
                    <a:pt x="3121761" y="3733800"/>
                  </a:lnTo>
                  <a:lnTo>
                    <a:pt x="3121761" y="3724275"/>
                  </a:lnTo>
                  <a:close/>
                </a:path>
                <a:path w="11430000" h="3733800">
                  <a:moveTo>
                    <a:pt x="3151822" y="0"/>
                  </a:moveTo>
                  <a:lnTo>
                    <a:pt x="3123247" y="0"/>
                  </a:lnTo>
                  <a:lnTo>
                    <a:pt x="3123247" y="9525"/>
                  </a:lnTo>
                  <a:lnTo>
                    <a:pt x="3151822" y="9525"/>
                  </a:lnTo>
                  <a:lnTo>
                    <a:pt x="3151822" y="0"/>
                  </a:lnTo>
                  <a:close/>
                </a:path>
                <a:path w="11430000" h="3733800">
                  <a:moveTo>
                    <a:pt x="3169374" y="3724275"/>
                  </a:moveTo>
                  <a:lnTo>
                    <a:pt x="3140799" y="3724275"/>
                  </a:lnTo>
                  <a:lnTo>
                    <a:pt x="3140799" y="3733800"/>
                  </a:lnTo>
                  <a:lnTo>
                    <a:pt x="3169374" y="3733800"/>
                  </a:lnTo>
                  <a:lnTo>
                    <a:pt x="3169374" y="3724275"/>
                  </a:lnTo>
                  <a:close/>
                </a:path>
                <a:path w="11430000" h="3733800">
                  <a:moveTo>
                    <a:pt x="3199434" y="0"/>
                  </a:moveTo>
                  <a:lnTo>
                    <a:pt x="3170859" y="0"/>
                  </a:lnTo>
                  <a:lnTo>
                    <a:pt x="3170859" y="9525"/>
                  </a:lnTo>
                  <a:lnTo>
                    <a:pt x="3199434" y="9525"/>
                  </a:lnTo>
                  <a:lnTo>
                    <a:pt x="3199434" y="0"/>
                  </a:lnTo>
                  <a:close/>
                </a:path>
                <a:path w="11430000" h="3733800">
                  <a:moveTo>
                    <a:pt x="3216986" y="3724275"/>
                  </a:moveTo>
                  <a:lnTo>
                    <a:pt x="3188411" y="3724275"/>
                  </a:lnTo>
                  <a:lnTo>
                    <a:pt x="3188411" y="3733800"/>
                  </a:lnTo>
                  <a:lnTo>
                    <a:pt x="3216986" y="3733800"/>
                  </a:lnTo>
                  <a:lnTo>
                    <a:pt x="3216986" y="3724275"/>
                  </a:lnTo>
                  <a:close/>
                </a:path>
                <a:path w="11430000" h="3733800">
                  <a:moveTo>
                    <a:pt x="3247034" y="0"/>
                  </a:moveTo>
                  <a:lnTo>
                    <a:pt x="3218459" y="0"/>
                  </a:lnTo>
                  <a:lnTo>
                    <a:pt x="3218459" y="9525"/>
                  </a:lnTo>
                  <a:lnTo>
                    <a:pt x="3247034" y="9525"/>
                  </a:lnTo>
                  <a:lnTo>
                    <a:pt x="3247034" y="0"/>
                  </a:lnTo>
                  <a:close/>
                </a:path>
                <a:path w="11430000" h="3733800">
                  <a:moveTo>
                    <a:pt x="3264598" y="3724275"/>
                  </a:moveTo>
                  <a:lnTo>
                    <a:pt x="3236023" y="3724275"/>
                  </a:lnTo>
                  <a:lnTo>
                    <a:pt x="3236023" y="3733800"/>
                  </a:lnTo>
                  <a:lnTo>
                    <a:pt x="3264598" y="3733800"/>
                  </a:lnTo>
                  <a:lnTo>
                    <a:pt x="3264598" y="3724275"/>
                  </a:lnTo>
                  <a:close/>
                </a:path>
                <a:path w="11430000" h="3733800">
                  <a:moveTo>
                    <a:pt x="3294646" y="0"/>
                  </a:moveTo>
                  <a:lnTo>
                    <a:pt x="3266071" y="0"/>
                  </a:lnTo>
                  <a:lnTo>
                    <a:pt x="3266071" y="9525"/>
                  </a:lnTo>
                  <a:lnTo>
                    <a:pt x="3294646" y="9525"/>
                  </a:lnTo>
                  <a:lnTo>
                    <a:pt x="3294646" y="0"/>
                  </a:lnTo>
                  <a:close/>
                </a:path>
                <a:path w="11430000" h="3733800">
                  <a:moveTo>
                    <a:pt x="3312198" y="3724275"/>
                  </a:moveTo>
                  <a:lnTo>
                    <a:pt x="3283623" y="3724275"/>
                  </a:lnTo>
                  <a:lnTo>
                    <a:pt x="3283623" y="3733800"/>
                  </a:lnTo>
                  <a:lnTo>
                    <a:pt x="3312198" y="3733800"/>
                  </a:lnTo>
                  <a:lnTo>
                    <a:pt x="3312198" y="3724275"/>
                  </a:lnTo>
                  <a:close/>
                </a:path>
                <a:path w="11430000" h="3733800">
                  <a:moveTo>
                    <a:pt x="3342259" y="0"/>
                  </a:moveTo>
                  <a:lnTo>
                    <a:pt x="3313684" y="0"/>
                  </a:lnTo>
                  <a:lnTo>
                    <a:pt x="3313684" y="9525"/>
                  </a:lnTo>
                  <a:lnTo>
                    <a:pt x="3342259" y="9525"/>
                  </a:lnTo>
                  <a:lnTo>
                    <a:pt x="3342259" y="0"/>
                  </a:lnTo>
                  <a:close/>
                </a:path>
                <a:path w="11430000" h="3733800">
                  <a:moveTo>
                    <a:pt x="3359810" y="3724275"/>
                  </a:moveTo>
                  <a:lnTo>
                    <a:pt x="3331235" y="3724275"/>
                  </a:lnTo>
                  <a:lnTo>
                    <a:pt x="3331235" y="3733800"/>
                  </a:lnTo>
                  <a:lnTo>
                    <a:pt x="3359810" y="3733800"/>
                  </a:lnTo>
                  <a:lnTo>
                    <a:pt x="3359810" y="3724275"/>
                  </a:lnTo>
                  <a:close/>
                </a:path>
                <a:path w="11430000" h="3733800">
                  <a:moveTo>
                    <a:pt x="3389871" y="0"/>
                  </a:moveTo>
                  <a:lnTo>
                    <a:pt x="3361296" y="0"/>
                  </a:lnTo>
                  <a:lnTo>
                    <a:pt x="3361296" y="9525"/>
                  </a:lnTo>
                  <a:lnTo>
                    <a:pt x="3389871" y="9525"/>
                  </a:lnTo>
                  <a:lnTo>
                    <a:pt x="3389871" y="0"/>
                  </a:lnTo>
                  <a:close/>
                </a:path>
                <a:path w="11430000" h="3733800">
                  <a:moveTo>
                    <a:pt x="3407422" y="3724275"/>
                  </a:moveTo>
                  <a:lnTo>
                    <a:pt x="3378847" y="3724275"/>
                  </a:lnTo>
                  <a:lnTo>
                    <a:pt x="3378847" y="3733800"/>
                  </a:lnTo>
                  <a:lnTo>
                    <a:pt x="3407422" y="3733800"/>
                  </a:lnTo>
                  <a:lnTo>
                    <a:pt x="3407422" y="3724275"/>
                  </a:lnTo>
                  <a:close/>
                </a:path>
                <a:path w="11430000" h="3733800">
                  <a:moveTo>
                    <a:pt x="3437483" y="0"/>
                  </a:moveTo>
                  <a:lnTo>
                    <a:pt x="3408908" y="0"/>
                  </a:lnTo>
                  <a:lnTo>
                    <a:pt x="3408908" y="9525"/>
                  </a:lnTo>
                  <a:lnTo>
                    <a:pt x="3437483" y="9525"/>
                  </a:lnTo>
                  <a:lnTo>
                    <a:pt x="3437483" y="0"/>
                  </a:lnTo>
                  <a:close/>
                </a:path>
                <a:path w="11430000" h="3733800">
                  <a:moveTo>
                    <a:pt x="3455035" y="3724275"/>
                  </a:moveTo>
                  <a:lnTo>
                    <a:pt x="3426460" y="3724275"/>
                  </a:lnTo>
                  <a:lnTo>
                    <a:pt x="3426460" y="3733800"/>
                  </a:lnTo>
                  <a:lnTo>
                    <a:pt x="3455035" y="3733800"/>
                  </a:lnTo>
                  <a:lnTo>
                    <a:pt x="3455035" y="3724275"/>
                  </a:lnTo>
                  <a:close/>
                </a:path>
                <a:path w="11430000" h="3733800">
                  <a:moveTo>
                    <a:pt x="3485083" y="0"/>
                  </a:moveTo>
                  <a:lnTo>
                    <a:pt x="3456508" y="0"/>
                  </a:lnTo>
                  <a:lnTo>
                    <a:pt x="3456508" y="9525"/>
                  </a:lnTo>
                  <a:lnTo>
                    <a:pt x="3485083" y="9525"/>
                  </a:lnTo>
                  <a:lnTo>
                    <a:pt x="3485083" y="0"/>
                  </a:lnTo>
                  <a:close/>
                </a:path>
                <a:path w="11430000" h="3733800">
                  <a:moveTo>
                    <a:pt x="3502647" y="3724275"/>
                  </a:moveTo>
                  <a:lnTo>
                    <a:pt x="3474072" y="3724275"/>
                  </a:lnTo>
                  <a:lnTo>
                    <a:pt x="3474072" y="3733800"/>
                  </a:lnTo>
                  <a:lnTo>
                    <a:pt x="3502647" y="3733800"/>
                  </a:lnTo>
                  <a:lnTo>
                    <a:pt x="3502647" y="3724275"/>
                  </a:lnTo>
                  <a:close/>
                </a:path>
                <a:path w="11430000" h="3733800">
                  <a:moveTo>
                    <a:pt x="3532695" y="0"/>
                  </a:moveTo>
                  <a:lnTo>
                    <a:pt x="3504120" y="0"/>
                  </a:lnTo>
                  <a:lnTo>
                    <a:pt x="3504120" y="9525"/>
                  </a:lnTo>
                  <a:lnTo>
                    <a:pt x="3532695" y="9525"/>
                  </a:lnTo>
                  <a:lnTo>
                    <a:pt x="3532695" y="0"/>
                  </a:lnTo>
                  <a:close/>
                </a:path>
                <a:path w="11430000" h="3733800">
                  <a:moveTo>
                    <a:pt x="3550247" y="3724275"/>
                  </a:moveTo>
                  <a:lnTo>
                    <a:pt x="3521672" y="3724275"/>
                  </a:lnTo>
                  <a:lnTo>
                    <a:pt x="3521672" y="3733800"/>
                  </a:lnTo>
                  <a:lnTo>
                    <a:pt x="3550247" y="3733800"/>
                  </a:lnTo>
                  <a:lnTo>
                    <a:pt x="3550247" y="3724275"/>
                  </a:lnTo>
                  <a:close/>
                </a:path>
                <a:path w="11430000" h="3733800">
                  <a:moveTo>
                    <a:pt x="3580307" y="0"/>
                  </a:moveTo>
                  <a:lnTo>
                    <a:pt x="3551732" y="0"/>
                  </a:lnTo>
                  <a:lnTo>
                    <a:pt x="3551732" y="9525"/>
                  </a:lnTo>
                  <a:lnTo>
                    <a:pt x="3580307" y="9525"/>
                  </a:lnTo>
                  <a:lnTo>
                    <a:pt x="3580307" y="0"/>
                  </a:lnTo>
                  <a:close/>
                </a:path>
                <a:path w="11430000" h="3733800">
                  <a:moveTo>
                    <a:pt x="3597859" y="3724275"/>
                  </a:moveTo>
                  <a:lnTo>
                    <a:pt x="3569284" y="3724275"/>
                  </a:lnTo>
                  <a:lnTo>
                    <a:pt x="3569284" y="3733800"/>
                  </a:lnTo>
                  <a:lnTo>
                    <a:pt x="3597859" y="3733800"/>
                  </a:lnTo>
                  <a:lnTo>
                    <a:pt x="3597859" y="3724275"/>
                  </a:lnTo>
                  <a:close/>
                </a:path>
                <a:path w="11430000" h="3733800">
                  <a:moveTo>
                    <a:pt x="3627920" y="0"/>
                  </a:moveTo>
                  <a:lnTo>
                    <a:pt x="3599345" y="0"/>
                  </a:lnTo>
                  <a:lnTo>
                    <a:pt x="3599345" y="9525"/>
                  </a:lnTo>
                  <a:lnTo>
                    <a:pt x="3627920" y="9525"/>
                  </a:lnTo>
                  <a:lnTo>
                    <a:pt x="3627920" y="0"/>
                  </a:lnTo>
                  <a:close/>
                </a:path>
                <a:path w="11430000" h="3733800">
                  <a:moveTo>
                    <a:pt x="3645471" y="3724275"/>
                  </a:moveTo>
                  <a:lnTo>
                    <a:pt x="3616896" y="3724275"/>
                  </a:lnTo>
                  <a:lnTo>
                    <a:pt x="3616896" y="3733800"/>
                  </a:lnTo>
                  <a:lnTo>
                    <a:pt x="3645471" y="3733800"/>
                  </a:lnTo>
                  <a:lnTo>
                    <a:pt x="3645471" y="3724275"/>
                  </a:lnTo>
                  <a:close/>
                </a:path>
                <a:path w="11430000" h="3733800">
                  <a:moveTo>
                    <a:pt x="3675532" y="0"/>
                  </a:moveTo>
                  <a:lnTo>
                    <a:pt x="3646957" y="0"/>
                  </a:lnTo>
                  <a:lnTo>
                    <a:pt x="3646957" y="9525"/>
                  </a:lnTo>
                  <a:lnTo>
                    <a:pt x="3675532" y="9525"/>
                  </a:lnTo>
                  <a:lnTo>
                    <a:pt x="3675532" y="0"/>
                  </a:lnTo>
                  <a:close/>
                </a:path>
                <a:path w="11430000" h="3733800">
                  <a:moveTo>
                    <a:pt x="3693083" y="3724275"/>
                  </a:moveTo>
                  <a:lnTo>
                    <a:pt x="3664508" y="3724275"/>
                  </a:lnTo>
                  <a:lnTo>
                    <a:pt x="3664508" y="3733800"/>
                  </a:lnTo>
                  <a:lnTo>
                    <a:pt x="3693083" y="3733800"/>
                  </a:lnTo>
                  <a:lnTo>
                    <a:pt x="3693083" y="3724275"/>
                  </a:lnTo>
                  <a:close/>
                </a:path>
                <a:path w="11430000" h="3733800">
                  <a:moveTo>
                    <a:pt x="3723144" y="0"/>
                  </a:moveTo>
                  <a:lnTo>
                    <a:pt x="3694569" y="0"/>
                  </a:lnTo>
                  <a:lnTo>
                    <a:pt x="3694569" y="9525"/>
                  </a:lnTo>
                  <a:lnTo>
                    <a:pt x="3723144" y="9525"/>
                  </a:lnTo>
                  <a:lnTo>
                    <a:pt x="3723144" y="0"/>
                  </a:lnTo>
                  <a:close/>
                </a:path>
                <a:path w="11430000" h="3733800">
                  <a:moveTo>
                    <a:pt x="3740696" y="3724275"/>
                  </a:moveTo>
                  <a:lnTo>
                    <a:pt x="3712121" y="3724275"/>
                  </a:lnTo>
                  <a:lnTo>
                    <a:pt x="3712121" y="3733800"/>
                  </a:lnTo>
                  <a:lnTo>
                    <a:pt x="3740696" y="3733800"/>
                  </a:lnTo>
                  <a:lnTo>
                    <a:pt x="3740696" y="3724275"/>
                  </a:lnTo>
                  <a:close/>
                </a:path>
                <a:path w="11430000" h="3733800">
                  <a:moveTo>
                    <a:pt x="3770744" y="0"/>
                  </a:moveTo>
                  <a:lnTo>
                    <a:pt x="3742169" y="0"/>
                  </a:lnTo>
                  <a:lnTo>
                    <a:pt x="3742169" y="9525"/>
                  </a:lnTo>
                  <a:lnTo>
                    <a:pt x="3770744" y="9525"/>
                  </a:lnTo>
                  <a:lnTo>
                    <a:pt x="3770744" y="0"/>
                  </a:lnTo>
                  <a:close/>
                </a:path>
                <a:path w="11430000" h="3733800">
                  <a:moveTo>
                    <a:pt x="3788308" y="3724275"/>
                  </a:moveTo>
                  <a:lnTo>
                    <a:pt x="3759733" y="3724275"/>
                  </a:lnTo>
                  <a:lnTo>
                    <a:pt x="3759733" y="3733800"/>
                  </a:lnTo>
                  <a:lnTo>
                    <a:pt x="3788308" y="3733800"/>
                  </a:lnTo>
                  <a:lnTo>
                    <a:pt x="3788308" y="3724275"/>
                  </a:lnTo>
                  <a:close/>
                </a:path>
                <a:path w="11430000" h="3733800">
                  <a:moveTo>
                    <a:pt x="3818356" y="0"/>
                  </a:moveTo>
                  <a:lnTo>
                    <a:pt x="3789781" y="0"/>
                  </a:lnTo>
                  <a:lnTo>
                    <a:pt x="3789781" y="9525"/>
                  </a:lnTo>
                  <a:lnTo>
                    <a:pt x="3818356" y="9525"/>
                  </a:lnTo>
                  <a:lnTo>
                    <a:pt x="3818356" y="0"/>
                  </a:lnTo>
                  <a:close/>
                </a:path>
                <a:path w="11430000" h="3733800">
                  <a:moveTo>
                    <a:pt x="3835908" y="3724275"/>
                  </a:moveTo>
                  <a:lnTo>
                    <a:pt x="3807333" y="3724275"/>
                  </a:lnTo>
                  <a:lnTo>
                    <a:pt x="3807333" y="3733800"/>
                  </a:lnTo>
                  <a:lnTo>
                    <a:pt x="3835908" y="3733800"/>
                  </a:lnTo>
                  <a:lnTo>
                    <a:pt x="3835908" y="3724275"/>
                  </a:lnTo>
                  <a:close/>
                </a:path>
                <a:path w="11430000" h="3733800">
                  <a:moveTo>
                    <a:pt x="3865969" y="0"/>
                  </a:moveTo>
                  <a:lnTo>
                    <a:pt x="3837394" y="0"/>
                  </a:lnTo>
                  <a:lnTo>
                    <a:pt x="3837394" y="9525"/>
                  </a:lnTo>
                  <a:lnTo>
                    <a:pt x="3865969" y="9525"/>
                  </a:lnTo>
                  <a:lnTo>
                    <a:pt x="3865969" y="0"/>
                  </a:lnTo>
                  <a:close/>
                </a:path>
                <a:path w="11430000" h="3733800">
                  <a:moveTo>
                    <a:pt x="3883520" y="3724275"/>
                  </a:moveTo>
                  <a:lnTo>
                    <a:pt x="3854945" y="3724275"/>
                  </a:lnTo>
                  <a:lnTo>
                    <a:pt x="3854945" y="3733800"/>
                  </a:lnTo>
                  <a:lnTo>
                    <a:pt x="3883520" y="3733800"/>
                  </a:lnTo>
                  <a:lnTo>
                    <a:pt x="3883520" y="3724275"/>
                  </a:lnTo>
                  <a:close/>
                </a:path>
                <a:path w="11430000" h="3733800">
                  <a:moveTo>
                    <a:pt x="3913581" y="0"/>
                  </a:moveTo>
                  <a:lnTo>
                    <a:pt x="3885006" y="0"/>
                  </a:lnTo>
                  <a:lnTo>
                    <a:pt x="3885006" y="9525"/>
                  </a:lnTo>
                  <a:lnTo>
                    <a:pt x="3913581" y="9525"/>
                  </a:lnTo>
                  <a:lnTo>
                    <a:pt x="3913581" y="0"/>
                  </a:lnTo>
                  <a:close/>
                </a:path>
                <a:path w="11430000" h="3733800">
                  <a:moveTo>
                    <a:pt x="3931132" y="3724275"/>
                  </a:moveTo>
                  <a:lnTo>
                    <a:pt x="3902557" y="3724275"/>
                  </a:lnTo>
                  <a:lnTo>
                    <a:pt x="3902557" y="3733800"/>
                  </a:lnTo>
                  <a:lnTo>
                    <a:pt x="3931132" y="3733800"/>
                  </a:lnTo>
                  <a:lnTo>
                    <a:pt x="3931132" y="3724275"/>
                  </a:lnTo>
                  <a:close/>
                </a:path>
                <a:path w="11430000" h="3733800">
                  <a:moveTo>
                    <a:pt x="3961193" y="0"/>
                  </a:moveTo>
                  <a:lnTo>
                    <a:pt x="3932618" y="0"/>
                  </a:lnTo>
                  <a:lnTo>
                    <a:pt x="3932618" y="9525"/>
                  </a:lnTo>
                  <a:lnTo>
                    <a:pt x="3961193" y="9525"/>
                  </a:lnTo>
                  <a:lnTo>
                    <a:pt x="3961193" y="0"/>
                  </a:lnTo>
                  <a:close/>
                </a:path>
                <a:path w="11430000" h="3733800">
                  <a:moveTo>
                    <a:pt x="3978745" y="3724275"/>
                  </a:moveTo>
                  <a:lnTo>
                    <a:pt x="3950170" y="3724275"/>
                  </a:lnTo>
                  <a:lnTo>
                    <a:pt x="3950170" y="3733800"/>
                  </a:lnTo>
                  <a:lnTo>
                    <a:pt x="3978745" y="3733800"/>
                  </a:lnTo>
                  <a:lnTo>
                    <a:pt x="3978745" y="3724275"/>
                  </a:lnTo>
                  <a:close/>
                </a:path>
                <a:path w="11430000" h="3733800">
                  <a:moveTo>
                    <a:pt x="4008793" y="0"/>
                  </a:moveTo>
                  <a:lnTo>
                    <a:pt x="3980218" y="0"/>
                  </a:lnTo>
                  <a:lnTo>
                    <a:pt x="3980218" y="9525"/>
                  </a:lnTo>
                  <a:lnTo>
                    <a:pt x="4008793" y="9525"/>
                  </a:lnTo>
                  <a:lnTo>
                    <a:pt x="4008793" y="0"/>
                  </a:lnTo>
                  <a:close/>
                </a:path>
                <a:path w="11430000" h="3733800">
                  <a:moveTo>
                    <a:pt x="4026357" y="3724275"/>
                  </a:moveTo>
                  <a:lnTo>
                    <a:pt x="3997782" y="3724275"/>
                  </a:lnTo>
                  <a:lnTo>
                    <a:pt x="3997782" y="3733800"/>
                  </a:lnTo>
                  <a:lnTo>
                    <a:pt x="4026357" y="3733800"/>
                  </a:lnTo>
                  <a:lnTo>
                    <a:pt x="4026357" y="3724275"/>
                  </a:lnTo>
                  <a:close/>
                </a:path>
                <a:path w="11430000" h="3733800">
                  <a:moveTo>
                    <a:pt x="4056405" y="0"/>
                  </a:moveTo>
                  <a:lnTo>
                    <a:pt x="4027830" y="0"/>
                  </a:lnTo>
                  <a:lnTo>
                    <a:pt x="4027830" y="9525"/>
                  </a:lnTo>
                  <a:lnTo>
                    <a:pt x="4056405" y="9525"/>
                  </a:lnTo>
                  <a:lnTo>
                    <a:pt x="4056405" y="0"/>
                  </a:lnTo>
                  <a:close/>
                </a:path>
                <a:path w="11430000" h="3733800">
                  <a:moveTo>
                    <a:pt x="4073956" y="3724275"/>
                  </a:moveTo>
                  <a:lnTo>
                    <a:pt x="4045381" y="3724275"/>
                  </a:lnTo>
                  <a:lnTo>
                    <a:pt x="4045381" y="3733800"/>
                  </a:lnTo>
                  <a:lnTo>
                    <a:pt x="4073956" y="3733800"/>
                  </a:lnTo>
                  <a:lnTo>
                    <a:pt x="4073956" y="3724275"/>
                  </a:lnTo>
                  <a:close/>
                </a:path>
                <a:path w="11430000" h="3733800">
                  <a:moveTo>
                    <a:pt x="4104017" y="0"/>
                  </a:moveTo>
                  <a:lnTo>
                    <a:pt x="4075442" y="0"/>
                  </a:lnTo>
                  <a:lnTo>
                    <a:pt x="4075442" y="9525"/>
                  </a:lnTo>
                  <a:lnTo>
                    <a:pt x="4104017" y="9525"/>
                  </a:lnTo>
                  <a:lnTo>
                    <a:pt x="4104017" y="0"/>
                  </a:lnTo>
                  <a:close/>
                </a:path>
                <a:path w="11430000" h="3733800">
                  <a:moveTo>
                    <a:pt x="4121569" y="3724275"/>
                  </a:moveTo>
                  <a:lnTo>
                    <a:pt x="4092994" y="3724275"/>
                  </a:lnTo>
                  <a:lnTo>
                    <a:pt x="4092994" y="3733800"/>
                  </a:lnTo>
                  <a:lnTo>
                    <a:pt x="4121569" y="3733800"/>
                  </a:lnTo>
                  <a:lnTo>
                    <a:pt x="4121569" y="3724275"/>
                  </a:lnTo>
                  <a:close/>
                </a:path>
                <a:path w="11430000" h="3733800">
                  <a:moveTo>
                    <a:pt x="4151630" y="0"/>
                  </a:moveTo>
                  <a:lnTo>
                    <a:pt x="4123055" y="0"/>
                  </a:lnTo>
                  <a:lnTo>
                    <a:pt x="4123055" y="9525"/>
                  </a:lnTo>
                  <a:lnTo>
                    <a:pt x="4151630" y="9525"/>
                  </a:lnTo>
                  <a:lnTo>
                    <a:pt x="4151630" y="0"/>
                  </a:lnTo>
                  <a:close/>
                </a:path>
                <a:path w="11430000" h="3733800">
                  <a:moveTo>
                    <a:pt x="4169181" y="3724275"/>
                  </a:moveTo>
                  <a:lnTo>
                    <a:pt x="4140606" y="3724275"/>
                  </a:lnTo>
                  <a:lnTo>
                    <a:pt x="4140606" y="3733800"/>
                  </a:lnTo>
                  <a:lnTo>
                    <a:pt x="4169181" y="3733800"/>
                  </a:lnTo>
                  <a:lnTo>
                    <a:pt x="4169181" y="3724275"/>
                  </a:lnTo>
                  <a:close/>
                </a:path>
                <a:path w="11430000" h="3733800">
                  <a:moveTo>
                    <a:pt x="4199242" y="0"/>
                  </a:moveTo>
                  <a:lnTo>
                    <a:pt x="4170667" y="0"/>
                  </a:lnTo>
                  <a:lnTo>
                    <a:pt x="4170667" y="9525"/>
                  </a:lnTo>
                  <a:lnTo>
                    <a:pt x="4199242" y="9525"/>
                  </a:lnTo>
                  <a:lnTo>
                    <a:pt x="4199242" y="0"/>
                  </a:lnTo>
                  <a:close/>
                </a:path>
                <a:path w="11430000" h="3733800">
                  <a:moveTo>
                    <a:pt x="4216793" y="3724275"/>
                  </a:moveTo>
                  <a:lnTo>
                    <a:pt x="4188218" y="3724275"/>
                  </a:lnTo>
                  <a:lnTo>
                    <a:pt x="4188218" y="3733800"/>
                  </a:lnTo>
                  <a:lnTo>
                    <a:pt x="4216793" y="3733800"/>
                  </a:lnTo>
                  <a:lnTo>
                    <a:pt x="4216793" y="3724275"/>
                  </a:lnTo>
                  <a:close/>
                </a:path>
                <a:path w="11430000" h="3733800">
                  <a:moveTo>
                    <a:pt x="4246854" y="0"/>
                  </a:moveTo>
                  <a:lnTo>
                    <a:pt x="4218279" y="0"/>
                  </a:lnTo>
                  <a:lnTo>
                    <a:pt x="4218279" y="9525"/>
                  </a:lnTo>
                  <a:lnTo>
                    <a:pt x="4246854" y="9525"/>
                  </a:lnTo>
                  <a:lnTo>
                    <a:pt x="4246854" y="0"/>
                  </a:lnTo>
                  <a:close/>
                </a:path>
                <a:path w="11430000" h="3733800">
                  <a:moveTo>
                    <a:pt x="4264406" y="3724275"/>
                  </a:moveTo>
                  <a:lnTo>
                    <a:pt x="4235831" y="3724275"/>
                  </a:lnTo>
                  <a:lnTo>
                    <a:pt x="4235831" y="3733800"/>
                  </a:lnTo>
                  <a:lnTo>
                    <a:pt x="4264406" y="3733800"/>
                  </a:lnTo>
                  <a:lnTo>
                    <a:pt x="4264406" y="3724275"/>
                  </a:lnTo>
                  <a:close/>
                </a:path>
                <a:path w="11430000" h="3733800">
                  <a:moveTo>
                    <a:pt x="4294454" y="0"/>
                  </a:moveTo>
                  <a:lnTo>
                    <a:pt x="4265879" y="0"/>
                  </a:lnTo>
                  <a:lnTo>
                    <a:pt x="4265879" y="9525"/>
                  </a:lnTo>
                  <a:lnTo>
                    <a:pt x="4294454" y="9525"/>
                  </a:lnTo>
                  <a:lnTo>
                    <a:pt x="4294454" y="0"/>
                  </a:lnTo>
                  <a:close/>
                </a:path>
                <a:path w="11430000" h="3733800">
                  <a:moveTo>
                    <a:pt x="4312018" y="3724275"/>
                  </a:moveTo>
                  <a:lnTo>
                    <a:pt x="4283443" y="3724275"/>
                  </a:lnTo>
                  <a:lnTo>
                    <a:pt x="4283443" y="3733800"/>
                  </a:lnTo>
                  <a:lnTo>
                    <a:pt x="4312018" y="3733800"/>
                  </a:lnTo>
                  <a:lnTo>
                    <a:pt x="4312018" y="3724275"/>
                  </a:lnTo>
                  <a:close/>
                </a:path>
                <a:path w="11430000" h="3733800">
                  <a:moveTo>
                    <a:pt x="4342066" y="0"/>
                  </a:moveTo>
                  <a:lnTo>
                    <a:pt x="4313491" y="0"/>
                  </a:lnTo>
                  <a:lnTo>
                    <a:pt x="4313491" y="9525"/>
                  </a:lnTo>
                  <a:lnTo>
                    <a:pt x="4342066" y="9525"/>
                  </a:lnTo>
                  <a:lnTo>
                    <a:pt x="4342066" y="0"/>
                  </a:lnTo>
                  <a:close/>
                </a:path>
                <a:path w="11430000" h="3733800">
                  <a:moveTo>
                    <a:pt x="4359618" y="3724275"/>
                  </a:moveTo>
                  <a:lnTo>
                    <a:pt x="4331043" y="3724275"/>
                  </a:lnTo>
                  <a:lnTo>
                    <a:pt x="4331043" y="3733800"/>
                  </a:lnTo>
                  <a:lnTo>
                    <a:pt x="4359618" y="3733800"/>
                  </a:lnTo>
                  <a:lnTo>
                    <a:pt x="4359618" y="3724275"/>
                  </a:lnTo>
                  <a:close/>
                </a:path>
                <a:path w="11430000" h="3733800">
                  <a:moveTo>
                    <a:pt x="4389679" y="0"/>
                  </a:moveTo>
                  <a:lnTo>
                    <a:pt x="4361104" y="0"/>
                  </a:lnTo>
                  <a:lnTo>
                    <a:pt x="4361104" y="9525"/>
                  </a:lnTo>
                  <a:lnTo>
                    <a:pt x="4389679" y="9525"/>
                  </a:lnTo>
                  <a:lnTo>
                    <a:pt x="4389679" y="0"/>
                  </a:lnTo>
                  <a:close/>
                </a:path>
                <a:path w="11430000" h="3733800">
                  <a:moveTo>
                    <a:pt x="4407230" y="3724275"/>
                  </a:moveTo>
                  <a:lnTo>
                    <a:pt x="4378655" y="3724275"/>
                  </a:lnTo>
                  <a:lnTo>
                    <a:pt x="4378655" y="3733800"/>
                  </a:lnTo>
                  <a:lnTo>
                    <a:pt x="4407230" y="3733800"/>
                  </a:lnTo>
                  <a:lnTo>
                    <a:pt x="4407230" y="3724275"/>
                  </a:lnTo>
                  <a:close/>
                </a:path>
                <a:path w="11430000" h="3733800">
                  <a:moveTo>
                    <a:pt x="4437291" y="0"/>
                  </a:moveTo>
                  <a:lnTo>
                    <a:pt x="4408716" y="0"/>
                  </a:lnTo>
                  <a:lnTo>
                    <a:pt x="4408716" y="9525"/>
                  </a:lnTo>
                  <a:lnTo>
                    <a:pt x="4437291" y="9525"/>
                  </a:lnTo>
                  <a:lnTo>
                    <a:pt x="4437291" y="0"/>
                  </a:lnTo>
                  <a:close/>
                </a:path>
                <a:path w="11430000" h="3733800">
                  <a:moveTo>
                    <a:pt x="4454842" y="3724275"/>
                  </a:moveTo>
                  <a:lnTo>
                    <a:pt x="4426267" y="3724275"/>
                  </a:lnTo>
                  <a:lnTo>
                    <a:pt x="4426267" y="3733800"/>
                  </a:lnTo>
                  <a:lnTo>
                    <a:pt x="4454842" y="3733800"/>
                  </a:lnTo>
                  <a:lnTo>
                    <a:pt x="4454842" y="3724275"/>
                  </a:lnTo>
                  <a:close/>
                </a:path>
                <a:path w="11430000" h="3733800">
                  <a:moveTo>
                    <a:pt x="4484903" y="0"/>
                  </a:moveTo>
                  <a:lnTo>
                    <a:pt x="4456328" y="0"/>
                  </a:lnTo>
                  <a:lnTo>
                    <a:pt x="4456328" y="9525"/>
                  </a:lnTo>
                  <a:lnTo>
                    <a:pt x="4484903" y="9525"/>
                  </a:lnTo>
                  <a:lnTo>
                    <a:pt x="4484903" y="0"/>
                  </a:lnTo>
                  <a:close/>
                </a:path>
                <a:path w="11430000" h="3733800">
                  <a:moveTo>
                    <a:pt x="4502455" y="3724275"/>
                  </a:moveTo>
                  <a:lnTo>
                    <a:pt x="4473880" y="3724275"/>
                  </a:lnTo>
                  <a:lnTo>
                    <a:pt x="4473880" y="3733800"/>
                  </a:lnTo>
                  <a:lnTo>
                    <a:pt x="4502455" y="3733800"/>
                  </a:lnTo>
                  <a:lnTo>
                    <a:pt x="4502455" y="3724275"/>
                  </a:lnTo>
                  <a:close/>
                </a:path>
                <a:path w="11430000" h="3733800">
                  <a:moveTo>
                    <a:pt x="4532503" y="0"/>
                  </a:moveTo>
                  <a:lnTo>
                    <a:pt x="4503928" y="0"/>
                  </a:lnTo>
                  <a:lnTo>
                    <a:pt x="4503928" y="9525"/>
                  </a:lnTo>
                  <a:lnTo>
                    <a:pt x="4532503" y="9525"/>
                  </a:lnTo>
                  <a:lnTo>
                    <a:pt x="4532503" y="0"/>
                  </a:lnTo>
                  <a:close/>
                </a:path>
                <a:path w="11430000" h="3733800">
                  <a:moveTo>
                    <a:pt x="4550067" y="3724275"/>
                  </a:moveTo>
                  <a:lnTo>
                    <a:pt x="4521492" y="3724275"/>
                  </a:lnTo>
                  <a:lnTo>
                    <a:pt x="4521492" y="3733800"/>
                  </a:lnTo>
                  <a:lnTo>
                    <a:pt x="4550067" y="3733800"/>
                  </a:lnTo>
                  <a:lnTo>
                    <a:pt x="4550067" y="3724275"/>
                  </a:lnTo>
                  <a:close/>
                </a:path>
                <a:path w="11430000" h="3733800">
                  <a:moveTo>
                    <a:pt x="4580115" y="0"/>
                  </a:moveTo>
                  <a:lnTo>
                    <a:pt x="4551540" y="0"/>
                  </a:lnTo>
                  <a:lnTo>
                    <a:pt x="4551540" y="9525"/>
                  </a:lnTo>
                  <a:lnTo>
                    <a:pt x="4580115" y="9525"/>
                  </a:lnTo>
                  <a:lnTo>
                    <a:pt x="4580115" y="0"/>
                  </a:lnTo>
                  <a:close/>
                </a:path>
                <a:path w="11430000" h="3733800">
                  <a:moveTo>
                    <a:pt x="4597666" y="3724275"/>
                  </a:moveTo>
                  <a:lnTo>
                    <a:pt x="4569091" y="3724275"/>
                  </a:lnTo>
                  <a:lnTo>
                    <a:pt x="4569091" y="3733800"/>
                  </a:lnTo>
                  <a:lnTo>
                    <a:pt x="4597666" y="3733800"/>
                  </a:lnTo>
                  <a:lnTo>
                    <a:pt x="4597666" y="3724275"/>
                  </a:lnTo>
                  <a:close/>
                </a:path>
                <a:path w="11430000" h="3733800">
                  <a:moveTo>
                    <a:pt x="4627727" y="0"/>
                  </a:moveTo>
                  <a:lnTo>
                    <a:pt x="4599152" y="0"/>
                  </a:lnTo>
                  <a:lnTo>
                    <a:pt x="4599152" y="9525"/>
                  </a:lnTo>
                  <a:lnTo>
                    <a:pt x="4627727" y="9525"/>
                  </a:lnTo>
                  <a:lnTo>
                    <a:pt x="4627727" y="0"/>
                  </a:lnTo>
                  <a:close/>
                </a:path>
                <a:path w="11430000" h="3733800">
                  <a:moveTo>
                    <a:pt x="4645279" y="3724275"/>
                  </a:moveTo>
                  <a:lnTo>
                    <a:pt x="4616704" y="3724275"/>
                  </a:lnTo>
                  <a:lnTo>
                    <a:pt x="4616704" y="3733800"/>
                  </a:lnTo>
                  <a:lnTo>
                    <a:pt x="4645279" y="3733800"/>
                  </a:lnTo>
                  <a:lnTo>
                    <a:pt x="4645279" y="3724275"/>
                  </a:lnTo>
                  <a:close/>
                </a:path>
                <a:path w="11430000" h="3733800">
                  <a:moveTo>
                    <a:pt x="4675340" y="0"/>
                  </a:moveTo>
                  <a:lnTo>
                    <a:pt x="4646765" y="0"/>
                  </a:lnTo>
                  <a:lnTo>
                    <a:pt x="4646765" y="9525"/>
                  </a:lnTo>
                  <a:lnTo>
                    <a:pt x="4675340" y="9525"/>
                  </a:lnTo>
                  <a:lnTo>
                    <a:pt x="4675340" y="0"/>
                  </a:lnTo>
                  <a:close/>
                </a:path>
                <a:path w="11430000" h="3733800">
                  <a:moveTo>
                    <a:pt x="4692891" y="3724275"/>
                  </a:moveTo>
                  <a:lnTo>
                    <a:pt x="4664316" y="3724275"/>
                  </a:lnTo>
                  <a:lnTo>
                    <a:pt x="4664316" y="3733800"/>
                  </a:lnTo>
                  <a:lnTo>
                    <a:pt x="4692891" y="3733800"/>
                  </a:lnTo>
                  <a:lnTo>
                    <a:pt x="4692891" y="3724275"/>
                  </a:lnTo>
                  <a:close/>
                </a:path>
                <a:path w="11430000" h="3733800">
                  <a:moveTo>
                    <a:pt x="4722952" y="0"/>
                  </a:moveTo>
                  <a:lnTo>
                    <a:pt x="4694377" y="0"/>
                  </a:lnTo>
                  <a:lnTo>
                    <a:pt x="4694377" y="9525"/>
                  </a:lnTo>
                  <a:lnTo>
                    <a:pt x="4722952" y="9525"/>
                  </a:lnTo>
                  <a:lnTo>
                    <a:pt x="4722952" y="0"/>
                  </a:lnTo>
                  <a:close/>
                </a:path>
                <a:path w="11430000" h="3733800">
                  <a:moveTo>
                    <a:pt x="4740503" y="3724275"/>
                  </a:moveTo>
                  <a:lnTo>
                    <a:pt x="4711928" y="3724275"/>
                  </a:lnTo>
                  <a:lnTo>
                    <a:pt x="4711928" y="3733800"/>
                  </a:lnTo>
                  <a:lnTo>
                    <a:pt x="4740503" y="3733800"/>
                  </a:lnTo>
                  <a:lnTo>
                    <a:pt x="4740503" y="3724275"/>
                  </a:lnTo>
                  <a:close/>
                </a:path>
                <a:path w="11430000" h="3733800">
                  <a:moveTo>
                    <a:pt x="4770564" y="0"/>
                  </a:moveTo>
                  <a:lnTo>
                    <a:pt x="4741989" y="0"/>
                  </a:lnTo>
                  <a:lnTo>
                    <a:pt x="4741989" y="9525"/>
                  </a:lnTo>
                  <a:lnTo>
                    <a:pt x="4770564" y="9525"/>
                  </a:lnTo>
                  <a:lnTo>
                    <a:pt x="4770564" y="0"/>
                  </a:lnTo>
                  <a:close/>
                </a:path>
                <a:path w="11430000" h="3733800">
                  <a:moveTo>
                    <a:pt x="4788116" y="3724275"/>
                  </a:moveTo>
                  <a:lnTo>
                    <a:pt x="4759541" y="3724275"/>
                  </a:lnTo>
                  <a:lnTo>
                    <a:pt x="4759541" y="3733800"/>
                  </a:lnTo>
                  <a:lnTo>
                    <a:pt x="4788116" y="3733800"/>
                  </a:lnTo>
                  <a:lnTo>
                    <a:pt x="4788116" y="3724275"/>
                  </a:lnTo>
                  <a:close/>
                </a:path>
                <a:path w="11430000" h="3733800">
                  <a:moveTo>
                    <a:pt x="4818164" y="0"/>
                  </a:moveTo>
                  <a:lnTo>
                    <a:pt x="4789589" y="0"/>
                  </a:lnTo>
                  <a:lnTo>
                    <a:pt x="4789589" y="9525"/>
                  </a:lnTo>
                  <a:lnTo>
                    <a:pt x="4818164" y="9525"/>
                  </a:lnTo>
                  <a:lnTo>
                    <a:pt x="4818164" y="0"/>
                  </a:lnTo>
                  <a:close/>
                </a:path>
                <a:path w="11430000" h="3733800">
                  <a:moveTo>
                    <a:pt x="4835728" y="3724275"/>
                  </a:moveTo>
                  <a:lnTo>
                    <a:pt x="4807153" y="3724275"/>
                  </a:lnTo>
                  <a:lnTo>
                    <a:pt x="4807153" y="3733800"/>
                  </a:lnTo>
                  <a:lnTo>
                    <a:pt x="4835728" y="3733800"/>
                  </a:lnTo>
                  <a:lnTo>
                    <a:pt x="4835728" y="3724275"/>
                  </a:lnTo>
                  <a:close/>
                </a:path>
                <a:path w="11430000" h="3733800">
                  <a:moveTo>
                    <a:pt x="4865776" y="0"/>
                  </a:moveTo>
                  <a:lnTo>
                    <a:pt x="4837201" y="0"/>
                  </a:lnTo>
                  <a:lnTo>
                    <a:pt x="4837201" y="9525"/>
                  </a:lnTo>
                  <a:lnTo>
                    <a:pt x="4865776" y="9525"/>
                  </a:lnTo>
                  <a:lnTo>
                    <a:pt x="4865776" y="0"/>
                  </a:lnTo>
                  <a:close/>
                </a:path>
                <a:path w="11430000" h="3733800">
                  <a:moveTo>
                    <a:pt x="4883328" y="3724275"/>
                  </a:moveTo>
                  <a:lnTo>
                    <a:pt x="4854753" y="3724275"/>
                  </a:lnTo>
                  <a:lnTo>
                    <a:pt x="4854753" y="3733800"/>
                  </a:lnTo>
                  <a:lnTo>
                    <a:pt x="4883328" y="3733800"/>
                  </a:lnTo>
                  <a:lnTo>
                    <a:pt x="4883328" y="3724275"/>
                  </a:lnTo>
                  <a:close/>
                </a:path>
                <a:path w="11430000" h="3733800">
                  <a:moveTo>
                    <a:pt x="4913388" y="0"/>
                  </a:moveTo>
                  <a:lnTo>
                    <a:pt x="4884813" y="0"/>
                  </a:lnTo>
                  <a:lnTo>
                    <a:pt x="4884813" y="9525"/>
                  </a:lnTo>
                  <a:lnTo>
                    <a:pt x="4913388" y="9525"/>
                  </a:lnTo>
                  <a:lnTo>
                    <a:pt x="4913388" y="0"/>
                  </a:lnTo>
                  <a:close/>
                </a:path>
                <a:path w="11430000" h="3733800">
                  <a:moveTo>
                    <a:pt x="4930940" y="3724275"/>
                  </a:moveTo>
                  <a:lnTo>
                    <a:pt x="4902365" y="3724275"/>
                  </a:lnTo>
                  <a:lnTo>
                    <a:pt x="4902365" y="3733800"/>
                  </a:lnTo>
                  <a:lnTo>
                    <a:pt x="4930940" y="3733800"/>
                  </a:lnTo>
                  <a:lnTo>
                    <a:pt x="4930940" y="3724275"/>
                  </a:lnTo>
                  <a:close/>
                </a:path>
                <a:path w="11430000" h="3733800">
                  <a:moveTo>
                    <a:pt x="4961001" y="0"/>
                  </a:moveTo>
                  <a:lnTo>
                    <a:pt x="4932426" y="0"/>
                  </a:lnTo>
                  <a:lnTo>
                    <a:pt x="4932426" y="9525"/>
                  </a:lnTo>
                  <a:lnTo>
                    <a:pt x="4961001" y="9525"/>
                  </a:lnTo>
                  <a:lnTo>
                    <a:pt x="4961001" y="0"/>
                  </a:lnTo>
                  <a:close/>
                </a:path>
                <a:path w="11430000" h="3733800">
                  <a:moveTo>
                    <a:pt x="4978552" y="3724275"/>
                  </a:moveTo>
                  <a:lnTo>
                    <a:pt x="4949977" y="3724275"/>
                  </a:lnTo>
                  <a:lnTo>
                    <a:pt x="4949977" y="3733800"/>
                  </a:lnTo>
                  <a:lnTo>
                    <a:pt x="4978552" y="3733800"/>
                  </a:lnTo>
                  <a:lnTo>
                    <a:pt x="4978552" y="3724275"/>
                  </a:lnTo>
                  <a:close/>
                </a:path>
                <a:path w="11430000" h="3733800">
                  <a:moveTo>
                    <a:pt x="5008613" y="0"/>
                  </a:moveTo>
                  <a:lnTo>
                    <a:pt x="4980038" y="0"/>
                  </a:lnTo>
                  <a:lnTo>
                    <a:pt x="4980038" y="9525"/>
                  </a:lnTo>
                  <a:lnTo>
                    <a:pt x="5008613" y="9525"/>
                  </a:lnTo>
                  <a:lnTo>
                    <a:pt x="5008613" y="0"/>
                  </a:lnTo>
                  <a:close/>
                </a:path>
                <a:path w="11430000" h="3733800">
                  <a:moveTo>
                    <a:pt x="5026164" y="3724275"/>
                  </a:moveTo>
                  <a:lnTo>
                    <a:pt x="4997589" y="3724275"/>
                  </a:lnTo>
                  <a:lnTo>
                    <a:pt x="4997589" y="3733800"/>
                  </a:lnTo>
                  <a:lnTo>
                    <a:pt x="5026164" y="3733800"/>
                  </a:lnTo>
                  <a:lnTo>
                    <a:pt x="5026164" y="3724275"/>
                  </a:lnTo>
                  <a:close/>
                </a:path>
                <a:path w="11430000" h="3733800">
                  <a:moveTo>
                    <a:pt x="5056213" y="0"/>
                  </a:moveTo>
                  <a:lnTo>
                    <a:pt x="5027638" y="0"/>
                  </a:lnTo>
                  <a:lnTo>
                    <a:pt x="5027638" y="9525"/>
                  </a:lnTo>
                  <a:lnTo>
                    <a:pt x="5056213" y="9525"/>
                  </a:lnTo>
                  <a:lnTo>
                    <a:pt x="5056213" y="0"/>
                  </a:lnTo>
                  <a:close/>
                </a:path>
                <a:path w="11430000" h="3733800">
                  <a:moveTo>
                    <a:pt x="5073777" y="3724275"/>
                  </a:moveTo>
                  <a:lnTo>
                    <a:pt x="5045202" y="3724275"/>
                  </a:lnTo>
                  <a:lnTo>
                    <a:pt x="5045202" y="3733800"/>
                  </a:lnTo>
                  <a:lnTo>
                    <a:pt x="5073777" y="3733800"/>
                  </a:lnTo>
                  <a:lnTo>
                    <a:pt x="5073777" y="3724275"/>
                  </a:lnTo>
                  <a:close/>
                </a:path>
                <a:path w="11430000" h="3733800">
                  <a:moveTo>
                    <a:pt x="5103825" y="0"/>
                  </a:moveTo>
                  <a:lnTo>
                    <a:pt x="5075250" y="0"/>
                  </a:lnTo>
                  <a:lnTo>
                    <a:pt x="5075250" y="9525"/>
                  </a:lnTo>
                  <a:lnTo>
                    <a:pt x="5103825" y="9525"/>
                  </a:lnTo>
                  <a:lnTo>
                    <a:pt x="5103825" y="0"/>
                  </a:lnTo>
                  <a:close/>
                </a:path>
                <a:path w="11430000" h="3733800">
                  <a:moveTo>
                    <a:pt x="5121376" y="3724275"/>
                  </a:moveTo>
                  <a:lnTo>
                    <a:pt x="5092801" y="3724275"/>
                  </a:lnTo>
                  <a:lnTo>
                    <a:pt x="5092801" y="3733800"/>
                  </a:lnTo>
                  <a:lnTo>
                    <a:pt x="5121376" y="3733800"/>
                  </a:lnTo>
                  <a:lnTo>
                    <a:pt x="5121376" y="3724275"/>
                  </a:lnTo>
                  <a:close/>
                </a:path>
                <a:path w="11430000" h="3733800">
                  <a:moveTo>
                    <a:pt x="5151437" y="0"/>
                  </a:moveTo>
                  <a:lnTo>
                    <a:pt x="5122862" y="0"/>
                  </a:lnTo>
                  <a:lnTo>
                    <a:pt x="5122862" y="9525"/>
                  </a:lnTo>
                  <a:lnTo>
                    <a:pt x="5151437" y="9525"/>
                  </a:lnTo>
                  <a:lnTo>
                    <a:pt x="5151437" y="0"/>
                  </a:lnTo>
                  <a:close/>
                </a:path>
                <a:path w="11430000" h="3733800">
                  <a:moveTo>
                    <a:pt x="5168989" y="3724275"/>
                  </a:moveTo>
                  <a:lnTo>
                    <a:pt x="5140414" y="3724275"/>
                  </a:lnTo>
                  <a:lnTo>
                    <a:pt x="5140414" y="3733800"/>
                  </a:lnTo>
                  <a:lnTo>
                    <a:pt x="5168989" y="3733800"/>
                  </a:lnTo>
                  <a:lnTo>
                    <a:pt x="5168989" y="3724275"/>
                  </a:lnTo>
                  <a:close/>
                </a:path>
                <a:path w="11430000" h="3733800">
                  <a:moveTo>
                    <a:pt x="5199050" y="0"/>
                  </a:moveTo>
                  <a:lnTo>
                    <a:pt x="5170475" y="0"/>
                  </a:lnTo>
                  <a:lnTo>
                    <a:pt x="5170475" y="9525"/>
                  </a:lnTo>
                  <a:lnTo>
                    <a:pt x="5199050" y="9525"/>
                  </a:lnTo>
                  <a:lnTo>
                    <a:pt x="5199050" y="0"/>
                  </a:lnTo>
                  <a:close/>
                </a:path>
                <a:path w="11430000" h="3733800">
                  <a:moveTo>
                    <a:pt x="5216601" y="3724275"/>
                  </a:moveTo>
                  <a:lnTo>
                    <a:pt x="5188026" y="3724275"/>
                  </a:lnTo>
                  <a:lnTo>
                    <a:pt x="5188026" y="3733800"/>
                  </a:lnTo>
                  <a:lnTo>
                    <a:pt x="5216601" y="3733800"/>
                  </a:lnTo>
                  <a:lnTo>
                    <a:pt x="5216601" y="3724275"/>
                  </a:lnTo>
                  <a:close/>
                </a:path>
                <a:path w="11430000" h="3733800">
                  <a:moveTo>
                    <a:pt x="5246662" y="0"/>
                  </a:moveTo>
                  <a:lnTo>
                    <a:pt x="5218087" y="0"/>
                  </a:lnTo>
                  <a:lnTo>
                    <a:pt x="5218087" y="9525"/>
                  </a:lnTo>
                  <a:lnTo>
                    <a:pt x="5246662" y="9525"/>
                  </a:lnTo>
                  <a:lnTo>
                    <a:pt x="5246662" y="0"/>
                  </a:lnTo>
                  <a:close/>
                </a:path>
                <a:path w="11430000" h="3733800">
                  <a:moveTo>
                    <a:pt x="5264213" y="3724275"/>
                  </a:moveTo>
                  <a:lnTo>
                    <a:pt x="5235638" y="3724275"/>
                  </a:lnTo>
                  <a:lnTo>
                    <a:pt x="5235638" y="3733800"/>
                  </a:lnTo>
                  <a:lnTo>
                    <a:pt x="5264213" y="3733800"/>
                  </a:lnTo>
                  <a:lnTo>
                    <a:pt x="5264213" y="3724275"/>
                  </a:lnTo>
                  <a:close/>
                </a:path>
                <a:path w="11430000" h="3733800">
                  <a:moveTo>
                    <a:pt x="5294274" y="0"/>
                  </a:moveTo>
                  <a:lnTo>
                    <a:pt x="5265699" y="0"/>
                  </a:lnTo>
                  <a:lnTo>
                    <a:pt x="5265699" y="9525"/>
                  </a:lnTo>
                  <a:lnTo>
                    <a:pt x="5294274" y="9525"/>
                  </a:lnTo>
                  <a:lnTo>
                    <a:pt x="5294274" y="0"/>
                  </a:lnTo>
                  <a:close/>
                </a:path>
                <a:path w="11430000" h="3733800">
                  <a:moveTo>
                    <a:pt x="5311826" y="3724275"/>
                  </a:moveTo>
                  <a:lnTo>
                    <a:pt x="5283251" y="3724275"/>
                  </a:lnTo>
                  <a:lnTo>
                    <a:pt x="5283251" y="3733800"/>
                  </a:lnTo>
                  <a:lnTo>
                    <a:pt x="5311826" y="3733800"/>
                  </a:lnTo>
                  <a:lnTo>
                    <a:pt x="5311826" y="3724275"/>
                  </a:lnTo>
                  <a:close/>
                </a:path>
                <a:path w="11430000" h="3733800">
                  <a:moveTo>
                    <a:pt x="5341874" y="0"/>
                  </a:moveTo>
                  <a:lnTo>
                    <a:pt x="5313299" y="0"/>
                  </a:lnTo>
                  <a:lnTo>
                    <a:pt x="5313299" y="9525"/>
                  </a:lnTo>
                  <a:lnTo>
                    <a:pt x="5341874" y="9525"/>
                  </a:lnTo>
                  <a:lnTo>
                    <a:pt x="5341874" y="0"/>
                  </a:lnTo>
                  <a:close/>
                </a:path>
                <a:path w="11430000" h="3733800">
                  <a:moveTo>
                    <a:pt x="5359438" y="3724275"/>
                  </a:moveTo>
                  <a:lnTo>
                    <a:pt x="5330863" y="3724275"/>
                  </a:lnTo>
                  <a:lnTo>
                    <a:pt x="5330863" y="3733800"/>
                  </a:lnTo>
                  <a:lnTo>
                    <a:pt x="5359438" y="3733800"/>
                  </a:lnTo>
                  <a:lnTo>
                    <a:pt x="5359438" y="3724275"/>
                  </a:lnTo>
                  <a:close/>
                </a:path>
                <a:path w="11430000" h="3733800">
                  <a:moveTo>
                    <a:pt x="5389486" y="0"/>
                  </a:moveTo>
                  <a:lnTo>
                    <a:pt x="5360911" y="0"/>
                  </a:lnTo>
                  <a:lnTo>
                    <a:pt x="5360911" y="9525"/>
                  </a:lnTo>
                  <a:lnTo>
                    <a:pt x="5389486" y="9525"/>
                  </a:lnTo>
                  <a:lnTo>
                    <a:pt x="5389486" y="0"/>
                  </a:lnTo>
                  <a:close/>
                </a:path>
                <a:path w="11430000" h="3733800">
                  <a:moveTo>
                    <a:pt x="5407037" y="3724275"/>
                  </a:moveTo>
                  <a:lnTo>
                    <a:pt x="5378462" y="3724275"/>
                  </a:lnTo>
                  <a:lnTo>
                    <a:pt x="5378462" y="3733800"/>
                  </a:lnTo>
                  <a:lnTo>
                    <a:pt x="5407037" y="3733800"/>
                  </a:lnTo>
                  <a:lnTo>
                    <a:pt x="5407037" y="3724275"/>
                  </a:lnTo>
                  <a:close/>
                </a:path>
                <a:path w="11430000" h="3733800">
                  <a:moveTo>
                    <a:pt x="5437098" y="0"/>
                  </a:moveTo>
                  <a:lnTo>
                    <a:pt x="5408523" y="0"/>
                  </a:lnTo>
                  <a:lnTo>
                    <a:pt x="5408523" y="9525"/>
                  </a:lnTo>
                  <a:lnTo>
                    <a:pt x="5437098" y="9525"/>
                  </a:lnTo>
                  <a:lnTo>
                    <a:pt x="5437098" y="0"/>
                  </a:lnTo>
                  <a:close/>
                </a:path>
                <a:path w="11430000" h="3733800">
                  <a:moveTo>
                    <a:pt x="5454650" y="3724275"/>
                  </a:moveTo>
                  <a:lnTo>
                    <a:pt x="5426075" y="3724275"/>
                  </a:lnTo>
                  <a:lnTo>
                    <a:pt x="5426075" y="3733800"/>
                  </a:lnTo>
                  <a:lnTo>
                    <a:pt x="5454650" y="3733800"/>
                  </a:lnTo>
                  <a:lnTo>
                    <a:pt x="5454650" y="3724275"/>
                  </a:lnTo>
                  <a:close/>
                </a:path>
                <a:path w="11430000" h="3733800">
                  <a:moveTo>
                    <a:pt x="5484711" y="0"/>
                  </a:moveTo>
                  <a:lnTo>
                    <a:pt x="5456136" y="0"/>
                  </a:lnTo>
                  <a:lnTo>
                    <a:pt x="5456136" y="9525"/>
                  </a:lnTo>
                  <a:lnTo>
                    <a:pt x="5484711" y="9525"/>
                  </a:lnTo>
                  <a:lnTo>
                    <a:pt x="5484711" y="0"/>
                  </a:lnTo>
                  <a:close/>
                </a:path>
                <a:path w="11430000" h="3733800">
                  <a:moveTo>
                    <a:pt x="5502262" y="3724275"/>
                  </a:moveTo>
                  <a:lnTo>
                    <a:pt x="5473687" y="3724275"/>
                  </a:lnTo>
                  <a:lnTo>
                    <a:pt x="5473687" y="3733800"/>
                  </a:lnTo>
                  <a:lnTo>
                    <a:pt x="5502262" y="3733800"/>
                  </a:lnTo>
                  <a:lnTo>
                    <a:pt x="5502262" y="3724275"/>
                  </a:lnTo>
                  <a:close/>
                </a:path>
                <a:path w="11430000" h="3733800">
                  <a:moveTo>
                    <a:pt x="5532323" y="0"/>
                  </a:moveTo>
                  <a:lnTo>
                    <a:pt x="5503748" y="0"/>
                  </a:lnTo>
                  <a:lnTo>
                    <a:pt x="5503748" y="9525"/>
                  </a:lnTo>
                  <a:lnTo>
                    <a:pt x="5532323" y="9525"/>
                  </a:lnTo>
                  <a:lnTo>
                    <a:pt x="5532323" y="0"/>
                  </a:lnTo>
                  <a:close/>
                </a:path>
                <a:path w="11430000" h="3733800">
                  <a:moveTo>
                    <a:pt x="5549874" y="3724275"/>
                  </a:moveTo>
                  <a:lnTo>
                    <a:pt x="5521299" y="3724275"/>
                  </a:lnTo>
                  <a:lnTo>
                    <a:pt x="5521299" y="3733800"/>
                  </a:lnTo>
                  <a:lnTo>
                    <a:pt x="5549874" y="3733800"/>
                  </a:lnTo>
                  <a:lnTo>
                    <a:pt x="5549874" y="3724275"/>
                  </a:lnTo>
                  <a:close/>
                </a:path>
                <a:path w="11430000" h="3733800">
                  <a:moveTo>
                    <a:pt x="5579923" y="0"/>
                  </a:moveTo>
                  <a:lnTo>
                    <a:pt x="5551348" y="0"/>
                  </a:lnTo>
                  <a:lnTo>
                    <a:pt x="5551348" y="9525"/>
                  </a:lnTo>
                  <a:lnTo>
                    <a:pt x="5579923" y="9525"/>
                  </a:lnTo>
                  <a:lnTo>
                    <a:pt x="5579923" y="0"/>
                  </a:lnTo>
                  <a:close/>
                </a:path>
                <a:path w="11430000" h="3733800">
                  <a:moveTo>
                    <a:pt x="5597487" y="3724275"/>
                  </a:moveTo>
                  <a:lnTo>
                    <a:pt x="5568912" y="3724275"/>
                  </a:lnTo>
                  <a:lnTo>
                    <a:pt x="5568912" y="3733800"/>
                  </a:lnTo>
                  <a:lnTo>
                    <a:pt x="5597487" y="3733800"/>
                  </a:lnTo>
                  <a:lnTo>
                    <a:pt x="5597487" y="3724275"/>
                  </a:lnTo>
                  <a:close/>
                </a:path>
                <a:path w="11430000" h="3733800">
                  <a:moveTo>
                    <a:pt x="5627535" y="0"/>
                  </a:moveTo>
                  <a:lnTo>
                    <a:pt x="5598960" y="0"/>
                  </a:lnTo>
                  <a:lnTo>
                    <a:pt x="5598960" y="9525"/>
                  </a:lnTo>
                  <a:lnTo>
                    <a:pt x="5627535" y="9525"/>
                  </a:lnTo>
                  <a:lnTo>
                    <a:pt x="5627535" y="0"/>
                  </a:lnTo>
                  <a:close/>
                </a:path>
                <a:path w="11430000" h="3733800">
                  <a:moveTo>
                    <a:pt x="5645086" y="3724275"/>
                  </a:moveTo>
                  <a:lnTo>
                    <a:pt x="5616511" y="3724275"/>
                  </a:lnTo>
                  <a:lnTo>
                    <a:pt x="5616511" y="3733800"/>
                  </a:lnTo>
                  <a:lnTo>
                    <a:pt x="5645086" y="3733800"/>
                  </a:lnTo>
                  <a:lnTo>
                    <a:pt x="5645086" y="3724275"/>
                  </a:lnTo>
                  <a:close/>
                </a:path>
                <a:path w="11430000" h="3733800">
                  <a:moveTo>
                    <a:pt x="5675147" y="0"/>
                  </a:moveTo>
                  <a:lnTo>
                    <a:pt x="5646572" y="0"/>
                  </a:lnTo>
                  <a:lnTo>
                    <a:pt x="5646572" y="9525"/>
                  </a:lnTo>
                  <a:lnTo>
                    <a:pt x="5675147" y="9525"/>
                  </a:lnTo>
                  <a:lnTo>
                    <a:pt x="5675147" y="0"/>
                  </a:lnTo>
                  <a:close/>
                </a:path>
                <a:path w="11430000" h="3733800">
                  <a:moveTo>
                    <a:pt x="5692699" y="3724275"/>
                  </a:moveTo>
                  <a:lnTo>
                    <a:pt x="5664124" y="3724275"/>
                  </a:lnTo>
                  <a:lnTo>
                    <a:pt x="5664124" y="3733800"/>
                  </a:lnTo>
                  <a:lnTo>
                    <a:pt x="5692699" y="3733800"/>
                  </a:lnTo>
                  <a:lnTo>
                    <a:pt x="5692699" y="3724275"/>
                  </a:lnTo>
                  <a:close/>
                </a:path>
                <a:path w="11430000" h="3733800">
                  <a:moveTo>
                    <a:pt x="5722759" y="0"/>
                  </a:moveTo>
                  <a:lnTo>
                    <a:pt x="5694184" y="0"/>
                  </a:lnTo>
                  <a:lnTo>
                    <a:pt x="5694184" y="9525"/>
                  </a:lnTo>
                  <a:lnTo>
                    <a:pt x="5722759" y="9525"/>
                  </a:lnTo>
                  <a:lnTo>
                    <a:pt x="5722759" y="0"/>
                  </a:lnTo>
                  <a:close/>
                </a:path>
                <a:path w="11430000" h="3733800">
                  <a:moveTo>
                    <a:pt x="5740311" y="3724275"/>
                  </a:moveTo>
                  <a:lnTo>
                    <a:pt x="5711736" y="3724275"/>
                  </a:lnTo>
                  <a:lnTo>
                    <a:pt x="5711736" y="3733800"/>
                  </a:lnTo>
                  <a:lnTo>
                    <a:pt x="5740311" y="3733800"/>
                  </a:lnTo>
                  <a:lnTo>
                    <a:pt x="5740311" y="3724275"/>
                  </a:lnTo>
                  <a:close/>
                </a:path>
                <a:path w="11430000" h="3733800">
                  <a:moveTo>
                    <a:pt x="5770372" y="0"/>
                  </a:moveTo>
                  <a:lnTo>
                    <a:pt x="5741797" y="0"/>
                  </a:lnTo>
                  <a:lnTo>
                    <a:pt x="5741797" y="9525"/>
                  </a:lnTo>
                  <a:lnTo>
                    <a:pt x="5770372" y="9525"/>
                  </a:lnTo>
                  <a:lnTo>
                    <a:pt x="5770372" y="0"/>
                  </a:lnTo>
                  <a:close/>
                </a:path>
                <a:path w="11430000" h="3733800">
                  <a:moveTo>
                    <a:pt x="5787923" y="3724275"/>
                  </a:moveTo>
                  <a:lnTo>
                    <a:pt x="5759348" y="3724275"/>
                  </a:lnTo>
                  <a:lnTo>
                    <a:pt x="5759348" y="3733800"/>
                  </a:lnTo>
                  <a:lnTo>
                    <a:pt x="5787923" y="3733800"/>
                  </a:lnTo>
                  <a:lnTo>
                    <a:pt x="5787923" y="3724275"/>
                  </a:lnTo>
                  <a:close/>
                </a:path>
                <a:path w="11430000" h="3733800">
                  <a:moveTo>
                    <a:pt x="5817971" y="0"/>
                  </a:moveTo>
                  <a:lnTo>
                    <a:pt x="5789409" y="0"/>
                  </a:lnTo>
                  <a:lnTo>
                    <a:pt x="5789409" y="9525"/>
                  </a:lnTo>
                  <a:lnTo>
                    <a:pt x="5817971" y="9525"/>
                  </a:lnTo>
                  <a:lnTo>
                    <a:pt x="5817971" y="0"/>
                  </a:lnTo>
                  <a:close/>
                </a:path>
                <a:path w="11430000" h="3733800">
                  <a:moveTo>
                    <a:pt x="5835535" y="3724275"/>
                  </a:moveTo>
                  <a:lnTo>
                    <a:pt x="5806960" y="3724275"/>
                  </a:lnTo>
                  <a:lnTo>
                    <a:pt x="5806960" y="3733800"/>
                  </a:lnTo>
                  <a:lnTo>
                    <a:pt x="5835535" y="3733800"/>
                  </a:lnTo>
                  <a:lnTo>
                    <a:pt x="5835535" y="3724275"/>
                  </a:lnTo>
                  <a:close/>
                </a:path>
                <a:path w="11430000" h="3733800">
                  <a:moveTo>
                    <a:pt x="5865584" y="0"/>
                  </a:moveTo>
                  <a:lnTo>
                    <a:pt x="5837009" y="0"/>
                  </a:lnTo>
                  <a:lnTo>
                    <a:pt x="5837009" y="9525"/>
                  </a:lnTo>
                  <a:lnTo>
                    <a:pt x="5865584" y="9525"/>
                  </a:lnTo>
                  <a:lnTo>
                    <a:pt x="5865584" y="0"/>
                  </a:lnTo>
                  <a:close/>
                </a:path>
                <a:path w="11430000" h="3733800">
                  <a:moveTo>
                    <a:pt x="5883148" y="3724275"/>
                  </a:moveTo>
                  <a:lnTo>
                    <a:pt x="5854573" y="3724275"/>
                  </a:lnTo>
                  <a:lnTo>
                    <a:pt x="5854573" y="3733800"/>
                  </a:lnTo>
                  <a:lnTo>
                    <a:pt x="5883148" y="3733800"/>
                  </a:lnTo>
                  <a:lnTo>
                    <a:pt x="5883148" y="3724275"/>
                  </a:lnTo>
                  <a:close/>
                </a:path>
                <a:path w="11430000" h="3733800">
                  <a:moveTo>
                    <a:pt x="5913196" y="0"/>
                  </a:moveTo>
                  <a:lnTo>
                    <a:pt x="5884621" y="0"/>
                  </a:lnTo>
                  <a:lnTo>
                    <a:pt x="5884621" y="9525"/>
                  </a:lnTo>
                  <a:lnTo>
                    <a:pt x="5913196" y="9525"/>
                  </a:lnTo>
                  <a:lnTo>
                    <a:pt x="5913196" y="0"/>
                  </a:lnTo>
                  <a:close/>
                </a:path>
                <a:path w="11430000" h="3733800">
                  <a:moveTo>
                    <a:pt x="5930747" y="3724275"/>
                  </a:moveTo>
                  <a:lnTo>
                    <a:pt x="5902172" y="3724275"/>
                  </a:lnTo>
                  <a:lnTo>
                    <a:pt x="5902172" y="3733800"/>
                  </a:lnTo>
                  <a:lnTo>
                    <a:pt x="5930747" y="3733800"/>
                  </a:lnTo>
                  <a:lnTo>
                    <a:pt x="5930747" y="3724275"/>
                  </a:lnTo>
                  <a:close/>
                </a:path>
                <a:path w="11430000" h="3733800">
                  <a:moveTo>
                    <a:pt x="5960808" y="0"/>
                  </a:moveTo>
                  <a:lnTo>
                    <a:pt x="5932233" y="0"/>
                  </a:lnTo>
                  <a:lnTo>
                    <a:pt x="5932233" y="9525"/>
                  </a:lnTo>
                  <a:lnTo>
                    <a:pt x="5960808" y="9525"/>
                  </a:lnTo>
                  <a:lnTo>
                    <a:pt x="5960808" y="0"/>
                  </a:lnTo>
                  <a:close/>
                </a:path>
                <a:path w="11430000" h="3733800">
                  <a:moveTo>
                    <a:pt x="5978360" y="3724275"/>
                  </a:moveTo>
                  <a:lnTo>
                    <a:pt x="5949785" y="3724275"/>
                  </a:lnTo>
                  <a:lnTo>
                    <a:pt x="5949785" y="3733800"/>
                  </a:lnTo>
                  <a:lnTo>
                    <a:pt x="5978360" y="3733800"/>
                  </a:lnTo>
                  <a:lnTo>
                    <a:pt x="5978360" y="3724275"/>
                  </a:lnTo>
                  <a:close/>
                </a:path>
                <a:path w="11430000" h="3733800">
                  <a:moveTo>
                    <a:pt x="6008421" y="0"/>
                  </a:moveTo>
                  <a:lnTo>
                    <a:pt x="5979846" y="0"/>
                  </a:lnTo>
                  <a:lnTo>
                    <a:pt x="5979846" y="9525"/>
                  </a:lnTo>
                  <a:lnTo>
                    <a:pt x="6008421" y="9525"/>
                  </a:lnTo>
                  <a:lnTo>
                    <a:pt x="6008421" y="0"/>
                  </a:lnTo>
                  <a:close/>
                </a:path>
                <a:path w="11430000" h="3733800">
                  <a:moveTo>
                    <a:pt x="6025972" y="3724275"/>
                  </a:moveTo>
                  <a:lnTo>
                    <a:pt x="5997397" y="3724275"/>
                  </a:lnTo>
                  <a:lnTo>
                    <a:pt x="5997397" y="3733800"/>
                  </a:lnTo>
                  <a:lnTo>
                    <a:pt x="6025972" y="3733800"/>
                  </a:lnTo>
                  <a:lnTo>
                    <a:pt x="6025972" y="3724275"/>
                  </a:lnTo>
                  <a:close/>
                </a:path>
                <a:path w="11430000" h="3733800">
                  <a:moveTo>
                    <a:pt x="6056033" y="0"/>
                  </a:moveTo>
                  <a:lnTo>
                    <a:pt x="6027458" y="0"/>
                  </a:lnTo>
                  <a:lnTo>
                    <a:pt x="6027458" y="9525"/>
                  </a:lnTo>
                  <a:lnTo>
                    <a:pt x="6056033" y="9525"/>
                  </a:lnTo>
                  <a:lnTo>
                    <a:pt x="6056033" y="0"/>
                  </a:lnTo>
                  <a:close/>
                </a:path>
                <a:path w="11430000" h="3733800">
                  <a:moveTo>
                    <a:pt x="6073584" y="3724275"/>
                  </a:moveTo>
                  <a:lnTo>
                    <a:pt x="6045009" y="3724275"/>
                  </a:lnTo>
                  <a:lnTo>
                    <a:pt x="6045009" y="3733800"/>
                  </a:lnTo>
                  <a:lnTo>
                    <a:pt x="6073584" y="3733800"/>
                  </a:lnTo>
                  <a:lnTo>
                    <a:pt x="6073584" y="3724275"/>
                  </a:lnTo>
                  <a:close/>
                </a:path>
                <a:path w="11430000" h="3733800">
                  <a:moveTo>
                    <a:pt x="6103632" y="0"/>
                  </a:moveTo>
                  <a:lnTo>
                    <a:pt x="6075057" y="0"/>
                  </a:lnTo>
                  <a:lnTo>
                    <a:pt x="6075057" y="9525"/>
                  </a:lnTo>
                  <a:lnTo>
                    <a:pt x="6103632" y="9525"/>
                  </a:lnTo>
                  <a:lnTo>
                    <a:pt x="6103632" y="0"/>
                  </a:lnTo>
                  <a:close/>
                </a:path>
                <a:path w="11430000" h="3733800">
                  <a:moveTo>
                    <a:pt x="6121197" y="3724275"/>
                  </a:moveTo>
                  <a:lnTo>
                    <a:pt x="6092622" y="3724275"/>
                  </a:lnTo>
                  <a:lnTo>
                    <a:pt x="6092622" y="3733800"/>
                  </a:lnTo>
                  <a:lnTo>
                    <a:pt x="6121197" y="3733800"/>
                  </a:lnTo>
                  <a:lnTo>
                    <a:pt x="6121197" y="3724275"/>
                  </a:lnTo>
                  <a:close/>
                </a:path>
                <a:path w="11430000" h="3733800">
                  <a:moveTo>
                    <a:pt x="6151245" y="0"/>
                  </a:moveTo>
                  <a:lnTo>
                    <a:pt x="6122670" y="0"/>
                  </a:lnTo>
                  <a:lnTo>
                    <a:pt x="6122670" y="9525"/>
                  </a:lnTo>
                  <a:lnTo>
                    <a:pt x="6151245" y="9525"/>
                  </a:lnTo>
                  <a:lnTo>
                    <a:pt x="6151245" y="0"/>
                  </a:lnTo>
                  <a:close/>
                </a:path>
                <a:path w="11430000" h="3733800">
                  <a:moveTo>
                    <a:pt x="6168796" y="3724275"/>
                  </a:moveTo>
                  <a:lnTo>
                    <a:pt x="6140221" y="3724275"/>
                  </a:lnTo>
                  <a:lnTo>
                    <a:pt x="6140221" y="3733800"/>
                  </a:lnTo>
                  <a:lnTo>
                    <a:pt x="6168796" y="3733800"/>
                  </a:lnTo>
                  <a:lnTo>
                    <a:pt x="6168796" y="3724275"/>
                  </a:lnTo>
                  <a:close/>
                </a:path>
                <a:path w="11430000" h="3733800">
                  <a:moveTo>
                    <a:pt x="6198857" y="0"/>
                  </a:moveTo>
                  <a:lnTo>
                    <a:pt x="6170282" y="0"/>
                  </a:lnTo>
                  <a:lnTo>
                    <a:pt x="6170282" y="9525"/>
                  </a:lnTo>
                  <a:lnTo>
                    <a:pt x="6198857" y="9525"/>
                  </a:lnTo>
                  <a:lnTo>
                    <a:pt x="6198857" y="0"/>
                  </a:lnTo>
                  <a:close/>
                </a:path>
                <a:path w="11430000" h="3733800">
                  <a:moveTo>
                    <a:pt x="6216408" y="3724275"/>
                  </a:moveTo>
                  <a:lnTo>
                    <a:pt x="6187833" y="3724275"/>
                  </a:lnTo>
                  <a:lnTo>
                    <a:pt x="6187833" y="3733800"/>
                  </a:lnTo>
                  <a:lnTo>
                    <a:pt x="6216408" y="3733800"/>
                  </a:lnTo>
                  <a:lnTo>
                    <a:pt x="6216408" y="3724275"/>
                  </a:lnTo>
                  <a:close/>
                </a:path>
                <a:path w="11430000" h="3733800">
                  <a:moveTo>
                    <a:pt x="6246469" y="0"/>
                  </a:moveTo>
                  <a:lnTo>
                    <a:pt x="6217894" y="0"/>
                  </a:lnTo>
                  <a:lnTo>
                    <a:pt x="6217894" y="9525"/>
                  </a:lnTo>
                  <a:lnTo>
                    <a:pt x="6246469" y="9525"/>
                  </a:lnTo>
                  <a:lnTo>
                    <a:pt x="6246469" y="0"/>
                  </a:lnTo>
                  <a:close/>
                </a:path>
                <a:path w="11430000" h="3733800">
                  <a:moveTo>
                    <a:pt x="6264021" y="3724275"/>
                  </a:moveTo>
                  <a:lnTo>
                    <a:pt x="6235446" y="3724275"/>
                  </a:lnTo>
                  <a:lnTo>
                    <a:pt x="6235446" y="3733800"/>
                  </a:lnTo>
                  <a:lnTo>
                    <a:pt x="6264021" y="3733800"/>
                  </a:lnTo>
                  <a:lnTo>
                    <a:pt x="6264021" y="3724275"/>
                  </a:lnTo>
                  <a:close/>
                </a:path>
                <a:path w="11430000" h="3733800">
                  <a:moveTo>
                    <a:pt x="6294082" y="0"/>
                  </a:moveTo>
                  <a:lnTo>
                    <a:pt x="6265507" y="0"/>
                  </a:lnTo>
                  <a:lnTo>
                    <a:pt x="6265507" y="9525"/>
                  </a:lnTo>
                  <a:lnTo>
                    <a:pt x="6294082" y="9525"/>
                  </a:lnTo>
                  <a:lnTo>
                    <a:pt x="6294082" y="0"/>
                  </a:lnTo>
                  <a:close/>
                </a:path>
                <a:path w="11430000" h="3733800">
                  <a:moveTo>
                    <a:pt x="6311633" y="3724275"/>
                  </a:moveTo>
                  <a:lnTo>
                    <a:pt x="6283058" y="3724275"/>
                  </a:lnTo>
                  <a:lnTo>
                    <a:pt x="6283058" y="3733800"/>
                  </a:lnTo>
                  <a:lnTo>
                    <a:pt x="6311633" y="3733800"/>
                  </a:lnTo>
                  <a:lnTo>
                    <a:pt x="6311633" y="3724275"/>
                  </a:lnTo>
                  <a:close/>
                </a:path>
                <a:path w="11430000" h="3733800">
                  <a:moveTo>
                    <a:pt x="6341694" y="0"/>
                  </a:moveTo>
                  <a:lnTo>
                    <a:pt x="6313119" y="0"/>
                  </a:lnTo>
                  <a:lnTo>
                    <a:pt x="6313119" y="9525"/>
                  </a:lnTo>
                  <a:lnTo>
                    <a:pt x="6341694" y="9525"/>
                  </a:lnTo>
                  <a:lnTo>
                    <a:pt x="6341694" y="0"/>
                  </a:lnTo>
                  <a:close/>
                </a:path>
                <a:path w="11430000" h="3733800">
                  <a:moveTo>
                    <a:pt x="6359245" y="3724275"/>
                  </a:moveTo>
                  <a:lnTo>
                    <a:pt x="6330670" y="3724275"/>
                  </a:lnTo>
                  <a:lnTo>
                    <a:pt x="6330670" y="3733800"/>
                  </a:lnTo>
                  <a:lnTo>
                    <a:pt x="6359245" y="3733800"/>
                  </a:lnTo>
                  <a:lnTo>
                    <a:pt x="6359245" y="3724275"/>
                  </a:lnTo>
                  <a:close/>
                </a:path>
                <a:path w="11430000" h="3733800">
                  <a:moveTo>
                    <a:pt x="6389294" y="0"/>
                  </a:moveTo>
                  <a:lnTo>
                    <a:pt x="6360719" y="0"/>
                  </a:lnTo>
                  <a:lnTo>
                    <a:pt x="6360719" y="9525"/>
                  </a:lnTo>
                  <a:lnTo>
                    <a:pt x="6389294" y="9525"/>
                  </a:lnTo>
                  <a:lnTo>
                    <a:pt x="6389294" y="0"/>
                  </a:lnTo>
                  <a:close/>
                </a:path>
                <a:path w="11430000" h="3733800">
                  <a:moveTo>
                    <a:pt x="6406858" y="3724275"/>
                  </a:moveTo>
                  <a:lnTo>
                    <a:pt x="6378283" y="3724275"/>
                  </a:lnTo>
                  <a:lnTo>
                    <a:pt x="6378283" y="3733800"/>
                  </a:lnTo>
                  <a:lnTo>
                    <a:pt x="6406858" y="3733800"/>
                  </a:lnTo>
                  <a:lnTo>
                    <a:pt x="6406858" y="3724275"/>
                  </a:lnTo>
                  <a:close/>
                </a:path>
                <a:path w="11430000" h="3733800">
                  <a:moveTo>
                    <a:pt x="6436906" y="0"/>
                  </a:moveTo>
                  <a:lnTo>
                    <a:pt x="6408331" y="0"/>
                  </a:lnTo>
                  <a:lnTo>
                    <a:pt x="6408331" y="9525"/>
                  </a:lnTo>
                  <a:lnTo>
                    <a:pt x="6436906" y="9525"/>
                  </a:lnTo>
                  <a:lnTo>
                    <a:pt x="6436906" y="0"/>
                  </a:lnTo>
                  <a:close/>
                </a:path>
                <a:path w="11430000" h="3733800">
                  <a:moveTo>
                    <a:pt x="6454457" y="3724275"/>
                  </a:moveTo>
                  <a:lnTo>
                    <a:pt x="6425882" y="3724275"/>
                  </a:lnTo>
                  <a:lnTo>
                    <a:pt x="6425882" y="3733800"/>
                  </a:lnTo>
                  <a:lnTo>
                    <a:pt x="6454457" y="3733800"/>
                  </a:lnTo>
                  <a:lnTo>
                    <a:pt x="6454457" y="3724275"/>
                  </a:lnTo>
                  <a:close/>
                </a:path>
                <a:path w="11430000" h="3733800">
                  <a:moveTo>
                    <a:pt x="6484518" y="0"/>
                  </a:moveTo>
                  <a:lnTo>
                    <a:pt x="6455943" y="0"/>
                  </a:lnTo>
                  <a:lnTo>
                    <a:pt x="6455943" y="9525"/>
                  </a:lnTo>
                  <a:lnTo>
                    <a:pt x="6484518" y="9525"/>
                  </a:lnTo>
                  <a:lnTo>
                    <a:pt x="6484518" y="0"/>
                  </a:lnTo>
                  <a:close/>
                </a:path>
                <a:path w="11430000" h="3733800">
                  <a:moveTo>
                    <a:pt x="6502070" y="3724275"/>
                  </a:moveTo>
                  <a:lnTo>
                    <a:pt x="6473495" y="3724275"/>
                  </a:lnTo>
                  <a:lnTo>
                    <a:pt x="6473495" y="3733800"/>
                  </a:lnTo>
                  <a:lnTo>
                    <a:pt x="6502070" y="3733800"/>
                  </a:lnTo>
                  <a:lnTo>
                    <a:pt x="6502070" y="3724275"/>
                  </a:lnTo>
                  <a:close/>
                </a:path>
                <a:path w="11430000" h="3733800">
                  <a:moveTo>
                    <a:pt x="6532131" y="0"/>
                  </a:moveTo>
                  <a:lnTo>
                    <a:pt x="6503556" y="0"/>
                  </a:lnTo>
                  <a:lnTo>
                    <a:pt x="6503556" y="9525"/>
                  </a:lnTo>
                  <a:lnTo>
                    <a:pt x="6532131" y="9525"/>
                  </a:lnTo>
                  <a:lnTo>
                    <a:pt x="6532131" y="0"/>
                  </a:lnTo>
                  <a:close/>
                </a:path>
                <a:path w="11430000" h="3733800">
                  <a:moveTo>
                    <a:pt x="6549682" y="3724275"/>
                  </a:moveTo>
                  <a:lnTo>
                    <a:pt x="6521107" y="3724275"/>
                  </a:lnTo>
                  <a:lnTo>
                    <a:pt x="6521107" y="3733800"/>
                  </a:lnTo>
                  <a:lnTo>
                    <a:pt x="6549682" y="3733800"/>
                  </a:lnTo>
                  <a:lnTo>
                    <a:pt x="6549682" y="3724275"/>
                  </a:lnTo>
                  <a:close/>
                </a:path>
                <a:path w="11430000" h="3733800">
                  <a:moveTo>
                    <a:pt x="6579743" y="0"/>
                  </a:moveTo>
                  <a:lnTo>
                    <a:pt x="6551168" y="0"/>
                  </a:lnTo>
                  <a:lnTo>
                    <a:pt x="6551168" y="9525"/>
                  </a:lnTo>
                  <a:lnTo>
                    <a:pt x="6579743" y="9525"/>
                  </a:lnTo>
                  <a:lnTo>
                    <a:pt x="6579743" y="0"/>
                  </a:lnTo>
                  <a:close/>
                </a:path>
                <a:path w="11430000" h="3733800">
                  <a:moveTo>
                    <a:pt x="6597294" y="3724275"/>
                  </a:moveTo>
                  <a:lnTo>
                    <a:pt x="6568719" y="3724275"/>
                  </a:lnTo>
                  <a:lnTo>
                    <a:pt x="6568719" y="3733800"/>
                  </a:lnTo>
                  <a:lnTo>
                    <a:pt x="6597294" y="3733800"/>
                  </a:lnTo>
                  <a:lnTo>
                    <a:pt x="6597294" y="3724275"/>
                  </a:lnTo>
                  <a:close/>
                </a:path>
                <a:path w="11430000" h="3733800">
                  <a:moveTo>
                    <a:pt x="6627342" y="0"/>
                  </a:moveTo>
                  <a:lnTo>
                    <a:pt x="6598767" y="0"/>
                  </a:lnTo>
                  <a:lnTo>
                    <a:pt x="6598767" y="9525"/>
                  </a:lnTo>
                  <a:lnTo>
                    <a:pt x="6627342" y="9525"/>
                  </a:lnTo>
                  <a:lnTo>
                    <a:pt x="6627342" y="0"/>
                  </a:lnTo>
                  <a:close/>
                </a:path>
                <a:path w="11430000" h="3733800">
                  <a:moveTo>
                    <a:pt x="6644907" y="3724275"/>
                  </a:moveTo>
                  <a:lnTo>
                    <a:pt x="6616332" y="3724275"/>
                  </a:lnTo>
                  <a:lnTo>
                    <a:pt x="6616332" y="3733800"/>
                  </a:lnTo>
                  <a:lnTo>
                    <a:pt x="6644907" y="3733800"/>
                  </a:lnTo>
                  <a:lnTo>
                    <a:pt x="6644907" y="3724275"/>
                  </a:lnTo>
                  <a:close/>
                </a:path>
                <a:path w="11430000" h="3733800">
                  <a:moveTo>
                    <a:pt x="6674955" y="0"/>
                  </a:moveTo>
                  <a:lnTo>
                    <a:pt x="6646380" y="0"/>
                  </a:lnTo>
                  <a:lnTo>
                    <a:pt x="6646380" y="9525"/>
                  </a:lnTo>
                  <a:lnTo>
                    <a:pt x="6674955" y="9525"/>
                  </a:lnTo>
                  <a:lnTo>
                    <a:pt x="6674955" y="0"/>
                  </a:lnTo>
                  <a:close/>
                </a:path>
                <a:path w="11430000" h="3733800">
                  <a:moveTo>
                    <a:pt x="6692506" y="3724275"/>
                  </a:moveTo>
                  <a:lnTo>
                    <a:pt x="6663931" y="3724275"/>
                  </a:lnTo>
                  <a:lnTo>
                    <a:pt x="6663931" y="3733800"/>
                  </a:lnTo>
                  <a:lnTo>
                    <a:pt x="6692506" y="3733800"/>
                  </a:lnTo>
                  <a:lnTo>
                    <a:pt x="6692506" y="3724275"/>
                  </a:lnTo>
                  <a:close/>
                </a:path>
                <a:path w="11430000" h="3733800">
                  <a:moveTo>
                    <a:pt x="6722567" y="0"/>
                  </a:moveTo>
                  <a:lnTo>
                    <a:pt x="6693992" y="0"/>
                  </a:lnTo>
                  <a:lnTo>
                    <a:pt x="6693992" y="9525"/>
                  </a:lnTo>
                  <a:lnTo>
                    <a:pt x="6722567" y="9525"/>
                  </a:lnTo>
                  <a:lnTo>
                    <a:pt x="6722567" y="0"/>
                  </a:lnTo>
                  <a:close/>
                </a:path>
                <a:path w="11430000" h="3733800">
                  <a:moveTo>
                    <a:pt x="6740118" y="3724275"/>
                  </a:moveTo>
                  <a:lnTo>
                    <a:pt x="6711543" y="3724275"/>
                  </a:lnTo>
                  <a:lnTo>
                    <a:pt x="6711543" y="3733800"/>
                  </a:lnTo>
                  <a:lnTo>
                    <a:pt x="6740118" y="3733800"/>
                  </a:lnTo>
                  <a:lnTo>
                    <a:pt x="6740118" y="3724275"/>
                  </a:lnTo>
                  <a:close/>
                </a:path>
                <a:path w="11430000" h="3733800">
                  <a:moveTo>
                    <a:pt x="6770179" y="0"/>
                  </a:moveTo>
                  <a:lnTo>
                    <a:pt x="6741604" y="0"/>
                  </a:lnTo>
                  <a:lnTo>
                    <a:pt x="6741604" y="9525"/>
                  </a:lnTo>
                  <a:lnTo>
                    <a:pt x="6770179" y="9525"/>
                  </a:lnTo>
                  <a:lnTo>
                    <a:pt x="6770179" y="0"/>
                  </a:lnTo>
                  <a:close/>
                </a:path>
                <a:path w="11430000" h="3733800">
                  <a:moveTo>
                    <a:pt x="6787731" y="3724275"/>
                  </a:moveTo>
                  <a:lnTo>
                    <a:pt x="6759156" y="3724275"/>
                  </a:lnTo>
                  <a:lnTo>
                    <a:pt x="6759156" y="3733800"/>
                  </a:lnTo>
                  <a:lnTo>
                    <a:pt x="6787731" y="3733800"/>
                  </a:lnTo>
                  <a:lnTo>
                    <a:pt x="6787731" y="3724275"/>
                  </a:lnTo>
                  <a:close/>
                </a:path>
                <a:path w="11430000" h="3733800">
                  <a:moveTo>
                    <a:pt x="6817792" y="0"/>
                  </a:moveTo>
                  <a:lnTo>
                    <a:pt x="6789217" y="0"/>
                  </a:lnTo>
                  <a:lnTo>
                    <a:pt x="6789217" y="9525"/>
                  </a:lnTo>
                  <a:lnTo>
                    <a:pt x="6817792" y="9525"/>
                  </a:lnTo>
                  <a:lnTo>
                    <a:pt x="6817792" y="0"/>
                  </a:lnTo>
                  <a:close/>
                </a:path>
                <a:path w="11430000" h="3733800">
                  <a:moveTo>
                    <a:pt x="6835343" y="3724275"/>
                  </a:moveTo>
                  <a:lnTo>
                    <a:pt x="6806768" y="3724275"/>
                  </a:lnTo>
                  <a:lnTo>
                    <a:pt x="6806768" y="3733800"/>
                  </a:lnTo>
                  <a:lnTo>
                    <a:pt x="6835343" y="3733800"/>
                  </a:lnTo>
                  <a:lnTo>
                    <a:pt x="6835343" y="3724275"/>
                  </a:lnTo>
                  <a:close/>
                </a:path>
                <a:path w="11430000" h="3733800">
                  <a:moveTo>
                    <a:pt x="6865391" y="0"/>
                  </a:moveTo>
                  <a:lnTo>
                    <a:pt x="6836816" y="0"/>
                  </a:lnTo>
                  <a:lnTo>
                    <a:pt x="6836816" y="9525"/>
                  </a:lnTo>
                  <a:lnTo>
                    <a:pt x="6865391" y="9525"/>
                  </a:lnTo>
                  <a:lnTo>
                    <a:pt x="6865391" y="0"/>
                  </a:lnTo>
                  <a:close/>
                </a:path>
                <a:path w="11430000" h="3733800">
                  <a:moveTo>
                    <a:pt x="6882955" y="3724275"/>
                  </a:moveTo>
                  <a:lnTo>
                    <a:pt x="6854380" y="3724275"/>
                  </a:lnTo>
                  <a:lnTo>
                    <a:pt x="6854380" y="3733800"/>
                  </a:lnTo>
                  <a:lnTo>
                    <a:pt x="6882955" y="3733800"/>
                  </a:lnTo>
                  <a:lnTo>
                    <a:pt x="6882955" y="3724275"/>
                  </a:lnTo>
                  <a:close/>
                </a:path>
                <a:path w="11430000" h="3733800">
                  <a:moveTo>
                    <a:pt x="6913004" y="0"/>
                  </a:moveTo>
                  <a:lnTo>
                    <a:pt x="6884429" y="0"/>
                  </a:lnTo>
                  <a:lnTo>
                    <a:pt x="6884429" y="9525"/>
                  </a:lnTo>
                  <a:lnTo>
                    <a:pt x="6913004" y="9525"/>
                  </a:lnTo>
                  <a:lnTo>
                    <a:pt x="6913004" y="0"/>
                  </a:lnTo>
                  <a:close/>
                </a:path>
                <a:path w="11430000" h="3733800">
                  <a:moveTo>
                    <a:pt x="6930568" y="3724275"/>
                  </a:moveTo>
                  <a:lnTo>
                    <a:pt x="6901993" y="3724275"/>
                  </a:lnTo>
                  <a:lnTo>
                    <a:pt x="6901993" y="3733800"/>
                  </a:lnTo>
                  <a:lnTo>
                    <a:pt x="6930568" y="3733800"/>
                  </a:lnTo>
                  <a:lnTo>
                    <a:pt x="6930568" y="3724275"/>
                  </a:lnTo>
                  <a:close/>
                </a:path>
                <a:path w="11430000" h="3733800">
                  <a:moveTo>
                    <a:pt x="6960616" y="0"/>
                  </a:moveTo>
                  <a:lnTo>
                    <a:pt x="6932041" y="0"/>
                  </a:lnTo>
                  <a:lnTo>
                    <a:pt x="6932041" y="9525"/>
                  </a:lnTo>
                  <a:lnTo>
                    <a:pt x="6960616" y="9525"/>
                  </a:lnTo>
                  <a:lnTo>
                    <a:pt x="6960616" y="0"/>
                  </a:lnTo>
                  <a:close/>
                </a:path>
                <a:path w="11430000" h="3733800">
                  <a:moveTo>
                    <a:pt x="6978167" y="3724275"/>
                  </a:moveTo>
                  <a:lnTo>
                    <a:pt x="6949592" y="3724275"/>
                  </a:lnTo>
                  <a:lnTo>
                    <a:pt x="6949592" y="3733800"/>
                  </a:lnTo>
                  <a:lnTo>
                    <a:pt x="6978167" y="3733800"/>
                  </a:lnTo>
                  <a:lnTo>
                    <a:pt x="6978167" y="3724275"/>
                  </a:lnTo>
                  <a:close/>
                </a:path>
                <a:path w="11430000" h="3733800">
                  <a:moveTo>
                    <a:pt x="7008228" y="0"/>
                  </a:moveTo>
                  <a:lnTo>
                    <a:pt x="6979653" y="0"/>
                  </a:lnTo>
                  <a:lnTo>
                    <a:pt x="6979653" y="9525"/>
                  </a:lnTo>
                  <a:lnTo>
                    <a:pt x="7008228" y="9525"/>
                  </a:lnTo>
                  <a:lnTo>
                    <a:pt x="7008228" y="0"/>
                  </a:lnTo>
                  <a:close/>
                </a:path>
                <a:path w="11430000" h="3733800">
                  <a:moveTo>
                    <a:pt x="7025780" y="3724275"/>
                  </a:moveTo>
                  <a:lnTo>
                    <a:pt x="6997205" y="3724275"/>
                  </a:lnTo>
                  <a:lnTo>
                    <a:pt x="6997205" y="3733800"/>
                  </a:lnTo>
                  <a:lnTo>
                    <a:pt x="7025780" y="3733800"/>
                  </a:lnTo>
                  <a:lnTo>
                    <a:pt x="7025780" y="3724275"/>
                  </a:lnTo>
                  <a:close/>
                </a:path>
                <a:path w="11430000" h="3733800">
                  <a:moveTo>
                    <a:pt x="7055840" y="0"/>
                  </a:moveTo>
                  <a:lnTo>
                    <a:pt x="7027265" y="0"/>
                  </a:lnTo>
                  <a:lnTo>
                    <a:pt x="7027265" y="9525"/>
                  </a:lnTo>
                  <a:lnTo>
                    <a:pt x="7055840" y="9525"/>
                  </a:lnTo>
                  <a:lnTo>
                    <a:pt x="7055840" y="0"/>
                  </a:lnTo>
                  <a:close/>
                </a:path>
                <a:path w="11430000" h="3733800">
                  <a:moveTo>
                    <a:pt x="7073392" y="3724275"/>
                  </a:moveTo>
                  <a:lnTo>
                    <a:pt x="7044817" y="3724275"/>
                  </a:lnTo>
                  <a:lnTo>
                    <a:pt x="7044817" y="3733800"/>
                  </a:lnTo>
                  <a:lnTo>
                    <a:pt x="7073392" y="3733800"/>
                  </a:lnTo>
                  <a:lnTo>
                    <a:pt x="7073392" y="3724275"/>
                  </a:lnTo>
                  <a:close/>
                </a:path>
                <a:path w="11430000" h="3733800">
                  <a:moveTo>
                    <a:pt x="7103453" y="0"/>
                  </a:moveTo>
                  <a:lnTo>
                    <a:pt x="7074878" y="0"/>
                  </a:lnTo>
                  <a:lnTo>
                    <a:pt x="7074878" y="9525"/>
                  </a:lnTo>
                  <a:lnTo>
                    <a:pt x="7103453" y="9525"/>
                  </a:lnTo>
                  <a:lnTo>
                    <a:pt x="7103453" y="0"/>
                  </a:lnTo>
                  <a:close/>
                </a:path>
                <a:path w="11430000" h="3733800">
                  <a:moveTo>
                    <a:pt x="7121004" y="3724275"/>
                  </a:moveTo>
                  <a:lnTo>
                    <a:pt x="7092429" y="3724275"/>
                  </a:lnTo>
                  <a:lnTo>
                    <a:pt x="7092429" y="3733800"/>
                  </a:lnTo>
                  <a:lnTo>
                    <a:pt x="7121004" y="3733800"/>
                  </a:lnTo>
                  <a:lnTo>
                    <a:pt x="7121004" y="3724275"/>
                  </a:lnTo>
                  <a:close/>
                </a:path>
                <a:path w="11430000" h="3733800">
                  <a:moveTo>
                    <a:pt x="7151052" y="0"/>
                  </a:moveTo>
                  <a:lnTo>
                    <a:pt x="7122477" y="0"/>
                  </a:lnTo>
                  <a:lnTo>
                    <a:pt x="7122477" y="9525"/>
                  </a:lnTo>
                  <a:lnTo>
                    <a:pt x="7151052" y="9525"/>
                  </a:lnTo>
                  <a:lnTo>
                    <a:pt x="7151052" y="0"/>
                  </a:lnTo>
                  <a:close/>
                </a:path>
                <a:path w="11430000" h="3733800">
                  <a:moveTo>
                    <a:pt x="7168616" y="3724275"/>
                  </a:moveTo>
                  <a:lnTo>
                    <a:pt x="7140041" y="3724275"/>
                  </a:lnTo>
                  <a:lnTo>
                    <a:pt x="7140041" y="3733800"/>
                  </a:lnTo>
                  <a:lnTo>
                    <a:pt x="7168616" y="3733800"/>
                  </a:lnTo>
                  <a:lnTo>
                    <a:pt x="7168616" y="3724275"/>
                  </a:lnTo>
                  <a:close/>
                </a:path>
                <a:path w="11430000" h="3733800">
                  <a:moveTo>
                    <a:pt x="7198665" y="0"/>
                  </a:moveTo>
                  <a:lnTo>
                    <a:pt x="7170090" y="0"/>
                  </a:lnTo>
                  <a:lnTo>
                    <a:pt x="7170090" y="9525"/>
                  </a:lnTo>
                  <a:lnTo>
                    <a:pt x="7198665" y="9525"/>
                  </a:lnTo>
                  <a:lnTo>
                    <a:pt x="7198665" y="0"/>
                  </a:lnTo>
                  <a:close/>
                </a:path>
                <a:path w="11430000" h="3733800">
                  <a:moveTo>
                    <a:pt x="7216216" y="3724275"/>
                  </a:moveTo>
                  <a:lnTo>
                    <a:pt x="7187641" y="3724275"/>
                  </a:lnTo>
                  <a:lnTo>
                    <a:pt x="7187641" y="3733800"/>
                  </a:lnTo>
                  <a:lnTo>
                    <a:pt x="7216216" y="3733800"/>
                  </a:lnTo>
                  <a:lnTo>
                    <a:pt x="7216216" y="3724275"/>
                  </a:lnTo>
                  <a:close/>
                </a:path>
                <a:path w="11430000" h="3733800">
                  <a:moveTo>
                    <a:pt x="7246277" y="0"/>
                  </a:moveTo>
                  <a:lnTo>
                    <a:pt x="7217702" y="0"/>
                  </a:lnTo>
                  <a:lnTo>
                    <a:pt x="7217702" y="9525"/>
                  </a:lnTo>
                  <a:lnTo>
                    <a:pt x="7246277" y="9525"/>
                  </a:lnTo>
                  <a:lnTo>
                    <a:pt x="7246277" y="0"/>
                  </a:lnTo>
                  <a:close/>
                </a:path>
                <a:path w="11430000" h="3733800">
                  <a:moveTo>
                    <a:pt x="7263828" y="3724275"/>
                  </a:moveTo>
                  <a:lnTo>
                    <a:pt x="7235253" y="3724275"/>
                  </a:lnTo>
                  <a:lnTo>
                    <a:pt x="7235253" y="3733800"/>
                  </a:lnTo>
                  <a:lnTo>
                    <a:pt x="7263828" y="3733800"/>
                  </a:lnTo>
                  <a:lnTo>
                    <a:pt x="7263828" y="3724275"/>
                  </a:lnTo>
                  <a:close/>
                </a:path>
                <a:path w="11430000" h="3733800">
                  <a:moveTo>
                    <a:pt x="7293889" y="0"/>
                  </a:moveTo>
                  <a:lnTo>
                    <a:pt x="7265314" y="0"/>
                  </a:lnTo>
                  <a:lnTo>
                    <a:pt x="7265314" y="9525"/>
                  </a:lnTo>
                  <a:lnTo>
                    <a:pt x="7293889" y="9525"/>
                  </a:lnTo>
                  <a:lnTo>
                    <a:pt x="7293889" y="0"/>
                  </a:lnTo>
                  <a:close/>
                </a:path>
                <a:path w="11430000" h="3733800">
                  <a:moveTo>
                    <a:pt x="7311441" y="3724275"/>
                  </a:moveTo>
                  <a:lnTo>
                    <a:pt x="7282866" y="3724275"/>
                  </a:lnTo>
                  <a:lnTo>
                    <a:pt x="7282866" y="3733800"/>
                  </a:lnTo>
                  <a:lnTo>
                    <a:pt x="7311441" y="3733800"/>
                  </a:lnTo>
                  <a:lnTo>
                    <a:pt x="7311441" y="3724275"/>
                  </a:lnTo>
                  <a:close/>
                </a:path>
                <a:path w="11430000" h="3733800">
                  <a:moveTo>
                    <a:pt x="7341502" y="0"/>
                  </a:moveTo>
                  <a:lnTo>
                    <a:pt x="7312927" y="0"/>
                  </a:lnTo>
                  <a:lnTo>
                    <a:pt x="7312927" y="9525"/>
                  </a:lnTo>
                  <a:lnTo>
                    <a:pt x="7341502" y="9525"/>
                  </a:lnTo>
                  <a:lnTo>
                    <a:pt x="7341502" y="0"/>
                  </a:lnTo>
                  <a:close/>
                </a:path>
                <a:path w="11430000" h="3733800">
                  <a:moveTo>
                    <a:pt x="7359053" y="3724275"/>
                  </a:moveTo>
                  <a:lnTo>
                    <a:pt x="7330478" y="3724275"/>
                  </a:lnTo>
                  <a:lnTo>
                    <a:pt x="7330478" y="3733800"/>
                  </a:lnTo>
                  <a:lnTo>
                    <a:pt x="7359053" y="3733800"/>
                  </a:lnTo>
                  <a:lnTo>
                    <a:pt x="7359053" y="3724275"/>
                  </a:lnTo>
                  <a:close/>
                </a:path>
                <a:path w="11430000" h="3733800">
                  <a:moveTo>
                    <a:pt x="7389101" y="0"/>
                  </a:moveTo>
                  <a:lnTo>
                    <a:pt x="7360526" y="0"/>
                  </a:lnTo>
                  <a:lnTo>
                    <a:pt x="7360526" y="9525"/>
                  </a:lnTo>
                  <a:lnTo>
                    <a:pt x="7389101" y="9525"/>
                  </a:lnTo>
                  <a:lnTo>
                    <a:pt x="7389101" y="0"/>
                  </a:lnTo>
                  <a:close/>
                </a:path>
                <a:path w="11430000" h="3733800">
                  <a:moveTo>
                    <a:pt x="7406665" y="3724275"/>
                  </a:moveTo>
                  <a:lnTo>
                    <a:pt x="7378090" y="3724275"/>
                  </a:lnTo>
                  <a:lnTo>
                    <a:pt x="7378090" y="3733800"/>
                  </a:lnTo>
                  <a:lnTo>
                    <a:pt x="7406665" y="3733800"/>
                  </a:lnTo>
                  <a:lnTo>
                    <a:pt x="7406665" y="3724275"/>
                  </a:lnTo>
                  <a:close/>
                </a:path>
                <a:path w="11430000" h="3733800">
                  <a:moveTo>
                    <a:pt x="7436713" y="0"/>
                  </a:moveTo>
                  <a:lnTo>
                    <a:pt x="7408138" y="0"/>
                  </a:lnTo>
                  <a:lnTo>
                    <a:pt x="7408138" y="9525"/>
                  </a:lnTo>
                  <a:lnTo>
                    <a:pt x="7436713" y="9525"/>
                  </a:lnTo>
                  <a:lnTo>
                    <a:pt x="7436713" y="0"/>
                  </a:lnTo>
                  <a:close/>
                </a:path>
                <a:path w="11430000" h="3733800">
                  <a:moveTo>
                    <a:pt x="7454265" y="3724275"/>
                  </a:moveTo>
                  <a:lnTo>
                    <a:pt x="7425690" y="3724275"/>
                  </a:lnTo>
                  <a:lnTo>
                    <a:pt x="7425690" y="3733800"/>
                  </a:lnTo>
                  <a:lnTo>
                    <a:pt x="7454265" y="3733800"/>
                  </a:lnTo>
                  <a:lnTo>
                    <a:pt x="7454265" y="3724275"/>
                  </a:lnTo>
                  <a:close/>
                </a:path>
                <a:path w="11430000" h="3733800">
                  <a:moveTo>
                    <a:pt x="7484326" y="0"/>
                  </a:moveTo>
                  <a:lnTo>
                    <a:pt x="7455751" y="0"/>
                  </a:lnTo>
                  <a:lnTo>
                    <a:pt x="7455751" y="9525"/>
                  </a:lnTo>
                  <a:lnTo>
                    <a:pt x="7484326" y="9525"/>
                  </a:lnTo>
                  <a:lnTo>
                    <a:pt x="7484326" y="0"/>
                  </a:lnTo>
                  <a:close/>
                </a:path>
                <a:path w="11430000" h="3733800">
                  <a:moveTo>
                    <a:pt x="7501877" y="3724275"/>
                  </a:moveTo>
                  <a:lnTo>
                    <a:pt x="7473302" y="3724275"/>
                  </a:lnTo>
                  <a:lnTo>
                    <a:pt x="7473302" y="3733800"/>
                  </a:lnTo>
                  <a:lnTo>
                    <a:pt x="7501877" y="3733800"/>
                  </a:lnTo>
                  <a:lnTo>
                    <a:pt x="7501877" y="3724275"/>
                  </a:lnTo>
                  <a:close/>
                </a:path>
                <a:path w="11430000" h="3733800">
                  <a:moveTo>
                    <a:pt x="7531938" y="0"/>
                  </a:moveTo>
                  <a:lnTo>
                    <a:pt x="7503363" y="0"/>
                  </a:lnTo>
                  <a:lnTo>
                    <a:pt x="7503363" y="9525"/>
                  </a:lnTo>
                  <a:lnTo>
                    <a:pt x="7531938" y="9525"/>
                  </a:lnTo>
                  <a:lnTo>
                    <a:pt x="7531938" y="0"/>
                  </a:lnTo>
                  <a:close/>
                </a:path>
                <a:path w="11430000" h="3733800">
                  <a:moveTo>
                    <a:pt x="7549489" y="3724275"/>
                  </a:moveTo>
                  <a:lnTo>
                    <a:pt x="7520914" y="3724275"/>
                  </a:lnTo>
                  <a:lnTo>
                    <a:pt x="7520914" y="3733800"/>
                  </a:lnTo>
                  <a:lnTo>
                    <a:pt x="7549489" y="3733800"/>
                  </a:lnTo>
                  <a:lnTo>
                    <a:pt x="7549489" y="3724275"/>
                  </a:lnTo>
                  <a:close/>
                </a:path>
                <a:path w="11430000" h="3733800">
                  <a:moveTo>
                    <a:pt x="7579550" y="0"/>
                  </a:moveTo>
                  <a:lnTo>
                    <a:pt x="7550975" y="0"/>
                  </a:lnTo>
                  <a:lnTo>
                    <a:pt x="7550975" y="9525"/>
                  </a:lnTo>
                  <a:lnTo>
                    <a:pt x="7579550" y="9525"/>
                  </a:lnTo>
                  <a:lnTo>
                    <a:pt x="7579550" y="0"/>
                  </a:lnTo>
                  <a:close/>
                </a:path>
                <a:path w="11430000" h="3733800">
                  <a:moveTo>
                    <a:pt x="7597102" y="3724275"/>
                  </a:moveTo>
                  <a:lnTo>
                    <a:pt x="7568527" y="3724275"/>
                  </a:lnTo>
                  <a:lnTo>
                    <a:pt x="7568527" y="3733800"/>
                  </a:lnTo>
                  <a:lnTo>
                    <a:pt x="7597102" y="3733800"/>
                  </a:lnTo>
                  <a:lnTo>
                    <a:pt x="7597102" y="3724275"/>
                  </a:lnTo>
                  <a:close/>
                </a:path>
                <a:path w="11430000" h="3733800">
                  <a:moveTo>
                    <a:pt x="7627163" y="0"/>
                  </a:moveTo>
                  <a:lnTo>
                    <a:pt x="7598588" y="0"/>
                  </a:lnTo>
                  <a:lnTo>
                    <a:pt x="7598588" y="9525"/>
                  </a:lnTo>
                  <a:lnTo>
                    <a:pt x="7627163" y="9525"/>
                  </a:lnTo>
                  <a:lnTo>
                    <a:pt x="7627163" y="0"/>
                  </a:lnTo>
                  <a:close/>
                </a:path>
                <a:path w="11430000" h="3733800">
                  <a:moveTo>
                    <a:pt x="7644714" y="3724275"/>
                  </a:moveTo>
                  <a:lnTo>
                    <a:pt x="7616139" y="3724275"/>
                  </a:lnTo>
                  <a:lnTo>
                    <a:pt x="7616139" y="3733800"/>
                  </a:lnTo>
                  <a:lnTo>
                    <a:pt x="7644714" y="3733800"/>
                  </a:lnTo>
                  <a:lnTo>
                    <a:pt x="7644714" y="3724275"/>
                  </a:lnTo>
                  <a:close/>
                </a:path>
                <a:path w="11430000" h="3733800">
                  <a:moveTo>
                    <a:pt x="7674762" y="0"/>
                  </a:moveTo>
                  <a:lnTo>
                    <a:pt x="7646187" y="0"/>
                  </a:lnTo>
                  <a:lnTo>
                    <a:pt x="7646187" y="9525"/>
                  </a:lnTo>
                  <a:lnTo>
                    <a:pt x="7674762" y="9525"/>
                  </a:lnTo>
                  <a:lnTo>
                    <a:pt x="7674762" y="0"/>
                  </a:lnTo>
                  <a:close/>
                </a:path>
                <a:path w="11430000" h="3733800">
                  <a:moveTo>
                    <a:pt x="7692326" y="3724275"/>
                  </a:moveTo>
                  <a:lnTo>
                    <a:pt x="7663751" y="3724275"/>
                  </a:lnTo>
                  <a:lnTo>
                    <a:pt x="7663751" y="3733800"/>
                  </a:lnTo>
                  <a:lnTo>
                    <a:pt x="7692326" y="3733800"/>
                  </a:lnTo>
                  <a:lnTo>
                    <a:pt x="7692326" y="3724275"/>
                  </a:lnTo>
                  <a:close/>
                </a:path>
                <a:path w="11430000" h="3733800">
                  <a:moveTo>
                    <a:pt x="7722375" y="0"/>
                  </a:moveTo>
                  <a:lnTo>
                    <a:pt x="7693800" y="0"/>
                  </a:lnTo>
                  <a:lnTo>
                    <a:pt x="7693800" y="9525"/>
                  </a:lnTo>
                  <a:lnTo>
                    <a:pt x="7722375" y="9525"/>
                  </a:lnTo>
                  <a:lnTo>
                    <a:pt x="7722375" y="0"/>
                  </a:lnTo>
                  <a:close/>
                </a:path>
                <a:path w="11430000" h="3733800">
                  <a:moveTo>
                    <a:pt x="7739926" y="3724275"/>
                  </a:moveTo>
                  <a:lnTo>
                    <a:pt x="7711351" y="3724275"/>
                  </a:lnTo>
                  <a:lnTo>
                    <a:pt x="7711351" y="3733800"/>
                  </a:lnTo>
                  <a:lnTo>
                    <a:pt x="7739926" y="3733800"/>
                  </a:lnTo>
                  <a:lnTo>
                    <a:pt x="7739926" y="3724275"/>
                  </a:lnTo>
                  <a:close/>
                </a:path>
                <a:path w="11430000" h="3733800">
                  <a:moveTo>
                    <a:pt x="7769987" y="0"/>
                  </a:moveTo>
                  <a:lnTo>
                    <a:pt x="7741412" y="0"/>
                  </a:lnTo>
                  <a:lnTo>
                    <a:pt x="7741412" y="9525"/>
                  </a:lnTo>
                  <a:lnTo>
                    <a:pt x="7769987" y="9525"/>
                  </a:lnTo>
                  <a:lnTo>
                    <a:pt x="7769987" y="0"/>
                  </a:lnTo>
                  <a:close/>
                </a:path>
                <a:path w="11430000" h="3733800">
                  <a:moveTo>
                    <a:pt x="7787538" y="3724275"/>
                  </a:moveTo>
                  <a:lnTo>
                    <a:pt x="7758963" y="3724275"/>
                  </a:lnTo>
                  <a:lnTo>
                    <a:pt x="7758963" y="3733800"/>
                  </a:lnTo>
                  <a:lnTo>
                    <a:pt x="7787538" y="3733800"/>
                  </a:lnTo>
                  <a:lnTo>
                    <a:pt x="7787538" y="3724275"/>
                  </a:lnTo>
                  <a:close/>
                </a:path>
                <a:path w="11430000" h="3733800">
                  <a:moveTo>
                    <a:pt x="7817599" y="0"/>
                  </a:moveTo>
                  <a:lnTo>
                    <a:pt x="7789024" y="0"/>
                  </a:lnTo>
                  <a:lnTo>
                    <a:pt x="7789024" y="9525"/>
                  </a:lnTo>
                  <a:lnTo>
                    <a:pt x="7817599" y="9525"/>
                  </a:lnTo>
                  <a:lnTo>
                    <a:pt x="7817599" y="0"/>
                  </a:lnTo>
                  <a:close/>
                </a:path>
                <a:path w="11430000" h="3733800">
                  <a:moveTo>
                    <a:pt x="7835151" y="3724275"/>
                  </a:moveTo>
                  <a:lnTo>
                    <a:pt x="7806576" y="3724275"/>
                  </a:lnTo>
                  <a:lnTo>
                    <a:pt x="7806576" y="3733800"/>
                  </a:lnTo>
                  <a:lnTo>
                    <a:pt x="7835151" y="3733800"/>
                  </a:lnTo>
                  <a:lnTo>
                    <a:pt x="7835151" y="3724275"/>
                  </a:lnTo>
                  <a:close/>
                </a:path>
                <a:path w="11430000" h="3733800">
                  <a:moveTo>
                    <a:pt x="7865211" y="0"/>
                  </a:moveTo>
                  <a:lnTo>
                    <a:pt x="7836636" y="0"/>
                  </a:lnTo>
                  <a:lnTo>
                    <a:pt x="7836636" y="9525"/>
                  </a:lnTo>
                  <a:lnTo>
                    <a:pt x="7865211" y="9525"/>
                  </a:lnTo>
                  <a:lnTo>
                    <a:pt x="7865211" y="0"/>
                  </a:lnTo>
                  <a:close/>
                </a:path>
                <a:path w="11430000" h="3733800">
                  <a:moveTo>
                    <a:pt x="7882763" y="3724275"/>
                  </a:moveTo>
                  <a:lnTo>
                    <a:pt x="7854188" y="3724275"/>
                  </a:lnTo>
                  <a:lnTo>
                    <a:pt x="7854188" y="3733800"/>
                  </a:lnTo>
                  <a:lnTo>
                    <a:pt x="7882763" y="3733800"/>
                  </a:lnTo>
                  <a:lnTo>
                    <a:pt x="7882763" y="3724275"/>
                  </a:lnTo>
                  <a:close/>
                </a:path>
                <a:path w="11430000" h="3733800">
                  <a:moveTo>
                    <a:pt x="7912811" y="0"/>
                  </a:moveTo>
                  <a:lnTo>
                    <a:pt x="7884236" y="0"/>
                  </a:lnTo>
                  <a:lnTo>
                    <a:pt x="7884236" y="9525"/>
                  </a:lnTo>
                  <a:lnTo>
                    <a:pt x="7912811" y="9525"/>
                  </a:lnTo>
                  <a:lnTo>
                    <a:pt x="7912811" y="0"/>
                  </a:lnTo>
                  <a:close/>
                </a:path>
                <a:path w="11430000" h="3733800">
                  <a:moveTo>
                    <a:pt x="7930375" y="3724275"/>
                  </a:moveTo>
                  <a:lnTo>
                    <a:pt x="7901800" y="3724275"/>
                  </a:lnTo>
                  <a:lnTo>
                    <a:pt x="7901800" y="3733800"/>
                  </a:lnTo>
                  <a:lnTo>
                    <a:pt x="7930375" y="3733800"/>
                  </a:lnTo>
                  <a:lnTo>
                    <a:pt x="7930375" y="3724275"/>
                  </a:lnTo>
                  <a:close/>
                </a:path>
                <a:path w="11430000" h="3733800">
                  <a:moveTo>
                    <a:pt x="7960423" y="0"/>
                  </a:moveTo>
                  <a:lnTo>
                    <a:pt x="7931848" y="0"/>
                  </a:lnTo>
                  <a:lnTo>
                    <a:pt x="7931848" y="9525"/>
                  </a:lnTo>
                  <a:lnTo>
                    <a:pt x="7960423" y="9525"/>
                  </a:lnTo>
                  <a:lnTo>
                    <a:pt x="7960423" y="0"/>
                  </a:lnTo>
                  <a:close/>
                </a:path>
                <a:path w="11430000" h="3733800">
                  <a:moveTo>
                    <a:pt x="7977975" y="3724275"/>
                  </a:moveTo>
                  <a:lnTo>
                    <a:pt x="7949400" y="3724275"/>
                  </a:lnTo>
                  <a:lnTo>
                    <a:pt x="7949400" y="3733800"/>
                  </a:lnTo>
                  <a:lnTo>
                    <a:pt x="7977975" y="3733800"/>
                  </a:lnTo>
                  <a:lnTo>
                    <a:pt x="7977975" y="3724275"/>
                  </a:lnTo>
                  <a:close/>
                </a:path>
                <a:path w="11430000" h="3733800">
                  <a:moveTo>
                    <a:pt x="8008036" y="0"/>
                  </a:moveTo>
                  <a:lnTo>
                    <a:pt x="7979461" y="0"/>
                  </a:lnTo>
                  <a:lnTo>
                    <a:pt x="7979461" y="9525"/>
                  </a:lnTo>
                  <a:lnTo>
                    <a:pt x="8008036" y="9525"/>
                  </a:lnTo>
                  <a:lnTo>
                    <a:pt x="8008036" y="0"/>
                  </a:lnTo>
                  <a:close/>
                </a:path>
                <a:path w="11430000" h="3733800">
                  <a:moveTo>
                    <a:pt x="8025587" y="3724275"/>
                  </a:moveTo>
                  <a:lnTo>
                    <a:pt x="7997012" y="3724275"/>
                  </a:lnTo>
                  <a:lnTo>
                    <a:pt x="7997012" y="3733800"/>
                  </a:lnTo>
                  <a:lnTo>
                    <a:pt x="8025587" y="3733800"/>
                  </a:lnTo>
                  <a:lnTo>
                    <a:pt x="8025587" y="3724275"/>
                  </a:lnTo>
                  <a:close/>
                </a:path>
                <a:path w="11430000" h="3733800">
                  <a:moveTo>
                    <a:pt x="8055648" y="0"/>
                  </a:moveTo>
                  <a:lnTo>
                    <a:pt x="8027073" y="0"/>
                  </a:lnTo>
                  <a:lnTo>
                    <a:pt x="8027073" y="9525"/>
                  </a:lnTo>
                  <a:lnTo>
                    <a:pt x="8055648" y="9525"/>
                  </a:lnTo>
                  <a:lnTo>
                    <a:pt x="8055648" y="0"/>
                  </a:lnTo>
                  <a:close/>
                </a:path>
                <a:path w="11430000" h="3733800">
                  <a:moveTo>
                    <a:pt x="8073199" y="3724275"/>
                  </a:moveTo>
                  <a:lnTo>
                    <a:pt x="8044624" y="3724275"/>
                  </a:lnTo>
                  <a:lnTo>
                    <a:pt x="8044624" y="3733800"/>
                  </a:lnTo>
                  <a:lnTo>
                    <a:pt x="8073199" y="3733800"/>
                  </a:lnTo>
                  <a:lnTo>
                    <a:pt x="8073199" y="3724275"/>
                  </a:lnTo>
                  <a:close/>
                </a:path>
                <a:path w="11430000" h="3733800">
                  <a:moveTo>
                    <a:pt x="8103260" y="0"/>
                  </a:moveTo>
                  <a:lnTo>
                    <a:pt x="8074685" y="0"/>
                  </a:lnTo>
                  <a:lnTo>
                    <a:pt x="8074685" y="9525"/>
                  </a:lnTo>
                  <a:lnTo>
                    <a:pt x="8103260" y="9525"/>
                  </a:lnTo>
                  <a:lnTo>
                    <a:pt x="8103260" y="0"/>
                  </a:lnTo>
                  <a:close/>
                </a:path>
                <a:path w="11430000" h="3733800">
                  <a:moveTo>
                    <a:pt x="8120812" y="3724275"/>
                  </a:moveTo>
                  <a:lnTo>
                    <a:pt x="8092237" y="3724275"/>
                  </a:lnTo>
                  <a:lnTo>
                    <a:pt x="8092237" y="3733800"/>
                  </a:lnTo>
                  <a:lnTo>
                    <a:pt x="8120812" y="3733800"/>
                  </a:lnTo>
                  <a:lnTo>
                    <a:pt x="8120812" y="3724275"/>
                  </a:lnTo>
                  <a:close/>
                </a:path>
                <a:path w="11430000" h="3733800">
                  <a:moveTo>
                    <a:pt x="8150873" y="0"/>
                  </a:moveTo>
                  <a:lnTo>
                    <a:pt x="8122298" y="0"/>
                  </a:lnTo>
                  <a:lnTo>
                    <a:pt x="8122298" y="9525"/>
                  </a:lnTo>
                  <a:lnTo>
                    <a:pt x="8150873" y="9525"/>
                  </a:lnTo>
                  <a:lnTo>
                    <a:pt x="8150873" y="0"/>
                  </a:lnTo>
                  <a:close/>
                </a:path>
                <a:path w="11430000" h="3733800">
                  <a:moveTo>
                    <a:pt x="8168424" y="3724275"/>
                  </a:moveTo>
                  <a:lnTo>
                    <a:pt x="8139849" y="3724275"/>
                  </a:lnTo>
                  <a:lnTo>
                    <a:pt x="8139849" y="3733800"/>
                  </a:lnTo>
                  <a:lnTo>
                    <a:pt x="8168424" y="3733800"/>
                  </a:lnTo>
                  <a:lnTo>
                    <a:pt x="8168424" y="3724275"/>
                  </a:lnTo>
                  <a:close/>
                </a:path>
                <a:path w="11430000" h="3733800">
                  <a:moveTo>
                    <a:pt x="8198472" y="0"/>
                  </a:moveTo>
                  <a:lnTo>
                    <a:pt x="8169897" y="0"/>
                  </a:lnTo>
                  <a:lnTo>
                    <a:pt x="8169897" y="9525"/>
                  </a:lnTo>
                  <a:lnTo>
                    <a:pt x="8198472" y="9525"/>
                  </a:lnTo>
                  <a:lnTo>
                    <a:pt x="8198472" y="0"/>
                  </a:lnTo>
                  <a:close/>
                </a:path>
                <a:path w="11430000" h="3733800">
                  <a:moveTo>
                    <a:pt x="8216036" y="3724275"/>
                  </a:moveTo>
                  <a:lnTo>
                    <a:pt x="8187461" y="3724275"/>
                  </a:lnTo>
                  <a:lnTo>
                    <a:pt x="8187461" y="3733800"/>
                  </a:lnTo>
                  <a:lnTo>
                    <a:pt x="8216036" y="3733800"/>
                  </a:lnTo>
                  <a:lnTo>
                    <a:pt x="8216036" y="3724275"/>
                  </a:lnTo>
                  <a:close/>
                </a:path>
                <a:path w="11430000" h="3733800">
                  <a:moveTo>
                    <a:pt x="8246084" y="0"/>
                  </a:moveTo>
                  <a:lnTo>
                    <a:pt x="8217509" y="0"/>
                  </a:lnTo>
                  <a:lnTo>
                    <a:pt x="8217509" y="9525"/>
                  </a:lnTo>
                  <a:lnTo>
                    <a:pt x="8246084" y="9525"/>
                  </a:lnTo>
                  <a:lnTo>
                    <a:pt x="8246084" y="0"/>
                  </a:lnTo>
                  <a:close/>
                </a:path>
                <a:path w="11430000" h="3733800">
                  <a:moveTo>
                    <a:pt x="8263636" y="3724275"/>
                  </a:moveTo>
                  <a:lnTo>
                    <a:pt x="8235061" y="3724275"/>
                  </a:lnTo>
                  <a:lnTo>
                    <a:pt x="8235061" y="3733800"/>
                  </a:lnTo>
                  <a:lnTo>
                    <a:pt x="8263636" y="3733800"/>
                  </a:lnTo>
                  <a:lnTo>
                    <a:pt x="8263636" y="3724275"/>
                  </a:lnTo>
                  <a:close/>
                </a:path>
                <a:path w="11430000" h="3733800">
                  <a:moveTo>
                    <a:pt x="8293697" y="0"/>
                  </a:moveTo>
                  <a:lnTo>
                    <a:pt x="8265122" y="0"/>
                  </a:lnTo>
                  <a:lnTo>
                    <a:pt x="8265122" y="9525"/>
                  </a:lnTo>
                  <a:lnTo>
                    <a:pt x="8293697" y="9525"/>
                  </a:lnTo>
                  <a:lnTo>
                    <a:pt x="8293697" y="0"/>
                  </a:lnTo>
                  <a:close/>
                </a:path>
                <a:path w="11430000" h="3733800">
                  <a:moveTo>
                    <a:pt x="8311248" y="3724275"/>
                  </a:moveTo>
                  <a:lnTo>
                    <a:pt x="8282673" y="3724275"/>
                  </a:lnTo>
                  <a:lnTo>
                    <a:pt x="8282673" y="3733800"/>
                  </a:lnTo>
                  <a:lnTo>
                    <a:pt x="8311248" y="3733800"/>
                  </a:lnTo>
                  <a:lnTo>
                    <a:pt x="8311248" y="3724275"/>
                  </a:lnTo>
                  <a:close/>
                </a:path>
                <a:path w="11430000" h="3733800">
                  <a:moveTo>
                    <a:pt x="8341309" y="0"/>
                  </a:moveTo>
                  <a:lnTo>
                    <a:pt x="8312734" y="0"/>
                  </a:lnTo>
                  <a:lnTo>
                    <a:pt x="8312734" y="9525"/>
                  </a:lnTo>
                  <a:lnTo>
                    <a:pt x="8341309" y="9525"/>
                  </a:lnTo>
                  <a:lnTo>
                    <a:pt x="8341309" y="0"/>
                  </a:lnTo>
                  <a:close/>
                </a:path>
                <a:path w="11430000" h="3733800">
                  <a:moveTo>
                    <a:pt x="8358860" y="3724275"/>
                  </a:moveTo>
                  <a:lnTo>
                    <a:pt x="8330285" y="3724275"/>
                  </a:lnTo>
                  <a:lnTo>
                    <a:pt x="8330285" y="3733800"/>
                  </a:lnTo>
                  <a:lnTo>
                    <a:pt x="8358860" y="3733800"/>
                  </a:lnTo>
                  <a:lnTo>
                    <a:pt x="8358860" y="3724275"/>
                  </a:lnTo>
                  <a:close/>
                </a:path>
                <a:path w="11430000" h="3733800">
                  <a:moveTo>
                    <a:pt x="8388921" y="0"/>
                  </a:moveTo>
                  <a:lnTo>
                    <a:pt x="8360346" y="0"/>
                  </a:lnTo>
                  <a:lnTo>
                    <a:pt x="8360346" y="9525"/>
                  </a:lnTo>
                  <a:lnTo>
                    <a:pt x="8388921" y="9525"/>
                  </a:lnTo>
                  <a:lnTo>
                    <a:pt x="8388921" y="0"/>
                  </a:lnTo>
                  <a:close/>
                </a:path>
                <a:path w="11430000" h="3733800">
                  <a:moveTo>
                    <a:pt x="8406473" y="3724275"/>
                  </a:moveTo>
                  <a:lnTo>
                    <a:pt x="8377898" y="3724275"/>
                  </a:lnTo>
                  <a:lnTo>
                    <a:pt x="8377898" y="3733800"/>
                  </a:lnTo>
                  <a:lnTo>
                    <a:pt x="8406473" y="3733800"/>
                  </a:lnTo>
                  <a:lnTo>
                    <a:pt x="8406473" y="3724275"/>
                  </a:lnTo>
                  <a:close/>
                </a:path>
                <a:path w="11430000" h="3733800">
                  <a:moveTo>
                    <a:pt x="8436521" y="0"/>
                  </a:moveTo>
                  <a:lnTo>
                    <a:pt x="8407946" y="0"/>
                  </a:lnTo>
                  <a:lnTo>
                    <a:pt x="8407946" y="9525"/>
                  </a:lnTo>
                  <a:lnTo>
                    <a:pt x="8436521" y="9525"/>
                  </a:lnTo>
                  <a:lnTo>
                    <a:pt x="8436521" y="0"/>
                  </a:lnTo>
                  <a:close/>
                </a:path>
                <a:path w="11430000" h="3733800">
                  <a:moveTo>
                    <a:pt x="8454085" y="3724275"/>
                  </a:moveTo>
                  <a:lnTo>
                    <a:pt x="8425510" y="3724275"/>
                  </a:lnTo>
                  <a:lnTo>
                    <a:pt x="8425510" y="3733800"/>
                  </a:lnTo>
                  <a:lnTo>
                    <a:pt x="8454085" y="3733800"/>
                  </a:lnTo>
                  <a:lnTo>
                    <a:pt x="8454085" y="3724275"/>
                  </a:lnTo>
                  <a:close/>
                </a:path>
                <a:path w="11430000" h="3733800">
                  <a:moveTo>
                    <a:pt x="8484133" y="0"/>
                  </a:moveTo>
                  <a:lnTo>
                    <a:pt x="8455558" y="0"/>
                  </a:lnTo>
                  <a:lnTo>
                    <a:pt x="8455558" y="9525"/>
                  </a:lnTo>
                  <a:lnTo>
                    <a:pt x="8484133" y="9525"/>
                  </a:lnTo>
                  <a:lnTo>
                    <a:pt x="8484133" y="0"/>
                  </a:lnTo>
                  <a:close/>
                </a:path>
                <a:path w="11430000" h="3733800">
                  <a:moveTo>
                    <a:pt x="8501685" y="3724275"/>
                  </a:moveTo>
                  <a:lnTo>
                    <a:pt x="8473110" y="3724275"/>
                  </a:lnTo>
                  <a:lnTo>
                    <a:pt x="8473110" y="3733800"/>
                  </a:lnTo>
                  <a:lnTo>
                    <a:pt x="8501685" y="3733800"/>
                  </a:lnTo>
                  <a:lnTo>
                    <a:pt x="8501685" y="3724275"/>
                  </a:lnTo>
                  <a:close/>
                </a:path>
                <a:path w="11430000" h="3733800">
                  <a:moveTo>
                    <a:pt x="8531746" y="0"/>
                  </a:moveTo>
                  <a:lnTo>
                    <a:pt x="8503171" y="0"/>
                  </a:lnTo>
                  <a:lnTo>
                    <a:pt x="8503171" y="9525"/>
                  </a:lnTo>
                  <a:lnTo>
                    <a:pt x="8531746" y="9525"/>
                  </a:lnTo>
                  <a:lnTo>
                    <a:pt x="8531746" y="0"/>
                  </a:lnTo>
                  <a:close/>
                </a:path>
                <a:path w="11430000" h="3733800">
                  <a:moveTo>
                    <a:pt x="8549297" y="3724275"/>
                  </a:moveTo>
                  <a:lnTo>
                    <a:pt x="8520722" y="3724275"/>
                  </a:lnTo>
                  <a:lnTo>
                    <a:pt x="8520722" y="3733800"/>
                  </a:lnTo>
                  <a:lnTo>
                    <a:pt x="8549297" y="3733800"/>
                  </a:lnTo>
                  <a:lnTo>
                    <a:pt x="8549297" y="3724275"/>
                  </a:lnTo>
                  <a:close/>
                </a:path>
                <a:path w="11430000" h="3733800">
                  <a:moveTo>
                    <a:pt x="8579358" y="0"/>
                  </a:moveTo>
                  <a:lnTo>
                    <a:pt x="8550783" y="0"/>
                  </a:lnTo>
                  <a:lnTo>
                    <a:pt x="8550783" y="9525"/>
                  </a:lnTo>
                  <a:lnTo>
                    <a:pt x="8579358" y="9525"/>
                  </a:lnTo>
                  <a:lnTo>
                    <a:pt x="8579358" y="0"/>
                  </a:lnTo>
                  <a:close/>
                </a:path>
                <a:path w="11430000" h="3733800">
                  <a:moveTo>
                    <a:pt x="8596909" y="3724275"/>
                  </a:moveTo>
                  <a:lnTo>
                    <a:pt x="8568334" y="3724275"/>
                  </a:lnTo>
                  <a:lnTo>
                    <a:pt x="8568334" y="3733800"/>
                  </a:lnTo>
                  <a:lnTo>
                    <a:pt x="8596909" y="3733800"/>
                  </a:lnTo>
                  <a:lnTo>
                    <a:pt x="8596909" y="3724275"/>
                  </a:lnTo>
                  <a:close/>
                </a:path>
                <a:path w="11430000" h="3733800">
                  <a:moveTo>
                    <a:pt x="8626970" y="0"/>
                  </a:moveTo>
                  <a:lnTo>
                    <a:pt x="8598395" y="0"/>
                  </a:lnTo>
                  <a:lnTo>
                    <a:pt x="8598395" y="9525"/>
                  </a:lnTo>
                  <a:lnTo>
                    <a:pt x="8626970" y="9525"/>
                  </a:lnTo>
                  <a:lnTo>
                    <a:pt x="8626970" y="0"/>
                  </a:lnTo>
                  <a:close/>
                </a:path>
                <a:path w="11430000" h="3733800">
                  <a:moveTo>
                    <a:pt x="8644522" y="3724275"/>
                  </a:moveTo>
                  <a:lnTo>
                    <a:pt x="8615947" y="3724275"/>
                  </a:lnTo>
                  <a:lnTo>
                    <a:pt x="8615947" y="3733800"/>
                  </a:lnTo>
                  <a:lnTo>
                    <a:pt x="8644522" y="3733800"/>
                  </a:lnTo>
                  <a:lnTo>
                    <a:pt x="8644522" y="3724275"/>
                  </a:lnTo>
                  <a:close/>
                </a:path>
                <a:path w="11430000" h="3733800">
                  <a:moveTo>
                    <a:pt x="8674583" y="0"/>
                  </a:moveTo>
                  <a:lnTo>
                    <a:pt x="8646008" y="0"/>
                  </a:lnTo>
                  <a:lnTo>
                    <a:pt x="8646008" y="9525"/>
                  </a:lnTo>
                  <a:lnTo>
                    <a:pt x="8674583" y="9525"/>
                  </a:lnTo>
                  <a:lnTo>
                    <a:pt x="8674583" y="0"/>
                  </a:lnTo>
                  <a:close/>
                </a:path>
                <a:path w="11430000" h="3733800">
                  <a:moveTo>
                    <a:pt x="8692134" y="3724275"/>
                  </a:moveTo>
                  <a:lnTo>
                    <a:pt x="8663559" y="3724275"/>
                  </a:lnTo>
                  <a:lnTo>
                    <a:pt x="8663559" y="3733800"/>
                  </a:lnTo>
                  <a:lnTo>
                    <a:pt x="8692134" y="3733800"/>
                  </a:lnTo>
                  <a:lnTo>
                    <a:pt x="8692134" y="3724275"/>
                  </a:lnTo>
                  <a:close/>
                </a:path>
                <a:path w="11430000" h="3733800">
                  <a:moveTo>
                    <a:pt x="8722182" y="0"/>
                  </a:moveTo>
                  <a:lnTo>
                    <a:pt x="8693607" y="0"/>
                  </a:lnTo>
                  <a:lnTo>
                    <a:pt x="8693607" y="9525"/>
                  </a:lnTo>
                  <a:lnTo>
                    <a:pt x="8722182" y="9525"/>
                  </a:lnTo>
                  <a:lnTo>
                    <a:pt x="8722182" y="0"/>
                  </a:lnTo>
                  <a:close/>
                </a:path>
                <a:path w="11430000" h="3733800">
                  <a:moveTo>
                    <a:pt x="8739746" y="3724275"/>
                  </a:moveTo>
                  <a:lnTo>
                    <a:pt x="8711171" y="3724275"/>
                  </a:lnTo>
                  <a:lnTo>
                    <a:pt x="8711171" y="3733800"/>
                  </a:lnTo>
                  <a:lnTo>
                    <a:pt x="8739746" y="3733800"/>
                  </a:lnTo>
                  <a:lnTo>
                    <a:pt x="8739746" y="3724275"/>
                  </a:lnTo>
                  <a:close/>
                </a:path>
                <a:path w="11430000" h="3733800">
                  <a:moveTo>
                    <a:pt x="8769794" y="0"/>
                  </a:moveTo>
                  <a:lnTo>
                    <a:pt x="8741219" y="0"/>
                  </a:lnTo>
                  <a:lnTo>
                    <a:pt x="8741219" y="9525"/>
                  </a:lnTo>
                  <a:lnTo>
                    <a:pt x="8769794" y="9525"/>
                  </a:lnTo>
                  <a:lnTo>
                    <a:pt x="8769794" y="0"/>
                  </a:lnTo>
                  <a:close/>
                </a:path>
                <a:path w="11430000" h="3733800">
                  <a:moveTo>
                    <a:pt x="8787346" y="3724275"/>
                  </a:moveTo>
                  <a:lnTo>
                    <a:pt x="8758771" y="3724275"/>
                  </a:lnTo>
                  <a:lnTo>
                    <a:pt x="8758771" y="3733800"/>
                  </a:lnTo>
                  <a:lnTo>
                    <a:pt x="8787346" y="3733800"/>
                  </a:lnTo>
                  <a:lnTo>
                    <a:pt x="8787346" y="3724275"/>
                  </a:lnTo>
                  <a:close/>
                </a:path>
                <a:path w="11430000" h="3733800">
                  <a:moveTo>
                    <a:pt x="8817407" y="0"/>
                  </a:moveTo>
                  <a:lnTo>
                    <a:pt x="8788832" y="0"/>
                  </a:lnTo>
                  <a:lnTo>
                    <a:pt x="8788832" y="9525"/>
                  </a:lnTo>
                  <a:lnTo>
                    <a:pt x="8817407" y="9525"/>
                  </a:lnTo>
                  <a:lnTo>
                    <a:pt x="8817407" y="0"/>
                  </a:lnTo>
                  <a:close/>
                </a:path>
                <a:path w="11430000" h="3733800">
                  <a:moveTo>
                    <a:pt x="8834958" y="3724275"/>
                  </a:moveTo>
                  <a:lnTo>
                    <a:pt x="8806383" y="3724275"/>
                  </a:lnTo>
                  <a:lnTo>
                    <a:pt x="8806383" y="3733800"/>
                  </a:lnTo>
                  <a:lnTo>
                    <a:pt x="8834958" y="3733800"/>
                  </a:lnTo>
                  <a:lnTo>
                    <a:pt x="8834958" y="3724275"/>
                  </a:lnTo>
                  <a:close/>
                </a:path>
                <a:path w="11430000" h="3733800">
                  <a:moveTo>
                    <a:pt x="8865019" y="0"/>
                  </a:moveTo>
                  <a:lnTo>
                    <a:pt x="8836444" y="0"/>
                  </a:lnTo>
                  <a:lnTo>
                    <a:pt x="8836444" y="9525"/>
                  </a:lnTo>
                  <a:lnTo>
                    <a:pt x="8865019" y="9525"/>
                  </a:lnTo>
                  <a:lnTo>
                    <a:pt x="8865019" y="0"/>
                  </a:lnTo>
                  <a:close/>
                </a:path>
                <a:path w="11430000" h="3733800">
                  <a:moveTo>
                    <a:pt x="8882570" y="3724275"/>
                  </a:moveTo>
                  <a:lnTo>
                    <a:pt x="8853995" y="3724275"/>
                  </a:lnTo>
                  <a:lnTo>
                    <a:pt x="8853995" y="3733800"/>
                  </a:lnTo>
                  <a:lnTo>
                    <a:pt x="8882570" y="3733800"/>
                  </a:lnTo>
                  <a:lnTo>
                    <a:pt x="8882570" y="3724275"/>
                  </a:lnTo>
                  <a:close/>
                </a:path>
                <a:path w="11430000" h="3733800">
                  <a:moveTo>
                    <a:pt x="8912631" y="0"/>
                  </a:moveTo>
                  <a:lnTo>
                    <a:pt x="8884056" y="0"/>
                  </a:lnTo>
                  <a:lnTo>
                    <a:pt x="8884056" y="9525"/>
                  </a:lnTo>
                  <a:lnTo>
                    <a:pt x="8912631" y="9525"/>
                  </a:lnTo>
                  <a:lnTo>
                    <a:pt x="8912631" y="0"/>
                  </a:lnTo>
                  <a:close/>
                </a:path>
                <a:path w="11430000" h="3733800">
                  <a:moveTo>
                    <a:pt x="8930183" y="3724275"/>
                  </a:moveTo>
                  <a:lnTo>
                    <a:pt x="8901608" y="3724275"/>
                  </a:lnTo>
                  <a:lnTo>
                    <a:pt x="8901608" y="3733800"/>
                  </a:lnTo>
                  <a:lnTo>
                    <a:pt x="8930183" y="3733800"/>
                  </a:lnTo>
                  <a:lnTo>
                    <a:pt x="8930183" y="3724275"/>
                  </a:lnTo>
                  <a:close/>
                </a:path>
                <a:path w="11430000" h="3733800">
                  <a:moveTo>
                    <a:pt x="8960231" y="0"/>
                  </a:moveTo>
                  <a:lnTo>
                    <a:pt x="8931656" y="0"/>
                  </a:lnTo>
                  <a:lnTo>
                    <a:pt x="8931656" y="9525"/>
                  </a:lnTo>
                  <a:lnTo>
                    <a:pt x="8960231" y="9525"/>
                  </a:lnTo>
                  <a:lnTo>
                    <a:pt x="8960231" y="0"/>
                  </a:lnTo>
                  <a:close/>
                </a:path>
                <a:path w="11430000" h="3733800">
                  <a:moveTo>
                    <a:pt x="8977795" y="3724275"/>
                  </a:moveTo>
                  <a:lnTo>
                    <a:pt x="8949220" y="3724275"/>
                  </a:lnTo>
                  <a:lnTo>
                    <a:pt x="8949220" y="3733800"/>
                  </a:lnTo>
                  <a:lnTo>
                    <a:pt x="8977795" y="3733800"/>
                  </a:lnTo>
                  <a:lnTo>
                    <a:pt x="8977795" y="3724275"/>
                  </a:lnTo>
                  <a:close/>
                </a:path>
                <a:path w="11430000" h="3733800">
                  <a:moveTo>
                    <a:pt x="9007843" y="0"/>
                  </a:moveTo>
                  <a:lnTo>
                    <a:pt x="8979268" y="0"/>
                  </a:lnTo>
                  <a:lnTo>
                    <a:pt x="8979268" y="9525"/>
                  </a:lnTo>
                  <a:lnTo>
                    <a:pt x="9007843" y="9525"/>
                  </a:lnTo>
                  <a:lnTo>
                    <a:pt x="9007843" y="0"/>
                  </a:lnTo>
                  <a:close/>
                </a:path>
                <a:path w="11430000" h="3733800">
                  <a:moveTo>
                    <a:pt x="9025395" y="3724275"/>
                  </a:moveTo>
                  <a:lnTo>
                    <a:pt x="8996820" y="3724275"/>
                  </a:lnTo>
                  <a:lnTo>
                    <a:pt x="8996820" y="3733800"/>
                  </a:lnTo>
                  <a:lnTo>
                    <a:pt x="9025395" y="3733800"/>
                  </a:lnTo>
                  <a:lnTo>
                    <a:pt x="9025395" y="3724275"/>
                  </a:lnTo>
                  <a:close/>
                </a:path>
                <a:path w="11430000" h="3733800">
                  <a:moveTo>
                    <a:pt x="9055456" y="0"/>
                  </a:moveTo>
                  <a:lnTo>
                    <a:pt x="9026881" y="0"/>
                  </a:lnTo>
                  <a:lnTo>
                    <a:pt x="9026881" y="9525"/>
                  </a:lnTo>
                  <a:lnTo>
                    <a:pt x="9055456" y="9525"/>
                  </a:lnTo>
                  <a:lnTo>
                    <a:pt x="9055456" y="0"/>
                  </a:lnTo>
                  <a:close/>
                </a:path>
                <a:path w="11430000" h="3733800">
                  <a:moveTo>
                    <a:pt x="9073007" y="3724275"/>
                  </a:moveTo>
                  <a:lnTo>
                    <a:pt x="9044432" y="3724275"/>
                  </a:lnTo>
                  <a:lnTo>
                    <a:pt x="9044432" y="3733800"/>
                  </a:lnTo>
                  <a:lnTo>
                    <a:pt x="9073007" y="3733800"/>
                  </a:lnTo>
                  <a:lnTo>
                    <a:pt x="9073007" y="3724275"/>
                  </a:lnTo>
                  <a:close/>
                </a:path>
                <a:path w="11430000" h="3733800">
                  <a:moveTo>
                    <a:pt x="9103068" y="0"/>
                  </a:moveTo>
                  <a:lnTo>
                    <a:pt x="9074493" y="0"/>
                  </a:lnTo>
                  <a:lnTo>
                    <a:pt x="9074493" y="9525"/>
                  </a:lnTo>
                  <a:lnTo>
                    <a:pt x="9103068" y="9525"/>
                  </a:lnTo>
                  <a:lnTo>
                    <a:pt x="9103068" y="0"/>
                  </a:lnTo>
                  <a:close/>
                </a:path>
                <a:path w="11430000" h="3733800">
                  <a:moveTo>
                    <a:pt x="9120619" y="3724275"/>
                  </a:moveTo>
                  <a:lnTo>
                    <a:pt x="9092044" y="3724275"/>
                  </a:lnTo>
                  <a:lnTo>
                    <a:pt x="9092044" y="3733800"/>
                  </a:lnTo>
                  <a:lnTo>
                    <a:pt x="9120619" y="3733800"/>
                  </a:lnTo>
                  <a:lnTo>
                    <a:pt x="9120619" y="3724275"/>
                  </a:lnTo>
                  <a:close/>
                </a:path>
                <a:path w="11430000" h="3733800">
                  <a:moveTo>
                    <a:pt x="9150680" y="0"/>
                  </a:moveTo>
                  <a:lnTo>
                    <a:pt x="9122105" y="0"/>
                  </a:lnTo>
                  <a:lnTo>
                    <a:pt x="9122105" y="9525"/>
                  </a:lnTo>
                  <a:lnTo>
                    <a:pt x="9150680" y="9525"/>
                  </a:lnTo>
                  <a:lnTo>
                    <a:pt x="9150680" y="0"/>
                  </a:lnTo>
                  <a:close/>
                </a:path>
                <a:path w="11430000" h="3733800">
                  <a:moveTo>
                    <a:pt x="9168232" y="3724275"/>
                  </a:moveTo>
                  <a:lnTo>
                    <a:pt x="9139657" y="3724275"/>
                  </a:lnTo>
                  <a:lnTo>
                    <a:pt x="9139657" y="3733800"/>
                  </a:lnTo>
                  <a:lnTo>
                    <a:pt x="9168232" y="3733800"/>
                  </a:lnTo>
                  <a:lnTo>
                    <a:pt x="9168232" y="3724275"/>
                  </a:lnTo>
                  <a:close/>
                </a:path>
                <a:path w="11430000" h="3733800">
                  <a:moveTo>
                    <a:pt x="9198292" y="0"/>
                  </a:moveTo>
                  <a:lnTo>
                    <a:pt x="9169717" y="0"/>
                  </a:lnTo>
                  <a:lnTo>
                    <a:pt x="9169717" y="9525"/>
                  </a:lnTo>
                  <a:lnTo>
                    <a:pt x="9198292" y="9525"/>
                  </a:lnTo>
                  <a:lnTo>
                    <a:pt x="9198292" y="0"/>
                  </a:lnTo>
                  <a:close/>
                </a:path>
                <a:path w="11430000" h="3733800">
                  <a:moveTo>
                    <a:pt x="9215844" y="3724275"/>
                  </a:moveTo>
                  <a:lnTo>
                    <a:pt x="9187269" y="3724275"/>
                  </a:lnTo>
                  <a:lnTo>
                    <a:pt x="9187269" y="3733800"/>
                  </a:lnTo>
                  <a:lnTo>
                    <a:pt x="9215844" y="3733800"/>
                  </a:lnTo>
                  <a:lnTo>
                    <a:pt x="9215844" y="3724275"/>
                  </a:lnTo>
                  <a:close/>
                </a:path>
                <a:path w="11430000" h="3733800">
                  <a:moveTo>
                    <a:pt x="9245892" y="0"/>
                  </a:moveTo>
                  <a:lnTo>
                    <a:pt x="9217317" y="0"/>
                  </a:lnTo>
                  <a:lnTo>
                    <a:pt x="9217317" y="9525"/>
                  </a:lnTo>
                  <a:lnTo>
                    <a:pt x="9245892" y="9525"/>
                  </a:lnTo>
                  <a:lnTo>
                    <a:pt x="9245892" y="0"/>
                  </a:lnTo>
                  <a:close/>
                </a:path>
                <a:path w="11430000" h="3733800">
                  <a:moveTo>
                    <a:pt x="9263443" y="3724275"/>
                  </a:moveTo>
                  <a:lnTo>
                    <a:pt x="9234868" y="3724275"/>
                  </a:lnTo>
                  <a:lnTo>
                    <a:pt x="9234868" y="3733800"/>
                  </a:lnTo>
                  <a:lnTo>
                    <a:pt x="9263443" y="3733800"/>
                  </a:lnTo>
                  <a:lnTo>
                    <a:pt x="9263443" y="3724275"/>
                  </a:lnTo>
                  <a:close/>
                </a:path>
                <a:path w="11430000" h="3733800">
                  <a:moveTo>
                    <a:pt x="9293504" y="0"/>
                  </a:moveTo>
                  <a:lnTo>
                    <a:pt x="9264929" y="0"/>
                  </a:lnTo>
                  <a:lnTo>
                    <a:pt x="9264929" y="9525"/>
                  </a:lnTo>
                  <a:lnTo>
                    <a:pt x="9293504" y="9525"/>
                  </a:lnTo>
                  <a:lnTo>
                    <a:pt x="9293504" y="0"/>
                  </a:lnTo>
                  <a:close/>
                </a:path>
                <a:path w="11430000" h="3733800">
                  <a:moveTo>
                    <a:pt x="9311056" y="3724275"/>
                  </a:moveTo>
                  <a:lnTo>
                    <a:pt x="9282481" y="3724275"/>
                  </a:lnTo>
                  <a:lnTo>
                    <a:pt x="9282481" y="3733800"/>
                  </a:lnTo>
                  <a:lnTo>
                    <a:pt x="9311056" y="3733800"/>
                  </a:lnTo>
                  <a:lnTo>
                    <a:pt x="9311056" y="3724275"/>
                  </a:lnTo>
                  <a:close/>
                </a:path>
                <a:path w="11430000" h="3733800">
                  <a:moveTo>
                    <a:pt x="9341117" y="0"/>
                  </a:moveTo>
                  <a:lnTo>
                    <a:pt x="9312542" y="0"/>
                  </a:lnTo>
                  <a:lnTo>
                    <a:pt x="9312542" y="9525"/>
                  </a:lnTo>
                  <a:lnTo>
                    <a:pt x="9341117" y="9525"/>
                  </a:lnTo>
                  <a:lnTo>
                    <a:pt x="9341117" y="0"/>
                  </a:lnTo>
                  <a:close/>
                </a:path>
                <a:path w="11430000" h="3733800">
                  <a:moveTo>
                    <a:pt x="9358668" y="3724275"/>
                  </a:moveTo>
                  <a:lnTo>
                    <a:pt x="9330093" y="3724275"/>
                  </a:lnTo>
                  <a:lnTo>
                    <a:pt x="9330093" y="3733800"/>
                  </a:lnTo>
                  <a:lnTo>
                    <a:pt x="9358668" y="3733800"/>
                  </a:lnTo>
                  <a:lnTo>
                    <a:pt x="9358668" y="3724275"/>
                  </a:lnTo>
                  <a:close/>
                </a:path>
                <a:path w="11430000" h="3733800">
                  <a:moveTo>
                    <a:pt x="9388729" y="0"/>
                  </a:moveTo>
                  <a:lnTo>
                    <a:pt x="9360154" y="0"/>
                  </a:lnTo>
                  <a:lnTo>
                    <a:pt x="9360154" y="9525"/>
                  </a:lnTo>
                  <a:lnTo>
                    <a:pt x="9388729" y="9525"/>
                  </a:lnTo>
                  <a:lnTo>
                    <a:pt x="9388729" y="0"/>
                  </a:lnTo>
                  <a:close/>
                </a:path>
                <a:path w="11430000" h="3733800">
                  <a:moveTo>
                    <a:pt x="9406280" y="3724275"/>
                  </a:moveTo>
                  <a:lnTo>
                    <a:pt x="9377705" y="3724275"/>
                  </a:lnTo>
                  <a:lnTo>
                    <a:pt x="9377705" y="3733800"/>
                  </a:lnTo>
                  <a:lnTo>
                    <a:pt x="9406280" y="3733800"/>
                  </a:lnTo>
                  <a:lnTo>
                    <a:pt x="9406280" y="3724275"/>
                  </a:lnTo>
                  <a:close/>
                </a:path>
                <a:path w="11430000" h="3733800">
                  <a:moveTo>
                    <a:pt x="9436341" y="0"/>
                  </a:moveTo>
                  <a:lnTo>
                    <a:pt x="9407766" y="0"/>
                  </a:lnTo>
                  <a:lnTo>
                    <a:pt x="9407766" y="9525"/>
                  </a:lnTo>
                  <a:lnTo>
                    <a:pt x="9436341" y="9525"/>
                  </a:lnTo>
                  <a:lnTo>
                    <a:pt x="9436341" y="0"/>
                  </a:lnTo>
                  <a:close/>
                </a:path>
                <a:path w="11430000" h="3733800">
                  <a:moveTo>
                    <a:pt x="9453893" y="3724275"/>
                  </a:moveTo>
                  <a:lnTo>
                    <a:pt x="9425318" y="3724275"/>
                  </a:lnTo>
                  <a:lnTo>
                    <a:pt x="9425318" y="3733800"/>
                  </a:lnTo>
                  <a:lnTo>
                    <a:pt x="9453893" y="3733800"/>
                  </a:lnTo>
                  <a:lnTo>
                    <a:pt x="9453893" y="3724275"/>
                  </a:lnTo>
                  <a:close/>
                </a:path>
                <a:path w="11430000" h="3733800">
                  <a:moveTo>
                    <a:pt x="9483941" y="0"/>
                  </a:moveTo>
                  <a:lnTo>
                    <a:pt x="9455366" y="0"/>
                  </a:lnTo>
                  <a:lnTo>
                    <a:pt x="9455366" y="9525"/>
                  </a:lnTo>
                  <a:lnTo>
                    <a:pt x="9483941" y="9525"/>
                  </a:lnTo>
                  <a:lnTo>
                    <a:pt x="9483941" y="0"/>
                  </a:lnTo>
                  <a:close/>
                </a:path>
                <a:path w="11430000" h="3733800">
                  <a:moveTo>
                    <a:pt x="9501505" y="3724275"/>
                  </a:moveTo>
                  <a:lnTo>
                    <a:pt x="9472930" y="3724275"/>
                  </a:lnTo>
                  <a:lnTo>
                    <a:pt x="9472930" y="3733800"/>
                  </a:lnTo>
                  <a:lnTo>
                    <a:pt x="9501505" y="3733800"/>
                  </a:lnTo>
                  <a:lnTo>
                    <a:pt x="9501505" y="3724275"/>
                  </a:lnTo>
                  <a:close/>
                </a:path>
                <a:path w="11430000" h="3733800">
                  <a:moveTo>
                    <a:pt x="9531553" y="0"/>
                  </a:moveTo>
                  <a:lnTo>
                    <a:pt x="9502978" y="0"/>
                  </a:lnTo>
                  <a:lnTo>
                    <a:pt x="9502978" y="9525"/>
                  </a:lnTo>
                  <a:lnTo>
                    <a:pt x="9531553" y="9525"/>
                  </a:lnTo>
                  <a:lnTo>
                    <a:pt x="9531553" y="0"/>
                  </a:lnTo>
                  <a:close/>
                </a:path>
                <a:path w="11430000" h="3733800">
                  <a:moveTo>
                    <a:pt x="9549105" y="3724275"/>
                  </a:moveTo>
                  <a:lnTo>
                    <a:pt x="9520530" y="3724275"/>
                  </a:lnTo>
                  <a:lnTo>
                    <a:pt x="9520530" y="3733800"/>
                  </a:lnTo>
                  <a:lnTo>
                    <a:pt x="9549105" y="3733800"/>
                  </a:lnTo>
                  <a:lnTo>
                    <a:pt x="9549105" y="3724275"/>
                  </a:lnTo>
                  <a:close/>
                </a:path>
                <a:path w="11430000" h="3733800">
                  <a:moveTo>
                    <a:pt x="9579165" y="0"/>
                  </a:moveTo>
                  <a:lnTo>
                    <a:pt x="9550590" y="0"/>
                  </a:lnTo>
                  <a:lnTo>
                    <a:pt x="9550590" y="9525"/>
                  </a:lnTo>
                  <a:lnTo>
                    <a:pt x="9579165" y="9525"/>
                  </a:lnTo>
                  <a:lnTo>
                    <a:pt x="9579165" y="0"/>
                  </a:lnTo>
                  <a:close/>
                </a:path>
                <a:path w="11430000" h="3733800">
                  <a:moveTo>
                    <a:pt x="9596717" y="3724275"/>
                  </a:moveTo>
                  <a:lnTo>
                    <a:pt x="9568142" y="3724275"/>
                  </a:lnTo>
                  <a:lnTo>
                    <a:pt x="9568142" y="3733800"/>
                  </a:lnTo>
                  <a:lnTo>
                    <a:pt x="9596717" y="3733800"/>
                  </a:lnTo>
                  <a:lnTo>
                    <a:pt x="9596717" y="3724275"/>
                  </a:lnTo>
                  <a:close/>
                </a:path>
                <a:path w="11430000" h="3733800">
                  <a:moveTo>
                    <a:pt x="9626778" y="0"/>
                  </a:moveTo>
                  <a:lnTo>
                    <a:pt x="9598203" y="0"/>
                  </a:lnTo>
                  <a:lnTo>
                    <a:pt x="9598203" y="9525"/>
                  </a:lnTo>
                  <a:lnTo>
                    <a:pt x="9626778" y="9525"/>
                  </a:lnTo>
                  <a:lnTo>
                    <a:pt x="9626778" y="0"/>
                  </a:lnTo>
                  <a:close/>
                </a:path>
                <a:path w="11430000" h="3733800">
                  <a:moveTo>
                    <a:pt x="9644329" y="3724275"/>
                  </a:moveTo>
                  <a:lnTo>
                    <a:pt x="9615754" y="3724275"/>
                  </a:lnTo>
                  <a:lnTo>
                    <a:pt x="9615754" y="3733800"/>
                  </a:lnTo>
                  <a:lnTo>
                    <a:pt x="9644329" y="3733800"/>
                  </a:lnTo>
                  <a:lnTo>
                    <a:pt x="9644329" y="3724275"/>
                  </a:lnTo>
                  <a:close/>
                </a:path>
                <a:path w="11430000" h="3733800">
                  <a:moveTo>
                    <a:pt x="9674390" y="0"/>
                  </a:moveTo>
                  <a:lnTo>
                    <a:pt x="9645815" y="0"/>
                  </a:lnTo>
                  <a:lnTo>
                    <a:pt x="9645815" y="9525"/>
                  </a:lnTo>
                  <a:lnTo>
                    <a:pt x="9674390" y="9525"/>
                  </a:lnTo>
                  <a:lnTo>
                    <a:pt x="9674390" y="0"/>
                  </a:lnTo>
                  <a:close/>
                </a:path>
                <a:path w="11430000" h="3733800">
                  <a:moveTo>
                    <a:pt x="9691941" y="3724275"/>
                  </a:moveTo>
                  <a:lnTo>
                    <a:pt x="9663366" y="3724275"/>
                  </a:lnTo>
                  <a:lnTo>
                    <a:pt x="9663366" y="3733800"/>
                  </a:lnTo>
                  <a:lnTo>
                    <a:pt x="9691941" y="3733800"/>
                  </a:lnTo>
                  <a:lnTo>
                    <a:pt x="9691941" y="3724275"/>
                  </a:lnTo>
                  <a:close/>
                </a:path>
                <a:path w="11430000" h="3733800">
                  <a:moveTo>
                    <a:pt x="9722002" y="0"/>
                  </a:moveTo>
                  <a:lnTo>
                    <a:pt x="9693427" y="0"/>
                  </a:lnTo>
                  <a:lnTo>
                    <a:pt x="9693427" y="9525"/>
                  </a:lnTo>
                  <a:lnTo>
                    <a:pt x="9722002" y="9525"/>
                  </a:lnTo>
                  <a:lnTo>
                    <a:pt x="9722002" y="0"/>
                  </a:lnTo>
                  <a:close/>
                </a:path>
                <a:path w="11430000" h="3733800">
                  <a:moveTo>
                    <a:pt x="9739554" y="3724275"/>
                  </a:moveTo>
                  <a:lnTo>
                    <a:pt x="9710979" y="3724275"/>
                  </a:lnTo>
                  <a:lnTo>
                    <a:pt x="9710979" y="3733800"/>
                  </a:lnTo>
                  <a:lnTo>
                    <a:pt x="9739554" y="3733800"/>
                  </a:lnTo>
                  <a:lnTo>
                    <a:pt x="9739554" y="3724275"/>
                  </a:lnTo>
                  <a:close/>
                </a:path>
                <a:path w="11430000" h="3733800">
                  <a:moveTo>
                    <a:pt x="9769602" y="0"/>
                  </a:moveTo>
                  <a:lnTo>
                    <a:pt x="9741027" y="0"/>
                  </a:lnTo>
                  <a:lnTo>
                    <a:pt x="9741027" y="9525"/>
                  </a:lnTo>
                  <a:lnTo>
                    <a:pt x="9769602" y="9525"/>
                  </a:lnTo>
                  <a:lnTo>
                    <a:pt x="9769602" y="0"/>
                  </a:lnTo>
                  <a:close/>
                </a:path>
                <a:path w="11430000" h="3733800">
                  <a:moveTo>
                    <a:pt x="9787153" y="3724275"/>
                  </a:moveTo>
                  <a:lnTo>
                    <a:pt x="9758578" y="3724275"/>
                  </a:lnTo>
                  <a:lnTo>
                    <a:pt x="9758578" y="3733800"/>
                  </a:lnTo>
                  <a:lnTo>
                    <a:pt x="9787153" y="3733800"/>
                  </a:lnTo>
                  <a:lnTo>
                    <a:pt x="9787153" y="3724275"/>
                  </a:lnTo>
                  <a:close/>
                </a:path>
                <a:path w="11430000" h="3733800">
                  <a:moveTo>
                    <a:pt x="9817214" y="0"/>
                  </a:moveTo>
                  <a:lnTo>
                    <a:pt x="9788639" y="0"/>
                  </a:lnTo>
                  <a:lnTo>
                    <a:pt x="9788639" y="9525"/>
                  </a:lnTo>
                  <a:lnTo>
                    <a:pt x="9817214" y="9525"/>
                  </a:lnTo>
                  <a:lnTo>
                    <a:pt x="9817214" y="0"/>
                  </a:lnTo>
                  <a:close/>
                </a:path>
                <a:path w="11430000" h="3733800">
                  <a:moveTo>
                    <a:pt x="9834766" y="3724275"/>
                  </a:moveTo>
                  <a:lnTo>
                    <a:pt x="9806191" y="3724275"/>
                  </a:lnTo>
                  <a:lnTo>
                    <a:pt x="9806191" y="3733800"/>
                  </a:lnTo>
                  <a:lnTo>
                    <a:pt x="9834766" y="3733800"/>
                  </a:lnTo>
                  <a:lnTo>
                    <a:pt x="9834766" y="3724275"/>
                  </a:lnTo>
                  <a:close/>
                </a:path>
                <a:path w="11430000" h="3733800">
                  <a:moveTo>
                    <a:pt x="9864827" y="0"/>
                  </a:moveTo>
                  <a:lnTo>
                    <a:pt x="9836252" y="0"/>
                  </a:lnTo>
                  <a:lnTo>
                    <a:pt x="9836252" y="9525"/>
                  </a:lnTo>
                  <a:lnTo>
                    <a:pt x="9864827" y="9525"/>
                  </a:lnTo>
                  <a:lnTo>
                    <a:pt x="9864827" y="0"/>
                  </a:lnTo>
                  <a:close/>
                </a:path>
                <a:path w="11430000" h="3733800">
                  <a:moveTo>
                    <a:pt x="9882378" y="3724275"/>
                  </a:moveTo>
                  <a:lnTo>
                    <a:pt x="9853803" y="3724275"/>
                  </a:lnTo>
                  <a:lnTo>
                    <a:pt x="9853803" y="3733800"/>
                  </a:lnTo>
                  <a:lnTo>
                    <a:pt x="9882378" y="3733800"/>
                  </a:lnTo>
                  <a:lnTo>
                    <a:pt x="9882378" y="3724275"/>
                  </a:lnTo>
                  <a:close/>
                </a:path>
                <a:path w="11430000" h="3733800">
                  <a:moveTo>
                    <a:pt x="9912439" y="0"/>
                  </a:moveTo>
                  <a:lnTo>
                    <a:pt x="9883864" y="0"/>
                  </a:lnTo>
                  <a:lnTo>
                    <a:pt x="9883864" y="9525"/>
                  </a:lnTo>
                  <a:lnTo>
                    <a:pt x="9912439" y="9525"/>
                  </a:lnTo>
                  <a:lnTo>
                    <a:pt x="9912439" y="0"/>
                  </a:lnTo>
                  <a:close/>
                </a:path>
                <a:path w="11430000" h="3733800">
                  <a:moveTo>
                    <a:pt x="9929990" y="3724275"/>
                  </a:moveTo>
                  <a:lnTo>
                    <a:pt x="9901415" y="3724275"/>
                  </a:lnTo>
                  <a:lnTo>
                    <a:pt x="9901415" y="3733800"/>
                  </a:lnTo>
                  <a:lnTo>
                    <a:pt x="9929990" y="3733800"/>
                  </a:lnTo>
                  <a:lnTo>
                    <a:pt x="9929990" y="3724275"/>
                  </a:lnTo>
                  <a:close/>
                </a:path>
                <a:path w="11430000" h="3733800">
                  <a:moveTo>
                    <a:pt x="9960051" y="0"/>
                  </a:moveTo>
                  <a:lnTo>
                    <a:pt x="9931476" y="0"/>
                  </a:lnTo>
                  <a:lnTo>
                    <a:pt x="9931476" y="9525"/>
                  </a:lnTo>
                  <a:lnTo>
                    <a:pt x="9960051" y="9525"/>
                  </a:lnTo>
                  <a:lnTo>
                    <a:pt x="9960051" y="0"/>
                  </a:lnTo>
                  <a:close/>
                </a:path>
                <a:path w="11430000" h="3733800">
                  <a:moveTo>
                    <a:pt x="9977603" y="3724275"/>
                  </a:moveTo>
                  <a:lnTo>
                    <a:pt x="9949028" y="3724275"/>
                  </a:lnTo>
                  <a:lnTo>
                    <a:pt x="9949028" y="3733800"/>
                  </a:lnTo>
                  <a:lnTo>
                    <a:pt x="9977603" y="3733800"/>
                  </a:lnTo>
                  <a:lnTo>
                    <a:pt x="9977603" y="3724275"/>
                  </a:lnTo>
                  <a:close/>
                </a:path>
                <a:path w="11430000" h="3733800">
                  <a:moveTo>
                    <a:pt x="10007651" y="0"/>
                  </a:moveTo>
                  <a:lnTo>
                    <a:pt x="9979076" y="0"/>
                  </a:lnTo>
                  <a:lnTo>
                    <a:pt x="9979076" y="9525"/>
                  </a:lnTo>
                  <a:lnTo>
                    <a:pt x="10007651" y="9525"/>
                  </a:lnTo>
                  <a:lnTo>
                    <a:pt x="10007651" y="0"/>
                  </a:lnTo>
                  <a:close/>
                </a:path>
                <a:path w="11430000" h="3733800">
                  <a:moveTo>
                    <a:pt x="10025215" y="3724275"/>
                  </a:moveTo>
                  <a:lnTo>
                    <a:pt x="9996640" y="3724275"/>
                  </a:lnTo>
                  <a:lnTo>
                    <a:pt x="9996640" y="3733800"/>
                  </a:lnTo>
                  <a:lnTo>
                    <a:pt x="10025215" y="3733800"/>
                  </a:lnTo>
                  <a:lnTo>
                    <a:pt x="10025215" y="3724275"/>
                  </a:lnTo>
                  <a:close/>
                </a:path>
                <a:path w="11430000" h="3733800">
                  <a:moveTo>
                    <a:pt x="10055263" y="0"/>
                  </a:moveTo>
                  <a:lnTo>
                    <a:pt x="10026688" y="0"/>
                  </a:lnTo>
                  <a:lnTo>
                    <a:pt x="10026688" y="9525"/>
                  </a:lnTo>
                  <a:lnTo>
                    <a:pt x="10055263" y="9525"/>
                  </a:lnTo>
                  <a:lnTo>
                    <a:pt x="10055263" y="0"/>
                  </a:lnTo>
                  <a:close/>
                </a:path>
                <a:path w="11430000" h="3733800">
                  <a:moveTo>
                    <a:pt x="10072814" y="3724275"/>
                  </a:moveTo>
                  <a:lnTo>
                    <a:pt x="10044239" y="3724275"/>
                  </a:lnTo>
                  <a:lnTo>
                    <a:pt x="10044239" y="3733800"/>
                  </a:lnTo>
                  <a:lnTo>
                    <a:pt x="10072814" y="3733800"/>
                  </a:lnTo>
                  <a:lnTo>
                    <a:pt x="10072814" y="3724275"/>
                  </a:lnTo>
                  <a:close/>
                </a:path>
                <a:path w="11430000" h="3733800">
                  <a:moveTo>
                    <a:pt x="10102875" y="0"/>
                  </a:moveTo>
                  <a:lnTo>
                    <a:pt x="10074300" y="0"/>
                  </a:lnTo>
                  <a:lnTo>
                    <a:pt x="10074300" y="9525"/>
                  </a:lnTo>
                  <a:lnTo>
                    <a:pt x="10102875" y="9525"/>
                  </a:lnTo>
                  <a:lnTo>
                    <a:pt x="10102875" y="0"/>
                  </a:lnTo>
                  <a:close/>
                </a:path>
                <a:path w="11430000" h="3733800">
                  <a:moveTo>
                    <a:pt x="10120427" y="3724275"/>
                  </a:moveTo>
                  <a:lnTo>
                    <a:pt x="10091852" y="3724275"/>
                  </a:lnTo>
                  <a:lnTo>
                    <a:pt x="10091852" y="3733800"/>
                  </a:lnTo>
                  <a:lnTo>
                    <a:pt x="10120427" y="3733800"/>
                  </a:lnTo>
                  <a:lnTo>
                    <a:pt x="10120427" y="3724275"/>
                  </a:lnTo>
                  <a:close/>
                </a:path>
                <a:path w="11430000" h="3733800">
                  <a:moveTo>
                    <a:pt x="10150488" y="0"/>
                  </a:moveTo>
                  <a:lnTo>
                    <a:pt x="10121913" y="0"/>
                  </a:lnTo>
                  <a:lnTo>
                    <a:pt x="10121913" y="9525"/>
                  </a:lnTo>
                  <a:lnTo>
                    <a:pt x="10150488" y="9525"/>
                  </a:lnTo>
                  <a:lnTo>
                    <a:pt x="10150488" y="0"/>
                  </a:lnTo>
                  <a:close/>
                </a:path>
                <a:path w="11430000" h="3733800">
                  <a:moveTo>
                    <a:pt x="10168039" y="3724275"/>
                  </a:moveTo>
                  <a:lnTo>
                    <a:pt x="10139464" y="3724275"/>
                  </a:lnTo>
                  <a:lnTo>
                    <a:pt x="10139464" y="3733800"/>
                  </a:lnTo>
                  <a:lnTo>
                    <a:pt x="10168039" y="3733800"/>
                  </a:lnTo>
                  <a:lnTo>
                    <a:pt x="10168039" y="3724275"/>
                  </a:lnTo>
                  <a:close/>
                </a:path>
                <a:path w="11430000" h="3733800">
                  <a:moveTo>
                    <a:pt x="10198100" y="0"/>
                  </a:moveTo>
                  <a:lnTo>
                    <a:pt x="10169525" y="0"/>
                  </a:lnTo>
                  <a:lnTo>
                    <a:pt x="10169525" y="9525"/>
                  </a:lnTo>
                  <a:lnTo>
                    <a:pt x="10198100" y="9525"/>
                  </a:lnTo>
                  <a:lnTo>
                    <a:pt x="10198100" y="0"/>
                  </a:lnTo>
                  <a:close/>
                </a:path>
                <a:path w="11430000" h="3733800">
                  <a:moveTo>
                    <a:pt x="10215651" y="3724275"/>
                  </a:moveTo>
                  <a:lnTo>
                    <a:pt x="10187076" y="3724275"/>
                  </a:lnTo>
                  <a:lnTo>
                    <a:pt x="10187076" y="3733800"/>
                  </a:lnTo>
                  <a:lnTo>
                    <a:pt x="10215651" y="3733800"/>
                  </a:lnTo>
                  <a:lnTo>
                    <a:pt x="10215651" y="3724275"/>
                  </a:lnTo>
                  <a:close/>
                </a:path>
                <a:path w="11430000" h="3733800">
                  <a:moveTo>
                    <a:pt x="10245712" y="0"/>
                  </a:moveTo>
                  <a:lnTo>
                    <a:pt x="10217137" y="0"/>
                  </a:lnTo>
                  <a:lnTo>
                    <a:pt x="10217137" y="9525"/>
                  </a:lnTo>
                  <a:lnTo>
                    <a:pt x="10245712" y="9525"/>
                  </a:lnTo>
                  <a:lnTo>
                    <a:pt x="10245712" y="0"/>
                  </a:lnTo>
                  <a:close/>
                </a:path>
                <a:path w="11430000" h="3733800">
                  <a:moveTo>
                    <a:pt x="10263264" y="3724275"/>
                  </a:moveTo>
                  <a:lnTo>
                    <a:pt x="10234689" y="3724275"/>
                  </a:lnTo>
                  <a:lnTo>
                    <a:pt x="10234689" y="3733800"/>
                  </a:lnTo>
                  <a:lnTo>
                    <a:pt x="10263264" y="3733800"/>
                  </a:lnTo>
                  <a:lnTo>
                    <a:pt x="10263264" y="3724275"/>
                  </a:lnTo>
                  <a:close/>
                </a:path>
                <a:path w="11430000" h="3733800">
                  <a:moveTo>
                    <a:pt x="10293312" y="0"/>
                  </a:moveTo>
                  <a:lnTo>
                    <a:pt x="10264737" y="0"/>
                  </a:lnTo>
                  <a:lnTo>
                    <a:pt x="10264737" y="9525"/>
                  </a:lnTo>
                  <a:lnTo>
                    <a:pt x="10293312" y="9525"/>
                  </a:lnTo>
                  <a:lnTo>
                    <a:pt x="10293312" y="0"/>
                  </a:lnTo>
                  <a:close/>
                </a:path>
                <a:path w="11430000" h="3733800">
                  <a:moveTo>
                    <a:pt x="10310863" y="3724275"/>
                  </a:moveTo>
                  <a:lnTo>
                    <a:pt x="10282288" y="3724275"/>
                  </a:lnTo>
                  <a:lnTo>
                    <a:pt x="10282288" y="3733800"/>
                  </a:lnTo>
                  <a:lnTo>
                    <a:pt x="10310863" y="3733800"/>
                  </a:lnTo>
                  <a:lnTo>
                    <a:pt x="10310863" y="3724275"/>
                  </a:lnTo>
                  <a:close/>
                </a:path>
                <a:path w="11430000" h="3733800">
                  <a:moveTo>
                    <a:pt x="10340924" y="0"/>
                  </a:moveTo>
                  <a:lnTo>
                    <a:pt x="10312349" y="0"/>
                  </a:lnTo>
                  <a:lnTo>
                    <a:pt x="10312349" y="9525"/>
                  </a:lnTo>
                  <a:lnTo>
                    <a:pt x="10340924" y="9525"/>
                  </a:lnTo>
                  <a:lnTo>
                    <a:pt x="10340924" y="0"/>
                  </a:lnTo>
                  <a:close/>
                </a:path>
                <a:path w="11430000" h="3733800">
                  <a:moveTo>
                    <a:pt x="10358476" y="3724275"/>
                  </a:moveTo>
                  <a:lnTo>
                    <a:pt x="10329901" y="3724275"/>
                  </a:lnTo>
                  <a:lnTo>
                    <a:pt x="10329901" y="3733800"/>
                  </a:lnTo>
                  <a:lnTo>
                    <a:pt x="10358476" y="3733800"/>
                  </a:lnTo>
                  <a:lnTo>
                    <a:pt x="10358476" y="3724275"/>
                  </a:lnTo>
                  <a:close/>
                </a:path>
                <a:path w="11430000" h="3733800">
                  <a:moveTo>
                    <a:pt x="10388536" y="0"/>
                  </a:moveTo>
                  <a:lnTo>
                    <a:pt x="10359961" y="0"/>
                  </a:lnTo>
                  <a:lnTo>
                    <a:pt x="10359961" y="9525"/>
                  </a:lnTo>
                  <a:lnTo>
                    <a:pt x="10388536" y="9525"/>
                  </a:lnTo>
                  <a:lnTo>
                    <a:pt x="10388536" y="0"/>
                  </a:lnTo>
                  <a:close/>
                </a:path>
                <a:path w="11430000" h="3733800">
                  <a:moveTo>
                    <a:pt x="10406088" y="3724275"/>
                  </a:moveTo>
                  <a:lnTo>
                    <a:pt x="10377513" y="3724275"/>
                  </a:lnTo>
                  <a:lnTo>
                    <a:pt x="10377513" y="3733800"/>
                  </a:lnTo>
                  <a:lnTo>
                    <a:pt x="10406088" y="3733800"/>
                  </a:lnTo>
                  <a:lnTo>
                    <a:pt x="10406088" y="3724275"/>
                  </a:lnTo>
                  <a:close/>
                </a:path>
                <a:path w="11430000" h="3733800">
                  <a:moveTo>
                    <a:pt x="10436149" y="0"/>
                  </a:moveTo>
                  <a:lnTo>
                    <a:pt x="10407574" y="0"/>
                  </a:lnTo>
                  <a:lnTo>
                    <a:pt x="10407574" y="9525"/>
                  </a:lnTo>
                  <a:lnTo>
                    <a:pt x="10436149" y="9525"/>
                  </a:lnTo>
                  <a:lnTo>
                    <a:pt x="10436149" y="0"/>
                  </a:lnTo>
                  <a:close/>
                </a:path>
                <a:path w="11430000" h="3733800">
                  <a:moveTo>
                    <a:pt x="10453700" y="3724275"/>
                  </a:moveTo>
                  <a:lnTo>
                    <a:pt x="10425125" y="3724275"/>
                  </a:lnTo>
                  <a:lnTo>
                    <a:pt x="10425125" y="3733800"/>
                  </a:lnTo>
                  <a:lnTo>
                    <a:pt x="10453700" y="3733800"/>
                  </a:lnTo>
                  <a:lnTo>
                    <a:pt x="10453700" y="3724275"/>
                  </a:lnTo>
                  <a:close/>
                </a:path>
                <a:path w="11430000" h="3733800">
                  <a:moveTo>
                    <a:pt x="10483761" y="0"/>
                  </a:moveTo>
                  <a:lnTo>
                    <a:pt x="10455186" y="0"/>
                  </a:lnTo>
                  <a:lnTo>
                    <a:pt x="10455186" y="9525"/>
                  </a:lnTo>
                  <a:lnTo>
                    <a:pt x="10483761" y="9525"/>
                  </a:lnTo>
                  <a:lnTo>
                    <a:pt x="10483761" y="0"/>
                  </a:lnTo>
                  <a:close/>
                </a:path>
                <a:path w="11430000" h="3733800">
                  <a:moveTo>
                    <a:pt x="10501312" y="3724275"/>
                  </a:moveTo>
                  <a:lnTo>
                    <a:pt x="10472737" y="3724275"/>
                  </a:lnTo>
                  <a:lnTo>
                    <a:pt x="10472737" y="3733800"/>
                  </a:lnTo>
                  <a:lnTo>
                    <a:pt x="10501312" y="3733800"/>
                  </a:lnTo>
                  <a:lnTo>
                    <a:pt x="10501312" y="3724275"/>
                  </a:lnTo>
                  <a:close/>
                </a:path>
                <a:path w="11430000" h="3733800">
                  <a:moveTo>
                    <a:pt x="10531361" y="0"/>
                  </a:moveTo>
                  <a:lnTo>
                    <a:pt x="10502786" y="0"/>
                  </a:lnTo>
                  <a:lnTo>
                    <a:pt x="10502786" y="9525"/>
                  </a:lnTo>
                  <a:lnTo>
                    <a:pt x="10531361" y="9525"/>
                  </a:lnTo>
                  <a:lnTo>
                    <a:pt x="10531361" y="0"/>
                  </a:lnTo>
                  <a:close/>
                </a:path>
                <a:path w="11430000" h="3733800">
                  <a:moveTo>
                    <a:pt x="10548925" y="3724275"/>
                  </a:moveTo>
                  <a:lnTo>
                    <a:pt x="10520350" y="3724275"/>
                  </a:lnTo>
                  <a:lnTo>
                    <a:pt x="10520350" y="3733800"/>
                  </a:lnTo>
                  <a:lnTo>
                    <a:pt x="10548925" y="3733800"/>
                  </a:lnTo>
                  <a:lnTo>
                    <a:pt x="10548925" y="3724275"/>
                  </a:lnTo>
                  <a:close/>
                </a:path>
                <a:path w="11430000" h="3733800">
                  <a:moveTo>
                    <a:pt x="10578973" y="0"/>
                  </a:moveTo>
                  <a:lnTo>
                    <a:pt x="10550398" y="0"/>
                  </a:lnTo>
                  <a:lnTo>
                    <a:pt x="10550398" y="9525"/>
                  </a:lnTo>
                  <a:lnTo>
                    <a:pt x="10578973" y="9525"/>
                  </a:lnTo>
                  <a:lnTo>
                    <a:pt x="10578973" y="0"/>
                  </a:lnTo>
                  <a:close/>
                </a:path>
                <a:path w="11430000" h="3733800">
                  <a:moveTo>
                    <a:pt x="10596524" y="3724275"/>
                  </a:moveTo>
                  <a:lnTo>
                    <a:pt x="10567949" y="3724275"/>
                  </a:lnTo>
                  <a:lnTo>
                    <a:pt x="10567949" y="3733800"/>
                  </a:lnTo>
                  <a:lnTo>
                    <a:pt x="10596524" y="3733800"/>
                  </a:lnTo>
                  <a:lnTo>
                    <a:pt x="10596524" y="3724275"/>
                  </a:lnTo>
                  <a:close/>
                </a:path>
                <a:path w="11430000" h="3733800">
                  <a:moveTo>
                    <a:pt x="10626585" y="0"/>
                  </a:moveTo>
                  <a:lnTo>
                    <a:pt x="10598010" y="0"/>
                  </a:lnTo>
                  <a:lnTo>
                    <a:pt x="10598010" y="9525"/>
                  </a:lnTo>
                  <a:lnTo>
                    <a:pt x="10626585" y="9525"/>
                  </a:lnTo>
                  <a:lnTo>
                    <a:pt x="10626585" y="0"/>
                  </a:lnTo>
                  <a:close/>
                </a:path>
                <a:path w="11430000" h="3733800">
                  <a:moveTo>
                    <a:pt x="10644137" y="3724275"/>
                  </a:moveTo>
                  <a:lnTo>
                    <a:pt x="10615562" y="3724275"/>
                  </a:lnTo>
                  <a:lnTo>
                    <a:pt x="10615562" y="3733800"/>
                  </a:lnTo>
                  <a:lnTo>
                    <a:pt x="10644137" y="3733800"/>
                  </a:lnTo>
                  <a:lnTo>
                    <a:pt x="10644137" y="3724275"/>
                  </a:lnTo>
                  <a:close/>
                </a:path>
                <a:path w="11430000" h="3733800">
                  <a:moveTo>
                    <a:pt x="10674198" y="0"/>
                  </a:moveTo>
                  <a:lnTo>
                    <a:pt x="10645623" y="0"/>
                  </a:lnTo>
                  <a:lnTo>
                    <a:pt x="10645623" y="9525"/>
                  </a:lnTo>
                  <a:lnTo>
                    <a:pt x="10674198" y="9525"/>
                  </a:lnTo>
                  <a:lnTo>
                    <a:pt x="10674198" y="0"/>
                  </a:lnTo>
                  <a:close/>
                </a:path>
                <a:path w="11430000" h="3733800">
                  <a:moveTo>
                    <a:pt x="10691749" y="3724275"/>
                  </a:moveTo>
                  <a:lnTo>
                    <a:pt x="10663174" y="3724275"/>
                  </a:lnTo>
                  <a:lnTo>
                    <a:pt x="10663174" y="3733800"/>
                  </a:lnTo>
                  <a:lnTo>
                    <a:pt x="10691749" y="3733800"/>
                  </a:lnTo>
                  <a:lnTo>
                    <a:pt x="10691749" y="3724275"/>
                  </a:lnTo>
                  <a:close/>
                </a:path>
                <a:path w="11430000" h="3733800">
                  <a:moveTo>
                    <a:pt x="10721810" y="0"/>
                  </a:moveTo>
                  <a:lnTo>
                    <a:pt x="10693235" y="0"/>
                  </a:lnTo>
                  <a:lnTo>
                    <a:pt x="10693235" y="9525"/>
                  </a:lnTo>
                  <a:lnTo>
                    <a:pt x="10721810" y="9525"/>
                  </a:lnTo>
                  <a:lnTo>
                    <a:pt x="10721810" y="0"/>
                  </a:lnTo>
                  <a:close/>
                </a:path>
                <a:path w="11430000" h="3733800">
                  <a:moveTo>
                    <a:pt x="10739361" y="3724275"/>
                  </a:moveTo>
                  <a:lnTo>
                    <a:pt x="10710786" y="3724275"/>
                  </a:lnTo>
                  <a:lnTo>
                    <a:pt x="10710786" y="3733800"/>
                  </a:lnTo>
                  <a:lnTo>
                    <a:pt x="10739361" y="3733800"/>
                  </a:lnTo>
                  <a:lnTo>
                    <a:pt x="10739361" y="3724275"/>
                  </a:lnTo>
                  <a:close/>
                </a:path>
                <a:path w="11430000" h="3733800">
                  <a:moveTo>
                    <a:pt x="10769422" y="0"/>
                  </a:moveTo>
                  <a:lnTo>
                    <a:pt x="10740847" y="0"/>
                  </a:lnTo>
                  <a:lnTo>
                    <a:pt x="10740847" y="9525"/>
                  </a:lnTo>
                  <a:lnTo>
                    <a:pt x="10769422" y="9525"/>
                  </a:lnTo>
                  <a:lnTo>
                    <a:pt x="10769422" y="0"/>
                  </a:lnTo>
                  <a:close/>
                </a:path>
                <a:path w="11430000" h="3733800">
                  <a:moveTo>
                    <a:pt x="10786974" y="3724275"/>
                  </a:moveTo>
                  <a:lnTo>
                    <a:pt x="10758399" y="3724275"/>
                  </a:lnTo>
                  <a:lnTo>
                    <a:pt x="10758399" y="3733800"/>
                  </a:lnTo>
                  <a:lnTo>
                    <a:pt x="10786974" y="3733800"/>
                  </a:lnTo>
                  <a:lnTo>
                    <a:pt x="10786974" y="3724275"/>
                  </a:lnTo>
                  <a:close/>
                </a:path>
                <a:path w="11430000" h="3733800">
                  <a:moveTo>
                    <a:pt x="10817022" y="0"/>
                  </a:moveTo>
                  <a:lnTo>
                    <a:pt x="10788447" y="0"/>
                  </a:lnTo>
                  <a:lnTo>
                    <a:pt x="10788447" y="9525"/>
                  </a:lnTo>
                  <a:lnTo>
                    <a:pt x="10817022" y="9525"/>
                  </a:lnTo>
                  <a:lnTo>
                    <a:pt x="10817022" y="0"/>
                  </a:lnTo>
                  <a:close/>
                </a:path>
                <a:path w="11430000" h="3733800">
                  <a:moveTo>
                    <a:pt x="10834573" y="3724275"/>
                  </a:moveTo>
                  <a:lnTo>
                    <a:pt x="10805998" y="3724275"/>
                  </a:lnTo>
                  <a:lnTo>
                    <a:pt x="10805998" y="3733800"/>
                  </a:lnTo>
                  <a:lnTo>
                    <a:pt x="10834573" y="3733800"/>
                  </a:lnTo>
                  <a:lnTo>
                    <a:pt x="10834573" y="3724275"/>
                  </a:lnTo>
                  <a:close/>
                </a:path>
                <a:path w="11430000" h="3733800">
                  <a:moveTo>
                    <a:pt x="10864634" y="0"/>
                  </a:moveTo>
                  <a:lnTo>
                    <a:pt x="10836059" y="0"/>
                  </a:lnTo>
                  <a:lnTo>
                    <a:pt x="10836059" y="9525"/>
                  </a:lnTo>
                  <a:lnTo>
                    <a:pt x="10864634" y="9525"/>
                  </a:lnTo>
                  <a:lnTo>
                    <a:pt x="10864634" y="0"/>
                  </a:lnTo>
                  <a:close/>
                </a:path>
                <a:path w="11430000" h="3733800">
                  <a:moveTo>
                    <a:pt x="10882186" y="3724275"/>
                  </a:moveTo>
                  <a:lnTo>
                    <a:pt x="10853611" y="3724275"/>
                  </a:lnTo>
                  <a:lnTo>
                    <a:pt x="10853611" y="3733800"/>
                  </a:lnTo>
                  <a:lnTo>
                    <a:pt x="10882186" y="3733800"/>
                  </a:lnTo>
                  <a:lnTo>
                    <a:pt x="10882186" y="3724275"/>
                  </a:lnTo>
                  <a:close/>
                </a:path>
                <a:path w="11430000" h="3733800">
                  <a:moveTo>
                    <a:pt x="10912246" y="0"/>
                  </a:moveTo>
                  <a:lnTo>
                    <a:pt x="10883671" y="0"/>
                  </a:lnTo>
                  <a:lnTo>
                    <a:pt x="10883671" y="9525"/>
                  </a:lnTo>
                  <a:lnTo>
                    <a:pt x="10912246" y="9525"/>
                  </a:lnTo>
                  <a:lnTo>
                    <a:pt x="10912246" y="0"/>
                  </a:lnTo>
                  <a:close/>
                </a:path>
                <a:path w="11430000" h="3733800">
                  <a:moveTo>
                    <a:pt x="10929798" y="3724275"/>
                  </a:moveTo>
                  <a:lnTo>
                    <a:pt x="10901223" y="3724275"/>
                  </a:lnTo>
                  <a:lnTo>
                    <a:pt x="10901223" y="3733800"/>
                  </a:lnTo>
                  <a:lnTo>
                    <a:pt x="10929798" y="3733800"/>
                  </a:lnTo>
                  <a:lnTo>
                    <a:pt x="10929798" y="3724275"/>
                  </a:lnTo>
                  <a:close/>
                </a:path>
                <a:path w="11430000" h="3733800">
                  <a:moveTo>
                    <a:pt x="10959859" y="0"/>
                  </a:moveTo>
                  <a:lnTo>
                    <a:pt x="10931284" y="0"/>
                  </a:lnTo>
                  <a:lnTo>
                    <a:pt x="10931284" y="9525"/>
                  </a:lnTo>
                  <a:lnTo>
                    <a:pt x="10959859" y="9525"/>
                  </a:lnTo>
                  <a:lnTo>
                    <a:pt x="10959859" y="0"/>
                  </a:lnTo>
                  <a:close/>
                </a:path>
                <a:path w="11430000" h="3733800">
                  <a:moveTo>
                    <a:pt x="10977410" y="3724275"/>
                  </a:moveTo>
                  <a:lnTo>
                    <a:pt x="10948835" y="3724275"/>
                  </a:lnTo>
                  <a:lnTo>
                    <a:pt x="10948835" y="3733800"/>
                  </a:lnTo>
                  <a:lnTo>
                    <a:pt x="10977410" y="3733800"/>
                  </a:lnTo>
                  <a:lnTo>
                    <a:pt x="10977410" y="3724275"/>
                  </a:lnTo>
                  <a:close/>
                </a:path>
                <a:path w="11430000" h="3733800">
                  <a:moveTo>
                    <a:pt x="11007471" y="0"/>
                  </a:moveTo>
                  <a:lnTo>
                    <a:pt x="10978896" y="0"/>
                  </a:lnTo>
                  <a:lnTo>
                    <a:pt x="10978896" y="9525"/>
                  </a:lnTo>
                  <a:lnTo>
                    <a:pt x="11007471" y="9525"/>
                  </a:lnTo>
                  <a:lnTo>
                    <a:pt x="11007471" y="0"/>
                  </a:lnTo>
                  <a:close/>
                </a:path>
                <a:path w="11430000" h="3733800">
                  <a:moveTo>
                    <a:pt x="11025022" y="3724275"/>
                  </a:moveTo>
                  <a:lnTo>
                    <a:pt x="10996447" y="3724275"/>
                  </a:lnTo>
                  <a:lnTo>
                    <a:pt x="10996447" y="3733800"/>
                  </a:lnTo>
                  <a:lnTo>
                    <a:pt x="11025022" y="3733800"/>
                  </a:lnTo>
                  <a:lnTo>
                    <a:pt x="11025022" y="3724275"/>
                  </a:lnTo>
                  <a:close/>
                </a:path>
                <a:path w="11430000" h="3733800">
                  <a:moveTo>
                    <a:pt x="11055071" y="0"/>
                  </a:moveTo>
                  <a:lnTo>
                    <a:pt x="11026496" y="0"/>
                  </a:lnTo>
                  <a:lnTo>
                    <a:pt x="11026496" y="9525"/>
                  </a:lnTo>
                  <a:lnTo>
                    <a:pt x="11055071" y="9525"/>
                  </a:lnTo>
                  <a:lnTo>
                    <a:pt x="11055071" y="0"/>
                  </a:lnTo>
                  <a:close/>
                </a:path>
                <a:path w="11430000" h="3733800">
                  <a:moveTo>
                    <a:pt x="11072635" y="3724275"/>
                  </a:moveTo>
                  <a:lnTo>
                    <a:pt x="11044060" y="3724275"/>
                  </a:lnTo>
                  <a:lnTo>
                    <a:pt x="11044060" y="3733800"/>
                  </a:lnTo>
                  <a:lnTo>
                    <a:pt x="11072635" y="3733800"/>
                  </a:lnTo>
                  <a:lnTo>
                    <a:pt x="11072635" y="3724275"/>
                  </a:lnTo>
                  <a:close/>
                </a:path>
                <a:path w="11430000" h="3733800">
                  <a:moveTo>
                    <a:pt x="11102683" y="0"/>
                  </a:moveTo>
                  <a:lnTo>
                    <a:pt x="11074108" y="0"/>
                  </a:lnTo>
                  <a:lnTo>
                    <a:pt x="11074108" y="9525"/>
                  </a:lnTo>
                  <a:lnTo>
                    <a:pt x="11102683" y="9525"/>
                  </a:lnTo>
                  <a:lnTo>
                    <a:pt x="11102683" y="0"/>
                  </a:lnTo>
                  <a:close/>
                </a:path>
                <a:path w="11430000" h="3733800">
                  <a:moveTo>
                    <a:pt x="11120234" y="3724275"/>
                  </a:moveTo>
                  <a:lnTo>
                    <a:pt x="11091659" y="3724275"/>
                  </a:lnTo>
                  <a:lnTo>
                    <a:pt x="11091659" y="3733800"/>
                  </a:lnTo>
                  <a:lnTo>
                    <a:pt x="11120234" y="3733800"/>
                  </a:lnTo>
                  <a:lnTo>
                    <a:pt x="11120234" y="3724275"/>
                  </a:lnTo>
                  <a:close/>
                </a:path>
                <a:path w="11430000" h="3733800">
                  <a:moveTo>
                    <a:pt x="11150295" y="0"/>
                  </a:moveTo>
                  <a:lnTo>
                    <a:pt x="11121720" y="0"/>
                  </a:lnTo>
                  <a:lnTo>
                    <a:pt x="11121720" y="9525"/>
                  </a:lnTo>
                  <a:lnTo>
                    <a:pt x="11150295" y="9525"/>
                  </a:lnTo>
                  <a:lnTo>
                    <a:pt x="11150295" y="0"/>
                  </a:lnTo>
                  <a:close/>
                </a:path>
                <a:path w="11430000" h="3733800">
                  <a:moveTo>
                    <a:pt x="11167847" y="3724275"/>
                  </a:moveTo>
                  <a:lnTo>
                    <a:pt x="11139272" y="3724275"/>
                  </a:lnTo>
                  <a:lnTo>
                    <a:pt x="11139272" y="3733800"/>
                  </a:lnTo>
                  <a:lnTo>
                    <a:pt x="11167847" y="3733800"/>
                  </a:lnTo>
                  <a:lnTo>
                    <a:pt x="11167847" y="3724275"/>
                  </a:lnTo>
                  <a:close/>
                </a:path>
                <a:path w="11430000" h="3733800">
                  <a:moveTo>
                    <a:pt x="11197908" y="0"/>
                  </a:moveTo>
                  <a:lnTo>
                    <a:pt x="11169333" y="0"/>
                  </a:lnTo>
                  <a:lnTo>
                    <a:pt x="11169333" y="9525"/>
                  </a:lnTo>
                  <a:lnTo>
                    <a:pt x="11197908" y="9525"/>
                  </a:lnTo>
                  <a:lnTo>
                    <a:pt x="11197908" y="0"/>
                  </a:lnTo>
                  <a:close/>
                </a:path>
                <a:path w="11430000" h="3733800">
                  <a:moveTo>
                    <a:pt x="11215459" y="3724275"/>
                  </a:moveTo>
                  <a:lnTo>
                    <a:pt x="11186884" y="3724275"/>
                  </a:lnTo>
                  <a:lnTo>
                    <a:pt x="11186884" y="3733800"/>
                  </a:lnTo>
                  <a:lnTo>
                    <a:pt x="11215459" y="3733800"/>
                  </a:lnTo>
                  <a:lnTo>
                    <a:pt x="11215459" y="3724275"/>
                  </a:lnTo>
                  <a:close/>
                </a:path>
                <a:path w="11430000" h="3733800">
                  <a:moveTo>
                    <a:pt x="11245520" y="0"/>
                  </a:moveTo>
                  <a:lnTo>
                    <a:pt x="11216945" y="0"/>
                  </a:lnTo>
                  <a:lnTo>
                    <a:pt x="11216945" y="9525"/>
                  </a:lnTo>
                  <a:lnTo>
                    <a:pt x="11245520" y="9525"/>
                  </a:lnTo>
                  <a:lnTo>
                    <a:pt x="11245520" y="0"/>
                  </a:lnTo>
                  <a:close/>
                </a:path>
                <a:path w="11430000" h="3733800">
                  <a:moveTo>
                    <a:pt x="11263071" y="3724275"/>
                  </a:moveTo>
                  <a:lnTo>
                    <a:pt x="11234496" y="3724275"/>
                  </a:lnTo>
                  <a:lnTo>
                    <a:pt x="11234496" y="3733800"/>
                  </a:lnTo>
                  <a:lnTo>
                    <a:pt x="11263071" y="3733800"/>
                  </a:lnTo>
                  <a:lnTo>
                    <a:pt x="11263071" y="3724275"/>
                  </a:lnTo>
                  <a:close/>
                </a:path>
                <a:path w="11430000" h="3733800">
                  <a:moveTo>
                    <a:pt x="11293132" y="0"/>
                  </a:moveTo>
                  <a:lnTo>
                    <a:pt x="11264557" y="0"/>
                  </a:lnTo>
                  <a:lnTo>
                    <a:pt x="11264557" y="9525"/>
                  </a:lnTo>
                  <a:lnTo>
                    <a:pt x="11293132" y="9525"/>
                  </a:lnTo>
                  <a:lnTo>
                    <a:pt x="11293132" y="0"/>
                  </a:lnTo>
                  <a:close/>
                </a:path>
                <a:path w="11430000" h="3733800">
                  <a:moveTo>
                    <a:pt x="11310684" y="3724275"/>
                  </a:moveTo>
                  <a:lnTo>
                    <a:pt x="11282109" y="3724275"/>
                  </a:lnTo>
                  <a:lnTo>
                    <a:pt x="11282109" y="3733800"/>
                  </a:lnTo>
                  <a:lnTo>
                    <a:pt x="11310684" y="3733800"/>
                  </a:lnTo>
                  <a:lnTo>
                    <a:pt x="11310684" y="3724275"/>
                  </a:lnTo>
                  <a:close/>
                </a:path>
                <a:path w="11430000" h="3733800">
                  <a:moveTo>
                    <a:pt x="11340732" y="0"/>
                  </a:moveTo>
                  <a:lnTo>
                    <a:pt x="11312157" y="0"/>
                  </a:lnTo>
                  <a:lnTo>
                    <a:pt x="11312157" y="9525"/>
                  </a:lnTo>
                  <a:lnTo>
                    <a:pt x="11340732" y="9525"/>
                  </a:lnTo>
                  <a:lnTo>
                    <a:pt x="11340732" y="0"/>
                  </a:lnTo>
                  <a:close/>
                </a:path>
                <a:path w="11430000" h="3733800">
                  <a:moveTo>
                    <a:pt x="11358080" y="3733596"/>
                  </a:moveTo>
                  <a:lnTo>
                    <a:pt x="11357547" y="3724097"/>
                  </a:lnTo>
                  <a:lnTo>
                    <a:pt x="11353800" y="3724275"/>
                  </a:lnTo>
                  <a:lnTo>
                    <a:pt x="11329708" y="3724275"/>
                  </a:lnTo>
                  <a:lnTo>
                    <a:pt x="11329708" y="3733800"/>
                  </a:lnTo>
                  <a:lnTo>
                    <a:pt x="11353813" y="3733800"/>
                  </a:lnTo>
                  <a:lnTo>
                    <a:pt x="11358080" y="3733596"/>
                  </a:lnTo>
                  <a:close/>
                </a:path>
                <a:path w="11430000" h="3733800">
                  <a:moveTo>
                    <a:pt x="11387214" y="7810"/>
                  </a:moveTo>
                  <a:lnTo>
                    <a:pt x="11359515" y="279"/>
                  </a:lnTo>
                  <a:lnTo>
                    <a:pt x="11358791" y="9766"/>
                  </a:lnTo>
                  <a:lnTo>
                    <a:pt x="11360379" y="9842"/>
                  </a:lnTo>
                  <a:lnTo>
                    <a:pt x="11366818" y="10795"/>
                  </a:lnTo>
                  <a:lnTo>
                    <a:pt x="11373129" y="12382"/>
                  </a:lnTo>
                  <a:lnTo>
                    <a:pt x="11379314" y="14605"/>
                  </a:lnTo>
                  <a:lnTo>
                    <a:pt x="11383048" y="16357"/>
                  </a:lnTo>
                  <a:lnTo>
                    <a:pt x="11387214" y="7810"/>
                  </a:lnTo>
                  <a:close/>
                </a:path>
                <a:path w="11430000" h="3733800">
                  <a:moveTo>
                    <a:pt x="11402124" y="3716540"/>
                  </a:moveTo>
                  <a:lnTo>
                    <a:pt x="11396078" y="3709174"/>
                  </a:lnTo>
                  <a:lnTo>
                    <a:pt x="11390859" y="3713048"/>
                  </a:lnTo>
                  <a:lnTo>
                    <a:pt x="11385271" y="3716401"/>
                  </a:lnTo>
                  <a:lnTo>
                    <a:pt x="11379314" y="3719207"/>
                  </a:lnTo>
                  <a:lnTo>
                    <a:pt x="11373968" y="3721125"/>
                  </a:lnTo>
                  <a:lnTo>
                    <a:pt x="11376851" y="3730193"/>
                  </a:lnTo>
                  <a:lnTo>
                    <a:pt x="11382972" y="3728008"/>
                  </a:lnTo>
                  <a:lnTo>
                    <a:pt x="11389766" y="3724795"/>
                  </a:lnTo>
                  <a:lnTo>
                    <a:pt x="11396142" y="3720973"/>
                  </a:lnTo>
                  <a:lnTo>
                    <a:pt x="11402124" y="3716540"/>
                  </a:lnTo>
                  <a:close/>
                </a:path>
                <a:path w="11430000" h="3733800">
                  <a:moveTo>
                    <a:pt x="11421250" y="40779"/>
                  </a:moveTo>
                  <a:lnTo>
                    <a:pt x="11403241" y="18288"/>
                  </a:lnTo>
                  <a:lnTo>
                    <a:pt x="11397056" y="25527"/>
                  </a:lnTo>
                  <a:lnTo>
                    <a:pt x="11400955" y="29057"/>
                  </a:lnTo>
                  <a:lnTo>
                    <a:pt x="11405311" y="33858"/>
                  </a:lnTo>
                  <a:lnTo>
                    <a:pt x="11409248" y="39154"/>
                  </a:lnTo>
                  <a:lnTo>
                    <a:pt x="11412601" y="44742"/>
                  </a:lnTo>
                  <a:lnTo>
                    <a:pt x="11412817" y="45212"/>
                  </a:lnTo>
                  <a:lnTo>
                    <a:pt x="11421250" y="40779"/>
                  </a:lnTo>
                  <a:close/>
                </a:path>
                <a:path w="11430000" h="3733800">
                  <a:moveTo>
                    <a:pt x="11427574" y="3676370"/>
                  </a:moveTo>
                  <a:lnTo>
                    <a:pt x="11418354" y="3674021"/>
                  </a:lnTo>
                  <a:lnTo>
                    <a:pt x="11417630" y="3676929"/>
                  </a:lnTo>
                  <a:lnTo>
                    <a:pt x="11415408" y="3683127"/>
                  </a:lnTo>
                  <a:lnTo>
                    <a:pt x="11412601" y="3689070"/>
                  </a:lnTo>
                  <a:lnTo>
                    <a:pt x="11409248" y="3694658"/>
                  </a:lnTo>
                  <a:lnTo>
                    <a:pt x="11407648" y="3696817"/>
                  </a:lnTo>
                  <a:lnTo>
                    <a:pt x="11415344" y="3702418"/>
                  </a:lnTo>
                  <a:lnTo>
                    <a:pt x="11417173" y="3699941"/>
                  </a:lnTo>
                  <a:lnTo>
                    <a:pt x="11420996" y="3693566"/>
                  </a:lnTo>
                  <a:lnTo>
                    <a:pt x="11424209" y="3686759"/>
                  </a:lnTo>
                  <a:lnTo>
                    <a:pt x="11426749" y="3679698"/>
                  </a:lnTo>
                  <a:lnTo>
                    <a:pt x="11427574" y="3676370"/>
                  </a:lnTo>
                  <a:close/>
                </a:path>
                <a:path w="11430000" h="3733800">
                  <a:moveTo>
                    <a:pt x="11430000" y="3629215"/>
                  </a:moveTo>
                  <a:lnTo>
                    <a:pt x="11420475" y="3629215"/>
                  </a:lnTo>
                  <a:lnTo>
                    <a:pt x="11420475" y="3657777"/>
                  </a:lnTo>
                  <a:lnTo>
                    <a:pt x="11430000" y="3657777"/>
                  </a:lnTo>
                  <a:lnTo>
                    <a:pt x="11430000" y="3629215"/>
                  </a:lnTo>
                  <a:close/>
                </a:path>
                <a:path w="11430000" h="3733800">
                  <a:moveTo>
                    <a:pt x="11430000" y="3581603"/>
                  </a:moveTo>
                  <a:lnTo>
                    <a:pt x="11420475" y="3581603"/>
                  </a:lnTo>
                  <a:lnTo>
                    <a:pt x="11420475" y="3610178"/>
                  </a:lnTo>
                  <a:lnTo>
                    <a:pt x="11430000" y="3610178"/>
                  </a:lnTo>
                  <a:lnTo>
                    <a:pt x="11430000" y="3581603"/>
                  </a:lnTo>
                  <a:close/>
                </a:path>
                <a:path w="11430000" h="3733800">
                  <a:moveTo>
                    <a:pt x="11430000" y="3533991"/>
                  </a:moveTo>
                  <a:lnTo>
                    <a:pt x="11420475" y="3533991"/>
                  </a:lnTo>
                  <a:lnTo>
                    <a:pt x="11420475" y="3562566"/>
                  </a:lnTo>
                  <a:lnTo>
                    <a:pt x="11430000" y="3562566"/>
                  </a:lnTo>
                  <a:lnTo>
                    <a:pt x="11430000" y="3533991"/>
                  </a:lnTo>
                  <a:close/>
                </a:path>
                <a:path w="11430000" h="3733800">
                  <a:moveTo>
                    <a:pt x="11430000" y="3486391"/>
                  </a:moveTo>
                  <a:lnTo>
                    <a:pt x="11420475" y="3486391"/>
                  </a:lnTo>
                  <a:lnTo>
                    <a:pt x="11420475" y="3514966"/>
                  </a:lnTo>
                  <a:lnTo>
                    <a:pt x="11430000" y="3514966"/>
                  </a:lnTo>
                  <a:lnTo>
                    <a:pt x="11430000" y="3486391"/>
                  </a:lnTo>
                  <a:close/>
                </a:path>
                <a:path w="11430000" h="3733800">
                  <a:moveTo>
                    <a:pt x="11430000" y="3438779"/>
                  </a:moveTo>
                  <a:lnTo>
                    <a:pt x="11420475" y="3438779"/>
                  </a:lnTo>
                  <a:lnTo>
                    <a:pt x="11420475" y="3467354"/>
                  </a:lnTo>
                  <a:lnTo>
                    <a:pt x="11430000" y="3467354"/>
                  </a:lnTo>
                  <a:lnTo>
                    <a:pt x="11430000" y="3438779"/>
                  </a:lnTo>
                  <a:close/>
                </a:path>
                <a:path w="11430000" h="3733800">
                  <a:moveTo>
                    <a:pt x="11430000" y="3391166"/>
                  </a:moveTo>
                  <a:lnTo>
                    <a:pt x="11420475" y="3391166"/>
                  </a:lnTo>
                  <a:lnTo>
                    <a:pt x="11420475" y="3419741"/>
                  </a:lnTo>
                  <a:lnTo>
                    <a:pt x="11430000" y="3419741"/>
                  </a:lnTo>
                  <a:lnTo>
                    <a:pt x="11430000" y="3391166"/>
                  </a:lnTo>
                  <a:close/>
                </a:path>
                <a:path w="11430000" h="3733800">
                  <a:moveTo>
                    <a:pt x="11430000" y="3343554"/>
                  </a:moveTo>
                  <a:lnTo>
                    <a:pt x="11420475" y="3343554"/>
                  </a:lnTo>
                  <a:lnTo>
                    <a:pt x="11420475" y="3372129"/>
                  </a:lnTo>
                  <a:lnTo>
                    <a:pt x="11430000" y="3372129"/>
                  </a:lnTo>
                  <a:lnTo>
                    <a:pt x="11430000" y="3343554"/>
                  </a:lnTo>
                  <a:close/>
                </a:path>
                <a:path w="11430000" h="3733800">
                  <a:moveTo>
                    <a:pt x="11430000" y="3295942"/>
                  </a:moveTo>
                  <a:lnTo>
                    <a:pt x="11420475" y="3295942"/>
                  </a:lnTo>
                  <a:lnTo>
                    <a:pt x="11420475" y="3324517"/>
                  </a:lnTo>
                  <a:lnTo>
                    <a:pt x="11430000" y="3324517"/>
                  </a:lnTo>
                  <a:lnTo>
                    <a:pt x="11430000" y="3295942"/>
                  </a:lnTo>
                  <a:close/>
                </a:path>
                <a:path w="11430000" h="3733800">
                  <a:moveTo>
                    <a:pt x="11430000" y="3248329"/>
                  </a:moveTo>
                  <a:lnTo>
                    <a:pt x="11420475" y="3248329"/>
                  </a:lnTo>
                  <a:lnTo>
                    <a:pt x="11420475" y="3276904"/>
                  </a:lnTo>
                  <a:lnTo>
                    <a:pt x="11430000" y="3276904"/>
                  </a:lnTo>
                  <a:lnTo>
                    <a:pt x="11430000" y="3248329"/>
                  </a:lnTo>
                  <a:close/>
                </a:path>
                <a:path w="11430000" h="3733800">
                  <a:moveTo>
                    <a:pt x="11430000" y="3200730"/>
                  </a:moveTo>
                  <a:lnTo>
                    <a:pt x="11420475" y="3200730"/>
                  </a:lnTo>
                  <a:lnTo>
                    <a:pt x="11420475" y="3229305"/>
                  </a:lnTo>
                  <a:lnTo>
                    <a:pt x="11430000" y="3229305"/>
                  </a:lnTo>
                  <a:lnTo>
                    <a:pt x="11430000" y="3200730"/>
                  </a:lnTo>
                  <a:close/>
                </a:path>
                <a:path w="11430000" h="3733800">
                  <a:moveTo>
                    <a:pt x="11430000" y="3153118"/>
                  </a:moveTo>
                  <a:lnTo>
                    <a:pt x="11420475" y="3153118"/>
                  </a:lnTo>
                  <a:lnTo>
                    <a:pt x="11420475" y="3181693"/>
                  </a:lnTo>
                  <a:lnTo>
                    <a:pt x="11430000" y="3181693"/>
                  </a:lnTo>
                  <a:lnTo>
                    <a:pt x="11430000" y="3153118"/>
                  </a:lnTo>
                  <a:close/>
                </a:path>
                <a:path w="11430000" h="3733800">
                  <a:moveTo>
                    <a:pt x="11430000" y="3105505"/>
                  </a:moveTo>
                  <a:lnTo>
                    <a:pt x="11420475" y="3105505"/>
                  </a:lnTo>
                  <a:lnTo>
                    <a:pt x="11420475" y="3134080"/>
                  </a:lnTo>
                  <a:lnTo>
                    <a:pt x="11430000" y="3134080"/>
                  </a:lnTo>
                  <a:lnTo>
                    <a:pt x="11430000" y="3105505"/>
                  </a:lnTo>
                  <a:close/>
                </a:path>
                <a:path w="11430000" h="3733800">
                  <a:moveTo>
                    <a:pt x="11430000" y="3057893"/>
                  </a:moveTo>
                  <a:lnTo>
                    <a:pt x="11420475" y="3057893"/>
                  </a:lnTo>
                  <a:lnTo>
                    <a:pt x="11420475" y="3086468"/>
                  </a:lnTo>
                  <a:lnTo>
                    <a:pt x="11430000" y="3086468"/>
                  </a:lnTo>
                  <a:lnTo>
                    <a:pt x="11430000" y="3057893"/>
                  </a:lnTo>
                  <a:close/>
                </a:path>
                <a:path w="11430000" h="3733800">
                  <a:moveTo>
                    <a:pt x="11430000" y="3010281"/>
                  </a:moveTo>
                  <a:lnTo>
                    <a:pt x="11420475" y="3010281"/>
                  </a:lnTo>
                  <a:lnTo>
                    <a:pt x="11420475" y="3038856"/>
                  </a:lnTo>
                  <a:lnTo>
                    <a:pt x="11430000" y="3038856"/>
                  </a:lnTo>
                  <a:lnTo>
                    <a:pt x="11430000" y="3010281"/>
                  </a:lnTo>
                  <a:close/>
                </a:path>
                <a:path w="11430000" h="3733800">
                  <a:moveTo>
                    <a:pt x="11430000" y="2962681"/>
                  </a:moveTo>
                  <a:lnTo>
                    <a:pt x="11420475" y="2962681"/>
                  </a:lnTo>
                  <a:lnTo>
                    <a:pt x="11420475" y="2991256"/>
                  </a:lnTo>
                  <a:lnTo>
                    <a:pt x="11430000" y="2991256"/>
                  </a:lnTo>
                  <a:lnTo>
                    <a:pt x="11430000" y="2962681"/>
                  </a:lnTo>
                  <a:close/>
                </a:path>
                <a:path w="11430000" h="3733800">
                  <a:moveTo>
                    <a:pt x="11430000" y="2915069"/>
                  </a:moveTo>
                  <a:lnTo>
                    <a:pt x="11420475" y="2915069"/>
                  </a:lnTo>
                  <a:lnTo>
                    <a:pt x="11420475" y="2943644"/>
                  </a:lnTo>
                  <a:lnTo>
                    <a:pt x="11430000" y="2943644"/>
                  </a:lnTo>
                  <a:lnTo>
                    <a:pt x="11430000" y="2915069"/>
                  </a:lnTo>
                  <a:close/>
                </a:path>
                <a:path w="11430000" h="3733800">
                  <a:moveTo>
                    <a:pt x="11430000" y="2867456"/>
                  </a:moveTo>
                  <a:lnTo>
                    <a:pt x="11420475" y="2867456"/>
                  </a:lnTo>
                  <a:lnTo>
                    <a:pt x="11420475" y="2896031"/>
                  </a:lnTo>
                  <a:lnTo>
                    <a:pt x="11430000" y="2896031"/>
                  </a:lnTo>
                  <a:lnTo>
                    <a:pt x="11430000" y="2867456"/>
                  </a:lnTo>
                  <a:close/>
                </a:path>
                <a:path w="11430000" h="3733800">
                  <a:moveTo>
                    <a:pt x="11430000" y="2819844"/>
                  </a:moveTo>
                  <a:lnTo>
                    <a:pt x="11420475" y="2819844"/>
                  </a:lnTo>
                  <a:lnTo>
                    <a:pt x="11420475" y="2848419"/>
                  </a:lnTo>
                  <a:lnTo>
                    <a:pt x="11430000" y="2848419"/>
                  </a:lnTo>
                  <a:lnTo>
                    <a:pt x="11430000" y="2819844"/>
                  </a:lnTo>
                  <a:close/>
                </a:path>
                <a:path w="11430000" h="3733800">
                  <a:moveTo>
                    <a:pt x="11430000" y="2772232"/>
                  </a:moveTo>
                  <a:lnTo>
                    <a:pt x="11420475" y="2772232"/>
                  </a:lnTo>
                  <a:lnTo>
                    <a:pt x="11420475" y="2800807"/>
                  </a:lnTo>
                  <a:lnTo>
                    <a:pt x="11430000" y="2800807"/>
                  </a:lnTo>
                  <a:lnTo>
                    <a:pt x="11430000" y="2772232"/>
                  </a:lnTo>
                  <a:close/>
                </a:path>
                <a:path w="11430000" h="3733800">
                  <a:moveTo>
                    <a:pt x="11430000" y="2724620"/>
                  </a:moveTo>
                  <a:lnTo>
                    <a:pt x="11420475" y="2724620"/>
                  </a:lnTo>
                  <a:lnTo>
                    <a:pt x="11420475" y="2753195"/>
                  </a:lnTo>
                  <a:lnTo>
                    <a:pt x="11430000" y="2753195"/>
                  </a:lnTo>
                  <a:lnTo>
                    <a:pt x="11430000" y="2724620"/>
                  </a:lnTo>
                  <a:close/>
                </a:path>
                <a:path w="11430000" h="3733800">
                  <a:moveTo>
                    <a:pt x="11430000" y="2677020"/>
                  </a:moveTo>
                  <a:lnTo>
                    <a:pt x="11420475" y="2677020"/>
                  </a:lnTo>
                  <a:lnTo>
                    <a:pt x="11420475" y="2705595"/>
                  </a:lnTo>
                  <a:lnTo>
                    <a:pt x="11430000" y="2705595"/>
                  </a:lnTo>
                  <a:lnTo>
                    <a:pt x="11430000" y="2677020"/>
                  </a:lnTo>
                  <a:close/>
                </a:path>
                <a:path w="11430000" h="3733800">
                  <a:moveTo>
                    <a:pt x="11430000" y="2629408"/>
                  </a:moveTo>
                  <a:lnTo>
                    <a:pt x="11420475" y="2629408"/>
                  </a:lnTo>
                  <a:lnTo>
                    <a:pt x="11420475" y="2657983"/>
                  </a:lnTo>
                  <a:lnTo>
                    <a:pt x="11430000" y="2657983"/>
                  </a:lnTo>
                  <a:lnTo>
                    <a:pt x="11430000" y="2629408"/>
                  </a:lnTo>
                  <a:close/>
                </a:path>
                <a:path w="11430000" h="3733800">
                  <a:moveTo>
                    <a:pt x="11430000" y="2581795"/>
                  </a:moveTo>
                  <a:lnTo>
                    <a:pt x="11420475" y="2581795"/>
                  </a:lnTo>
                  <a:lnTo>
                    <a:pt x="11420475" y="2610370"/>
                  </a:lnTo>
                  <a:lnTo>
                    <a:pt x="11430000" y="2610370"/>
                  </a:lnTo>
                  <a:lnTo>
                    <a:pt x="11430000" y="2581795"/>
                  </a:lnTo>
                  <a:close/>
                </a:path>
                <a:path w="11430000" h="3733800">
                  <a:moveTo>
                    <a:pt x="11430000" y="2534183"/>
                  </a:moveTo>
                  <a:lnTo>
                    <a:pt x="11420475" y="2534183"/>
                  </a:lnTo>
                  <a:lnTo>
                    <a:pt x="11420475" y="2562758"/>
                  </a:lnTo>
                  <a:lnTo>
                    <a:pt x="11430000" y="2562758"/>
                  </a:lnTo>
                  <a:lnTo>
                    <a:pt x="11430000" y="2534183"/>
                  </a:lnTo>
                  <a:close/>
                </a:path>
                <a:path w="11430000" h="3733800">
                  <a:moveTo>
                    <a:pt x="11430000" y="2486571"/>
                  </a:moveTo>
                  <a:lnTo>
                    <a:pt x="11420475" y="2486571"/>
                  </a:lnTo>
                  <a:lnTo>
                    <a:pt x="11420475" y="2515146"/>
                  </a:lnTo>
                  <a:lnTo>
                    <a:pt x="11430000" y="2515146"/>
                  </a:lnTo>
                  <a:lnTo>
                    <a:pt x="11430000" y="2486571"/>
                  </a:lnTo>
                  <a:close/>
                </a:path>
                <a:path w="11430000" h="3733800">
                  <a:moveTo>
                    <a:pt x="11430000" y="2438971"/>
                  </a:moveTo>
                  <a:lnTo>
                    <a:pt x="11420475" y="2438971"/>
                  </a:lnTo>
                  <a:lnTo>
                    <a:pt x="11420475" y="2467546"/>
                  </a:lnTo>
                  <a:lnTo>
                    <a:pt x="11430000" y="2467546"/>
                  </a:lnTo>
                  <a:lnTo>
                    <a:pt x="11430000" y="2438971"/>
                  </a:lnTo>
                  <a:close/>
                </a:path>
                <a:path w="11430000" h="3733800">
                  <a:moveTo>
                    <a:pt x="11430000" y="2391359"/>
                  </a:moveTo>
                  <a:lnTo>
                    <a:pt x="11420475" y="2391359"/>
                  </a:lnTo>
                  <a:lnTo>
                    <a:pt x="11420475" y="2419934"/>
                  </a:lnTo>
                  <a:lnTo>
                    <a:pt x="11430000" y="2419934"/>
                  </a:lnTo>
                  <a:lnTo>
                    <a:pt x="11430000" y="2391359"/>
                  </a:lnTo>
                  <a:close/>
                </a:path>
                <a:path w="11430000" h="3733800">
                  <a:moveTo>
                    <a:pt x="11430000" y="2343747"/>
                  </a:moveTo>
                  <a:lnTo>
                    <a:pt x="11420475" y="2343747"/>
                  </a:lnTo>
                  <a:lnTo>
                    <a:pt x="11420475" y="2372322"/>
                  </a:lnTo>
                  <a:lnTo>
                    <a:pt x="11430000" y="2372322"/>
                  </a:lnTo>
                  <a:lnTo>
                    <a:pt x="11430000" y="2343747"/>
                  </a:lnTo>
                  <a:close/>
                </a:path>
                <a:path w="11430000" h="3733800">
                  <a:moveTo>
                    <a:pt x="11430000" y="2296134"/>
                  </a:moveTo>
                  <a:lnTo>
                    <a:pt x="11420475" y="2296134"/>
                  </a:lnTo>
                  <a:lnTo>
                    <a:pt x="11420475" y="2324709"/>
                  </a:lnTo>
                  <a:lnTo>
                    <a:pt x="11430000" y="2324709"/>
                  </a:lnTo>
                  <a:lnTo>
                    <a:pt x="11430000" y="2296134"/>
                  </a:lnTo>
                  <a:close/>
                </a:path>
                <a:path w="11430000" h="3733800">
                  <a:moveTo>
                    <a:pt x="11430000" y="2248522"/>
                  </a:moveTo>
                  <a:lnTo>
                    <a:pt x="11420475" y="2248522"/>
                  </a:lnTo>
                  <a:lnTo>
                    <a:pt x="11420475" y="2277097"/>
                  </a:lnTo>
                  <a:lnTo>
                    <a:pt x="11430000" y="2277097"/>
                  </a:lnTo>
                  <a:lnTo>
                    <a:pt x="11430000" y="2248522"/>
                  </a:lnTo>
                  <a:close/>
                </a:path>
                <a:path w="11430000" h="3733800">
                  <a:moveTo>
                    <a:pt x="11430000" y="2200910"/>
                  </a:moveTo>
                  <a:lnTo>
                    <a:pt x="11420475" y="2200910"/>
                  </a:lnTo>
                  <a:lnTo>
                    <a:pt x="11420475" y="2229485"/>
                  </a:lnTo>
                  <a:lnTo>
                    <a:pt x="11430000" y="2229485"/>
                  </a:lnTo>
                  <a:lnTo>
                    <a:pt x="11430000" y="2200910"/>
                  </a:lnTo>
                  <a:close/>
                </a:path>
                <a:path w="11430000" h="3733800">
                  <a:moveTo>
                    <a:pt x="11430000" y="2153310"/>
                  </a:moveTo>
                  <a:lnTo>
                    <a:pt x="11420475" y="2153310"/>
                  </a:lnTo>
                  <a:lnTo>
                    <a:pt x="11420475" y="2181885"/>
                  </a:lnTo>
                  <a:lnTo>
                    <a:pt x="11430000" y="2181885"/>
                  </a:lnTo>
                  <a:lnTo>
                    <a:pt x="11430000" y="2153310"/>
                  </a:lnTo>
                  <a:close/>
                </a:path>
                <a:path w="11430000" h="3733800">
                  <a:moveTo>
                    <a:pt x="11430000" y="2105698"/>
                  </a:moveTo>
                  <a:lnTo>
                    <a:pt x="11420475" y="2105698"/>
                  </a:lnTo>
                  <a:lnTo>
                    <a:pt x="11420475" y="2134273"/>
                  </a:lnTo>
                  <a:lnTo>
                    <a:pt x="11430000" y="2134273"/>
                  </a:lnTo>
                  <a:lnTo>
                    <a:pt x="11430000" y="2105698"/>
                  </a:lnTo>
                  <a:close/>
                </a:path>
                <a:path w="11430000" h="3733800">
                  <a:moveTo>
                    <a:pt x="11430000" y="2058085"/>
                  </a:moveTo>
                  <a:lnTo>
                    <a:pt x="11420475" y="2058085"/>
                  </a:lnTo>
                  <a:lnTo>
                    <a:pt x="11420475" y="2086660"/>
                  </a:lnTo>
                  <a:lnTo>
                    <a:pt x="11430000" y="2086660"/>
                  </a:lnTo>
                  <a:lnTo>
                    <a:pt x="11430000" y="2058085"/>
                  </a:lnTo>
                  <a:close/>
                </a:path>
                <a:path w="11430000" h="3733800">
                  <a:moveTo>
                    <a:pt x="11430000" y="2010473"/>
                  </a:moveTo>
                  <a:lnTo>
                    <a:pt x="11420475" y="2010473"/>
                  </a:lnTo>
                  <a:lnTo>
                    <a:pt x="11420475" y="2039048"/>
                  </a:lnTo>
                  <a:lnTo>
                    <a:pt x="11430000" y="2039048"/>
                  </a:lnTo>
                  <a:lnTo>
                    <a:pt x="11430000" y="2010473"/>
                  </a:lnTo>
                  <a:close/>
                </a:path>
                <a:path w="11430000" h="3733800">
                  <a:moveTo>
                    <a:pt x="11430000" y="1962861"/>
                  </a:moveTo>
                  <a:lnTo>
                    <a:pt x="11420475" y="1962861"/>
                  </a:lnTo>
                  <a:lnTo>
                    <a:pt x="11420475" y="1991436"/>
                  </a:lnTo>
                  <a:lnTo>
                    <a:pt x="11430000" y="1991436"/>
                  </a:lnTo>
                  <a:lnTo>
                    <a:pt x="11430000" y="1962861"/>
                  </a:lnTo>
                  <a:close/>
                </a:path>
                <a:path w="11430000" h="3733800">
                  <a:moveTo>
                    <a:pt x="11430000" y="1915261"/>
                  </a:moveTo>
                  <a:lnTo>
                    <a:pt x="11420475" y="1915261"/>
                  </a:lnTo>
                  <a:lnTo>
                    <a:pt x="11420475" y="1943836"/>
                  </a:lnTo>
                  <a:lnTo>
                    <a:pt x="11430000" y="1943836"/>
                  </a:lnTo>
                  <a:lnTo>
                    <a:pt x="11430000" y="1915261"/>
                  </a:lnTo>
                  <a:close/>
                </a:path>
                <a:path w="11430000" h="3733800">
                  <a:moveTo>
                    <a:pt x="11430000" y="1867649"/>
                  </a:moveTo>
                  <a:lnTo>
                    <a:pt x="11420475" y="1867649"/>
                  </a:lnTo>
                  <a:lnTo>
                    <a:pt x="11420475" y="1896224"/>
                  </a:lnTo>
                  <a:lnTo>
                    <a:pt x="11430000" y="1896224"/>
                  </a:lnTo>
                  <a:lnTo>
                    <a:pt x="11430000" y="1867649"/>
                  </a:lnTo>
                  <a:close/>
                </a:path>
                <a:path w="11430000" h="3733800">
                  <a:moveTo>
                    <a:pt x="11430000" y="1820037"/>
                  </a:moveTo>
                  <a:lnTo>
                    <a:pt x="11420475" y="1820037"/>
                  </a:lnTo>
                  <a:lnTo>
                    <a:pt x="11420475" y="1848612"/>
                  </a:lnTo>
                  <a:lnTo>
                    <a:pt x="11430000" y="1848612"/>
                  </a:lnTo>
                  <a:lnTo>
                    <a:pt x="11430000" y="1820037"/>
                  </a:lnTo>
                  <a:close/>
                </a:path>
                <a:path w="11430000" h="3733800">
                  <a:moveTo>
                    <a:pt x="11430000" y="1772424"/>
                  </a:moveTo>
                  <a:lnTo>
                    <a:pt x="11420475" y="1772424"/>
                  </a:lnTo>
                  <a:lnTo>
                    <a:pt x="11420475" y="1800999"/>
                  </a:lnTo>
                  <a:lnTo>
                    <a:pt x="11430000" y="1800999"/>
                  </a:lnTo>
                  <a:lnTo>
                    <a:pt x="11430000" y="1772424"/>
                  </a:lnTo>
                  <a:close/>
                </a:path>
                <a:path w="11430000" h="3733800">
                  <a:moveTo>
                    <a:pt x="11430000" y="1724812"/>
                  </a:moveTo>
                  <a:lnTo>
                    <a:pt x="11420475" y="1724812"/>
                  </a:lnTo>
                  <a:lnTo>
                    <a:pt x="11420475" y="1753387"/>
                  </a:lnTo>
                  <a:lnTo>
                    <a:pt x="11430000" y="1753387"/>
                  </a:lnTo>
                  <a:lnTo>
                    <a:pt x="11430000" y="1724812"/>
                  </a:lnTo>
                  <a:close/>
                </a:path>
                <a:path w="11430000" h="3733800">
                  <a:moveTo>
                    <a:pt x="11430000" y="1677212"/>
                  </a:moveTo>
                  <a:lnTo>
                    <a:pt x="11420475" y="1677212"/>
                  </a:lnTo>
                  <a:lnTo>
                    <a:pt x="11420475" y="1705787"/>
                  </a:lnTo>
                  <a:lnTo>
                    <a:pt x="11430000" y="1705787"/>
                  </a:lnTo>
                  <a:lnTo>
                    <a:pt x="11430000" y="1677212"/>
                  </a:lnTo>
                  <a:close/>
                </a:path>
                <a:path w="11430000" h="3733800">
                  <a:moveTo>
                    <a:pt x="11430000" y="1629600"/>
                  </a:moveTo>
                  <a:lnTo>
                    <a:pt x="11420475" y="1629600"/>
                  </a:lnTo>
                  <a:lnTo>
                    <a:pt x="11420475" y="1658175"/>
                  </a:lnTo>
                  <a:lnTo>
                    <a:pt x="11430000" y="1658175"/>
                  </a:lnTo>
                  <a:lnTo>
                    <a:pt x="11430000" y="1629600"/>
                  </a:lnTo>
                  <a:close/>
                </a:path>
                <a:path w="11430000" h="3733800">
                  <a:moveTo>
                    <a:pt x="11430000" y="1581988"/>
                  </a:moveTo>
                  <a:lnTo>
                    <a:pt x="11420475" y="1581988"/>
                  </a:lnTo>
                  <a:lnTo>
                    <a:pt x="11420475" y="1610563"/>
                  </a:lnTo>
                  <a:lnTo>
                    <a:pt x="11430000" y="1610563"/>
                  </a:lnTo>
                  <a:lnTo>
                    <a:pt x="11430000" y="1581988"/>
                  </a:lnTo>
                  <a:close/>
                </a:path>
                <a:path w="11430000" h="3733800">
                  <a:moveTo>
                    <a:pt x="11430000" y="1534375"/>
                  </a:moveTo>
                  <a:lnTo>
                    <a:pt x="11420475" y="1534375"/>
                  </a:lnTo>
                  <a:lnTo>
                    <a:pt x="11420475" y="1562950"/>
                  </a:lnTo>
                  <a:lnTo>
                    <a:pt x="11430000" y="1562950"/>
                  </a:lnTo>
                  <a:lnTo>
                    <a:pt x="11430000" y="1534375"/>
                  </a:lnTo>
                  <a:close/>
                </a:path>
                <a:path w="11430000" h="3733800">
                  <a:moveTo>
                    <a:pt x="11430000" y="1486763"/>
                  </a:moveTo>
                  <a:lnTo>
                    <a:pt x="11420475" y="1486763"/>
                  </a:lnTo>
                  <a:lnTo>
                    <a:pt x="11420475" y="1515338"/>
                  </a:lnTo>
                  <a:lnTo>
                    <a:pt x="11430000" y="1515338"/>
                  </a:lnTo>
                  <a:lnTo>
                    <a:pt x="11430000" y="1486763"/>
                  </a:lnTo>
                  <a:close/>
                </a:path>
                <a:path w="11430000" h="3733800">
                  <a:moveTo>
                    <a:pt x="11430000" y="1439151"/>
                  </a:moveTo>
                  <a:lnTo>
                    <a:pt x="11420475" y="1439151"/>
                  </a:lnTo>
                  <a:lnTo>
                    <a:pt x="11420475" y="1467726"/>
                  </a:lnTo>
                  <a:lnTo>
                    <a:pt x="11430000" y="1467726"/>
                  </a:lnTo>
                  <a:lnTo>
                    <a:pt x="11430000" y="1439151"/>
                  </a:lnTo>
                  <a:close/>
                </a:path>
                <a:path w="11430000" h="3733800">
                  <a:moveTo>
                    <a:pt x="11430000" y="1391551"/>
                  </a:moveTo>
                  <a:lnTo>
                    <a:pt x="11420475" y="1391551"/>
                  </a:lnTo>
                  <a:lnTo>
                    <a:pt x="11420475" y="1420126"/>
                  </a:lnTo>
                  <a:lnTo>
                    <a:pt x="11430000" y="1420126"/>
                  </a:lnTo>
                  <a:lnTo>
                    <a:pt x="11430000" y="1391551"/>
                  </a:lnTo>
                  <a:close/>
                </a:path>
                <a:path w="11430000" h="3733800">
                  <a:moveTo>
                    <a:pt x="11430000" y="1343939"/>
                  </a:moveTo>
                  <a:lnTo>
                    <a:pt x="11420475" y="1343939"/>
                  </a:lnTo>
                  <a:lnTo>
                    <a:pt x="11420475" y="1372514"/>
                  </a:lnTo>
                  <a:lnTo>
                    <a:pt x="11430000" y="1372514"/>
                  </a:lnTo>
                  <a:lnTo>
                    <a:pt x="11430000" y="1343939"/>
                  </a:lnTo>
                  <a:close/>
                </a:path>
                <a:path w="11430000" h="3733800">
                  <a:moveTo>
                    <a:pt x="11430000" y="1296327"/>
                  </a:moveTo>
                  <a:lnTo>
                    <a:pt x="11420475" y="1296327"/>
                  </a:lnTo>
                  <a:lnTo>
                    <a:pt x="11420475" y="1324902"/>
                  </a:lnTo>
                  <a:lnTo>
                    <a:pt x="11430000" y="1324902"/>
                  </a:lnTo>
                  <a:lnTo>
                    <a:pt x="11430000" y="1296327"/>
                  </a:lnTo>
                  <a:close/>
                </a:path>
                <a:path w="11430000" h="3733800">
                  <a:moveTo>
                    <a:pt x="11430000" y="1248714"/>
                  </a:moveTo>
                  <a:lnTo>
                    <a:pt x="11420475" y="1248714"/>
                  </a:lnTo>
                  <a:lnTo>
                    <a:pt x="11420475" y="1277289"/>
                  </a:lnTo>
                  <a:lnTo>
                    <a:pt x="11430000" y="1277289"/>
                  </a:lnTo>
                  <a:lnTo>
                    <a:pt x="11430000" y="1248714"/>
                  </a:lnTo>
                  <a:close/>
                </a:path>
                <a:path w="11430000" h="3733800">
                  <a:moveTo>
                    <a:pt x="11430000" y="1201102"/>
                  </a:moveTo>
                  <a:lnTo>
                    <a:pt x="11420475" y="1201102"/>
                  </a:lnTo>
                  <a:lnTo>
                    <a:pt x="11420475" y="1229677"/>
                  </a:lnTo>
                  <a:lnTo>
                    <a:pt x="11430000" y="1229677"/>
                  </a:lnTo>
                  <a:lnTo>
                    <a:pt x="11430000" y="1201102"/>
                  </a:lnTo>
                  <a:close/>
                </a:path>
                <a:path w="11430000" h="3733800">
                  <a:moveTo>
                    <a:pt x="11430000" y="1153502"/>
                  </a:moveTo>
                  <a:lnTo>
                    <a:pt x="11420475" y="1153502"/>
                  </a:lnTo>
                  <a:lnTo>
                    <a:pt x="11420475" y="1182077"/>
                  </a:lnTo>
                  <a:lnTo>
                    <a:pt x="11430000" y="1182077"/>
                  </a:lnTo>
                  <a:lnTo>
                    <a:pt x="11430000" y="1153502"/>
                  </a:lnTo>
                  <a:close/>
                </a:path>
                <a:path w="11430000" h="3733800">
                  <a:moveTo>
                    <a:pt x="11430000" y="1105890"/>
                  </a:moveTo>
                  <a:lnTo>
                    <a:pt x="11420475" y="1105890"/>
                  </a:lnTo>
                  <a:lnTo>
                    <a:pt x="11420475" y="1134465"/>
                  </a:lnTo>
                  <a:lnTo>
                    <a:pt x="11430000" y="1134465"/>
                  </a:lnTo>
                  <a:lnTo>
                    <a:pt x="11430000" y="1105890"/>
                  </a:lnTo>
                  <a:close/>
                </a:path>
                <a:path w="11430000" h="3733800">
                  <a:moveTo>
                    <a:pt x="11430000" y="1058278"/>
                  </a:moveTo>
                  <a:lnTo>
                    <a:pt x="11420475" y="1058278"/>
                  </a:lnTo>
                  <a:lnTo>
                    <a:pt x="11420475" y="1086853"/>
                  </a:lnTo>
                  <a:lnTo>
                    <a:pt x="11430000" y="1086853"/>
                  </a:lnTo>
                  <a:lnTo>
                    <a:pt x="11430000" y="1058278"/>
                  </a:lnTo>
                  <a:close/>
                </a:path>
                <a:path w="11430000" h="3733800">
                  <a:moveTo>
                    <a:pt x="11430000" y="1010666"/>
                  </a:moveTo>
                  <a:lnTo>
                    <a:pt x="11420475" y="1010666"/>
                  </a:lnTo>
                  <a:lnTo>
                    <a:pt x="11420475" y="1039241"/>
                  </a:lnTo>
                  <a:lnTo>
                    <a:pt x="11430000" y="1039241"/>
                  </a:lnTo>
                  <a:lnTo>
                    <a:pt x="11430000" y="1010666"/>
                  </a:lnTo>
                  <a:close/>
                </a:path>
                <a:path w="11430000" h="3733800">
                  <a:moveTo>
                    <a:pt x="11430000" y="963053"/>
                  </a:moveTo>
                  <a:lnTo>
                    <a:pt x="11420475" y="963053"/>
                  </a:lnTo>
                  <a:lnTo>
                    <a:pt x="11420475" y="991628"/>
                  </a:lnTo>
                  <a:lnTo>
                    <a:pt x="11430000" y="991628"/>
                  </a:lnTo>
                  <a:lnTo>
                    <a:pt x="11430000" y="963053"/>
                  </a:lnTo>
                  <a:close/>
                </a:path>
                <a:path w="11430000" h="3733800">
                  <a:moveTo>
                    <a:pt x="11430000" y="915441"/>
                  </a:moveTo>
                  <a:lnTo>
                    <a:pt x="11420475" y="915441"/>
                  </a:lnTo>
                  <a:lnTo>
                    <a:pt x="11420475" y="944016"/>
                  </a:lnTo>
                  <a:lnTo>
                    <a:pt x="11430000" y="944016"/>
                  </a:lnTo>
                  <a:lnTo>
                    <a:pt x="11430000" y="915441"/>
                  </a:lnTo>
                  <a:close/>
                </a:path>
                <a:path w="11430000" h="3733800">
                  <a:moveTo>
                    <a:pt x="11430000" y="867841"/>
                  </a:moveTo>
                  <a:lnTo>
                    <a:pt x="11420475" y="867841"/>
                  </a:lnTo>
                  <a:lnTo>
                    <a:pt x="11420475" y="896416"/>
                  </a:lnTo>
                  <a:lnTo>
                    <a:pt x="11430000" y="896416"/>
                  </a:lnTo>
                  <a:lnTo>
                    <a:pt x="11430000" y="867841"/>
                  </a:lnTo>
                  <a:close/>
                </a:path>
                <a:path w="11430000" h="3733800">
                  <a:moveTo>
                    <a:pt x="11430000" y="820229"/>
                  </a:moveTo>
                  <a:lnTo>
                    <a:pt x="11420475" y="820229"/>
                  </a:lnTo>
                  <a:lnTo>
                    <a:pt x="11420475" y="848804"/>
                  </a:lnTo>
                  <a:lnTo>
                    <a:pt x="11430000" y="848804"/>
                  </a:lnTo>
                  <a:lnTo>
                    <a:pt x="11430000" y="820229"/>
                  </a:lnTo>
                  <a:close/>
                </a:path>
                <a:path w="11430000" h="3733800">
                  <a:moveTo>
                    <a:pt x="11430000" y="772617"/>
                  </a:moveTo>
                  <a:lnTo>
                    <a:pt x="11420475" y="772617"/>
                  </a:lnTo>
                  <a:lnTo>
                    <a:pt x="11420475" y="801192"/>
                  </a:lnTo>
                  <a:lnTo>
                    <a:pt x="11430000" y="801192"/>
                  </a:lnTo>
                  <a:lnTo>
                    <a:pt x="11430000" y="772617"/>
                  </a:lnTo>
                  <a:close/>
                </a:path>
                <a:path w="11430000" h="3733800">
                  <a:moveTo>
                    <a:pt x="11430000" y="725004"/>
                  </a:moveTo>
                  <a:lnTo>
                    <a:pt x="11420475" y="725004"/>
                  </a:lnTo>
                  <a:lnTo>
                    <a:pt x="11420475" y="753579"/>
                  </a:lnTo>
                  <a:lnTo>
                    <a:pt x="11430000" y="753579"/>
                  </a:lnTo>
                  <a:lnTo>
                    <a:pt x="11430000" y="725004"/>
                  </a:lnTo>
                  <a:close/>
                </a:path>
                <a:path w="11430000" h="3733800">
                  <a:moveTo>
                    <a:pt x="11430000" y="677392"/>
                  </a:moveTo>
                  <a:lnTo>
                    <a:pt x="11420475" y="677392"/>
                  </a:lnTo>
                  <a:lnTo>
                    <a:pt x="11420475" y="705967"/>
                  </a:lnTo>
                  <a:lnTo>
                    <a:pt x="11430000" y="705967"/>
                  </a:lnTo>
                  <a:lnTo>
                    <a:pt x="11430000" y="677392"/>
                  </a:lnTo>
                  <a:close/>
                </a:path>
                <a:path w="11430000" h="3733800">
                  <a:moveTo>
                    <a:pt x="11430000" y="629793"/>
                  </a:moveTo>
                  <a:lnTo>
                    <a:pt x="11420475" y="629793"/>
                  </a:lnTo>
                  <a:lnTo>
                    <a:pt x="11420475" y="658368"/>
                  </a:lnTo>
                  <a:lnTo>
                    <a:pt x="11430000" y="658368"/>
                  </a:lnTo>
                  <a:lnTo>
                    <a:pt x="11430000" y="629793"/>
                  </a:lnTo>
                  <a:close/>
                </a:path>
                <a:path w="11430000" h="3733800">
                  <a:moveTo>
                    <a:pt x="11430000" y="582180"/>
                  </a:moveTo>
                  <a:lnTo>
                    <a:pt x="11420475" y="582180"/>
                  </a:lnTo>
                  <a:lnTo>
                    <a:pt x="11420475" y="610755"/>
                  </a:lnTo>
                  <a:lnTo>
                    <a:pt x="11430000" y="610755"/>
                  </a:lnTo>
                  <a:lnTo>
                    <a:pt x="11430000" y="582180"/>
                  </a:lnTo>
                  <a:close/>
                </a:path>
                <a:path w="11430000" h="3733800">
                  <a:moveTo>
                    <a:pt x="11430000" y="534568"/>
                  </a:moveTo>
                  <a:lnTo>
                    <a:pt x="11420475" y="534568"/>
                  </a:lnTo>
                  <a:lnTo>
                    <a:pt x="11420475" y="563143"/>
                  </a:lnTo>
                  <a:lnTo>
                    <a:pt x="11430000" y="563143"/>
                  </a:lnTo>
                  <a:lnTo>
                    <a:pt x="11430000" y="534568"/>
                  </a:lnTo>
                  <a:close/>
                </a:path>
                <a:path w="11430000" h="3733800">
                  <a:moveTo>
                    <a:pt x="11430000" y="486956"/>
                  </a:moveTo>
                  <a:lnTo>
                    <a:pt x="11420475" y="486956"/>
                  </a:lnTo>
                  <a:lnTo>
                    <a:pt x="11420475" y="515531"/>
                  </a:lnTo>
                  <a:lnTo>
                    <a:pt x="11430000" y="515531"/>
                  </a:lnTo>
                  <a:lnTo>
                    <a:pt x="11430000" y="486956"/>
                  </a:lnTo>
                  <a:close/>
                </a:path>
                <a:path w="11430000" h="3733800">
                  <a:moveTo>
                    <a:pt x="11430000" y="439343"/>
                  </a:moveTo>
                  <a:lnTo>
                    <a:pt x="11420475" y="439343"/>
                  </a:lnTo>
                  <a:lnTo>
                    <a:pt x="11420475" y="467918"/>
                  </a:lnTo>
                  <a:lnTo>
                    <a:pt x="11430000" y="467918"/>
                  </a:lnTo>
                  <a:lnTo>
                    <a:pt x="11430000" y="439343"/>
                  </a:lnTo>
                  <a:close/>
                </a:path>
                <a:path w="11430000" h="3733800">
                  <a:moveTo>
                    <a:pt x="11430000" y="391731"/>
                  </a:moveTo>
                  <a:lnTo>
                    <a:pt x="11420475" y="391731"/>
                  </a:lnTo>
                  <a:lnTo>
                    <a:pt x="11420475" y="420306"/>
                  </a:lnTo>
                  <a:lnTo>
                    <a:pt x="11430000" y="420306"/>
                  </a:lnTo>
                  <a:lnTo>
                    <a:pt x="11430000" y="391731"/>
                  </a:lnTo>
                  <a:close/>
                </a:path>
                <a:path w="11430000" h="3733800">
                  <a:moveTo>
                    <a:pt x="11430000" y="344131"/>
                  </a:moveTo>
                  <a:lnTo>
                    <a:pt x="11420475" y="344131"/>
                  </a:lnTo>
                  <a:lnTo>
                    <a:pt x="11420475" y="372706"/>
                  </a:lnTo>
                  <a:lnTo>
                    <a:pt x="11430000" y="372706"/>
                  </a:lnTo>
                  <a:lnTo>
                    <a:pt x="11430000" y="344131"/>
                  </a:lnTo>
                  <a:close/>
                </a:path>
                <a:path w="11430000" h="3733800">
                  <a:moveTo>
                    <a:pt x="11430000" y="296519"/>
                  </a:moveTo>
                  <a:lnTo>
                    <a:pt x="11420475" y="296519"/>
                  </a:lnTo>
                  <a:lnTo>
                    <a:pt x="11420475" y="325094"/>
                  </a:lnTo>
                  <a:lnTo>
                    <a:pt x="11430000" y="325094"/>
                  </a:lnTo>
                  <a:lnTo>
                    <a:pt x="11430000" y="296519"/>
                  </a:lnTo>
                  <a:close/>
                </a:path>
                <a:path w="11430000" h="3733800">
                  <a:moveTo>
                    <a:pt x="11430000" y="248907"/>
                  </a:moveTo>
                  <a:lnTo>
                    <a:pt x="11420475" y="248907"/>
                  </a:lnTo>
                  <a:lnTo>
                    <a:pt x="11420475" y="277482"/>
                  </a:lnTo>
                  <a:lnTo>
                    <a:pt x="11430000" y="277482"/>
                  </a:lnTo>
                  <a:lnTo>
                    <a:pt x="11430000" y="248907"/>
                  </a:lnTo>
                  <a:close/>
                </a:path>
                <a:path w="11430000" h="3733800">
                  <a:moveTo>
                    <a:pt x="11430000" y="201295"/>
                  </a:moveTo>
                  <a:lnTo>
                    <a:pt x="11420475" y="201295"/>
                  </a:lnTo>
                  <a:lnTo>
                    <a:pt x="11420475" y="229870"/>
                  </a:lnTo>
                  <a:lnTo>
                    <a:pt x="11430000" y="229870"/>
                  </a:lnTo>
                  <a:lnTo>
                    <a:pt x="11430000" y="201295"/>
                  </a:lnTo>
                  <a:close/>
                </a:path>
                <a:path w="11430000" h="3733800">
                  <a:moveTo>
                    <a:pt x="11430000" y="153682"/>
                  </a:moveTo>
                  <a:lnTo>
                    <a:pt x="11420475" y="153682"/>
                  </a:lnTo>
                  <a:lnTo>
                    <a:pt x="11420475" y="182257"/>
                  </a:lnTo>
                  <a:lnTo>
                    <a:pt x="11430000" y="182257"/>
                  </a:lnTo>
                  <a:lnTo>
                    <a:pt x="11430000" y="153682"/>
                  </a:lnTo>
                  <a:close/>
                </a:path>
                <a:path w="11430000" h="3733800">
                  <a:moveTo>
                    <a:pt x="11430000" y="106083"/>
                  </a:moveTo>
                  <a:lnTo>
                    <a:pt x="11420475" y="106083"/>
                  </a:lnTo>
                  <a:lnTo>
                    <a:pt x="11420475" y="134658"/>
                  </a:lnTo>
                  <a:lnTo>
                    <a:pt x="11430000" y="134658"/>
                  </a:lnTo>
                  <a:lnTo>
                    <a:pt x="11430000" y="106083"/>
                  </a:lnTo>
                  <a:close/>
                </a:path>
                <a:path w="11430000" h="3733800">
                  <a:moveTo>
                    <a:pt x="11430000" y="76200"/>
                  </a:moveTo>
                  <a:lnTo>
                    <a:pt x="11429644" y="68694"/>
                  </a:lnTo>
                  <a:lnTo>
                    <a:pt x="11428552" y="61341"/>
                  </a:lnTo>
                  <a:lnTo>
                    <a:pt x="11427943" y="58915"/>
                  </a:lnTo>
                  <a:lnTo>
                    <a:pt x="11418684" y="61074"/>
                  </a:lnTo>
                  <a:lnTo>
                    <a:pt x="11419205" y="63195"/>
                  </a:lnTo>
                  <a:lnTo>
                    <a:pt x="11420158" y="69634"/>
                  </a:lnTo>
                  <a:lnTo>
                    <a:pt x="11420475" y="76200"/>
                  </a:lnTo>
                  <a:lnTo>
                    <a:pt x="11420475" y="87045"/>
                  </a:lnTo>
                  <a:lnTo>
                    <a:pt x="11430000" y="87045"/>
                  </a:lnTo>
                  <a:lnTo>
                    <a:pt x="11430000" y="76200"/>
                  </a:lnTo>
                  <a:close/>
                </a:path>
              </a:pathLst>
            </a:custGeom>
            <a:solidFill>
              <a:srgbClr val="FDB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90015" y="2508504"/>
              <a:ext cx="10412095" cy="3108960"/>
            </a:xfrm>
            <a:custGeom>
              <a:avLst/>
              <a:gdLst/>
              <a:ahLst/>
              <a:cxnLst/>
              <a:rect l="l" t="t" r="r" b="b"/>
              <a:pathLst>
                <a:path w="10412095" h="3108960">
                  <a:moveTo>
                    <a:pt x="10411968" y="3108960"/>
                  </a:moveTo>
                  <a:lnTo>
                    <a:pt x="0" y="3108960"/>
                  </a:lnTo>
                  <a:lnTo>
                    <a:pt x="0" y="0"/>
                  </a:lnTo>
                  <a:lnTo>
                    <a:pt x="10411968" y="0"/>
                  </a:lnTo>
                  <a:lnTo>
                    <a:pt x="10411968" y="44195"/>
                  </a:lnTo>
                  <a:lnTo>
                    <a:pt x="129158" y="44195"/>
                  </a:lnTo>
                  <a:lnTo>
                    <a:pt x="119656" y="45067"/>
                  </a:lnTo>
                  <a:lnTo>
                    <a:pt x="85021" y="73538"/>
                  </a:lnTo>
                  <a:lnTo>
                    <a:pt x="81533" y="91820"/>
                  </a:lnTo>
                  <a:lnTo>
                    <a:pt x="81533" y="2939795"/>
                  </a:lnTo>
                  <a:lnTo>
                    <a:pt x="102818" y="2979574"/>
                  </a:lnTo>
                  <a:lnTo>
                    <a:pt x="129158" y="2987420"/>
                  </a:lnTo>
                  <a:lnTo>
                    <a:pt x="10411968" y="2987420"/>
                  </a:lnTo>
                  <a:lnTo>
                    <a:pt x="10411968" y="3108960"/>
                  </a:lnTo>
                  <a:close/>
                </a:path>
                <a:path w="10412095" h="3108960">
                  <a:moveTo>
                    <a:pt x="10411968" y="2987420"/>
                  </a:moveTo>
                  <a:lnTo>
                    <a:pt x="10282808" y="2987420"/>
                  </a:lnTo>
                  <a:lnTo>
                    <a:pt x="10292310" y="2986548"/>
                  </a:lnTo>
                  <a:lnTo>
                    <a:pt x="10301091" y="2983933"/>
                  </a:lnTo>
                  <a:lnTo>
                    <a:pt x="10329561" y="2949297"/>
                  </a:lnTo>
                  <a:lnTo>
                    <a:pt x="10330433" y="2939795"/>
                  </a:lnTo>
                  <a:lnTo>
                    <a:pt x="10330433" y="91820"/>
                  </a:lnTo>
                  <a:lnTo>
                    <a:pt x="10309149" y="52041"/>
                  </a:lnTo>
                  <a:lnTo>
                    <a:pt x="10282808" y="44195"/>
                  </a:lnTo>
                  <a:lnTo>
                    <a:pt x="10411968" y="44195"/>
                  </a:lnTo>
                  <a:lnTo>
                    <a:pt x="10411968" y="298742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6787" y="2547937"/>
              <a:ext cx="10258425" cy="2952750"/>
            </a:xfrm>
            <a:custGeom>
              <a:avLst/>
              <a:gdLst/>
              <a:ahLst/>
              <a:cxnLst/>
              <a:rect l="l" t="t" r="r" b="b"/>
              <a:pathLst>
                <a:path w="10258425" h="2952750">
                  <a:moveTo>
                    <a:pt x="10209477" y="2952748"/>
                  </a:moveTo>
                  <a:lnTo>
                    <a:pt x="48947" y="2952748"/>
                  </a:lnTo>
                  <a:lnTo>
                    <a:pt x="45540" y="2952413"/>
                  </a:lnTo>
                  <a:lnTo>
                    <a:pt x="10739" y="2932326"/>
                  </a:lnTo>
                  <a:lnTo>
                    <a:pt x="0" y="2903801"/>
                  </a:lnTo>
                  <a:lnTo>
                    <a:pt x="0" y="2900361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209477" y="0"/>
                  </a:lnTo>
                  <a:lnTo>
                    <a:pt x="10245512" y="17775"/>
                  </a:lnTo>
                  <a:lnTo>
                    <a:pt x="10258424" y="48947"/>
                  </a:lnTo>
                  <a:lnTo>
                    <a:pt x="10258424" y="2903801"/>
                  </a:lnTo>
                  <a:lnTo>
                    <a:pt x="10240647" y="2939836"/>
                  </a:lnTo>
                  <a:lnTo>
                    <a:pt x="10212882" y="2952413"/>
                  </a:lnTo>
                  <a:lnTo>
                    <a:pt x="10209477" y="29527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66787" y="2547937"/>
              <a:ext cx="10258425" cy="2952750"/>
            </a:xfrm>
            <a:custGeom>
              <a:avLst/>
              <a:gdLst/>
              <a:ahLst/>
              <a:cxnLst/>
              <a:rect l="l" t="t" r="r" b="b"/>
              <a:pathLst>
                <a:path w="10258425" h="2952750">
                  <a:moveTo>
                    <a:pt x="0" y="29003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206036" y="0"/>
                  </a:lnTo>
                  <a:lnTo>
                    <a:pt x="10226083" y="3987"/>
                  </a:lnTo>
                  <a:lnTo>
                    <a:pt x="10229260" y="5303"/>
                  </a:lnTo>
                  <a:lnTo>
                    <a:pt x="10243079" y="15343"/>
                  </a:lnTo>
                  <a:lnTo>
                    <a:pt x="10245512" y="17775"/>
                  </a:lnTo>
                  <a:lnTo>
                    <a:pt x="10247684" y="20421"/>
                  </a:lnTo>
                  <a:lnTo>
                    <a:pt x="10249594" y="23282"/>
                  </a:lnTo>
                  <a:lnTo>
                    <a:pt x="10251504" y="26142"/>
                  </a:lnTo>
                  <a:lnTo>
                    <a:pt x="10258424" y="48947"/>
                  </a:lnTo>
                  <a:lnTo>
                    <a:pt x="10258424" y="52387"/>
                  </a:lnTo>
                  <a:lnTo>
                    <a:pt x="10258424" y="2900362"/>
                  </a:lnTo>
                  <a:lnTo>
                    <a:pt x="10258424" y="2903802"/>
                  </a:lnTo>
                  <a:lnTo>
                    <a:pt x="10258088" y="2907208"/>
                  </a:lnTo>
                  <a:lnTo>
                    <a:pt x="10249594" y="2929466"/>
                  </a:lnTo>
                  <a:lnTo>
                    <a:pt x="10247684" y="2932326"/>
                  </a:lnTo>
                  <a:lnTo>
                    <a:pt x="10235139" y="2943920"/>
                  </a:lnTo>
                  <a:lnTo>
                    <a:pt x="10232280" y="2945830"/>
                  </a:lnTo>
                  <a:lnTo>
                    <a:pt x="10206036" y="2952749"/>
                  </a:lnTo>
                  <a:lnTo>
                    <a:pt x="52387" y="2952749"/>
                  </a:lnTo>
                  <a:lnTo>
                    <a:pt x="23282" y="2943920"/>
                  </a:lnTo>
                  <a:lnTo>
                    <a:pt x="20422" y="2942009"/>
                  </a:lnTo>
                  <a:lnTo>
                    <a:pt x="335" y="2907208"/>
                  </a:lnTo>
                  <a:lnTo>
                    <a:pt x="0" y="2903802"/>
                  </a:lnTo>
                  <a:lnTo>
                    <a:pt x="0" y="2900362"/>
                  </a:lnTo>
                </a:path>
              </a:pathLst>
            </a:custGeom>
            <a:ln w="9524">
              <a:solidFill>
                <a:srgbClr val="FED6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28937" y="3190874"/>
              <a:ext cx="4895850" cy="19050"/>
            </a:xfrm>
            <a:custGeom>
              <a:avLst/>
              <a:gdLst/>
              <a:ahLst/>
              <a:cxnLst/>
              <a:rect l="l" t="t" r="r" b="b"/>
              <a:pathLst>
                <a:path w="4895850" h="19050">
                  <a:moveTo>
                    <a:pt x="20002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2000250" y="19050"/>
                  </a:lnTo>
                  <a:lnTo>
                    <a:pt x="2000250" y="0"/>
                  </a:lnTo>
                  <a:close/>
                </a:path>
                <a:path w="4895850" h="19050">
                  <a:moveTo>
                    <a:pt x="4895850" y="0"/>
                  </a:moveTo>
                  <a:lnTo>
                    <a:pt x="2247900" y="0"/>
                  </a:lnTo>
                  <a:lnTo>
                    <a:pt x="2247900" y="19050"/>
                  </a:lnTo>
                  <a:lnTo>
                    <a:pt x="4895850" y="19050"/>
                  </a:lnTo>
                  <a:lnTo>
                    <a:pt x="4895850" y="0"/>
                  </a:lnTo>
                  <a:close/>
                </a:path>
              </a:pathLst>
            </a:custGeom>
            <a:solidFill>
              <a:srgbClr val="FDB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71899" y="5048249"/>
              <a:ext cx="1000125" cy="209550"/>
            </a:xfrm>
            <a:custGeom>
              <a:avLst/>
              <a:gdLst/>
              <a:ahLst/>
              <a:cxnLst/>
              <a:rect l="l" t="t" r="r" b="b"/>
              <a:pathLst>
                <a:path w="1000125" h="209550">
                  <a:moveTo>
                    <a:pt x="967077" y="209549"/>
                  </a:moveTo>
                  <a:lnTo>
                    <a:pt x="33047" y="209549"/>
                  </a:lnTo>
                  <a:lnTo>
                    <a:pt x="28187" y="208582"/>
                  </a:lnTo>
                  <a:lnTo>
                    <a:pt x="966" y="181361"/>
                  </a:lnTo>
                  <a:lnTo>
                    <a:pt x="0" y="176502"/>
                  </a:lnTo>
                  <a:lnTo>
                    <a:pt x="0" y="1714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967077" y="0"/>
                  </a:lnTo>
                  <a:lnTo>
                    <a:pt x="999158" y="28187"/>
                  </a:lnTo>
                  <a:lnTo>
                    <a:pt x="1000124" y="33047"/>
                  </a:lnTo>
                  <a:lnTo>
                    <a:pt x="1000124" y="176502"/>
                  </a:lnTo>
                  <a:lnTo>
                    <a:pt x="971937" y="208582"/>
                  </a:lnTo>
                  <a:lnTo>
                    <a:pt x="967077" y="2095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012677" y="2975673"/>
            <a:ext cx="6167120" cy="2266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95"/>
              </a:spcBef>
              <a:tabLst>
                <a:tab pos="2092960" algn="l"/>
                <a:tab pos="2747010" algn="l"/>
              </a:tabLst>
            </a:pPr>
            <a:r>
              <a:rPr sz="1150" b="1" spc="70" dirty="0">
                <a:solidFill>
                  <a:srgbClr val="993312"/>
                </a:solidFill>
                <a:latin typeface="Times New Roman"/>
                <a:cs typeface="Times New Roman"/>
              </a:rPr>
              <a:t>Clé</a:t>
            </a:r>
            <a:r>
              <a:rPr sz="1150" b="1" spc="34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150" b="1" spc="70" dirty="0">
                <a:solidFill>
                  <a:srgbClr val="993312"/>
                </a:solidFill>
                <a:latin typeface="Times New Roman"/>
                <a:cs typeface="Times New Roman"/>
              </a:rPr>
              <a:t>(K)</a:t>
            </a:r>
            <a:r>
              <a:rPr sz="1150" b="1" spc="34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150" b="1" spc="245" dirty="0">
                <a:solidFill>
                  <a:srgbClr val="993312"/>
                </a:solidFill>
                <a:latin typeface="Times New Roman"/>
                <a:cs typeface="Times New Roman"/>
              </a:rPr>
              <a:t>:</a:t>
            </a:r>
            <a:r>
              <a:rPr sz="1150" b="1" spc="35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150" b="1" spc="75" dirty="0">
                <a:solidFill>
                  <a:srgbClr val="993312"/>
                </a:solidFill>
                <a:latin typeface="Times New Roman"/>
                <a:cs typeface="Times New Roman"/>
              </a:rPr>
              <a:t>Matricule</a:t>
            </a:r>
            <a:r>
              <a:rPr sz="1150" b="1" dirty="0">
                <a:solidFill>
                  <a:srgbClr val="993312"/>
                </a:solidFill>
                <a:latin typeface="Times New Roman"/>
                <a:cs typeface="Times New Roman"/>
              </a:rPr>
              <a:t>	</a:t>
            </a:r>
            <a:r>
              <a:rPr sz="1050" spc="-50" dirty="0">
                <a:solidFill>
                  <a:srgbClr val="CBD5E1"/>
                </a:solidFill>
                <a:latin typeface="Times New Roman"/>
                <a:cs typeface="Times New Roman"/>
              </a:rPr>
              <a:t>│</a:t>
            </a: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150" b="1" spc="60" dirty="0">
                <a:solidFill>
                  <a:srgbClr val="993312"/>
                </a:solidFill>
                <a:latin typeface="Times New Roman"/>
                <a:cs typeface="Times New Roman"/>
              </a:rPr>
              <a:t>Valeur</a:t>
            </a:r>
            <a:r>
              <a:rPr sz="1150" b="1" spc="345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150" b="1" spc="90" dirty="0">
                <a:solidFill>
                  <a:srgbClr val="993312"/>
                </a:solidFill>
                <a:latin typeface="Times New Roman"/>
                <a:cs typeface="Times New Roman"/>
              </a:rPr>
              <a:t>(V)</a:t>
            </a:r>
            <a:r>
              <a:rPr sz="1150" b="1" spc="35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150" b="1" spc="245" dirty="0">
                <a:solidFill>
                  <a:srgbClr val="993312"/>
                </a:solidFill>
                <a:latin typeface="Times New Roman"/>
                <a:cs typeface="Times New Roman"/>
              </a:rPr>
              <a:t>:</a:t>
            </a:r>
            <a:r>
              <a:rPr sz="1150" b="1" spc="350" dirty="0">
                <a:solidFill>
                  <a:srgbClr val="993312"/>
                </a:solidFill>
                <a:latin typeface="Times New Roman"/>
                <a:cs typeface="Times New Roman"/>
              </a:rPr>
              <a:t> </a:t>
            </a:r>
            <a:r>
              <a:rPr sz="1150" b="1" spc="70" dirty="0">
                <a:solidFill>
                  <a:srgbClr val="993312"/>
                </a:solidFill>
                <a:latin typeface="Times New Roman"/>
                <a:cs typeface="Times New Roman"/>
              </a:rPr>
              <a:t>Etudiant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050" spc="-10" dirty="0">
                <a:solidFill>
                  <a:srgbClr val="334054"/>
                </a:solidFill>
                <a:latin typeface="Times New Roman"/>
                <a:cs typeface="Times New Roman"/>
              </a:rPr>
              <a:t>─────────────────────────</a:t>
            </a:r>
            <a:r>
              <a:rPr sz="1050" spc="-10" dirty="0">
                <a:solidFill>
                  <a:srgbClr val="CBD5E1"/>
                </a:solidFill>
                <a:latin typeface="Times New Roman"/>
                <a:cs typeface="Times New Roman"/>
              </a:rPr>
              <a:t>┼</a:t>
            </a:r>
            <a:r>
              <a:rPr sz="1050" spc="-10" dirty="0">
                <a:solidFill>
                  <a:srgbClr val="334054"/>
                </a:solidFill>
                <a:latin typeface="Times New Roman"/>
                <a:cs typeface="Times New Roman"/>
              </a:rPr>
              <a:t>───────────────────────────────────────</a:t>
            </a:r>
            <a:endParaRPr sz="1050">
              <a:latin typeface="Times New Roman"/>
              <a:cs typeface="Times New Roman"/>
            </a:endParaRPr>
          </a:p>
          <a:p>
            <a:pPr marL="252729">
              <a:lnSpc>
                <a:spcPct val="100000"/>
              </a:lnSpc>
              <a:spcBef>
                <a:spcPts val="215"/>
              </a:spcBef>
            </a:pPr>
            <a:r>
              <a:rPr sz="1150" b="1" dirty="0">
                <a:solidFill>
                  <a:srgbClr val="E9580C"/>
                </a:solidFill>
                <a:latin typeface="Times New Roman"/>
                <a:cs typeface="Times New Roman"/>
              </a:rPr>
              <a:t>"A001"</a:t>
            </a:r>
            <a:r>
              <a:rPr sz="1150" b="1" spc="340" dirty="0">
                <a:solidFill>
                  <a:srgbClr val="E9580C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│</a:t>
            </a:r>
            <a:r>
              <a:rPr sz="1050" spc="365" dirty="0">
                <a:solidFill>
                  <a:srgbClr val="CBD5E1"/>
                </a:solidFill>
                <a:latin typeface="Times New Roman"/>
                <a:cs typeface="Times New Roman"/>
              </a:rPr>
              <a:t> </a:t>
            </a:r>
            <a:r>
              <a:rPr sz="1150" spc="120" dirty="0">
                <a:solidFill>
                  <a:srgbClr val="2562EB"/>
                </a:solidFill>
                <a:latin typeface="Times New Roman"/>
                <a:cs typeface="Times New Roman"/>
              </a:rPr>
              <a:t>Etudiant("A001",</a:t>
            </a:r>
            <a:r>
              <a:rPr sz="1150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150" spc="120" dirty="0">
                <a:solidFill>
                  <a:srgbClr val="2562EB"/>
                </a:solidFill>
                <a:latin typeface="Times New Roman"/>
                <a:cs typeface="Times New Roman"/>
              </a:rPr>
              <a:t>"Ndiaye",</a:t>
            </a:r>
            <a:r>
              <a:rPr sz="1150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150" spc="135" dirty="0">
                <a:solidFill>
                  <a:srgbClr val="2562EB"/>
                </a:solidFill>
                <a:latin typeface="Times New Roman"/>
                <a:cs typeface="Times New Roman"/>
              </a:rPr>
              <a:t>14.5)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│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150" b="1" dirty="0">
                <a:solidFill>
                  <a:srgbClr val="E9580C"/>
                </a:solidFill>
                <a:latin typeface="Times New Roman"/>
                <a:cs typeface="Times New Roman"/>
              </a:rPr>
              <a:t>"A002"</a:t>
            </a:r>
            <a:r>
              <a:rPr sz="1150" b="1" spc="340" dirty="0">
                <a:solidFill>
                  <a:srgbClr val="E9580C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│</a:t>
            </a:r>
            <a:r>
              <a:rPr sz="1050" spc="365" dirty="0">
                <a:solidFill>
                  <a:srgbClr val="CBD5E1"/>
                </a:solidFill>
                <a:latin typeface="Times New Roman"/>
                <a:cs typeface="Times New Roman"/>
              </a:rPr>
              <a:t> </a:t>
            </a:r>
            <a:r>
              <a:rPr sz="1150" spc="120" dirty="0">
                <a:solidFill>
                  <a:srgbClr val="2562EB"/>
                </a:solidFill>
                <a:latin typeface="Times New Roman"/>
                <a:cs typeface="Times New Roman"/>
              </a:rPr>
              <a:t>Etudiant("A002",</a:t>
            </a:r>
            <a:r>
              <a:rPr sz="1150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150" spc="195" dirty="0">
                <a:solidFill>
                  <a:srgbClr val="2562EB"/>
                </a:solidFill>
                <a:latin typeface="Times New Roman"/>
                <a:cs typeface="Times New Roman"/>
              </a:rPr>
              <a:t>"Fall",</a:t>
            </a:r>
            <a:r>
              <a:rPr sz="1150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150" spc="135" dirty="0">
                <a:solidFill>
                  <a:srgbClr val="2562EB"/>
                </a:solidFill>
                <a:latin typeface="Times New Roman"/>
                <a:cs typeface="Times New Roman"/>
              </a:rPr>
              <a:t>12.0)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│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150" b="1" dirty="0">
                <a:solidFill>
                  <a:srgbClr val="E9580C"/>
                </a:solidFill>
                <a:latin typeface="Times New Roman"/>
                <a:cs typeface="Times New Roman"/>
              </a:rPr>
              <a:t>"A003"</a:t>
            </a:r>
            <a:r>
              <a:rPr sz="1150" b="1" spc="340" dirty="0">
                <a:solidFill>
                  <a:srgbClr val="E9580C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│</a:t>
            </a:r>
            <a:r>
              <a:rPr sz="1050" spc="365" dirty="0">
                <a:solidFill>
                  <a:srgbClr val="CBD5E1"/>
                </a:solidFill>
                <a:latin typeface="Times New Roman"/>
                <a:cs typeface="Times New Roman"/>
              </a:rPr>
              <a:t> </a:t>
            </a:r>
            <a:r>
              <a:rPr sz="1150" spc="120" dirty="0">
                <a:solidFill>
                  <a:srgbClr val="2562EB"/>
                </a:solidFill>
                <a:latin typeface="Times New Roman"/>
                <a:cs typeface="Times New Roman"/>
              </a:rPr>
              <a:t>Etudiant("A003",</a:t>
            </a:r>
            <a:r>
              <a:rPr sz="1150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150" spc="120" dirty="0">
                <a:solidFill>
                  <a:srgbClr val="2562EB"/>
                </a:solidFill>
                <a:latin typeface="Times New Roman"/>
                <a:cs typeface="Times New Roman"/>
              </a:rPr>
              <a:t>"Diop",</a:t>
            </a:r>
            <a:r>
              <a:rPr sz="1150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150" spc="135" dirty="0">
                <a:solidFill>
                  <a:srgbClr val="2562EB"/>
                </a:solidFill>
                <a:latin typeface="Times New Roman"/>
                <a:cs typeface="Times New Roman"/>
              </a:rPr>
              <a:t>15.0)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spc="-10" dirty="0">
                <a:solidFill>
                  <a:srgbClr val="334054"/>
                </a:solidFill>
                <a:latin typeface="Times New Roman"/>
                <a:cs typeface="Times New Roman"/>
              </a:rPr>
              <a:t>─────────────────────────</a:t>
            </a:r>
            <a:r>
              <a:rPr sz="1050" spc="-10" dirty="0">
                <a:solidFill>
                  <a:srgbClr val="CBD5E1"/>
                </a:solidFill>
                <a:latin typeface="Times New Roman"/>
                <a:cs typeface="Times New Roman"/>
              </a:rPr>
              <a:t>┴</a:t>
            </a:r>
            <a:r>
              <a:rPr sz="1050" spc="-10" dirty="0">
                <a:solidFill>
                  <a:srgbClr val="334054"/>
                </a:solidFill>
                <a:latin typeface="Times New Roman"/>
                <a:cs typeface="Times New Roman"/>
              </a:rPr>
              <a:t>───────────────────────────────────────</a:t>
            </a:r>
            <a:endParaRPr sz="1050">
              <a:latin typeface="Times New Roman"/>
              <a:cs typeface="Times New Roman"/>
            </a:endParaRPr>
          </a:p>
          <a:p>
            <a:pPr marL="492125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▲</a:t>
            </a:r>
            <a:endParaRPr sz="1050">
              <a:latin typeface="Times New Roman"/>
              <a:cs typeface="Times New Roman"/>
            </a:endParaRPr>
          </a:p>
          <a:p>
            <a:pPr marL="492125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│</a:t>
            </a:r>
            <a:endParaRPr sz="1050">
              <a:latin typeface="Times New Roman"/>
              <a:cs typeface="Times New Roman"/>
            </a:endParaRPr>
          </a:p>
          <a:p>
            <a:pPr marL="492125">
              <a:lnSpc>
                <a:spcPct val="100000"/>
              </a:lnSpc>
              <a:spcBef>
                <a:spcPts val="215"/>
              </a:spcBef>
              <a:tabLst>
                <a:tab pos="818515" algn="l"/>
                <a:tab pos="1835785" algn="l"/>
              </a:tabLst>
            </a:pPr>
            <a:r>
              <a:rPr sz="1050" spc="-25" dirty="0">
                <a:solidFill>
                  <a:srgbClr val="334054"/>
                </a:solidFill>
                <a:latin typeface="Times New Roman"/>
                <a:cs typeface="Times New Roman"/>
              </a:rPr>
              <a:t>└─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50" b="1" spc="65" dirty="0">
                <a:solidFill>
                  <a:srgbClr val="16A24A"/>
                </a:solidFill>
                <a:latin typeface="Times New Roman"/>
                <a:cs typeface="Times New Roman"/>
              </a:rPr>
              <a:t>get("A001")</a:t>
            </a:r>
            <a:r>
              <a:rPr sz="1150" b="1" dirty="0">
                <a:solidFill>
                  <a:srgbClr val="16A24A"/>
                </a:solidFill>
                <a:latin typeface="Times New Roman"/>
                <a:cs typeface="Times New Roman"/>
              </a:rPr>
              <a:t>	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──►</a:t>
            </a:r>
            <a:r>
              <a:rPr sz="1050" spc="3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60" dirty="0">
                <a:solidFill>
                  <a:srgbClr val="334054"/>
                </a:solidFill>
                <a:latin typeface="Times New Roman"/>
                <a:cs typeface="Times New Roman"/>
              </a:rPr>
              <a:t>Accès</a:t>
            </a:r>
            <a:r>
              <a:rPr sz="11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190" dirty="0">
                <a:solidFill>
                  <a:srgbClr val="334054"/>
                </a:solidFill>
                <a:latin typeface="Times New Roman"/>
                <a:cs typeface="Times New Roman"/>
              </a:rPr>
              <a:t>direct</a:t>
            </a:r>
            <a:r>
              <a:rPr sz="11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245" dirty="0">
                <a:solidFill>
                  <a:srgbClr val="334054"/>
                </a:solidFill>
                <a:latin typeface="Times New Roman"/>
                <a:cs typeface="Times New Roman"/>
              </a:rPr>
              <a:t>!</a:t>
            </a:r>
            <a:r>
              <a:rPr sz="11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130" dirty="0">
                <a:solidFill>
                  <a:srgbClr val="334054"/>
                </a:solidFill>
                <a:latin typeface="Times New Roman"/>
                <a:cs typeface="Times New Roman"/>
              </a:rPr>
              <a:t>(Pas</a:t>
            </a:r>
            <a:r>
              <a:rPr sz="11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80" dirty="0">
                <a:solidFill>
                  <a:srgbClr val="334054"/>
                </a:solidFill>
                <a:latin typeface="Times New Roman"/>
                <a:cs typeface="Times New Roman"/>
              </a:rPr>
              <a:t>de</a:t>
            </a:r>
            <a:r>
              <a:rPr sz="11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125" dirty="0">
                <a:solidFill>
                  <a:srgbClr val="334054"/>
                </a:solidFill>
                <a:latin typeface="Times New Roman"/>
                <a:cs typeface="Times New Roman"/>
              </a:rPr>
              <a:t>boucle)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5" name="object 35"/>
            <p:cNvSpPr/>
            <p:nvPr/>
          </p:nvSpPr>
          <p:spPr>
            <a:xfrm>
              <a:off x="6829424" y="6800849"/>
              <a:ext cx="5362575" cy="57150"/>
            </a:xfrm>
            <a:custGeom>
              <a:avLst/>
              <a:gdLst/>
              <a:ahLst/>
              <a:cxnLst/>
              <a:rect l="l" t="t" r="r" b="b"/>
              <a:pathLst>
                <a:path w="5362575" h="57150">
                  <a:moveTo>
                    <a:pt x="0" y="57149"/>
                  </a:moveTo>
                  <a:lnTo>
                    <a:pt x="5362574" y="57149"/>
                  </a:lnTo>
                  <a:lnTo>
                    <a:pt x="53625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6800849"/>
              <a:ext cx="6829425" cy="57150"/>
            </a:xfrm>
            <a:custGeom>
              <a:avLst/>
              <a:gdLst/>
              <a:ahLst/>
              <a:cxnLst/>
              <a:rect l="l" t="t" r="r" b="b"/>
              <a:pathLst>
                <a:path w="6829425" h="57150">
                  <a:moveTo>
                    <a:pt x="68294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6829424" y="0"/>
                  </a:lnTo>
                  <a:lnTo>
                    <a:pt x="68294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32/57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HashMap</a:t>
            </a:r>
            <a:r>
              <a:rPr spc="-160" dirty="0"/>
              <a:t> </a:t>
            </a:r>
            <a:r>
              <a:rPr spc="-150" dirty="0"/>
              <a:t>vs</a:t>
            </a:r>
            <a:r>
              <a:rPr spc="-155" dirty="0"/>
              <a:t> TreeMap </a:t>
            </a:r>
            <a:r>
              <a:rPr spc="-150" dirty="0"/>
              <a:t>vs</a:t>
            </a:r>
            <a:r>
              <a:rPr spc="-155" dirty="0"/>
              <a:t> </a:t>
            </a:r>
            <a:r>
              <a:rPr spc="-160" dirty="0"/>
              <a:t>LinkedHashMap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848" y="1042416"/>
            <a:ext cx="11576685" cy="3289300"/>
            <a:chOff x="307848" y="1042416"/>
            <a:chExt cx="11576685" cy="3289300"/>
          </a:xfrm>
        </p:grpSpPr>
        <p:sp>
          <p:nvSpPr>
            <p:cNvPr id="4" name="object 4"/>
            <p:cNvSpPr/>
            <p:nvPr/>
          </p:nvSpPr>
          <p:spPr>
            <a:xfrm>
              <a:off x="335280" y="1051560"/>
              <a:ext cx="11521440" cy="3230880"/>
            </a:xfrm>
            <a:custGeom>
              <a:avLst/>
              <a:gdLst/>
              <a:ahLst/>
              <a:cxnLst/>
              <a:rect l="l" t="t" r="r" b="b"/>
              <a:pathLst>
                <a:path w="11521440" h="3230879">
                  <a:moveTo>
                    <a:pt x="11521440" y="3230880"/>
                  </a:moveTo>
                  <a:lnTo>
                    <a:pt x="0" y="3230880"/>
                  </a:lnTo>
                  <a:lnTo>
                    <a:pt x="0" y="0"/>
                  </a:lnTo>
                  <a:lnTo>
                    <a:pt x="11521440" y="0"/>
                  </a:lnTo>
                  <a:lnTo>
                    <a:pt x="11521440" y="24764"/>
                  </a:lnTo>
                  <a:lnTo>
                    <a:pt x="160019" y="24764"/>
                  </a:lnTo>
                  <a:lnTo>
                    <a:pt x="148760" y="25308"/>
                  </a:lnTo>
                  <a:lnTo>
                    <a:pt x="106084" y="38276"/>
                  </a:lnTo>
                  <a:lnTo>
                    <a:pt x="71620" y="66588"/>
                  </a:lnTo>
                  <a:lnTo>
                    <a:pt x="50613" y="105934"/>
                  </a:lnTo>
                  <a:lnTo>
                    <a:pt x="45719" y="139064"/>
                  </a:lnTo>
                  <a:lnTo>
                    <a:pt x="45719" y="3053714"/>
                  </a:lnTo>
                  <a:lnTo>
                    <a:pt x="54420" y="3097454"/>
                  </a:lnTo>
                  <a:lnTo>
                    <a:pt x="79197" y="3134536"/>
                  </a:lnTo>
                  <a:lnTo>
                    <a:pt x="116279" y="3159313"/>
                  </a:lnTo>
                  <a:lnTo>
                    <a:pt x="160019" y="3168014"/>
                  </a:lnTo>
                  <a:lnTo>
                    <a:pt x="11521440" y="3168014"/>
                  </a:lnTo>
                  <a:lnTo>
                    <a:pt x="11521440" y="3230880"/>
                  </a:lnTo>
                  <a:close/>
                </a:path>
                <a:path w="11521440" h="3230879">
                  <a:moveTo>
                    <a:pt x="11521440" y="3168014"/>
                  </a:moveTo>
                  <a:lnTo>
                    <a:pt x="11361419" y="3168014"/>
                  </a:lnTo>
                  <a:lnTo>
                    <a:pt x="11372678" y="3167470"/>
                  </a:lnTo>
                  <a:lnTo>
                    <a:pt x="11383721" y="3165839"/>
                  </a:lnTo>
                  <a:lnTo>
                    <a:pt x="11424932" y="3148768"/>
                  </a:lnTo>
                  <a:lnTo>
                    <a:pt x="11456473" y="3117227"/>
                  </a:lnTo>
                  <a:lnTo>
                    <a:pt x="11473543" y="3076017"/>
                  </a:lnTo>
                  <a:lnTo>
                    <a:pt x="11475719" y="3053714"/>
                  </a:lnTo>
                  <a:lnTo>
                    <a:pt x="11475719" y="139064"/>
                  </a:lnTo>
                  <a:lnTo>
                    <a:pt x="11467018" y="95323"/>
                  </a:lnTo>
                  <a:lnTo>
                    <a:pt x="11442241" y="58242"/>
                  </a:lnTo>
                  <a:lnTo>
                    <a:pt x="11405159" y="33465"/>
                  </a:lnTo>
                  <a:lnTo>
                    <a:pt x="11361419" y="24764"/>
                  </a:lnTo>
                  <a:lnTo>
                    <a:pt x="11521440" y="24764"/>
                  </a:lnTo>
                  <a:lnTo>
                    <a:pt x="11521440" y="316801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7848" y="1042416"/>
              <a:ext cx="11576685" cy="3289300"/>
            </a:xfrm>
            <a:custGeom>
              <a:avLst/>
              <a:gdLst/>
              <a:ahLst/>
              <a:cxnLst/>
              <a:rect l="l" t="t" r="r" b="b"/>
              <a:pathLst>
                <a:path w="11576685" h="3289300">
                  <a:moveTo>
                    <a:pt x="11576304" y="3288792"/>
                  </a:moveTo>
                  <a:lnTo>
                    <a:pt x="0" y="3288792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33908"/>
                  </a:lnTo>
                  <a:lnTo>
                    <a:pt x="187451" y="33908"/>
                  </a:lnTo>
                  <a:lnTo>
                    <a:pt x="176192" y="34452"/>
                  </a:lnTo>
                  <a:lnTo>
                    <a:pt x="133516" y="47420"/>
                  </a:lnTo>
                  <a:lnTo>
                    <a:pt x="99052" y="75732"/>
                  </a:lnTo>
                  <a:lnTo>
                    <a:pt x="78045" y="115078"/>
                  </a:lnTo>
                  <a:lnTo>
                    <a:pt x="73151" y="148208"/>
                  </a:lnTo>
                  <a:lnTo>
                    <a:pt x="73151" y="3062858"/>
                  </a:lnTo>
                  <a:lnTo>
                    <a:pt x="81852" y="3106598"/>
                  </a:lnTo>
                  <a:lnTo>
                    <a:pt x="106629" y="3143680"/>
                  </a:lnTo>
                  <a:lnTo>
                    <a:pt x="143711" y="3168457"/>
                  </a:lnTo>
                  <a:lnTo>
                    <a:pt x="187451" y="3177158"/>
                  </a:lnTo>
                  <a:lnTo>
                    <a:pt x="11576304" y="3177158"/>
                  </a:lnTo>
                  <a:lnTo>
                    <a:pt x="11576304" y="3288792"/>
                  </a:lnTo>
                  <a:close/>
                </a:path>
                <a:path w="11576685" h="3289300">
                  <a:moveTo>
                    <a:pt x="11576304" y="3177158"/>
                  </a:moveTo>
                  <a:lnTo>
                    <a:pt x="11388851" y="3177158"/>
                  </a:lnTo>
                  <a:lnTo>
                    <a:pt x="11400110" y="3176614"/>
                  </a:lnTo>
                  <a:lnTo>
                    <a:pt x="11411153" y="3174983"/>
                  </a:lnTo>
                  <a:lnTo>
                    <a:pt x="11452364" y="3157912"/>
                  </a:lnTo>
                  <a:lnTo>
                    <a:pt x="11483905" y="3126371"/>
                  </a:lnTo>
                  <a:lnTo>
                    <a:pt x="11500975" y="3085161"/>
                  </a:lnTo>
                  <a:lnTo>
                    <a:pt x="11503151" y="3062858"/>
                  </a:lnTo>
                  <a:lnTo>
                    <a:pt x="11503151" y="148208"/>
                  </a:lnTo>
                  <a:lnTo>
                    <a:pt x="11494450" y="104467"/>
                  </a:lnTo>
                  <a:lnTo>
                    <a:pt x="11469673" y="67386"/>
                  </a:lnTo>
                  <a:lnTo>
                    <a:pt x="11432591" y="42609"/>
                  </a:lnTo>
                  <a:lnTo>
                    <a:pt x="11388851" y="33908"/>
                  </a:lnTo>
                  <a:lnTo>
                    <a:pt x="11576304" y="33908"/>
                  </a:lnTo>
                  <a:lnTo>
                    <a:pt x="11576304" y="317715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1081087"/>
              <a:ext cx="11420475" cy="3133725"/>
            </a:xfrm>
            <a:custGeom>
              <a:avLst/>
              <a:gdLst/>
              <a:ahLst/>
              <a:cxnLst/>
              <a:rect l="l" t="t" r="r" b="b"/>
              <a:pathLst>
                <a:path w="11420475" h="3133725">
                  <a:moveTo>
                    <a:pt x="0" y="30241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1310936" y="0"/>
                  </a:lnTo>
                  <a:lnTo>
                    <a:pt x="11318127" y="0"/>
                  </a:lnTo>
                  <a:lnTo>
                    <a:pt x="11325250" y="701"/>
                  </a:lnTo>
                  <a:lnTo>
                    <a:pt x="11365811" y="14464"/>
                  </a:lnTo>
                  <a:lnTo>
                    <a:pt x="11398016" y="42701"/>
                  </a:lnTo>
                  <a:lnTo>
                    <a:pt x="11416964" y="81113"/>
                  </a:lnTo>
                  <a:lnTo>
                    <a:pt x="11418368" y="88167"/>
                  </a:lnTo>
                  <a:lnTo>
                    <a:pt x="11419771" y="95221"/>
                  </a:lnTo>
                  <a:lnTo>
                    <a:pt x="11420472" y="102345"/>
                  </a:lnTo>
                  <a:lnTo>
                    <a:pt x="11420474" y="109537"/>
                  </a:lnTo>
                  <a:lnTo>
                    <a:pt x="11420474" y="3024187"/>
                  </a:lnTo>
                  <a:lnTo>
                    <a:pt x="11412135" y="3066105"/>
                  </a:lnTo>
                  <a:lnTo>
                    <a:pt x="11388391" y="3101641"/>
                  </a:lnTo>
                  <a:lnTo>
                    <a:pt x="11352853" y="3125386"/>
                  </a:lnTo>
                  <a:lnTo>
                    <a:pt x="11346208" y="3128138"/>
                  </a:lnTo>
                  <a:lnTo>
                    <a:pt x="11310936" y="3133724"/>
                  </a:lnTo>
                  <a:lnTo>
                    <a:pt x="109537" y="3133724"/>
                  </a:lnTo>
                  <a:lnTo>
                    <a:pt x="102345" y="3133724"/>
                  </a:lnTo>
                  <a:lnTo>
                    <a:pt x="95221" y="3133022"/>
                  </a:lnTo>
                  <a:lnTo>
                    <a:pt x="88167" y="3131619"/>
                  </a:lnTo>
                  <a:lnTo>
                    <a:pt x="81113" y="3130216"/>
                  </a:lnTo>
                  <a:lnTo>
                    <a:pt x="74264" y="3128138"/>
                  </a:lnTo>
                  <a:lnTo>
                    <a:pt x="67619" y="3125386"/>
                  </a:lnTo>
                  <a:lnTo>
                    <a:pt x="60974" y="3122633"/>
                  </a:lnTo>
                  <a:lnTo>
                    <a:pt x="26997" y="3096555"/>
                  </a:lnTo>
                  <a:lnTo>
                    <a:pt x="5585" y="3059460"/>
                  </a:lnTo>
                  <a:lnTo>
                    <a:pt x="0" y="3031379"/>
                  </a:lnTo>
                  <a:lnTo>
                    <a:pt x="0" y="30241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0512" y="1085849"/>
              <a:ext cx="11410950" cy="457200"/>
            </a:xfrm>
            <a:custGeom>
              <a:avLst/>
              <a:gdLst/>
              <a:ahLst/>
              <a:cxnLst/>
              <a:rect l="l" t="t" r="r" b="b"/>
              <a:pathLst>
                <a:path w="11410950" h="457200">
                  <a:moveTo>
                    <a:pt x="11410950" y="104775"/>
                  </a:moveTo>
                  <a:lnTo>
                    <a:pt x="11402974" y="64681"/>
                  </a:lnTo>
                  <a:lnTo>
                    <a:pt x="11380267" y="30695"/>
                  </a:lnTo>
                  <a:lnTo>
                    <a:pt x="11346269" y="7975"/>
                  </a:lnTo>
                  <a:lnTo>
                    <a:pt x="11306175" y="0"/>
                  </a:lnTo>
                  <a:lnTo>
                    <a:pt x="8220075" y="0"/>
                  </a:lnTo>
                  <a:lnTo>
                    <a:pt x="5019675" y="0"/>
                  </a:lnTo>
                  <a:lnTo>
                    <a:pt x="1828800" y="0"/>
                  </a:lnTo>
                  <a:lnTo>
                    <a:pt x="104775" y="0"/>
                  </a:lnTo>
                  <a:lnTo>
                    <a:pt x="94462" y="508"/>
                  </a:lnTo>
                  <a:lnTo>
                    <a:pt x="55346" y="12395"/>
                  </a:lnTo>
                  <a:lnTo>
                    <a:pt x="23749" y="38341"/>
                  </a:lnTo>
                  <a:lnTo>
                    <a:pt x="4495" y="74409"/>
                  </a:lnTo>
                  <a:lnTo>
                    <a:pt x="0" y="104775"/>
                  </a:lnTo>
                  <a:lnTo>
                    <a:pt x="0" y="457200"/>
                  </a:lnTo>
                  <a:lnTo>
                    <a:pt x="1828800" y="457200"/>
                  </a:lnTo>
                  <a:lnTo>
                    <a:pt x="5019675" y="457200"/>
                  </a:lnTo>
                  <a:lnTo>
                    <a:pt x="8220075" y="457200"/>
                  </a:lnTo>
                  <a:lnTo>
                    <a:pt x="11410950" y="457200"/>
                  </a:lnTo>
                  <a:lnTo>
                    <a:pt x="11410950" y="104775"/>
                  </a:lnTo>
                  <a:close/>
                </a:path>
              </a:pathLst>
            </a:custGeom>
            <a:solidFill>
              <a:srgbClr val="1D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0512" y="2057399"/>
              <a:ext cx="11410950" cy="1485900"/>
            </a:xfrm>
            <a:custGeom>
              <a:avLst/>
              <a:gdLst/>
              <a:ahLst/>
              <a:cxnLst/>
              <a:rect l="l" t="t" r="r" b="b"/>
              <a:pathLst>
                <a:path w="11410950" h="1485900">
                  <a:moveTo>
                    <a:pt x="11410950" y="1038225"/>
                  </a:moveTo>
                  <a:lnTo>
                    <a:pt x="8220075" y="1038225"/>
                  </a:lnTo>
                  <a:lnTo>
                    <a:pt x="5019675" y="1038225"/>
                  </a:lnTo>
                  <a:lnTo>
                    <a:pt x="1828800" y="1038225"/>
                  </a:lnTo>
                  <a:lnTo>
                    <a:pt x="0" y="1038225"/>
                  </a:lnTo>
                  <a:lnTo>
                    <a:pt x="0" y="1485900"/>
                  </a:lnTo>
                  <a:lnTo>
                    <a:pt x="1828800" y="1485900"/>
                  </a:lnTo>
                  <a:lnTo>
                    <a:pt x="5019675" y="1485900"/>
                  </a:lnTo>
                  <a:lnTo>
                    <a:pt x="8220075" y="1485900"/>
                  </a:lnTo>
                  <a:lnTo>
                    <a:pt x="11410950" y="1485900"/>
                  </a:lnTo>
                  <a:lnTo>
                    <a:pt x="11410950" y="1038225"/>
                  </a:lnTo>
                  <a:close/>
                </a:path>
                <a:path w="11410950" h="1485900">
                  <a:moveTo>
                    <a:pt x="11410950" y="0"/>
                  </a:moveTo>
                  <a:lnTo>
                    <a:pt x="8220075" y="0"/>
                  </a:lnTo>
                  <a:lnTo>
                    <a:pt x="5019675" y="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1828800" y="514350"/>
                  </a:lnTo>
                  <a:lnTo>
                    <a:pt x="5019675" y="514350"/>
                  </a:lnTo>
                  <a:lnTo>
                    <a:pt x="8220075" y="514350"/>
                  </a:lnTo>
                  <a:lnTo>
                    <a:pt x="11410950" y="514350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0512" y="2047874"/>
              <a:ext cx="11410950" cy="1504950"/>
            </a:xfrm>
            <a:custGeom>
              <a:avLst/>
              <a:gdLst/>
              <a:ahLst/>
              <a:cxnLst/>
              <a:rect l="l" t="t" r="r" b="b"/>
              <a:pathLst>
                <a:path w="11410950" h="1504950">
                  <a:moveTo>
                    <a:pt x="11410950" y="1495425"/>
                  </a:moveTo>
                  <a:lnTo>
                    <a:pt x="8220075" y="1495425"/>
                  </a:lnTo>
                  <a:lnTo>
                    <a:pt x="5019675" y="1495425"/>
                  </a:lnTo>
                  <a:lnTo>
                    <a:pt x="1828800" y="1495425"/>
                  </a:lnTo>
                  <a:lnTo>
                    <a:pt x="0" y="1495425"/>
                  </a:lnTo>
                  <a:lnTo>
                    <a:pt x="0" y="1504950"/>
                  </a:lnTo>
                  <a:lnTo>
                    <a:pt x="1828800" y="1504950"/>
                  </a:lnTo>
                  <a:lnTo>
                    <a:pt x="5019675" y="1504950"/>
                  </a:lnTo>
                  <a:lnTo>
                    <a:pt x="8220075" y="1504950"/>
                  </a:lnTo>
                  <a:lnTo>
                    <a:pt x="11410950" y="1504950"/>
                  </a:lnTo>
                  <a:lnTo>
                    <a:pt x="11410950" y="1495425"/>
                  </a:lnTo>
                  <a:close/>
                </a:path>
                <a:path w="11410950" h="1504950">
                  <a:moveTo>
                    <a:pt x="11410950" y="1038225"/>
                  </a:moveTo>
                  <a:lnTo>
                    <a:pt x="8220075" y="1038225"/>
                  </a:lnTo>
                  <a:lnTo>
                    <a:pt x="5019675" y="1038225"/>
                  </a:lnTo>
                  <a:lnTo>
                    <a:pt x="1828800" y="1038225"/>
                  </a:lnTo>
                  <a:lnTo>
                    <a:pt x="0" y="1038225"/>
                  </a:lnTo>
                  <a:lnTo>
                    <a:pt x="0" y="1047750"/>
                  </a:lnTo>
                  <a:lnTo>
                    <a:pt x="1828800" y="1047750"/>
                  </a:lnTo>
                  <a:lnTo>
                    <a:pt x="5019675" y="1047750"/>
                  </a:lnTo>
                  <a:lnTo>
                    <a:pt x="8220075" y="1047750"/>
                  </a:lnTo>
                  <a:lnTo>
                    <a:pt x="11410950" y="1047750"/>
                  </a:lnTo>
                  <a:lnTo>
                    <a:pt x="11410950" y="1038225"/>
                  </a:lnTo>
                  <a:close/>
                </a:path>
                <a:path w="11410950" h="1504950">
                  <a:moveTo>
                    <a:pt x="11410950" y="523875"/>
                  </a:moveTo>
                  <a:lnTo>
                    <a:pt x="8220075" y="523875"/>
                  </a:lnTo>
                  <a:lnTo>
                    <a:pt x="5019675" y="523875"/>
                  </a:lnTo>
                  <a:lnTo>
                    <a:pt x="1828800" y="523875"/>
                  </a:lnTo>
                  <a:lnTo>
                    <a:pt x="0" y="523875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5019675" y="533400"/>
                  </a:lnTo>
                  <a:lnTo>
                    <a:pt x="8220075" y="533400"/>
                  </a:lnTo>
                  <a:lnTo>
                    <a:pt x="11410950" y="533400"/>
                  </a:lnTo>
                  <a:lnTo>
                    <a:pt x="11410950" y="523875"/>
                  </a:lnTo>
                  <a:close/>
                </a:path>
                <a:path w="11410950" h="1504950">
                  <a:moveTo>
                    <a:pt x="11410950" y="0"/>
                  </a:moveTo>
                  <a:lnTo>
                    <a:pt x="8220075" y="0"/>
                  </a:lnTo>
                  <a:lnTo>
                    <a:pt x="5019675" y="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1828800" y="9525"/>
                  </a:lnTo>
                  <a:lnTo>
                    <a:pt x="5019675" y="9525"/>
                  </a:lnTo>
                  <a:lnTo>
                    <a:pt x="8220075" y="9525"/>
                  </a:lnTo>
                  <a:lnTo>
                    <a:pt x="11410950" y="9525"/>
                  </a:lnTo>
                  <a:lnTo>
                    <a:pt x="11410950" y="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68325" y="1191659"/>
            <a:ext cx="58166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-95" dirty="0">
                <a:solidFill>
                  <a:srgbClr val="FFFFFF"/>
                </a:solidFill>
                <a:latin typeface="Arial"/>
                <a:cs typeface="Arial"/>
              </a:rPr>
              <a:t>CRITÈRE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09824" y="1235074"/>
            <a:ext cx="6539865" cy="698500"/>
            <a:chOff x="2409824" y="1235074"/>
            <a:chExt cx="6539865" cy="6985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3049" y="1235074"/>
              <a:ext cx="120650" cy="1587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1266" y="1247774"/>
              <a:ext cx="149225" cy="1333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96783" y="1247774"/>
              <a:ext cx="152400" cy="1333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14587" y="1662112"/>
              <a:ext cx="1409700" cy="266700"/>
            </a:xfrm>
            <a:custGeom>
              <a:avLst/>
              <a:gdLst/>
              <a:ahLst/>
              <a:cxnLst/>
              <a:rect l="l" t="t" r="r" b="b"/>
              <a:pathLst>
                <a:path w="1409700" h="266700">
                  <a:moveTo>
                    <a:pt x="1276349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6" y="240453"/>
                  </a:lnTo>
                  <a:lnTo>
                    <a:pt x="26246" y="212793"/>
                  </a:lnTo>
                  <a:lnTo>
                    <a:pt x="7791" y="178266"/>
                  </a:lnTo>
                  <a:lnTo>
                    <a:pt x="160" y="139901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276349" y="0"/>
                  </a:lnTo>
                  <a:lnTo>
                    <a:pt x="1315059" y="5740"/>
                  </a:lnTo>
                  <a:lnTo>
                    <a:pt x="1350434" y="22473"/>
                  </a:lnTo>
                  <a:lnTo>
                    <a:pt x="1379431" y="48752"/>
                  </a:lnTo>
                  <a:lnTo>
                    <a:pt x="1399548" y="82318"/>
                  </a:lnTo>
                  <a:lnTo>
                    <a:pt x="1409059" y="120279"/>
                  </a:lnTo>
                  <a:lnTo>
                    <a:pt x="1409699" y="133349"/>
                  </a:lnTo>
                  <a:lnTo>
                    <a:pt x="1409539" y="139901"/>
                  </a:lnTo>
                  <a:lnTo>
                    <a:pt x="1401907" y="178266"/>
                  </a:lnTo>
                  <a:lnTo>
                    <a:pt x="1383453" y="212793"/>
                  </a:lnTo>
                  <a:lnTo>
                    <a:pt x="1355792" y="240453"/>
                  </a:lnTo>
                  <a:lnTo>
                    <a:pt x="1321266" y="258908"/>
                  </a:lnTo>
                  <a:lnTo>
                    <a:pt x="1282900" y="266539"/>
                  </a:lnTo>
                  <a:lnTo>
                    <a:pt x="1276349" y="2666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14587" y="1662112"/>
              <a:ext cx="1409700" cy="266700"/>
            </a:xfrm>
            <a:custGeom>
              <a:avLst/>
              <a:gdLst/>
              <a:ahLst/>
              <a:cxnLst/>
              <a:rect l="l" t="t" r="r" b="b"/>
              <a:pathLst>
                <a:path w="1409700" h="266700">
                  <a:moveTo>
                    <a:pt x="0" y="133349"/>
                  </a:moveTo>
                  <a:lnTo>
                    <a:pt x="5740" y="94639"/>
                  </a:lnTo>
                  <a:lnTo>
                    <a:pt x="22473" y="59264"/>
                  </a:lnTo>
                  <a:lnTo>
                    <a:pt x="48752" y="30267"/>
                  </a:lnTo>
                  <a:lnTo>
                    <a:pt x="82319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1276349" y="0"/>
                  </a:lnTo>
                  <a:lnTo>
                    <a:pt x="1315059" y="5740"/>
                  </a:lnTo>
                  <a:lnTo>
                    <a:pt x="1350434" y="22473"/>
                  </a:lnTo>
                  <a:lnTo>
                    <a:pt x="1379431" y="48752"/>
                  </a:lnTo>
                  <a:lnTo>
                    <a:pt x="1399548" y="82318"/>
                  </a:lnTo>
                  <a:lnTo>
                    <a:pt x="1409059" y="120279"/>
                  </a:lnTo>
                  <a:lnTo>
                    <a:pt x="1409699" y="133349"/>
                  </a:lnTo>
                  <a:lnTo>
                    <a:pt x="1409539" y="139901"/>
                  </a:lnTo>
                  <a:lnTo>
                    <a:pt x="1401907" y="178266"/>
                  </a:lnTo>
                  <a:lnTo>
                    <a:pt x="1383453" y="212793"/>
                  </a:lnTo>
                  <a:lnTo>
                    <a:pt x="1355792" y="240453"/>
                  </a:lnTo>
                  <a:lnTo>
                    <a:pt x="1321266" y="258908"/>
                  </a:lnTo>
                  <a:lnTo>
                    <a:pt x="1282900" y="266539"/>
                  </a:lnTo>
                  <a:lnTo>
                    <a:pt x="1276349" y="266699"/>
                  </a:lnTo>
                  <a:lnTo>
                    <a:pt x="133349" y="266699"/>
                  </a:lnTo>
                  <a:lnTo>
                    <a:pt x="94639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1474" y="1733549"/>
              <a:ext cx="123825" cy="1143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609800" y="1191659"/>
            <a:ext cx="70104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-70" dirty="0">
                <a:solidFill>
                  <a:srgbClr val="FFFFFF"/>
                </a:solidFill>
                <a:latin typeface="Arial"/>
                <a:cs typeface="Arial"/>
              </a:rPr>
              <a:t>HASHMAP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42942" y="1191659"/>
            <a:ext cx="65976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-90" dirty="0">
                <a:solidFill>
                  <a:srgbClr val="FFFFFF"/>
                </a:solidFill>
                <a:latin typeface="Arial"/>
                <a:cs typeface="Arial"/>
              </a:rPr>
              <a:t>TREEMAP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18934" y="1191659"/>
            <a:ext cx="118808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-75" dirty="0">
                <a:solidFill>
                  <a:srgbClr val="FFFFFF"/>
                </a:solidFill>
                <a:latin typeface="Arial"/>
                <a:cs typeface="Arial"/>
              </a:rPr>
              <a:t>LINKEDHASHMAP</a:t>
            </a:r>
            <a:endParaRPr sz="1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8325" y="1660425"/>
            <a:ext cx="10312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0" dirty="0">
                <a:solidFill>
                  <a:srgbClr val="334054"/>
                </a:solidFill>
                <a:latin typeface="Arial"/>
                <a:cs typeface="Arial"/>
              </a:rPr>
              <a:t>Ordre</a:t>
            </a:r>
            <a:r>
              <a:rPr sz="1300" b="1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b="1" spc="-85" dirty="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sz="13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rgbClr val="334054"/>
                </a:solidFill>
                <a:latin typeface="Arial"/>
                <a:cs typeface="Arial"/>
              </a:rPr>
              <a:t>clés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79749" y="1677434"/>
            <a:ext cx="105664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-114" dirty="0">
                <a:solidFill>
                  <a:srgbClr val="B91B1B"/>
                </a:solidFill>
                <a:latin typeface="Arial"/>
                <a:cs typeface="Arial"/>
              </a:rPr>
              <a:t>Aucun</a:t>
            </a:r>
            <a:r>
              <a:rPr sz="1150" b="1" spc="-40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B91B1B"/>
                </a:solidFill>
                <a:latin typeface="Arial"/>
                <a:cs typeface="Arial"/>
              </a:rPr>
              <a:t>(</a:t>
            </a:r>
            <a:r>
              <a:rPr sz="1150" b="1" spc="-60" dirty="0">
                <a:solidFill>
                  <a:srgbClr val="B91B1B"/>
                </a:solidFill>
                <a:latin typeface="Arial"/>
                <a:cs typeface="Arial"/>
              </a:rPr>
              <a:t>aléatoire</a:t>
            </a:r>
            <a:r>
              <a:rPr sz="1100" b="1" spc="-60" dirty="0">
                <a:solidFill>
                  <a:srgbClr val="B91B1B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00699" y="1657349"/>
            <a:ext cx="1600200" cy="276225"/>
            <a:chOff x="5600699" y="1657349"/>
            <a:chExt cx="1600200" cy="276225"/>
          </a:xfrm>
        </p:grpSpPr>
        <p:sp>
          <p:nvSpPr>
            <p:cNvPr id="24" name="object 24"/>
            <p:cNvSpPr/>
            <p:nvPr/>
          </p:nvSpPr>
          <p:spPr>
            <a:xfrm>
              <a:off x="5605462" y="1662112"/>
              <a:ext cx="1590675" cy="266700"/>
            </a:xfrm>
            <a:custGeom>
              <a:avLst/>
              <a:gdLst/>
              <a:ahLst/>
              <a:cxnLst/>
              <a:rect l="l" t="t" r="r" b="b"/>
              <a:pathLst>
                <a:path w="1590675" h="266700">
                  <a:moveTo>
                    <a:pt x="1457324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6" y="240453"/>
                  </a:lnTo>
                  <a:lnTo>
                    <a:pt x="26245" y="212793"/>
                  </a:lnTo>
                  <a:lnTo>
                    <a:pt x="7790" y="178266"/>
                  </a:lnTo>
                  <a:lnTo>
                    <a:pt x="160" y="139901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0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457324" y="0"/>
                  </a:lnTo>
                  <a:lnTo>
                    <a:pt x="1496034" y="5740"/>
                  </a:lnTo>
                  <a:lnTo>
                    <a:pt x="1531409" y="22473"/>
                  </a:lnTo>
                  <a:lnTo>
                    <a:pt x="1560406" y="48752"/>
                  </a:lnTo>
                  <a:lnTo>
                    <a:pt x="1580523" y="82318"/>
                  </a:lnTo>
                  <a:lnTo>
                    <a:pt x="1590033" y="120279"/>
                  </a:lnTo>
                  <a:lnTo>
                    <a:pt x="1590674" y="133349"/>
                  </a:lnTo>
                  <a:lnTo>
                    <a:pt x="1590514" y="139901"/>
                  </a:lnTo>
                  <a:lnTo>
                    <a:pt x="1582882" y="178266"/>
                  </a:lnTo>
                  <a:lnTo>
                    <a:pt x="1564427" y="212793"/>
                  </a:lnTo>
                  <a:lnTo>
                    <a:pt x="1536767" y="240453"/>
                  </a:lnTo>
                  <a:lnTo>
                    <a:pt x="1502241" y="258908"/>
                  </a:lnTo>
                  <a:lnTo>
                    <a:pt x="1463875" y="266539"/>
                  </a:lnTo>
                  <a:lnTo>
                    <a:pt x="1457324" y="2666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05462" y="1662112"/>
              <a:ext cx="1590675" cy="266700"/>
            </a:xfrm>
            <a:custGeom>
              <a:avLst/>
              <a:gdLst/>
              <a:ahLst/>
              <a:cxnLst/>
              <a:rect l="l" t="t" r="r" b="b"/>
              <a:pathLst>
                <a:path w="1590675" h="266700">
                  <a:moveTo>
                    <a:pt x="0" y="133349"/>
                  </a:moveTo>
                  <a:lnTo>
                    <a:pt x="5739" y="94639"/>
                  </a:lnTo>
                  <a:lnTo>
                    <a:pt x="22472" y="59264"/>
                  </a:lnTo>
                  <a:lnTo>
                    <a:pt x="48752" y="30267"/>
                  </a:lnTo>
                  <a:lnTo>
                    <a:pt x="82318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1457324" y="0"/>
                  </a:lnTo>
                  <a:lnTo>
                    <a:pt x="1496034" y="5740"/>
                  </a:lnTo>
                  <a:lnTo>
                    <a:pt x="1531409" y="22473"/>
                  </a:lnTo>
                  <a:lnTo>
                    <a:pt x="1560406" y="48752"/>
                  </a:lnTo>
                  <a:lnTo>
                    <a:pt x="1580523" y="82318"/>
                  </a:lnTo>
                  <a:lnTo>
                    <a:pt x="1590033" y="120279"/>
                  </a:lnTo>
                  <a:lnTo>
                    <a:pt x="1590674" y="133349"/>
                  </a:lnTo>
                  <a:lnTo>
                    <a:pt x="1590514" y="139901"/>
                  </a:lnTo>
                  <a:lnTo>
                    <a:pt x="1582882" y="178266"/>
                  </a:lnTo>
                  <a:lnTo>
                    <a:pt x="1564427" y="212793"/>
                  </a:lnTo>
                  <a:lnTo>
                    <a:pt x="1536767" y="240453"/>
                  </a:lnTo>
                  <a:lnTo>
                    <a:pt x="1502241" y="258908"/>
                  </a:lnTo>
                  <a:lnTo>
                    <a:pt x="1463875" y="266539"/>
                  </a:lnTo>
                  <a:lnTo>
                    <a:pt x="1457324" y="266699"/>
                  </a:lnTo>
                  <a:lnTo>
                    <a:pt x="133349" y="266699"/>
                  </a:lnTo>
                  <a:lnTo>
                    <a:pt x="94639" y="260959"/>
                  </a:lnTo>
                  <a:lnTo>
                    <a:pt x="59264" y="244226"/>
                  </a:lnTo>
                  <a:lnTo>
                    <a:pt x="30266" y="217947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06516" y="1736724"/>
              <a:ext cx="139700" cy="11112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890269" y="1677434"/>
            <a:ext cx="122237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-85" dirty="0">
                <a:solidFill>
                  <a:srgbClr val="15803C"/>
                </a:solidFill>
                <a:latin typeface="Arial"/>
                <a:cs typeface="Arial"/>
              </a:rPr>
              <a:t>Trié</a:t>
            </a:r>
            <a:r>
              <a:rPr sz="1150" b="1" spc="-5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15803C"/>
                </a:solidFill>
                <a:latin typeface="Arial"/>
                <a:cs typeface="Arial"/>
              </a:rPr>
              <a:t>(</a:t>
            </a:r>
            <a:r>
              <a:rPr sz="1150" b="1" spc="-60" dirty="0">
                <a:solidFill>
                  <a:srgbClr val="15803C"/>
                </a:solidFill>
                <a:latin typeface="Arial"/>
                <a:cs typeface="Arial"/>
              </a:rPr>
              <a:t>naturel</a:t>
            </a:r>
            <a:r>
              <a:rPr sz="1100" b="1" spc="-60" dirty="0">
                <a:solidFill>
                  <a:srgbClr val="15803C"/>
                </a:solidFill>
                <a:latin typeface="Arial"/>
                <a:cs typeface="Arial"/>
              </a:rPr>
              <a:t>/</a:t>
            </a:r>
            <a:r>
              <a:rPr sz="1150" b="1" spc="-60" dirty="0">
                <a:solidFill>
                  <a:srgbClr val="15803C"/>
                </a:solidFill>
                <a:latin typeface="Arial"/>
                <a:cs typeface="Arial"/>
              </a:rPr>
              <a:t>comp</a:t>
            </a:r>
            <a:r>
              <a:rPr sz="1100" b="1" spc="-60" dirty="0">
                <a:solidFill>
                  <a:srgbClr val="15803C"/>
                </a:solidFill>
                <a:latin typeface="Arial"/>
                <a:cs typeface="Arial"/>
              </a:rPr>
              <a:t>.)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801099" y="1657349"/>
            <a:ext cx="1905000" cy="276225"/>
            <a:chOff x="8801099" y="1657349"/>
            <a:chExt cx="1905000" cy="276225"/>
          </a:xfrm>
        </p:grpSpPr>
        <p:sp>
          <p:nvSpPr>
            <p:cNvPr id="29" name="object 29"/>
            <p:cNvSpPr/>
            <p:nvPr/>
          </p:nvSpPr>
          <p:spPr>
            <a:xfrm>
              <a:off x="8805861" y="1662112"/>
              <a:ext cx="1895475" cy="266700"/>
            </a:xfrm>
            <a:custGeom>
              <a:avLst/>
              <a:gdLst/>
              <a:ahLst/>
              <a:cxnLst/>
              <a:rect l="l" t="t" r="r" b="b"/>
              <a:pathLst>
                <a:path w="1895475" h="266700">
                  <a:moveTo>
                    <a:pt x="1762124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5" y="240453"/>
                  </a:lnTo>
                  <a:lnTo>
                    <a:pt x="26244" y="212793"/>
                  </a:lnTo>
                  <a:lnTo>
                    <a:pt x="7790" y="178266"/>
                  </a:lnTo>
                  <a:lnTo>
                    <a:pt x="159" y="139901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0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1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762124" y="0"/>
                  </a:lnTo>
                  <a:lnTo>
                    <a:pt x="1800833" y="5740"/>
                  </a:lnTo>
                  <a:lnTo>
                    <a:pt x="1836207" y="22473"/>
                  </a:lnTo>
                  <a:lnTo>
                    <a:pt x="1865205" y="48752"/>
                  </a:lnTo>
                  <a:lnTo>
                    <a:pt x="1885321" y="82318"/>
                  </a:lnTo>
                  <a:lnTo>
                    <a:pt x="1894833" y="120279"/>
                  </a:lnTo>
                  <a:lnTo>
                    <a:pt x="1895474" y="133349"/>
                  </a:lnTo>
                  <a:lnTo>
                    <a:pt x="1895314" y="139901"/>
                  </a:lnTo>
                  <a:lnTo>
                    <a:pt x="1887681" y="178266"/>
                  </a:lnTo>
                  <a:lnTo>
                    <a:pt x="1869226" y="212793"/>
                  </a:lnTo>
                  <a:lnTo>
                    <a:pt x="1841566" y="240453"/>
                  </a:lnTo>
                  <a:lnTo>
                    <a:pt x="1807040" y="258908"/>
                  </a:lnTo>
                  <a:lnTo>
                    <a:pt x="1768676" y="266539"/>
                  </a:lnTo>
                  <a:lnTo>
                    <a:pt x="1762124" y="266699"/>
                  </a:lnTo>
                  <a:close/>
                </a:path>
              </a:pathLst>
            </a:custGeom>
            <a:solidFill>
              <a:srgbClr val="DFF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05861" y="1662112"/>
              <a:ext cx="1895475" cy="266700"/>
            </a:xfrm>
            <a:custGeom>
              <a:avLst/>
              <a:gdLst/>
              <a:ahLst/>
              <a:cxnLst/>
              <a:rect l="l" t="t" r="r" b="b"/>
              <a:pathLst>
                <a:path w="1895475" h="266700">
                  <a:moveTo>
                    <a:pt x="0" y="133349"/>
                  </a:moveTo>
                  <a:lnTo>
                    <a:pt x="5739" y="94639"/>
                  </a:lnTo>
                  <a:lnTo>
                    <a:pt x="22473" y="59264"/>
                  </a:lnTo>
                  <a:lnTo>
                    <a:pt x="48751" y="30267"/>
                  </a:lnTo>
                  <a:lnTo>
                    <a:pt x="82318" y="10150"/>
                  </a:lnTo>
                  <a:lnTo>
                    <a:pt x="120278" y="640"/>
                  </a:lnTo>
                  <a:lnTo>
                    <a:pt x="133349" y="0"/>
                  </a:lnTo>
                  <a:lnTo>
                    <a:pt x="1762124" y="0"/>
                  </a:lnTo>
                  <a:lnTo>
                    <a:pt x="1800833" y="5740"/>
                  </a:lnTo>
                  <a:lnTo>
                    <a:pt x="1836207" y="22473"/>
                  </a:lnTo>
                  <a:lnTo>
                    <a:pt x="1865205" y="48752"/>
                  </a:lnTo>
                  <a:lnTo>
                    <a:pt x="1885321" y="82318"/>
                  </a:lnTo>
                  <a:lnTo>
                    <a:pt x="1894833" y="120279"/>
                  </a:lnTo>
                  <a:lnTo>
                    <a:pt x="1895474" y="133349"/>
                  </a:lnTo>
                  <a:lnTo>
                    <a:pt x="1895314" y="139901"/>
                  </a:lnTo>
                  <a:lnTo>
                    <a:pt x="1887681" y="178266"/>
                  </a:lnTo>
                  <a:lnTo>
                    <a:pt x="1869226" y="212793"/>
                  </a:lnTo>
                  <a:lnTo>
                    <a:pt x="1841566" y="240453"/>
                  </a:lnTo>
                  <a:lnTo>
                    <a:pt x="1807040" y="258908"/>
                  </a:lnTo>
                  <a:lnTo>
                    <a:pt x="1768676" y="266539"/>
                  </a:lnTo>
                  <a:lnTo>
                    <a:pt x="1762124" y="266699"/>
                  </a:lnTo>
                  <a:lnTo>
                    <a:pt x="133349" y="266699"/>
                  </a:lnTo>
                  <a:lnTo>
                    <a:pt x="94639" y="260959"/>
                  </a:lnTo>
                  <a:lnTo>
                    <a:pt x="59263" y="244226"/>
                  </a:lnTo>
                  <a:lnTo>
                    <a:pt x="30266" y="217947"/>
                  </a:lnTo>
                  <a:lnTo>
                    <a:pt x="10149" y="184380"/>
                  </a:lnTo>
                  <a:lnTo>
                    <a:pt x="639" y="146420"/>
                  </a:lnTo>
                  <a:lnTo>
                    <a:pt x="0" y="133349"/>
                  </a:lnTo>
                </a:path>
              </a:pathLst>
            </a:custGeom>
            <a:ln w="9524">
              <a:solidFill>
                <a:srgbClr val="B9E6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01558" y="1727199"/>
              <a:ext cx="123825" cy="1270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9069833" y="1677434"/>
            <a:ext cx="154178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-85" dirty="0">
                <a:solidFill>
                  <a:srgbClr val="0369A1"/>
                </a:solidFill>
                <a:latin typeface="Arial"/>
                <a:cs typeface="Arial"/>
              </a:rPr>
              <a:t>Insertion</a:t>
            </a:r>
            <a:r>
              <a:rPr sz="1150" b="1" spc="-30" dirty="0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sz="1100" b="1" spc="-80" dirty="0">
                <a:solidFill>
                  <a:srgbClr val="0369A1"/>
                </a:solidFill>
                <a:latin typeface="Arial"/>
                <a:cs typeface="Arial"/>
              </a:rPr>
              <a:t>(</a:t>
            </a:r>
            <a:r>
              <a:rPr sz="1150" b="1" spc="-80" dirty="0">
                <a:solidFill>
                  <a:srgbClr val="0369A1"/>
                </a:solidFill>
                <a:latin typeface="Arial"/>
                <a:cs typeface="Arial"/>
              </a:rPr>
              <a:t>chronologique</a:t>
            </a:r>
            <a:r>
              <a:rPr sz="1100" b="1" spc="-80" dirty="0">
                <a:solidFill>
                  <a:srgbClr val="0369A1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8325" y="2184300"/>
            <a:ext cx="11125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65" dirty="0">
                <a:solidFill>
                  <a:srgbClr val="334054"/>
                </a:solidFill>
                <a:latin typeface="Arial"/>
                <a:cs typeface="Arial"/>
              </a:rPr>
              <a:t>Vitesse</a:t>
            </a:r>
            <a:r>
              <a:rPr sz="1300" b="1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spc="155" dirty="0">
                <a:solidFill>
                  <a:srgbClr val="7C3AEC"/>
                </a:solidFill>
                <a:latin typeface="Times New Roman"/>
                <a:cs typeface="Times New Roman"/>
              </a:rPr>
              <a:t>get/put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409824" y="2171699"/>
            <a:ext cx="1504950" cy="285750"/>
            <a:chOff x="2409824" y="2171699"/>
            <a:chExt cx="1504950" cy="285750"/>
          </a:xfrm>
        </p:grpSpPr>
        <p:sp>
          <p:nvSpPr>
            <p:cNvPr id="35" name="object 35"/>
            <p:cNvSpPr/>
            <p:nvPr/>
          </p:nvSpPr>
          <p:spPr>
            <a:xfrm>
              <a:off x="2414587" y="2176462"/>
              <a:ext cx="1495425" cy="276225"/>
            </a:xfrm>
            <a:custGeom>
              <a:avLst/>
              <a:gdLst/>
              <a:ahLst/>
              <a:cxnLst/>
              <a:rect l="l" t="t" r="r" b="b"/>
              <a:pathLst>
                <a:path w="1495425" h="276225">
                  <a:moveTo>
                    <a:pt x="1357312" y="276224"/>
                  </a:moveTo>
                  <a:lnTo>
                    <a:pt x="138112" y="276224"/>
                  </a:lnTo>
                  <a:lnTo>
                    <a:pt x="131327" y="276058"/>
                  </a:lnTo>
                  <a:lnTo>
                    <a:pt x="91591" y="268154"/>
                  </a:lnTo>
                  <a:lnTo>
                    <a:pt x="55831" y="249040"/>
                  </a:lnTo>
                  <a:lnTo>
                    <a:pt x="27183" y="220392"/>
                  </a:lnTo>
                  <a:lnTo>
                    <a:pt x="8069" y="184633"/>
                  </a:lnTo>
                  <a:lnTo>
                    <a:pt x="165" y="144897"/>
                  </a:lnTo>
                  <a:lnTo>
                    <a:pt x="0" y="138112"/>
                  </a:lnTo>
                  <a:lnTo>
                    <a:pt x="165" y="131327"/>
                  </a:lnTo>
                  <a:lnTo>
                    <a:pt x="8069" y="91590"/>
                  </a:lnTo>
                  <a:lnTo>
                    <a:pt x="27183" y="55831"/>
                  </a:lnTo>
                  <a:lnTo>
                    <a:pt x="55831" y="27183"/>
                  </a:lnTo>
                  <a:lnTo>
                    <a:pt x="91591" y="8069"/>
                  </a:lnTo>
                  <a:lnTo>
                    <a:pt x="131327" y="165"/>
                  </a:lnTo>
                  <a:lnTo>
                    <a:pt x="138112" y="0"/>
                  </a:lnTo>
                  <a:lnTo>
                    <a:pt x="1357312" y="0"/>
                  </a:lnTo>
                  <a:lnTo>
                    <a:pt x="1397404" y="5945"/>
                  </a:lnTo>
                  <a:lnTo>
                    <a:pt x="1434043" y="23275"/>
                  </a:lnTo>
                  <a:lnTo>
                    <a:pt x="1464075" y="50493"/>
                  </a:lnTo>
                  <a:lnTo>
                    <a:pt x="1484911" y="85258"/>
                  </a:lnTo>
                  <a:lnTo>
                    <a:pt x="1494761" y="124574"/>
                  </a:lnTo>
                  <a:lnTo>
                    <a:pt x="1495424" y="138112"/>
                  </a:lnTo>
                  <a:lnTo>
                    <a:pt x="1495258" y="144897"/>
                  </a:lnTo>
                  <a:lnTo>
                    <a:pt x="1487354" y="184633"/>
                  </a:lnTo>
                  <a:lnTo>
                    <a:pt x="1468241" y="220392"/>
                  </a:lnTo>
                  <a:lnTo>
                    <a:pt x="1439592" y="249040"/>
                  </a:lnTo>
                  <a:lnTo>
                    <a:pt x="1403833" y="268154"/>
                  </a:lnTo>
                  <a:lnTo>
                    <a:pt x="1364097" y="276058"/>
                  </a:lnTo>
                  <a:lnTo>
                    <a:pt x="1357312" y="276224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414587" y="2176462"/>
              <a:ext cx="1495425" cy="276225"/>
            </a:xfrm>
            <a:custGeom>
              <a:avLst/>
              <a:gdLst/>
              <a:ahLst/>
              <a:cxnLst/>
              <a:rect l="l" t="t" r="r" b="b"/>
              <a:pathLst>
                <a:path w="1495425" h="276225">
                  <a:moveTo>
                    <a:pt x="0" y="138112"/>
                  </a:moveTo>
                  <a:lnTo>
                    <a:pt x="5945" y="98019"/>
                  </a:lnTo>
                  <a:lnTo>
                    <a:pt x="23276" y="61381"/>
                  </a:lnTo>
                  <a:lnTo>
                    <a:pt x="50493" y="31348"/>
                  </a:lnTo>
                  <a:lnTo>
                    <a:pt x="85259" y="10513"/>
                  </a:lnTo>
                  <a:lnTo>
                    <a:pt x="124574" y="663"/>
                  </a:lnTo>
                  <a:lnTo>
                    <a:pt x="138112" y="0"/>
                  </a:lnTo>
                  <a:lnTo>
                    <a:pt x="1357312" y="0"/>
                  </a:lnTo>
                  <a:lnTo>
                    <a:pt x="1397404" y="5945"/>
                  </a:lnTo>
                  <a:lnTo>
                    <a:pt x="1434043" y="23275"/>
                  </a:lnTo>
                  <a:lnTo>
                    <a:pt x="1464075" y="50493"/>
                  </a:lnTo>
                  <a:lnTo>
                    <a:pt x="1484911" y="85258"/>
                  </a:lnTo>
                  <a:lnTo>
                    <a:pt x="1494761" y="124574"/>
                  </a:lnTo>
                  <a:lnTo>
                    <a:pt x="1495424" y="138112"/>
                  </a:lnTo>
                  <a:lnTo>
                    <a:pt x="1495258" y="144897"/>
                  </a:lnTo>
                  <a:lnTo>
                    <a:pt x="1487354" y="184633"/>
                  </a:lnTo>
                  <a:lnTo>
                    <a:pt x="1468241" y="220392"/>
                  </a:lnTo>
                  <a:lnTo>
                    <a:pt x="1439592" y="249040"/>
                  </a:lnTo>
                  <a:lnTo>
                    <a:pt x="1403833" y="268154"/>
                  </a:lnTo>
                  <a:lnTo>
                    <a:pt x="1364097" y="276058"/>
                  </a:lnTo>
                  <a:lnTo>
                    <a:pt x="1357312" y="276224"/>
                  </a:lnTo>
                  <a:lnTo>
                    <a:pt x="138112" y="276224"/>
                  </a:lnTo>
                  <a:lnTo>
                    <a:pt x="98019" y="270279"/>
                  </a:lnTo>
                  <a:lnTo>
                    <a:pt x="61381" y="252948"/>
                  </a:lnTo>
                  <a:lnTo>
                    <a:pt x="31348" y="225730"/>
                  </a:lnTo>
                  <a:lnTo>
                    <a:pt x="10513" y="190965"/>
                  </a:lnTo>
                  <a:lnTo>
                    <a:pt x="663" y="151649"/>
                  </a:lnTo>
                  <a:lnTo>
                    <a:pt x="0" y="138112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11474" y="2241549"/>
              <a:ext cx="123825" cy="12700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2679749" y="2191784"/>
            <a:ext cx="114173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70" dirty="0">
                <a:solidFill>
                  <a:srgbClr val="15803C"/>
                </a:solidFill>
                <a:latin typeface="Times New Roman"/>
                <a:cs typeface="Times New Roman"/>
              </a:rPr>
              <a:t>O(1)</a:t>
            </a:r>
            <a:r>
              <a:rPr sz="1050" b="1" spc="195" dirty="0">
                <a:solidFill>
                  <a:srgbClr val="15803C"/>
                </a:solidFill>
                <a:latin typeface="Times New Roman"/>
                <a:cs typeface="Times New Roman"/>
              </a:rPr>
              <a:t> </a:t>
            </a:r>
            <a:r>
              <a:rPr sz="1100" b="1" spc="80" dirty="0">
                <a:solidFill>
                  <a:srgbClr val="15803C"/>
                </a:solidFill>
                <a:latin typeface="Arial"/>
                <a:cs typeface="Arial"/>
              </a:rPr>
              <a:t>-</a:t>
            </a:r>
            <a:r>
              <a:rPr sz="1100" b="1" spc="-5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150" b="1" spc="-100" dirty="0">
                <a:solidFill>
                  <a:srgbClr val="15803C"/>
                </a:solidFill>
                <a:latin typeface="Arial"/>
                <a:cs typeface="Arial"/>
              </a:rPr>
              <a:t>Très</a:t>
            </a:r>
            <a:r>
              <a:rPr sz="1150" b="1" spc="-6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150" b="1" spc="-70" dirty="0">
                <a:solidFill>
                  <a:srgbClr val="15803C"/>
                </a:solidFill>
                <a:latin typeface="Arial"/>
                <a:cs typeface="Arial"/>
              </a:rPr>
              <a:t>rapide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600699" y="2171699"/>
            <a:ext cx="1543050" cy="285750"/>
            <a:chOff x="5600699" y="2171699"/>
            <a:chExt cx="1543050" cy="285750"/>
          </a:xfrm>
        </p:grpSpPr>
        <p:sp>
          <p:nvSpPr>
            <p:cNvPr id="40" name="object 40"/>
            <p:cNvSpPr/>
            <p:nvPr/>
          </p:nvSpPr>
          <p:spPr>
            <a:xfrm>
              <a:off x="5605462" y="2176462"/>
              <a:ext cx="1533525" cy="276225"/>
            </a:xfrm>
            <a:custGeom>
              <a:avLst/>
              <a:gdLst/>
              <a:ahLst/>
              <a:cxnLst/>
              <a:rect l="l" t="t" r="r" b="b"/>
              <a:pathLst>
                <a:path w="1533525" h="276225">
                  <a:moveTo>
                    <a:pt x="1395412" y="276224"/>
                  </a:moveTo>
                  <a:lnTo>
                    <a:pt x="138112" y="276224"/>
                  </a:lnTo>
                  <a:lnTo>
                    <a:pt x="131327" y="276058"/>
                  </a:lnTo>
                  <a:lnTo>
                    <a:pt x="91590" y="268154"/>
                  </a:lnTo>
                  <a:lnTo>
                    <a:pt x="55830" y="249040"/>
                  </a:lnTo>
                  <a:lnTo>
                    <a:pt x="27182" y="220392"/>
                  </a:lnTo>
                  <a:lnTo>
                    <a:pt x="8069" y="184633"/>
                  </a:lnTo>
                  <a:lnTo>
                    <a:pt x="165" y="144897"/>
                  </a:lnTo>
                  <a:lnTo>
                    <a:pt x="0" y="138112"/>
                  </a:lnTo>
                  <a:lnTo>
                    <a:pt x="165" y="131327"/>
                  </a:lnTo>
                  <a:lnTo>
                    <a:pt x="8069" y="91590"/>
                  </a:lnTo>
                  <a:lnTo>
                    <a:pt x="27182" y="55831"/>
                  </a:lnTo>
                  <a:lnTo>
                    <a:pt x="55830" y="27183"/>
                  </a:lnTo>
                  <a:lnTo>
                    <a:pt x="91590" y="8069"/>
                  </a:lnTo>
                  <a:lnTo>
                    <a:pt x="131327" y="165"/>
                  </a:lnTo>
                  <a:lnTo>
                    <a:pt x="138112" y="0"/>
                  </a:lnTo>
                  <a:lnTo>
                    <a:pt x="1395412" y="0"/>
                  </a:lnTo>
                  <a:lnTo>
                    <a:pt x="1435504" y="5945"/>
                  </a:lnTo>
                  <a:lnTo>
                    <a:pt x="1472142" y="23275"/>
                  </a:lnTo>
                  <a:lnTo>
                    <a:pt x="1502175" y="50493"/>
                  </a:lnTo>
                  <a:lnTo>
                    <a:pt x="1523010" y="85258"/>
                  </a:lnTo>
                  <a:lnTo>
                    <a:pt x="1532860" y="124574"/>
                  </a:lnTo>
                  <a:lnTo>
                    <a:pt x="1533524" y="138112"/>
                  </a:lnTo>
                  <a:lnTo>
                    <a:pt x="1533358" y="144897"/>
                  </a:lnTo>
                  <a:lnTo>
                    <a:pt x="1525454" y="184633"/>
                  </a:lnTo>
                  <a:lnTo>
                    <a:pt x="1506340" y="220392"/>
                  </a:lnTo>
                  <a:lnTo>
                    <a:pt x="1477692" y="249040"/>
                  </a:lnTo>
                  <a:lnTo>
                    <a:pt x="1441933" y="268154"/>
                  </a:lnTo>
                  <a:lnTo>
                    <a:pt x="1402197" y="276058"/>
                  </a:lnTo>
                  <a:lnTo>
                    <a:pt x="1395412" y="276224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05462" y="2176462"/>
              <a:ext cx="1533525" cy="276225"/>
            </a:xfrm>
            <a:custGeom>
              <a:avLst/>
              <a:gdLst/>
              <a:ahLst/>
              <a:cxnLst/>
              <a:rect l="l" t="t" r="r" b="b"/>
              <a:pathLst>
                <a:path w="1533525" h="276225">
                  <a:moveTo>
                    <a:pt x="0" y="138112"/>
                  </a:moveTo>
                  <a:lnTo>
                    <a:pt x="5945" y="98019"/>
                  </a:lnTo>
                  <a:lnTo>
                    <a:pt x="23274" y="61381"/>
                  </a:lnTo>
                  <a:lnTo>
                    <a:pt x="50492" y="31348"/>
                  </a:lnTo>
                  <a:lnTo>
                    <a:pt x="85258" y="10513"/>
                  </a:lnTo>
                  <a:lnTo>
                    <a:pt x="124574" y="663"/>
                  </a:lnTo>
                  <a:lnTo>
                    <a:pt x="138112" y="0"/>
                  </a:lnTo>
                  <a:lnTo>
                    <a:pt x="1395412" y="0"/>
                  </a:lnTo>
                  <a:lnTo>
                    <a:pt x="1435504" y="5945"/>
                  </a:lnTo>
                  <a:lnTo>
                    <a:pt x="1472142" y="23275"/>
                  </a:lnTo>
                  <a:lnTo>
                    <a:pt x="1502175" y="50493"/>
                  </a:lnTo>
                  <a:lnTo>
                    <a:pt x="1523010" y="85258"/>
                  </a:lnTo>
                  <a:lnTo>
                    <a:pt x="1532860" y="124574"/>
                  </a:lnTo>
                  <a:lnTo>
                    <a:pt x="1533524" y="138112"/>
                  </a:lnTo>
                  <a:lnTo>
                    <a:pt x="1533358" y="144897"/>
                  </a:lnTo>
                  <a:lnTo>
                    <a:pt x="1525454" y="184633"/>
                  </a:lnTo>
                  <a:lnTo>
                    <a:pt x="1506340" y="220392"/>
                  </a:lnTo>
                  <a:lnTo>
                    <a:pt x="1477692" y="249040"/>
                  </a:lnTo>
                  <a:lnTo>
                    <a:pt x="1441933" y="268154"/>
                  </a:lnTo>
                  <a:lnTo>
                    <a:pt x="1402197" y="276058"/>
                  </a:lnTo>
                  <a:lnTo>
                    <a:pt x="1395412" y="276224"/>
                  </a:lnTo>
                  <a:lnTo>
                    <a:pt x="138112" y="276224"/>
                  </a:lnTo>
                  <a:lnTo>
                    <a:pt x="98019" y="270279"/>
                  </a:lnTo>
                  <a:lnTo>
                    <a:pt x="61379" y="252948"/>
                  </a:lnTo>
                  <a:lnTo>
                    <a:pt x="31347" y="225730"/>
                  </a:lnTo>
                  <a:lnTo>
                    <a:pt x="10512" y="190965"/>
                  </a:lnTo>
                  <a:lnTo>
                    <a:pt x="663" y="151649"/>
                  </a:lnTo>
                  <a:lnTo>
                    <a:pt x="0" y="138112"/>
                  </a:lnTo>
                </a:path>
              </a:pathLst>
            </a:custGeom>
            <a:ln w="9524">
              <a:solidFill>
                <a:srgbClr val="FDE6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06516" y="2241549"/>
              <a:ext cx="123825" cy="1270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5874791" y="2191784"/>
            <a:ext cx="117284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80" dirty="0">
                <a:solidFill>
                  <a:srgbClr val="B45309"/>
                </a:solidFill>
                <a:latin typeface="Times New Roman"/>
                <a:cs typeface="Times New Roman"/>
              </a:rPr>
              <a:t>O(log</a:t>
            </a:r>
            <a:r>
              <a:rPr sz="1050" b="1" spc="325" dirty="0">
                <a:solidFill>
                  <a:srgbClr val="B45309"/>
                </a:solidFill>
                <a:latin typeface="Times New Roman"/>
                <a:cs typeface="Times New Roman"/>
              </a:rPr>
              <a:t> </a:t>
            </a:r>
            <a:r>
              <a:rPr sz="1050" b="1" spc="114" dirty="0">
                <a:solidFill>
                  <a:srgbClr val="B45309"/>
                </a:solidFill>
                <a:latin typeface="Times New Roman"/>
                <a:cs typeface="Times New Roman"/>
              </a:rPr>
              <a:t>n)</a:t>
            </a:r>
            <a:r>
              <a:rPr sz="1050" b="1" spc="190" dirty="0">
                <a:solidFill>
                  <a:srgbClr val="B45309"/>
                </a:solidFill>
                <a:latin typeface="Times New Roman"/>
                <a:cs typeface="Times New Roman"/>
              </a:rPr>
              <a:t> </a:t>
            </a:r>
            <a:r>
              <a:rPr sz="1100" b="1" spc="80" dirty="0">
                <a:solidFill>
                  <a:srgbClr val="B45309"/>
                </a:solidFill>
                <a:latin typeface="Arial"/>
                <a:cs typeface="Arial"/>
              </a:rPr>
              <a:t>-</a:t>
            </a:r>
            <a:r>
              <a:rPr sz="1100" b="1" spc="-60" dirty="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sz="1150" b="1" spc="-80" dirty="0">
                <a:solidFill>
                  <a:srgbClr val="B45309"/>
                </a:solidFill>
                <a:latin typeface="Arial"/>
                <a:cs typeface="Arial"/>
              </a:rPr>
              <a:t>Moyen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801099" y="2171699"/>
            <a:ext cx="1304925" cy="285750"/>
            <a:chOff x="8801099" y="2171699"/>
            <a:chExt cx="1304925" cy="285750"/>
          </a:xfrm>
        </p:grpSpPr>
        <p:sp>
          <p:nvSpPr>
            <p:cNvPr id="45" name="object 45"/>
            <p:cNvSpPr/>
            <p:nvPr/>
          </p:nvSpPr>
          <p:spPr>
            <a:xfrm>
              <a:off x="8805861" y="2176462"/>
              <a:ext cx="1295400" cy="276225"/>
            </a:xfrm>
            <a:custGeom>
              <a:avLst/>
              <a:gdLst/>
              <a:ahLst/>
              <a:cxnLst/>
              <a:rect l="l" t="t" r="r" b="b"/>
              <a:pathLst>
                <a:path w="1295400" h="276225">
                  <a:moveTo>
                    <a:pt x="1157287" y="276224"/>
                  </a:moveTo>
                  <a:lnTo>
                    <a:pt x="138112" y="276224"/>
                  </a:lnTo>
                  <a:lnTo>
                    <a:pt x="131326" y="276058"/>
                  </a:lnTo>
                  <a:lnTo>
                    <a:pt x="91589" y="268154"/>
                  </a:lnTo>
                  <a:lnTo>
                    <a:pt x="55830" y="249040"/>
                  </a:lnTo>
                  <a:lnTo>
                    <a:pt x="27182" y="220392"/>
                  </a:lnTo>
                  <a:lnTo>
                    <a:pt x="8068" y="184633"/>
                  </a:lnTo>
                  <a:lnTo>
                    <a:pt x="165" y="144897"/>
                  </a:lnTo>
                  <a:lnTo>
                    <a:pt x="0" y="138112"/>
                  </a:lnTo>
                  <a:lnTo>
                    <a:pt x="165" y="131327"/>
                  </a:lnTo>
                  <a:lnTo>
                    <a:pt x="8068" y="91590"/>
                  </a:lnTo>
                  <a:lnTo>
                    <a:pt x="27183" y="55831"/>
                  </a:lnTo>
                  <a:lnTo>
                    <a:pt x="55830" y="27183"/>
                  </a:lnTo>
                  <a:lnTo>
                    <a:pt x="91590" y="8069"/>
                  </a:lnTo>
                  <a:lnTo>
                    <a:pt x="131327" y="165"/>
                  </a:lnTo>
                  <a:lnTo>
                    <a:pt x="138112" y="0"/>
                  </a:lnTo>
                  <a:lnTo>
                    <a:pt x="1157287" y="0"/>
                  </a:lnTo>
                  <a:lnTo>
                    <a:pt x="1197378" y="5945"/>
                  </a:lnTo>
                  <a:lnTo>
                    <a:pt x="1234017" y="23275"/>
                  </a:lnTo>
                  <a:lnTo>
                    <a:pt x="1264049" y="50493"/>
                  </a:lnTo>
                  <a:lnTo>
                    <a:pt x="1284885" y="85258"/>
                  </a:lnTo>
                  <a:lnTo>
                    <a:pt x="1294735" y="124574"/>
                  </a:lnTo>
                  <a:lnTo>
                    <a:pt x="1295399" y="138112"/>
                  </a:lnTo>
                  <a:lnTo>
                    <a:pt x="1295233" y="144897"/>
                  </a:lnTo>
                  <a:lnTo>
                    <a:pt x="1287328" y="184633"/>
                  </a:lnTo>
                  <a:lnTo>
                    <a:pt x="1268215" y="220392"/>
                  </a:lnTo>
                  <a:lnTo>
                    <a:pt x="1239567" y="249040"/>
                  </a:lnTo>
                  <a:lnTo>
                    <a:pt x="1203807" y="268154"/>
                  </a:lnTo>
                  <a:lnTo>
                    <a:pt x="1164072" y="276058"/>
                  </a:lnTo>
                  <a:lnTo>
                    <a:pt x="1157287" y="276224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805861" y="2176462"/>
              <a:ext cx="1295400" cy="276225"/>
            </a:xfrm>
            <a:custGeom>
              <a:avLst/>
              <a:gdLst/>
              <a:ahLst/>
              <a:cxnLst/>
              <a:rect l="l" t="t" r="r" b="b"/>
              <a:pathLst>
                <a:path w="1295400" h="276225">
                  <a:moveTo>
                    <a:pt x="0" y="138112"/>
                  </a:moveTo>
                  <a:lnTo>
                    <a:pt x="5944" y="98019"/>
                  </a:lnTo>
                  <a:lnTo>
                    <a:pt x="23275" y="61381"/>
                  </a:lnTo>
                  <a:lnTo>
                    <a:pt x="50493" y="31348"/>
                  </a:lnTo>
                  <a:lnTo>
                    <a:pt x="85258" y="10513"/>
                  </a:lnTo>
                  <a:lnTo>
                    <a:pt x="124574" y="663"/>
                  </a:lnTo>
                  <a:lnTo>
                    <a:pt x="138112" y="0"/>
                  </a:lnTo>
                  <a:lnTo>
                    <a:pt x="1157287" y="0"/>
                  </a:lnTo>
                  <a:lnTo>
                    <a:pt x="1197378" y="5945"/>
                  </a:lnTo>
                  <a:lnTo>
                    <a:pt x="1234017" y="23275"/>
                  </a:lnTo>
                  <a:lnTo>
                    <a:pt x="1264049" y="50493"/>
                  </a:lnTo>
                  <a:lnTo>
                    <a:pt x="1284885" y="85258"/>
                  </a:lnTo>
                  <a:lnTo>
                    <a:pt x="1294735" y="124574"/>
                  </a:lnTo>
                  <a:lnTo>
                    <a:pt x="1295399" y="138112"/>
                  </a:lnTo>
                  <a:lnTo>
                    <a:pt x="1295233" y="144897"/>
                  </a:lnTo>
                  <a:lnTo>
                    <a:pt x="1287328" y="184633"/>
                  </a:lnTo>
                  <a:lnTo>
                    <a:pt x="1268215" y="220392"/>
                  </a:lnTo>
                  <a:lnTo>
                    <a:pt x="1239567" y="249040"/>
                  </a:lnTo>
                  <a:lnTo>
                    <a:pt x="1203807" y="268154"/>
                  </a:lnTo>
                  <a:lnTo>
                    <a:pt x="1164072" y="276058"/>
                  </a:lnTo>
                  <a:lnTo>
                    <a:pt x="1157287" y="276224"/>
                  </a:lnTo>
                  <a:lnTo>
                    <a:pt x="138112" y="276224"/>
                  </a:lnTo>
                  <a:lnTo>
                    <a:pt x="98018" y="270279"/>
                  </a:lnTo>
                  <a:lnTo>
                    <a:pt x="61379" y="252948"/>
                  </a:lnTo>
                  <a:lnTo>
                    <a:pt x="31347" y="225730"/>
                  </a:lnTo>
                  <a:lnTo>
                    <a:pt x="10512" y="190965"/>
                  </a:lnTo>
                  <a:lnTo>
                    <a:pt x="662" y="151649"/>
                  </a:lnTo>
                  <a:lnTo>
                    <a:pt x="0" y="138112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01558" y="2241549"/>
              <a:ext cx="123825" cy="12700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9069833" y="2191784"/>
            <a:ext cx="947419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70" dirty="0">
                <a:solidFill>
                  <a:srgbClr val="15803C"/>
                </a:solidFill>
                <a:latin typeface="Times New Roman"/>
                <a:cs typeface="Times New Roman"/>
              </a:rPr>
              <a:t>O(1)</a:t>
            </a:r>
            <a:r>
              <a:rPr sz="1050" b="1" spc="190" dirty="0">
                <a:solidFill>
                  <a:srgbClr val="15803C"/>
                </a:solidFill>
                <a:latin typeface="Times New Roman"/>
                <a:cs typeface="Times New Roman"/>
              </a:rPr>
              <a:t> </a:t>
            </a:r>
            <a:r>
              <a:rPr sz="1100" b="1" spc="80" dirty="0">
                <a:solidFill>
                  <a:srgbClr val="15803C"/>
                </a:solidFill>
                <a:latin typeface="Arial"/>
                <a:cs typeface="Arial"/>
              </a:rPr>
              <a:t>-</a:t>
            </a:r>
            <a:r>
              <a:rPr sz="1100" b="1" spc="-5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150" b="1" spc="-70" dirty="0">
                <a:solidFill>
                  <a:srgbClr val="15803C"/>
                </a:solidFill>
                <a:latin typeface="Arial"/>
                <a:cs typeface="Arial"/>
              </a:rPr>
              <a:t>Rapide</a:t>
            </a:r>
            <a:r>
              <a:rPr sz="1100" b="1" spc="-70" dirty="0">
                <a:solidFill>
                  <a:srgbClr val="15803C"/>
                </a:solidFill>
                <a:latin typeface="Arial"/>
                <a:cs typeface="Arial"/>
              </a:rPr>
              <a:t>*</a:t>
            </a:r>
            <a:endParaRPr sz="11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68325" y="2698650"/>
            <a:ext cx="5441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85" dirty="0">
                <a:solidFill>
                  <a:srgbClr val="334054"/>
                </a:solidFill>
                <a:latin typeface="Arial"/>
                <a:cs typeface="Arial"/>
              </a:rPr>
              <a:t>Clé</a:t>
            </a:r>
            <a:r>
              <a:rPr sz="1300" b="1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b="1" spc="-65" dirty="0">
                <a:solidFill>
                  <a:srgbClr val="334054"/>
                </a:solidFill>
                <a:latin typeface="Arial"/>
                <a:cs typeface="Arial"/>
              </a:rPr>
              <a:t>null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409824" y="2695574"/>
            <a:ext cx="1476375" cy="276225"/>
            <a:chOff x="2409824" y="2695574"/>
            <a:chExt cx="1476375" cy="276225"/>
          </a:xfrm>
        </p:grpSpPr>
        <p:sp>
          <p:nvSpPr>
            <p:cNvPr id="51" name="object 51"/>
            <p:cNvSpPr/>
            <p:nvPr/>
          </p:nvSpPr>
          <p:spPr>
            <a:xfrm>
              <a:off x="2414587" y="2700337"/>
              <a:ext cx="1466850" cy="266700"/>
            </a:xfrm>
            <a:custGeom>
              <a:avLst/>
              <a:gdLst/>
              <a:ahLst/>
              <a:cxnLst/>
              <a:rect l="l" t="t" r="r" b="b"/>
              <a:pathLst>
                <a:path w="1466850" h="266700">
                  <a:moveTo>
                    <a:pt x="1333499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6" y="240453"/>
                  </a:lnTo>
                  <a:lnTo>
                    <a:pt x="26246" y="212793"/>
                  </a:lnTo>
                  <a:lnTo>
                    <a:pt x="7791" y="178266"/>
                  </a:lnTo>
                  <a:lnTo>
                    <a:pt x="160" y="139901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33499" y="0"/>
                  </a:lnTo>
                  <a:lnTo>
                    <a:pt x="1372209" y="5740"/>
                  </a:lnTo>
                  <a:lnTo>
                    <a:pt x="1407584" y="22473"/>
                  </a:lnTo>
                  <a:lnTo>
                    <a:pt x="1436581" y="48752"/>
                  </a:lnTo>
                  <a:lnTo>
                    <a:pt x="1456699" y="82318"/>
                  </a:lnTo>
                  <a:lnTo>
                    <a:pt x="1466209" y="120279"/>
                  </a:lnTo>
                  <a:lnTo>
                    <a:pt x="1466849" y="133349"/>
                  </a:lnTo>
                  <a:lnTo>
                    <a:pt x="1466689" y="139901"/>
                  </a:lnTo>
                  <a:lnTo>
                    <a:pt x="1459058" y="178266"/>
                  </a:lnTo>
                  <a:lnTo>
                    <a:pt x="1440603" y="212793"/>
                  </a:lnTo>
                  <a:lnTo>
                    <a:pt x="1412943" y="240453"/>
                  </a:lnTo>
                  <a:lnTo>
                    <a:pt x="1378416" y="258908"/>
                  </a:lnTo>
                  <a:lnTo>
                    <a:pt x="1340050" y="266539"/>
                  </a:lnTo>
                  <a:lnTo>
                    <a:pt x="1333499" y="2666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414587" y="2700337"/>
              <a:ext cx="1466850" cy="266700"/>
            </a:xfrm>
            <a:custGeom>
              <a:avLst/>
              <a:gdLst/>
              <a:ahLst/>
              <a:cxnLst/>
              <a:rect l="l" t="t" r="r" b="b"/>
              <a:pathLst>
                <a:path w="1466850" h="266700">
                  <a:moveTo>
                    <a:pt x="0" y="133349"/>
                  </a:moveTo>
                  <a:lnTo>
                    <a:pt x="5740" y="94639"/>
                  </a:lnTo>
                  <a:lnTo>
                    <a:pt x="22473" y="59264"/>
                  </a:lnTo>
                  <a:lnTo>
                    <a:pt x="48752" y="30267"/>
                  </a:lnTo>
                  <a:lnTo>
                    <a:pt x="82319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1333499" y="0"/>
                  </a:lnTo>
                  <a:lnTo>
                    <a:pt x="1372209" y="5740"/>
                  </a:lnTo>
                  <a:lnTo>
                    <a:pt x="1407584" y="22473"/>
                  </a:lnTo>
                  <a:lnTo>
                    <a:pt x="1436581" y="48752"/>
                  </a:lnTo>
                  <a:lnTo>
                    <a:pt x="1456699" y="82318"/>
                  </a:lnTo>
                  <a:lnTo>
                    <a:pt x="1466209" y="120279"/>
                  </a:lnTo>
                  <a:lnTo>
                    <a:pt x="1466849" y="133349"/>
                  </a:lnTo>
                  <a:lnTo>
                    <a:pt x="1466689" y="139901"/>
                  </a:lnTo>
                  <a:lnTo>
                    <a:pt x="1459058" y="178266"/>
                  </a:lnTo>
                  <a:lnTo>
                    <a:pt x="1440603" y="212793"/>
                  </a:lnTo>
                  <a:lnTo>
                    <a:pt x="1412943" y="240453"/>
                  </a:lnTo>
                  <a:lnTo>
                    <a:pt x="1378416" y="258908"/>
                  </a:lnTo>
                  <a:lnTo>
                    <a:pt x="1340050" y="266539"/>
                  </a:lnTo>
                  <a:lnTo>
                    <a:pt x="1333499" y="266699"/>
                  </a:lnTo>
                  <a:lnTo>
                    <a:pt x="133349" y="266699"/>
                  </a:lnTo>
                  <a:lnTo>
                    <a:pt x="94639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11474" y="2790824"/>
              <a:ext cx="111125" cy="79375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2664271" y="2715659"/>
            <a:ext cx="113474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-90" dirty="0">
                <a:solidFill>
                  <a:srgbClr val="15803C"/>
                </a:solidFill>
                <a:latin typeface="Arial"/>
                <a:cs typeface="Arial"/>
              </a:rPr>
              <a:t>Autorisée</a:t>
            </a:r>
            <a:r>
              <a:rPr sz="1150" b="1" spc="-4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100" b="1" spc="-110" dirty="0">
                <a:solidFill>
                  <a:srgbClr val="15803C"/>
                </a:solidFill>
                <a:latin typeface="Arial"/>
                <a:cs typeface="Arial"/>
              </a:rPr>
              <a:t>(1</a:t>
            </a:r>
            <a:r>
              <a:rPr sz="1100" b="1" spc="-3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150" b="1" spc="-60" dirty="0">
                <a:solidFill>
                  <a:srgbClr val="15803C"/>
                </a:solidFill>
                <a:latin typeface="Arial"/>
                <a:cs typeface="Arial"/>
              </a:rPr>
              <a:t>seule</a:t>
            </a:r>
            <a:r>
              <a:rPr sz="1100" b="1" spc="-60" dirty="0">
                <a:solidFill>
                  <a:srgbClr val="15803C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600699" y="2695574"/>
            <a:ext cx="1571625" cy="276225"/>
            <a:chOff x="5600699" y="2695574"/>
            <a:chExt cx="1571625" cy="276225"/>
          </a:xfrm>
        </p:grpSpPr>
        <p:sp>
          <p:nvSpPr>
            <p:cNvPr id="56" name="object 56"/>
            <p:cNvSpPr/>
            <p:nvPr/>
          </p:nvSpPr>
          <p:spPr>
            <a:xfrm>
              <a:off x="5605462" y="2700337"/>
              <a:ext cx="1562100" cy="266700"/>
            </a:xfrm>
            <a:custGeom>
              <a:avLst/>
              <a:gdLst/>
              <a:ahLst/>
              <a:cxnLst/>
              <a:rect l="l" t="t" r="r" b="b"/>
              <a:pathLst>
                <a:path w="1562100" h="266700">
                  <a:moveTo>
                    <a:pt x="1428749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6" y="240453"/>
                  </a:lnTo>
                  <a:lnTo>
                    <a:pt x="26245" y="212793"/>
                  </a:lnTo>
                  <a:lnTo>
                    <a:pt x="7790" y="178266"/>
                  </a:lnTo>
                  <a:lnTo>
                    <a:pt x="160" y="139901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0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428749" y="0"/>
                  </a:lnTo>
                  <a:lnTo>
                    <a:pt x="1467459" y="5740"/>
                  </a:lnTo>
                  <a:lnTo>
                    <a:pt x="1502834" y="22473"/>
                  </a:lnTo>
                  <a:lnTo>
                    <a:pt x="1531832" y="48752"/>
                  </a:lnTo>
                  <a:lnTo>
                    <a:pt x="1551948" y="82318"/>
                  </a:lnTo>
                  <a:lnTo>
                    <a:pt x="1561459" y="120279"/>
                  </a:lnTo>
                  <a:lnTo>
                    <a:pt x="1562099" y="133349"/>
                  </a:lnTo>
                  <a:lnTo>
                    <a:pt x="1561939" y="139901"/>
                  </a:lnTo>
                  <a:lnTo>
                    <a:pt x="1554307" y="178266"/>
                  </a:lnTo>
                  <a:lnTo>
                    <a:pt x="1535853" y="212793"/>
                  </a:lnTo>
                  <a:lnTo>
                    <a:pt x="1508192" y="240453"/>
                  </a:lnTo>
                  <a:lnTo>
                    <a:pt x="1473666" y="258908"/>
                  </a:lnTo>
                  <a:lnTo>
                    <a:pt x="1435300" y="266539"/>
                  </a:lnTo>
                  <a:lnTo>
                    <a:pt x="1428749" y="2666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05462" y="2700337"/>
              <a:ext cx="1562100" cy="266700"/>
            </a:xfrm>
            <a:custGeom>
              <a:avLst/>
              <a:gdLst/>
              <a:ahLst/>
              <a:cxnLst/>
              <a:rect l="l" t="t" r="r" b="b"/>
              <a:pathLst>
                <a:path w="1562100" h="266700">
                  <a:moveTo>
                    <a:pt x="0" y="133349"/>
                  </a:moveTo>
                  <a:lnTo>
                    <a:pt x="5739" y="94639"/>
                  </a:lnTo>
                  <a:lnTo>
                    <a:pt x="22472" y="59264"/>
                  </a:lnTo>
                  <a:lnTo>
                    <a:pt x="48752" y="30267"/>
                  </a:lnTo>
                  <a:lnTo>
                    <a:pt x="82318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1428749" y="0"/>
                  </a:lnTo>
                  <a:lnTo>
                    <a:pt x="1467459" y="5740"/>
                  </a:lnTo>
                  <a:lnTo>
                    <a:pt x="1502834" y="22473"/>
                  </a:lnTo>
                  <a:lnTo>
                    <a:pt x="1531832" y="48752"/>
                  </a:lnTo>
                  <a:lnTo>
                    <a:pt x="1551948" y="82318"/>
                  </a:lnTo>
                  <a:lnTo>
                    <a:pt x="1561459" y="120279"/>
                  </a:lnTo>
                  <a:lnTo>
                    <a:pt x="1562099" y="133349"/>
                  </a:lnTo>
                  <a:lnTo>
                    <a:pt x="1561939" y="139901"/>
                  </a:lnTo>
                  <a:lnTo>
                    <a:pt x="1554307" y="178266"/>
                  </a:lnTo>
                  <a:lnTo>
                    <a:pt x="1535853" y="212793"/>
                  </a:lnTo>
                  <a:lnTo>
                    <a:pt x="1508192" y="240453"/>
                  </a:lnTo>
                  <a:lnTo>
                    <a:pt x="1473666" y="258908"/>
                  </a:lnTo>
                  <a:lnTo>
                    <a:pt x="1435300" y="266539"/>
                  </a:lnTo>
                  <a:lnTo>
                    <a:pt x="1428749" y="266699"/>
                  </a:lnTo>
                  <a:lnTo>
                    <a:pt x="133349" y="266699"/>
                  </a:lnTo>
                  <a:lnTo>
                    <a:pt x="94639" y="260959"/>
                  </a:lnTo>
                  <a:lnTo>
                    <a:pt x="59264" y="244226"/>
                  </a:lnTo>
                  <a:lnTo>
                    <a:pt x="30266" y="217947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12866" y="2790824"/>
              <a:ext cx="79375" cy="79375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5843835" y="2715659"/>
            <a:ext cx="123952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-80" dirty="0">
                <a:solidFill>
                  <a:srgbClr val="B91B1B"/>
                </a:solidFill>
                <a:latin typeface="Arial"/>
                <a:cs typeface="Arial"/>
              </a:rPr>
              <a:t>Interdite</a:t>
            </a:r>
            <a:r>
              <a:rPr sz="1150" b="1" spc="-5" dirty="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B91B1B"/>
                </a:solidFill>
                <a:latin typeface="Arial"/>
                <a:cs typeface="Arial"/>
              </a:rPr>
              <a:t>(</a:t>
            </a:r>
            <a:r>
              <a:rPr sz="1150" b="1" spc="-75" dirty="0">
                <a:solidFill>
                  <a:srgbClr val="B91B1B"/>
                </a:solidFill>
                <a:latin typeface="Arial"/>
                <a:cs typeface="Arial"/>
              </a:rPr>
              <a:t>Exception</a:t>
            </a:r>
            <a:r>
              <a:rPr sz="1100" b="1" spc="-75" dirty="0">
                <a:solidFill>
                  <a:srgbClr val="B91B1B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801099" y="2695574"/>
            <a:ext cx="1476375" cy="276225"/>
            <a:chOff x="8801099" y="2695574"/>
            <a:chExt cx="1476375" cy="276225"/>
          </a:xfrm>
        </p:grpSpPr>
        <p:sp>
          <p:nvSpPr>
            <p:cNvPr id="61" name="object 61"/>
            <p:cNvSpPr/>
            <p:nvPr/>
          </p:nvSpPr>
          <p:spPr>
            <a:xfrm>
              <a:off x="8805861" y="2700337"/>
              <a:ext cx="1466850" cy="266700"/>
            </a:xfrm>
            <a:custGeom>
              <a:avLst/>
              <a:gdLst/>
              <a:ahLst/>
              <a:cxnLst/>
              <a:rect l="l" t="t" r="r" b="b"/>
              <a:pathLst>
                <a:path w="1466850" h="266700">
                  <a:moveTo>
                    <a:pt x="1333499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5" y="240453"/>
                  </a:lnTo>
                  <a:lnTo>
                    <a:pt x="26244" y="212793"/>
                  </a:lnTo>
                  <a:lnTo>
                    <a:pt x="7790" y="178266"/>
                  </a:lnTo>
                  <a:lnTo>
                    <a:pt x="159" y="139901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0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1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33499" y="0"/>
                  </a:lnTo>
                  <a:lnTo>
                    <a:pt x="1372209" y="5740"/>
                  </a:lnTo>
                  <a:lnTo>
                    <a:pt x="1407584" y="22473"/>
                  </a:lnTo>
                  <a:lnTo>
                    <a:pt x="1436581" y="48752"/>
                  </a:lnTo>
                  <a:lnTo>
                    <a:pt x="1456698" y="82318"/>
                  </a:lnTo>
                  <a:lnTo>
                    <a:pt x="1466208" y="120279"/>
                  </a:lnTo>
                  <a:lnTo>
                    <a:pt x="1466849" y="133349"/>
                  </a:lnTo>
                  <a:lnTo>
                    <a:pt x="1466689" y="139901"/>
                  </a:lnTo>
                  <a:lnTo>
                    <a:pt x="1459056" y="178266"/>
                  </a:lnTo>
                  <a:lnTo>
                    <a:pt x="1440603" y="212793"/>
                  </a:lnTo>
                  <a:lnTo>
                    <a:pt x="1412942" y="240453"/>
                  </a:lnTo>
                  <a:lnTo>
                    <a:pt x="1378416" y="258908"/>
                  </a:lnTo>
                  <a:lnTo>
                    <a:pt x="1340050" y="266539"/>
                  </a:lnTo>
                  <a:lnTo>
                    <a:pt x="1333499" y="2666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805861" y="2700337"/>
              <a:ext cx="1466850" cy="266700"/>
            </a:xfrm>
            <a:custGeom>
              <a:avLst/>
              <a:gdLst/>
              <a:ahLst/>
              <a:cxnLst/>
              <a:rect l="l" t="t" r="r" b="b"/>
              <a:pathLst>
                <a:path w="1466850" h="266700">
                  <a:moveTo>
                    <a:pt x="0" y="133349"/>
                  </a:moveTo>
                  <a:lnTo>
                    <a:pt x="5739" y="94639"/>
                  </a:lnTo>
                  <a:lnTo>
                    <a:pt x="22473" y="59264"/>
                  </a:lnTo>
                  <a:lnTo>
                    <a:pt x="48751" y="30267"/>
                  </a:lnTo>
                  <a:lnTo>
                    <a:pt x="82318" y="10150"/>
                  </a:lnTo>
                  <a:lnTo>
                    <a:pt x="120278" y="640"/>
                  </a:lnTo>
                  <a:lnTo>
                    <a:pt x="133349" y="0"/>
                  </a:lnTo>
                  <a:lnTo>
                    <a:pt x="1333499" y="0"/>
                  </a:lnTo>
                  <a:lnTo>
                    <a:pt x="1372209" y="5740"/>
                  </a:lnTo>
                  <a:lnTo>
                    <a:pt x="1407584" y="22473"/>
                  </a:lnTo>
                  <a:lnTo>
                    <a:pt x="1436581" y="48752"/>
                  </a:lnTo>
                  <a:lnTo>
                    <a:pt x="1456698" y="82318"/>
                  </a:lnTo>
                  <a:lnTo>
                    <a:pt x="1466208" y="120279"/>
                  </a:lnTo>
                  <a:lnTo>
                    <a:pt x="1466849" y="133349"/>
                  </a:lnTo>
                  <a:lnTo>
                    <a:pt x="1466689" y="139901"/>
                  </a:lnTo>
                  <a:lnTo>
                    <a:pt x="1459056" y="178266"/>
                  </a:lnTo>
                  <a:lnTo>
                    <a:pt x="1440603" y="212793"/>
                  </a:lnTo>
                  <a:lnTo>
                    <a:pt x="1412942" y="240453"/>
                  </a:lnTo>
                  <a:lnTo>
                    <a:pt x="1378416" y="258908"/>
                  </a:lnTo>
                  <a:lnTo>
                    <a:pt x="1340050" y="266539"/>
                  </a:lnTo>
                  <a:lnTo>
                    <a:pt x="1333499" y="266699"/>
                  </a:lnTo>
                  <a:lnTo>
                    <a:pt x="133349" y="266699"/>
                  </a:lnTo>
                  <a:lnTo>
                    <a:pt x="94639" y="260959"/>
                  </a:lnTo>
                  <a:lnTo>
                    <a:pt x="59263" y="244226"/>
                  </a:lnTo>
                  <a:lnTo>
                    <a:pt x="30266" y="217947"/>
                  </a:lnTo>
                  <a:lnTo>
                    <a:pt x="10149" y="184380"/>
                  </a:lnTo>
                  <a:lnTo>
                    <a:pt x="639" y="146420"/>
                  </a:lnTo>
                  <a:lnTo>
                    <a:pt x="0" y="133349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01558" y="2790824"/>
              <a:ext cx="111125" cy="79375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9054355" y="2715659"/>
            <a:ext cx="113474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-90" dirty="0">
                <a:solidFill>
                  <a:srgbClr val="15803C"/>
                </a:solidFill>
                <a:latin typeface="Arial"/>
                <a:cs typeface="Arial"/>
              </a:rPr>
              <a:t>Autorisée</a:t>
            </a:r>
            <a:r>
              <a:rPr sz="1150" b="1" spc="-4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100" b="1" spc="-110" dirty="0">
                <a:solidFill>
                  <a:srgbClr val="15803C"/>
                </a:solidFill>
                <a:latin typeface="Arial"/>
                <a:cs typeface="Arial"/>
              </a:rPr>
              <a:t>(1</a:t>
            </a:r>
            <a:r>
              <a:rPr sz="1100" b="1" spc="-3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150" b="1" spc="-60" dirty="0">
                <a:solidFill>
                  <a:srgbClr val="15803C"/>
                </a:solidFill>
                <a:latin typeface="Arial"/>
                <a:cs typeface="Arial"/>
              </a:rPr>
              <a:t>seule</a:t>
            </a:r>
            <a:r>
              <a:rPr sz="1100" b="1" spc="-60" dirty="0">
                <a:solidFill>
                  <a:srgbClr val="15803C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90524" y="3184425"/>
            <a:ext cx="114109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00"/>
              </a:spcBef>
              <a:tabLst>
                <a:tab pos="2015489" algn="l"/>
                <a:tab pos="5210810" algn="l"/>
                <a:tab pos="8406130" algn="l"/>
              </a:tabLst>
            </a:pPr>
            <a:r>
              <a:rPr sz="1300" b="1" spc="-10" dirty="0">
                <a:solidFill>
                  <a:srgbClr val="334054"/>
                </a:solidFill>
                <a:latin typeface="Arial"/>
                <a:cs typeface="Arial"/>
              </a:rPr>
              <a:t>Prérequis</a:t>
            </a:r>
            <a:r>
              <a:rPr sz="1300" b="1" dirty="0">
                <a:solidFill>
                  <a:srgbClr val="334054"/>
                </a:solidFill>
                <a:latin typeface="Arial"/>
                <a:cs typeface="Arial"/>
              </a:rPr>
              <a:t>	</a:t>
            </a:r>
            <a:r>
              <a:rPr sz="1050" spc="160" dirty="0">
                <a:solidFill>
                  <a:srgbClr val="7C3AEC"/>
                </a:solidFill>
                <a:latin typeface="Times New Roman"/>
                <a:cs typeface="Times New Roman"/>
              </a:rPr>
              <a:t>equals()</a:t>
            </a:r>
            <a:r>
              <a:rPr sz="1050" spc="31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C3AEC"/>
                </a:solidFill>
                <a:latin typeface="Times New Roman"/>
                <a:cs typeface="Times New Roman"/>
              </a:rPr>
              <a:t>+</a:t>
            </a:r>
            <a:r>
              <a:rPr sz="1050" spc="31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85" dirty="0">
                <a:solidFill>
                  <a:srgbClr val="7C3AEC"/>
                </a:solidFill>
                <a:latin typeface="Times New Roman"/>
                <a:cs typeface="Times New Roman"/>
              </a:rPr>
              <a:t>hashCode()</a:t>
            </a:r>
            <a:r>
              <a:rPr sz="1050" dirty="0">
                <a:solidFill>
                  <a:srgbClr val="7C3AEC"/>
                </a:solidFill>
                <a:latin typeface="Times New Roman"/>
                <a:cs typeface="Times New Roman"/>
              </a:rPr>
              <a:t>	</a:t>
            </a:r>
            <a:r>
              <a:rPr sz="1050" spc="65" dirty="0">
                <a:solidFill>
                  <a:srgbClr val="7C3AEC"/>
                </a:solidFill>
                <a:latin typeface="Times New Roman"/>
                <a:cs typeface="Times New Roman"/>
              </a:rPr>
              <a:t>Comparable</a:t>
            </a:r>
            <a:r>
              <a:rPr sz="1050" spc="7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300" spc="-60" dirty="0">
                <a:solidFill>
                  <a:srgbClr val="334054"/>
                </a:solidFill>
                <a:latin typeface="Arial"/>
                <a:cs typeface="Arial"/>
              </a:rPr>
              <a:t>ou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dirty="0">
                <a:solidFill>
                  <a:srgbClr val="7C3AEC"/>
                </a:solidFill>
                <a:latin typeface="Times New Roman"/>
                <a:cs typeface="Times New Roman"/>
              </a:rPr>
              <a:t>	</a:t>
            </a:r>
            <a:r>
              <a:rPr sz="1050" spc="160" dirty="0">
                <a:solidFill>
                  <a:srgbClr val="7C3AEC"/>
                </a:solidFill>
                <a:latin typeface="Times New Roman"/>
                <a:cs typeface="Times New Roman"/>
              </a:rPr>
              <a:t>equals()</a:t>
            </a:r>
            <a:r>
              <a:rPr sz="1050" spc="31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C3AEC"/>
                </a:solidFill>
                <a:latin typeface="Times New Roman"/>
                <a:cs typeface="Times New Roman"/>
              </a:rPr>
              <a:t>+</a:t>
            </a:r>
            <a:r>
              <a:rPr sz="1050" spc="31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85" dirty="0">
                <a:solidFill>
                  <a:srgbClr val="7C3AEC"/>
                </a:solidFill>
                <a:latin typeface="Times New Roman"/>
                <a:cs typeface="Times New Roman"/>
              </a:rPr>
              <a:t>hashCode()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68325" y="3746400"/>
            <a:ext cx="8502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95" dirty="0">
                <a:solidFill>
                  <a:srgbClr val="334054"/>
                </a:solidFill>
                <a:latin typeface="Arial"/>
                <a:cs typeface="Arial"/>
              </a:rPr>
              <a:t>Usage</a:t>
            </a:r>
            <a:r>
              <a:rPr sz="13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b="1" spc="-65" dirty="0">
                <a:solidFill>
                  <a:srgbClr val="334054"/>
                </a:solidFill>
                <a:latin typeface="Arial"/>
                <a:cs typeface="Arial"/>
              </a:rPr>
              <a:t>Type</a:t>
            </a:r>
            <a:endParaRPr sz="13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393999" y="3630314"/>
            <a:ext cx="2713355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100"/>
              </a:spcBef>
            </a:pPr>
            <a:r>
              <a:rPr sz="1300" spc="-60" dirty="0">
                <a:solidFill>
                  <a:srgbClr val="334054"/>
                </a:solidFill>
                <a:latin typeface="Arial"/>
                <a:cs typeface="Arial"/>
              </a:rPr>
              <a:t>Performances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334054"/>
                </a:solidFill>
                <a:latin typeface="Arial"/>
                <a:cs typeface="Arial"/>
              </a:rPr>
              <a:t>maximales,</a:t>
            </a:r>
            <a:r>
              <a:rPr sz="1300" spc="-1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334054"/>
                </a:solidFill>
                <a:latin typeface="Arial"/>
                <a:cs typeface="Arial"/>
              </a:rPr>
              <a:t>quand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34054"/>
                </a:solidFill>
                <a:latin typeface="Arial"/>
                <a:cs typeface="Arial"/>
              </a:rPr>
              <a:t>l'ordre </a:t>
            </a:r>
            <a:r>
              <a:rPr sz="1300" spc="-45" dirty="0">
                <a:solidFill>
                  <a:srgbClr val="334054"/>
                </a:solidFill>
                <a:latin typeface="Arial"/>
                <a:cs typeface="Arial"/>
              </a:rPr>
              <a:t>importe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peu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589041" y="3630314"/>
            <a:ext cx="258572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100"/>
              </a:spcBef>
            </a:pPr>
            <a:r>
              <a:rPr sz="1300" spc="-75" dirty="0">
                <a:solidFill>
                  <a:srgbClr val="334054"/>
                </a:solidFill>
                <a:latin typeface="Arial"/>
                <a:cs typeface="Arial"/>
              </a:rPr>
              <a:t>Besoin</a:t>
            </a:r>
            <a:r>
              <a:rPr sz="13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3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34054"/>
                </a:solidFill>
                <a:latin typeface="Arial"/>
                <a:cs typeface="Arial"/>
              </a:rPr>
              <a:t>clés</a:t>
            </a:r>
            <a:r>
              <a:rPr sz="1300" spc="-35" dirty="0">
                <a:solidFill>
                  <a:srgbClr val="334054"/>
                </a:solidFill>
                <a:latin typeface="Arial"/>
                <a:cs typeface="Arial"/>
              </a:rPr>
              <a:t> triées </a:t>
            </a:r>
            <a:r>
              <a:rPr sz="1300" spc="-60" dirty="0">
                <a:solidFill>
                  <a:srgbClr val="334054"/>
                </a:solidFill>
                <a:latin typeface="Arial"/>
                <a:cs typeface="Arial"/>
              </a:rPr>
              <a:t>ou</a:t>
            </a:r>
            <a:r>
              <a:rPr sz="13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3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34054"/>
                </a:solidFill>
                <a:latin typeface="Arial"/>
                <a:cs typeface="Arial"/>
              </a:rPr>
              <a:t>navigation </a:t>
            </a:r>
            <a:r>
              <a:rPr sz="1300" spc="-10" dirty="0">
                <a:solidFill>
                  <a:srgbClr val="334054"/>
                </a:solidFill>
                <a:latin typeface="Arial"/>
                <a:cs typeface="Arial"/>
              </a:rPr>
              <a:t>(subMap)</a:t>
            </a:r>
            <a:endParaRPr sz="13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784083" y="3630314"/>
            <a:ext cx="264541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100"/>
              </a:spcBef>
            </a:pPr>
            <a:r>
              <a:rPr sz="1300" spc="-75" dirty="0">
                <a:solidFill>
                  <a:srgbClr val="334054"/>
                </a:solidFill>
                <a:latin typeface="Arial"/>
                <a:cs typeface="Arial"/>
              </a:rPr>
              <a:t>Besoin</a:t>
            </a:r>
            <a:r>
              <a:rPr sz="130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30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34054"/>
                </a:solidFill>
                <a:latin typeface="Arial"/>
                <a:cs typeface="Arial"/>
              </a:rPr>
              <a:t>conserver</a:t>
            </a:r>
            <a:r>
              <a:rPr sz="130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l'ordre d'insertion </a:t>
            </a:r>
            <a:r>
              <a:rPr sz="1300" spc="-50" dirty="0">
                <a:solidFill>
                  <a:srgbClr val="334054"/>
                </a:solidFill>
                <a:latin typeface="Arial"/>
                <a:cs typeface="Arial"/>
              </a:rPr>
              <a:t>(cache</a:t>
            </a:r>
            <a:r>
              <a:rPr sz="13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LRU)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380999" y="4552949"/>
            <a:ext cx="11430000" cy="714375"/>
            <a:chOff x="380999" y="4552949"/>
            <a:chExt cx="11430000" cy="714375"/>
          </a:xfrm>
        </p:grpSpPr>
        <p:sp>
          <p:nvSpPr>
            <p:cNvPr id="71" name="object 71"/>
            <p:cNvSpPr/>
            <p:nvPr/>
          </p:nvSpPr>
          <p:spPr>
            <a:xfrm>
              <a:off x="404812" y="4552949"/>
              <a:ext cx="11406505" cy="714375"/>
            </a:xfrm>
            <a:custGeom>
              <a:avLst/>
              <a:gdLst/>
              <a:ahLst/>
              <a:cxnLst/>
              <a:rect l="l" t="t" r="r" b="b"/>
              <a:pathLst>
                <a:path w="11406505" h="714375">
                  <a:moveTo>
                    <a:pt x="11334989" y="714374"/>
                  </a:moveTo>
                  <a:lnTo>
                    <a:pt x="0" y="714374"/>
                  </a:lnTo>
                  <a:lnTo>
                    <a:pt x="0" y="0"/>
                  </a:lnTo>
                  <a:lnTo>
                    <a:pt x="11334989" y="0"/>
                  </a:lnTo>
                  <a:lnTo>
                    <a:pt x="11339945" y="488"/>
                  </a:lnTo>
                  <a:lnTo>
                    <a:pt x="11376481" y="15621"/>
                  </a:lnTo>
                  <a:lnTo>
                    <a:pt x="11402300" y="51661"/>
                  </a:lnTo>
                  <a:lnTo>
                    <a:pt x="11406186" y="71196"/>
                  </a:lnTo>
                  <a:lnTo>
                    <a:pt x="11406186" y="643178"/>
                  </a:lnTo>
                  <a:lnTo>
                    <a:pt x="11390564" y="684667"/>
                  </a:lnTo>
                  <a:lnTo>
                    <a:pt x="11354524" y="710488"/>
                  </a:lnTo>
                  <a:lnTo>
                    <a:pt x="11334989" y="714374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0999" y="4552949"/>
              <a:ext cx="47625" cy="714375"/>
            </a:xfrm>
            <a:custGeom>
              <a:avLst/>
              <a:gdLst/>
              <a:ahLst/>
              <a:cxnLst/>
              <a:rect l="l" t="t" r="r" b="b"/>
              <a:pathLst>
                <a:path w="47625" h="714375">
                  <a:moveTo>
                    <a:pt x="0" y="714374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714374"/>
                  </a:lnTo>
                  <a:lnTo>
                    <a:pt x="0" y="714374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5474" y="4791074"/>
              <a:ext cx="158750" cy="228600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920750" y="4659014"/>
            <a:ext cx="10902950" cy="8553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19580">
              <a:lnSpc>
                <a:spcPct val="105800"/>
              </a:lnSpc>
              <a:spcBef>
                <a:spcPts val="100"/>
              </a:spcBef>
            </a:pPr>
            <a:r>
              <a:rPr sz="1300" spc="-85" dirty="0">
                <a:solidFill>
                  <a:srgbClr val="993312"/>
                </a:solidFill>
                <a:latin typeface="Arial"/>
                <a:cs typeface="Arial"/>
              </a:rPr>
              <a:t>Règle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simple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Utilisez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b="1" spc="-85" dirty="0">
                <a:solidFill>
                  <a:srgbClr val="993312"/>
                </a:solidFill>
                <a:latin typeface="Arial"/>
                <a:cs typeface="Arial"/>
              </a:rPr>
              <a:t>HashMap</a:t>
            </a:r>
            <a:r>
              <a:rPr sz="1300" b="1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par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défaut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(90%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des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cas).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993312"/>
                </a:solidFill>
                <a:latin typeface="Arial"/>
                <a:cs typeface="Arial"/>
              </a:rPr>
              <a:t>Passez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95" dirty="0">
                <a:solidFill>
                  <a:srgbClr val="993312"/>
                </a:solidFill>
                <a:latin typeface="Arial"/>
                <a:cs typeface="Arial"/>
              </a:rPr>
              <a:t>à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b="1" spc="-75" dirty="0">
                <a:solidFill>
                  <a:srgbClr val="993312"/>
                </a:solidFill>
                <a:latin typeface="Arial"/>
                <a:cs typeface="Arial"/>
              </a:rPr>
              <a:t>TreeMap</a:t>
            </a:r>
            <a:r>
              <a:rPr sz="1300" b="1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seulement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si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vous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avez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besoin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que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les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clés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soient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triées alphabétiquement/numériquement.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 marL="5854700">
              <a:lnSpc>
                <a:spcPct val="100000"/>
              </a:lnSpc>
              <a:spcBef>
                <a:spcPts val="710"/>
              </a:spcBef>
            </a:pPr>
            <a:r>
              <a:rPr sz="950" dirty="0">
                <a:solidFill>
                  <a:srgbClr val="94A2B8"/>
                </a:solidFill>
                <a:latin typeface="Arial"/>
                <a:cs typeface="Arial"/>
              </a:rPr>
              <a:t>*</a:t>
            </a:r>
            <a:r>
              <a:rPr sz="9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45" dirty="0">
                <a:solidFill>
                  <a:srgbClr val="94A2B8"/>
                </a:solidFill>
                <a:latin typeface="Arial"/>
                <a:cs typeface="Arial"/>
              </a:rPr>
              <a:t>Légèrement</a:t>
            </a:r>
            <a:r>
              <a:rPr sz="9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40" dirty="0">
                <a:solidFill>
                  <a:srgbClr val="94A2B8"/>
                </a:solidFill>
                <a:latin typeface="Arial"/>
                <a:cs typeface="Arial"/>
              </a:rPr>
              <a:t>plus</a:t>
            </a:r>
            <a:r>
              <a:rPr sz="950" spc="-10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lent</a:t>
            </a:r>
            <a:r>
              <a:rPr sz="9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45" dirty="0">
                <a:solidFill>
                  <a:srgbClr val="94A2B8"/>
                </a:solidFill>
                <a:latin typeface="Arial"/>
                <a:cs typeface="Arial"/>
              </a:rPr>
              <a:t>que</a:t>
            </a:r>
            <a:r>
              <a:rPr sz="9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55" dirty="0">
                <a:solidFill>
                  <a:srgbClr val="94A2B8"/>
                </a:solidFill>
                <a:latin typeface="Arial"/>
                <a:cs typeface="Arial"/>
              </a:rPr>
              <a:t>HashMap</a:t>
            </a:r>
            <a:r>
              <a:rPr sz="950" spc="-10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75" dirty="0">
                <a:solidFill>
                  <a:srgbClr val="94A2B8"/>
                </a:solidFill>
                <a:latin typeface="Arial"/>
                <a:cs typeface="Arial"/>
              </a:rPr>
              <a:t>à</a:t>
            </a:r>
            <a:r>
              <a:rPr sz="9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50" dirty="0">
                <a:solidFill>
                  <a:srgbClr val="94A2B8"/>
                </a:solidFill>
                <a:latin typeface="Arial"/>
                <a:cs typeface="Arial"/>
              </a:rPr>
              <a:t>cause</a:t>
            </a:r>
            <a:r>
              <a:rPr sz="9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35" dirty="0">
                <a:solidFill>
                  <a:srgbClr val="94A2B8"/>
                </a:solidFill>
                <a:latin typeface="Arial"/>
                <a:cs typeface="Arial"/>
              </a:rPr>
              <a:t>du</a:t>
            </a:r>
            <a:r>
              <a:rPr sz="950" spc="-10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40" dirty="0">
                <a:solidFill>
                  <a:srgbClr val="94A2B8"/>
                </a:solidFill>
                <a:latin typeface="Arial"/>
                <a:cs typeface="Arial"/>
              </a:rPr>
              <a:t>maintien</a:t>
            </a:r>
            <a:r>
              <a:rPr sz="9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40" dirty="0">
                <a:solidFill>
                  <a:srgbClr val="94A2B8"/>
                </a:solidFill>
                <a:latin typeface="Arial"/>
                <a:cs typeface="Arial"/>
              </a:rPr>
              <a:t>de</a:t>
            </a:r>
            <a:r>
              <a:rPr sz="9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45" dirty="0">
                <a:solidFill>
                  <a:srgbClr val="94A2B8"/>
                </a:solidFill>
                <a:latin typeface="Arial"/>
                <a:cs typeface="Arial"/>
              </a:rPr>
              <a:t>la</a:t>
            </a:r>
            <a:r>
              <a:rPr sz="950" spc="-10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94A2B8"/>
                </a:solidFill>
                <a:latin typeface="Arial"/>
                <a:cs typeface="Arial"/>
              </a:rPr>
              <a:t>liste</a:t>
            </a:r>
            <a:r>
              <a:rPr sz="9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40" dirty="0">
                <a:solidFill>
                  <a:srgbClr val="94A2B8"/>
                </a:solidFill>
                <a:latin typeface="Arial"/>
                <a:cs typeface="Arial"/>
              </a:rPr>
              <a:t>doublement</a:t>
            </a:r>
            <a:r>
              <a:rPr sz="9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50" dirty="0">
                <a:solidFill>
                  <a:srgbClr val="94A2B8"/>
                </a:solidFill>
                <a:latin typeface="Arial"/>
                <a:cs typeface="Arial"/>
              </a:rPr>
              <a:t>chaînée</a:t>
            </a:r>
            <a:r>
              <a:rPr sz="950" spc="-10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30" dirty="0">
                <a:solidFill>
                  <a:srgbClr val="94A2B8"/>
                </a:solidFill>
                <a:latin typeface="Arial"/>
                <a:cs typeface="Arial"/>
              </a:rPr>
              <a:t>pour</a:t>
            </a:r>
            <a:r>
              <a:rPr sz="950" spc="-15" dirty="0">
                <a:solidFill>
                  <a:srgbClr val="94A2B8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94A2B8"/>
                </a:solidFill>
                <a:latin typeface="Arial"/>
                <a:cs typeface="Arial"/>
              </a:rPr>
              <a:t>l'ordre.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76" name="object 76"/>
            <p:cNvSpPr/>
            <p:nvPr/>
          </p:nvSpPr>
          <p:spPr>
            <a:xfrm>
              <a:off x="7058024" y="6800849"/>
              <a:ext cx="5133975" cy="57150"/>
            </a:xfrm>
            <a:custGeom>
              <a:avLst/>
              <a:gdLst/>
              <a:ahLst/>
              <a:cxnLst/>
              <a:rect l="l" t="t" r="r" b="b"/>
              <a:pathLst>
                <a:path w="5133975" h="57150">
                  <a:moveTo>
                    <a:pt x="0" y="57149"/>
                  </a:moveTo>
                  <a:lnTo>
                    <a:pt x="5133974" y="57149"/>
                  </a:lnTo>
                  <a:lnTo>
                    <a:pt x="51339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0" y="6800849"/>
              <a:ext cx="7058025" cy="57150"/>
            </a:xfrm>
            <a:custGeom>
              <a:avLst/>
              <a:gdLst/>
              <a:ahLst/>
              <a:cxnLst/>
              <a:rect l="l" t="t" r="r" b="b"/>
              <a:pathLst>
                <a:path w="7058025" h="57150">
                  <a:moveTo>
                    <a:pt x="70580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33/57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Map</a:t>
            </a:r>
            <a:r>
              <a:rPr spc="-140" dirty="0"/>
              <a:t> </a:t>
            </a:r>
            <a:r>
              <a:rPr spc="-130" dirty="0"/>
              <a:t>:</a:t>
            </a:r>
            <a:r>
              <a:rPr spc="-135" dirty="0"/>
              <a:t> </a:t>
            </a:r>
            <a:r>
              <a:rPr spc="-170" dirty="0"/>
              <a:t>Opérations</a:t>
            </a:r>
            <a:r>
              <a:rPr spc="-135" dirty="0"/>
              <a:t> </a:t>
            </a:r>
            <a:r>
              <a:rPr spc="-165" dirty="0"/>
              <a:t>Essentielles</a:t>
            </a:r>
            <a:r>
              <a:rPr spc="-135" dirty="0"/>
              <a:t> </a:t>
            </a:r>
            <a:r>
              <a:rPr spc="-125" dirty="0"/>
              <a:t>(Partie</a:t>
            </a:r>
            <a:r>
              <a:rPr spc="-135" dirty="0"/>
              <a:t> </a:t>
            </a:r>
            <a:r>
              <a:rPr spc="-280" dirty="0"/>
              <a:t>1)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71624" y="5276849"/>
            <a:ext cx="9048750" cy="771525"/>
            <a:chOff x="1571624" y="5276849"/>
            <a:chExt cx="9048750" cy="771525"/>
          </a:xfrm>
        </p:grpSpPr>
        <p:sp>
          <p:nvSpPr>
            <p:cNvPr id="4" name="object 4"/>
            <p:cNvSpPr/>
            <p:nvPr/>
          </p:nvSpPr>
          <p:spPr>
            <a:xfrm>
              <a:off x="1576387" y="5281612"/>
              <a:ext cx="9039225" cy="762000"/>
            </a:xfrm>
            <a:custGeom>
              <a:avLst/>
              <a:gdLst/>
              <a:ahLst/>
              <a:cxnLst/>
              <a:rect l="l" t="t" r="r" b="b"/>
              <a:pathLst>
                <a:path w="9039225" h="762000">
                  <a:moveTo>
                    <a:pt x="8972477" y="761999"/>
                  </a:moveTo>
                  <a:lnTo>
                    <a:pt x="66747" y="761999"/>
                  </a:lnTo>
                  <a:lnTo>
                    <a:pt x="62101" y="761542"/>
                  </a:lnTo>
                  <a:lnTo>
                    <a:pt x="24240" y="744392"/>
                  </a:lnTo>
                  <a:lnTo>
                    <a:pt x="2287" y="709098"/>
                  </a:lnTo>
                  <a:lnTo>
                    <a:pt x="0" y="695252"/>
                  </a:lnTo>
                  <a:lnTo>
                    <a:pt x="0" y="6905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8972477" y="0"/>
                  </a:lnTo>
                  <a:lnTo>
                    <a:pt x="9011374" y="14644"/>
                  </a:lnTo>
                  <a:lnTo>
                    <a:pt x="9035580" y="48432"/>
                  </a:lnTo>
                  <a:lnTo>
                    <a:pt x="9039224" y="66746"/>
                  </a:lnTo>
                  <a:lnTo>
                    <a:pt x="9039224" y="695252"/>
                  </a:lnTo>
                  <a:lnTo>
                    <a:pt x="9024578" y="734150"/>
                  </a:lnTo>
                  <a:lnTo>
                    <a:pt x="8990790" y="758356"/>
                  </a:lnTo>
                  <a:lnTo>
                    <a:pt x="8977122" y="761542"/>
                  </a:lnTo>
                  <a:lnTo>
                    <a:pt x="8972477" y="7619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76387" y="5281612"/>
              <a:ext cx="9039225" cy="762000"/>
            </a:xfrm>
            <a:custGeom>
              <a:avLst/>
              <a:gdLst/>
              <a:ahLst/>
              <a:cxnLst/>
              <a:rect l="l" t="t" r="r" b="b"/>
              <a:pathLst>
                <a:path w="9039225" h="762000">
                  <a:moveTo>
                    <a:pt x="0" y="6905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39766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8967786" y="0"/>
                  </a:lnTo>
                  <a:lnTo>
                    <a:pt x="8972477" y="0"/>
                  </a:lnTo>
                  <a:lnTo>
                    <a:pt x="8977122" y="457"/>
                  </a:lnTo>
                  <a:lnTo>
                    <a:pt x="8981723" y="1372"/>
                  </a:lnTo>
                  <a:lnTo>
                    <a:pt x="8986324" y="2287"/>
                  </a:lnTo>
                  <a:lnTo>
                    <a:pt x="8990790" y="3642"/>
                  </a:lnTo>
                  <a:lnTo>
                    <a:pt x="8995123" y="5437"/>
                  </a:lnTo>
                  <a:lnTo>
                    <a:pt x="8999457" y="7232"/>
                  </a:lnTo>
                  <a:lnTo>
                    <a:pt x="9018300" y="20923"/>
                  </a:lnTo>
                  <a:lnTo>
                    <a:pt x="9021617" y="24239"/>
                  </a:lnTo>
                  <a:lnTo>
                    <a:pt x="9024578" y="27848"/>
                  </a:lnTo>
                  <a:lnTo>
                    <a:pt x="9027184" y="31748"/>
                  </a:lnTo>
                  <a:lnTo>
                    <a:pt x="9029791" y="35648"/>
                  </a:lnTo>
                  <a:lnTo>
                    <a:pt x="9031992" y="39764"/>
                  </a:lnTo>
                  <a:lnTo>
                    <a:pt x="9033786" y="44099"/>
                  </a:lnTo>
                  <a:lnTo>
                    <a:pt x="9035580" y="48432"/>
                  </a:lnTo>
                  <a:lnTo>
                    <a:pt x="9036936" y="52899"/>
                  </a:lnTo>
                  <a:lnTo>
                    <a:pt x="9037852" y="57499"/>
                  </a:lnTo>
                  <a:lnTo>
                    <a:pt x="9038767" y="62100"/>
                  </a:lnTo>
                  <a:lnTo>
                    <a:pt x="9039224" y="66746"/>
                  </a:lnTo>
                  <a:lnTo>
                    <a:pt x="9039224" y="71437"/>
                  </a:lnTo>
                  <a:lnTo>
                    <a:pt x="9039224" y="690562"/>
                  </a:lnTo>
                  <a:lnTo>
                    <a:pt x="9039224" y="695252"/>
                  </a:lnTo>
                  <a:lnTo>
                    <a:pt x="9038767" y="699897"/>
                  </a:lnTo>
                  <a:lnTo>
                    <a:pt x="9027184" y="730250"/>
                  </a:lnTo>
                  <a:lnTo>
                    <a:pt x="9024578" y="734150"/>
                  </a:lnTo>
                  <a:lnTo>
                    <a:pt x="9021617" y="737759"/>
                  </a:lnTo>
                  <a:lnTo>
                    <a:pt x="9018300" y="741075"/>
                  </a:lnTo>
                  <a:lnTo>
                    <a:pt x="9014982" y="744392"/>
                  </a:lnTo>
                  <a:lnTo>
                    <a:pt x="8981723" y="760626"/>
                  </a:lnTo>
                  <a:lnTo>
                    <a:pt x="8977122" y="761542"/>
                  </a:lnTo>
                  <a:lnTo>
                    <a:pt x="8972477" y="761999"/>
                  </a:lnTo>
                  <a:lnTo>
                    <a:pt x="8967786" y="761999"/>
                  </a:lnTo>
                  <a:lnTo>
                    <a:pt x="71437" y="761999"/>
                  </a:lnTo>
                  <a:lnTo>
                    <a:pt x="66747" y="761999"/>
                  </a:lnTo>
                  <a:lnTo>
                    <a:pt x="62101" y="761542"/>
                  </a:lnTo>
                  <a:lnTo>
                    <a:pt x="57500" y="760626"/>
                  </a:lnTo>
                  <a:lnTo>
                    <a:pt x="52900" y="759711"/>
                  </a:lnTo>
                  <a:lnTo>
                    <a:pt x="20923" y="741075"/>
                  </a:lnTo>
                  <a:lnTo>
                    <a:pt x="17606" y="737759"/>
                  </a:lnTo>
                  <a:lnTo>
                    <a:pt x="1372" y="704498"/>
                  </a:lnTo>
                  <a:lnTo>
                    <a:pt x="457" y="699897"/>
                  </a:lnTo>
                  <a:lnTo>
                    <a:pt x="0" y="695252"/>
                  </a:lnTo>
                  <a:lnTo>
                    <a:pt x="0" y="690562"/>
                  </a:lnTo>
                  <a:close/>
                </a:path>
              </a:pathLst>
            </a:custGeom>
            <a:ln w="9524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1649" y="5556249"/>
              <a:ext cx="190500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092325" y="5373389"/>
            <a:ext cx="81292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Astuce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pro </a:t>
            </a:r>
            <a:r>
              <a:rPr sz="1300" dirty="0">
                <a:solidFill>
                  <a:srgbClr val="1D40AF"/>
                </a:solidFill>
                <a:latin typeface="Arial"/>
                <a:cs typeface="Arial"/>
              </a:rPr>
              <a:t>: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Utilisez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40AF"/>
                </a:solidFill>
                <a:latin typeface="Monaco"/>
                <a:cs typeface="Monaco"/>
              </a:rPr>
              <a:t>getOrDefault</a:t>
            </a:r>
            <a:r>
              <a:rPr sz="1100" spc="-325" dirty="0">
                <a:solidFill>
                  <a:srgbClr val="1D40AF"/>
                </a:solidFill>
                <a:latin typeface="Monaco"/>
                <a:cs typeface="Monaco"/>
              </a:rPr>
              <a:t> 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pour 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éviter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les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NullPointerException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fréquents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avec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les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Maps.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C'est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beaucoup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1D40AF"/>
                </a:solidFill>
                <a:latin typeface="Arial"/>
                <a:cs typeface="Arial"/>
              </a:rPr>
              <a:t>plus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propre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 que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de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tester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40AF"/>
                </a:solidFill>
                <a:latin typeface="Monaco"/>
                <a:cs typeface="Monaco"/>
              </a:rPr>
              <a:t>if</a:t>
            </a:r>
            <a:r>
              <a:rPr sz="1100" spc="45" dirty="0">
                <a:solidFill>
                  <a:srgbClr val="1D40AF"/>
                </a:solidFill>
                <a:latin typeface="Monaco"/>
                <a:cs typeface="Monaco"/>
              </a:rPr>
              <a:t> </a:t>
            </a:r>
            <a:r>
              <a:rPr sz="1100" spc="-10" dirty="0">
                <a:solidFill>
                  <a:srgbClr val="1D40AF"/>
                </a:solidFill>
                <a:latin typeface="Monaco"/>
                <a:cs typeface="Monaco"/>
              </a:rPr>
              <a:t>(map.containsKey(k))</a:t>
            </a:r>
            <a:r>
              <a:rPr sz="1300" spc="-10" dirty="0">
                <a:solidFill>
                  <a:srgbClr val="1D40AF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99616" y="1423416"/>
            <a:ext cx="9192895" cy="3724910"/>
            <a:chOff x="1499616" y="1423416"/>
            <a:chExt cx="9192895" cy="3724910"/>
          </a:xfrm>
        </p:grpSpPr>
        <p:sp>
          <p:nvSpPr>
            <p:cNvPr id="9" name="object 9"/>
            <p:cNvSpPr/>
            <p:nvPr/>
          </p:nvSpPr>
          <p:spPr>
            <a:xfrm>
              <a:off x="1499616" y="1423416"/>
              <a:ext cx="9192895" cy="3724910"/>
            </a:xfrm>
            <a:custGeom>
              <a:avLst/>
              <a:gdLst/>
              <a:ahLst/>
              <a:cxnLst/>
              <a:rect l="l" t="t" r="r" b="b"/>
              <a:pathLst>
                <a:path w="9192895" h="3724910">
                  <a:moveTo>
                    <a:pt x="9192768" y="3724656"/>
                  </a:moveTo>
                  <a:lnTo>
                    <a:pt x="0" y="3724656"/>
                  </a:lnTo>
                  <a:lnTo>
                    <a:pt x="0" y="0"/>
                  </a:lnTo>
                  <a:lnTo>
                    <a:pt x="9192768" y="0"/>
                  </a:lnTo>
                  <a:lnTo>
                    <a:pt x="9192768" y="43433"/>
                  </a:lnTo>
                  <a:lnTo>
                    <a:pt x="129158" y="43433"/>
                  </a:lnTo>
                  <a:lnTo>
                    <a:pt x="119656" y="44305"/>
                  </a:lnTo>
                  <a:lnTo>
                    <a:pt x="85021" y="72776"/>
                  </a:lnTo>
                  <a:lnTo>
                    <a:pt x="81533" y="91058"/>
                  </a:lnTo>
                  <a:lnTo>
                    <a:pt x="81533" y="3558158"/>
                  </a:lnTo>
                  <a:lnTo>
                    <a:pt x="102818" y="3597936"/>
                  </a:lnTo>
                  <a:lnTo>
                    <a:pt x="129158" y="3605783"/>
                  </a:lnTo>
                  <a:lnTo>
                    <a:pt x="9192768" y="3605783"/>
                  </a:lnTo>
                  <a:lnTo>
                    <a:pt x="9192768" y="3724656"/>
                  </a:lnTo>
                  <a:close/>
                </a:path>
                <a:path w="9192895" h="3724910">
                  <a:moveTo>
                    <a:pt x="9192768" y="3605783"/>
                  </a:moveTo>
                  <a:lnTo>
                    <a:pt x="9063608" y="3605783"/>
                  </a:lnTo>
                  <a:lnTo>
                    <a:pt x="9073110" y="3604911"/>
                  </a:lnTo>
                  <a:lnTo>
                    <a:pt x="9081890" y="3602296"/>
                  </a:lnTo>
                  <a:lnTo>
                    <a:pt x="9110361" y="3567660"/>
                  </a:lnTo>
                  <a:lnTo>
                    <a:pt x="9111233" y="3558158"/>
                  </a:lnTo>
                  <a:lnTo>
                    <a:pt x="9111233" y="91058"/>
                  </a:lnTo>
                  <a:lnTo>
                    <a:pt x="9089947" y="51280"/>
                  </a:lnTo>
                  <a:lnTo>
                    <a:pt x="9063608" y="43433"/>
                  </a:lnTo>
                  <a:lnTo>
                    <a:pt x="9192768" y="43433"/>
                  </a:lnTo>
                  <a:lnTo>
                    <a:pt x="9192768" y="360578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0674" y="1457324"/>
              <a:ext cx="9029700" cy="3581400"/>
            </a:xfrm>
            <a:custGeom>
              <a:avLst/>
              <a:gdLst/>
              <a:ahLst/>
              <a:cxnLst/>
              <a:rect l="l" t="t" r="r" b="b"/>
              <a:pathLst>
                <a:path w="9029700" h="3581400">
                  <a:moveTo>
                    <a:pt x="8976301" y="3581399"/>
                  </a:moveTo>
                  <a:lnTo>
                    <a:pt x="33047" y="3581399"/>
                  </a:lnTo>
                  <a:lnTo>
                    <a:pt x="4833" y="3553120"/>
                  </a:lnTo>
                  <a:lnTo>
                    <a:pt x="0" y="3531827"/>
                  </a:lnTo>
                  <a:lnTo>
                    <a:pt x="0" y="35242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976301" y="0"/>
                  </a:lnTo>
                  <a:lnTo>
                    <a:pt x="9015613" y="19392"/>
                  </a:lnTo>
                  <a:lnTo>
                    <a:pt x="9029699" y="53397"/>
                  </a:lnTo>
                  <a:lnTo>
                    <a:pt x="9029699" y="3528002"/>
                  </a:lnTo>
                  <a:lnTo>
                    <a:pt x="9010305" y="3567313"/>
                  </a:lnTo>
                  <a:lnTo>
                    <a:pt x="8980017" y="3581033"/>
                  </a:lnTo>
                  <a:lnTo>
                    <a:pt x="8976301" y="35813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71624" y="1457324"/>
              <a:ext cx="52069" cy="3581400"/>
            </a:xfrm>
            <a:custGeom>
              <a:avLst/>
              <a:gdLst/>
              <a:ahLst/>
              <a:cxnLst/>
              <a:rect l="l" t="t" r="r" b="b"/>
              <a:pathLst>
                <a:path w="52069" h="3581400">
                  <a:moveTo>
                    <a:pt x="51889" y="3581399"/>
                  </a:moveTo>
                  <a:lnTo>
                    <a:pt x="49571" y="3581399"/>
                  </a:lnTo>
                  <a:lnTo>
                    <a:pt x="42281" y="3579949"/>
                  </a:lnTo>
                  <a:lnTo>
                    <a:pt x="7250" y="3553121"/>
                  </a:lnTo>
                  <a:lnTo>
                    <a:pt x="0" y="3531829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524249"/>
                  </a:lnTo>
                  <a:lnTo>
                    <a:pt x="43679" y="3564660"/>
                  </a:lnTo>
                  <a:lnTo>
                    <a:pt x="47399" y="3575820"/>
                  </a:lnTo>
                  <a:lnTo>
                    <a:pt x="51889" y="35813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65510" y="1609978"/>
            <a:ext cx="5689600" cy="322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" marR="1684655">
              <a:lnSpc>
                <a:spcPct val="110000"/>
              </a:lnSpc>
              <a:spcBef>
                <a:spcPts val="95"/>
              </a:spcBef>
              <a:tabLst>
                <a:tab pos="315595" algn="l"/>
              </a:tabLst>
            </a:pPr>
            <a:r>
              <a:rPr sz="1250" spc="-50" dirty="0">
                <a:solidFill>
                  <a:srgbClr val="CBD5E1"/>
                </a:solidFill>
                <a:latin typeface="Times New Roman"/>
                <a:cs typeface="Times New Roman"/>
              </a:rPr>
              <a:t>1</a:t>
            </a:r>
            <a:r>
              <a:rPr sz="12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250" spc="60" dirty="0">
                <a:solidFill>
                  <a:srgbClr val="7C3AEC"/>
                </a:solidFill>
                <a:latin typeface="Times New Roman"/>
                <a:cs typeface="Times New Roman"/>
              </a:rPr>
              <a:t>Map</a:t>
            </a:r>
            <a:r>
              <a:rPr sz="1000" spc="6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250" spc="60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250" spc="6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2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50" spc="7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250" spc="75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2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50" spc="70" dirty="0">
                <a:solidFill>
                  <a:srgbClr val="334054"/>
                </a:solidFill>
                <a:latin typeface="Times New Roman"/>
                <a:cs typeface="Times New Roman"/>
              </a:rPr>
              <a:t>index</a:t>
            </a:r>
            <a:r>
              <a:rPr sz="1250" spc="28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2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50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100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250" spc="-45" dirty="0">
                <a:solidFill>
                  <a:srgbClr val="7C3AEC"/>
                </a:solidFill>
                <a:latin typeface="Times New Roman"/>
                <a:cs typeface="Times New Roman"/>
              </a:rPr>
              <a:t>HashMap</a:t>
            </a:r>
            <a:r>
              <a:rPr sz="1250" spc="28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00" spc="17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250" spc="170" dirty="0">
                <a:solidFill>
                  <a:srgbClr val="334054"/>
                </a:solidFill>
                <a:latin typeface="Times New Roman"/>
                <a:cs typeface="Times New Roman"/>
              </a:rPr>
              <a:t>(); </a:t>
            </a:r>
            <a:r>
              <a:rPr sz="1250" spc="-50" dirty="0">
                <a:solidFill>
                  <a:srgbClr val="CBD5E1"/>
                </a:solidFill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  <a:p>
            <a:pPr marL="395605" indent="-303530">
              <a:lnSpc>
                <a:spcPct val="100000"/>
              </a:lnSpc>
              <a:spcBef>
                <a:spcPts val="175"/>
              </a:spcBef>
              <a:buClr>
                <a:srgbClr val="CBD5E1"/>
              </a:buClr>
              <a:buSzPct val="96153"/>
              <a:buFont typeface="Times New Roman"/>
              <a:buAutoNum type="arabicPlain" startAt="3"/>
              <a:tabLst>
                <a:tab pos="395605" algn="l"/>
                <a:tab pos="396240" algn="l"/>
              </a:tabLst>
            </a:pPr>
            <a:r>
              <a:rPr sz="13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Ajouter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modifier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(écrase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clé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existe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déjà)</a:t>
            </a:r>
            <a:endParaRPr sz="1300">
              <a:latin typeface="Times New Roman"/>
              <a:cs typeface="Times New Roman"/>
            </a:endParaRPr>
          </a:p>
          <a:p>
            <a:pPr marL="92710" marR="1043940" indent="222885">
              <a:lnSpc>
                <a:spcPts val="1730"/>
              </a:lnSpc>
              <a:spcBef>
                <a:spcPts val="10"/>
              </a:spcBef>
              <a:buClr>
                <a:srgbClr val="CBD5E1"/>
              </a:buClr>
              <a:buAutoNum type="arabicPlain" startAt="3"/>
              <a:tabLst>
                <a:tab pos="315595" algn="l"/>
                <a:tab pos="316230" algn="l"/>
              </a:tabLst>
            </a:pP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250" spc="80" dirty="0">
                <a:solidFill>
                  <a:srgbClr val="DA2677"/>
                </a:solidFill>
                <a:latin typeface="Times New Roman"/>
                <a:cs typeface="Times New Roman"/>
              </a:rPr>
              <a:t>put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250" spc="8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2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50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1000" b="1" spc="42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250" spc="8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250" spc="8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250" spc="80" dirty="0">
                <a:solidFill>
                  <a:srgbClr val="16A24A"/>
                </a:solidFill>
                <a:latin typeface="Times New Roman"/>
                <a:cs typeface="Times New Roman"/>
              </a:rPr>
              <a:t>"Ndiaye"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,14.5)); </a:t>
            </a:r>
            <a:r>
              <a:rPr sz="1250" spc="-50" dirty="0">
                <a:solidFill>
                  <a:srgbClr val="CBD5E1"/>
                </a:solidFill>
                <a:latin typeface="Times New Roman"/>
                <a:cs typeface="Times New Roman"/>
              </a:rPr>
              <a:t>5</a:t>
            </a:r>
            <a:endParaRPr sz="1250">
              <a:latin typeface="Times New Roman"/>
              <a:cs typeface="Times New Roman"/>
            </a:endParaRPr>
          </a:p>
          <a:p>
            <a:pPr marL="395605" indent="-303530">
              <a:lnSpc>
                <a:spcPts val="1560"/>
              </a:lnSpc>
              <a:buClr>
                <a:srgbClr val="CBD5E1"/>
              </a:buClr>
              <a:buSzPct val="96153"/>
              <a:buFont typeface="Times New Roman"/>
              <a:buAutoNum type="arabicPlain" startAt="6"/>
              <a:tabLst>
                <a:tab pos="395605" algn="l"/>
                <a:tab pos="396240" algn="l"/>
              </a:tabLst>
            </a:pPr>
            <a:r>
              <a:rPr sz="13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85" dirty="0">
                <a:solidFill>
                  <a:srgbClr val="94A2B8"/>
                </a:solidFill>
                <a:latin typeface="Times New Roman"/>
                <a:cs typeface="Times New Roman"/>
              </a:rPr>
              <a:t>Lire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(attention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retourne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null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clé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55" dirty="0">
                <a:solidFill>
                  <a:srgbClr val="94A2B8"/>
                </a:solidFill>
                <a:latin typeface="Times New Roman"/>
                <a:cs typeface="Times New Roman"/>
              </a:rPr>
              <a:t>absente</a:t>
            </a:r>
            <a:r>
              <a:rPr sz="13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!)</a:t>
            </a:r>
            <a:endParaRPr sz="1300">
              <a:latin typeface="Times New Roman"/>
              <a:cs typeface="Times New Roman"/>
            </a:endParaRPr>
          </a:p>
          <a:p>
            <a:pPr marL="92710" marR="2884805" indent="222885">
              <a:lnSpc>
                <a:spcPts val="1730"/>
              </a:lnSpc>
              <a:spcBef>
                <a:spcPts val="5"/>
              </a:spcBef>
              <a:buClr>
                <a:srgbClr val="CBD5E1"/>
              </a:buClr>
              <a:buAutoNum type="arabicPlain" startAt="6"/>
              <a:tabLst>
                <a:tab pos="315595" algn="l"/>
                <a:tab pos="316230" algn="l"/>
              </a:tabLst>
            </a:pPr>
            <a:r>
              <a:rPr sz="1250" spc="9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250" spc="29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250" spc="70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250" spc="2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250" spc="2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250" spc="80" dirty="0">
                <a:solidFill>
                  <a:srgbClr val="DA2677"/>
                </a:solidFill>
                <a:latin typeface="Times New Roman"/>
                <a:cs typeface="Times New Roman"/>
              </a:rPr>
              <a:t>get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250" spc="8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); </a:t>
            </a:r>
            <a:r>
              <a:rPr sz="1250" spc="-50" dirty="0">
                <a:solidFill>
                  <a:srgbClr val="CBD5E1"/>
                </a:solidFill>
                <a:latin typeface="Times New Roman"/>
                <a:cs typeface="Times New Roman"/>
              </a:rPr>
              <a:t>8</a:t>
            </a:r>
            <a:endParaRPr sz="1250">
              <a:latin typeface="Times New Roman"/>
              <a:cs typeface="Times New Roman"/>
            </a:endParaRPr>
          </a:p>
          <a:p>
            <a:pPr marL="395605" indent="-303530">
              <a:lnSpc>
                <a:spcPts val="1560"/>
              </a:lnSpc>
              <a:buClr>
                <a:srgbClr val="CBD5E1"/>
              </a:buClr>
              <a:buSzPct val="96153"/>
              <a:buFont typeface="Times New Roman"/>
              <a:buAutoNum type="arabicPlain" startAt="9"/>
              <a:tabLst>
                <a:tab pos="395605" algn="l"/>
                <a:tab pos="396240" algn="l"/>
              </a:tabLst>
            </a:pPr>
            <a:r>
              <a:rPr sz="13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3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85" dirty="0">
                <a:solidFill>
                  <a:srgbClr val="94A2B8"/>
                </a:solidFill>
                <a:latin typeface="Times New Roman"/>
                <a:cs typeface="Times New Roman"/>
              </a:rPr>
              <a:t>Lire</a:t>
            </a:r>
            <a:r>
              <a:rPr sz="13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94A2B8"/>
                </a:solidFill>
                <a:latin typeface="Times New Roman"/>
                <a:cs typeface="Times New Roman"/>
              </a:rPr>
              <a:t>avec</a:t>
            </a:r>
            <a:r>
              <a:rPr sz="13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valeur</a:t>
            </a:r>
            <a:r>
              <a:rPr sz="13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3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défaut</a:t>
            </a:r>
            <a:r>
              <a:rPr sz="13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3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absent</a:t>
            </a:r>
            <a:r>
              <a:rPr sz="13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(SÉCURISÉ)</a:t>
            </a:r>
            <a:endParaRPr sz="1300">
              <a:latin typeface="Times New Roman"/>
              <a:cs typeface="Times New Roman"/>
            </a:endParaRPr>
          </a:p>
          <a:p>
            <a:pPr marL="315595" indent="-303530">
              <a:lnSpc>
                <a:spcPct val="100000"/>
              </a:lnSpc>
              <a:spcBef>
                <a:spcPts val="215"/>
              </a:spcBef>
              <a:buClr>
                <a:srgbClr val="CBD5E1"/>
              </a:buClr>
              <a:buAutoNum type="arabicPlain" startAt="9"/>
              <a:tabLst>
                <a:tab pos="315595" algn="l"/>
                <a:tab pos="316230" algn="l"/>
              </a:tabLst>
            </a:pPr>
            <a:r>
              <a:rPr sz="1250" spc="9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250" spc="29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34054"/>
                </a:solidFill>
                <a:latin typeface="Times New Roman"/>
                <a:cs typeface="Times New Roman"/>
              </a:rPr>
              <a:t>x</a:t>
            </a:r>
            <a:r>
              <a:rPr sz="1250" spc="2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250" spc="2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250" spc="85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250" spc="85" dirty="0">
                <a:solidFill>
                  <a:srgbClr val="DA2677"/>
                </a:solidFill>
                <a:latin typeface="Times New Roman"/>
                <a:cs typeface="Times New Roman"/>
              </a:rPr>
              <a:t>getOrDefault</a:t>
            </a:r>
            <a:r>
              <a:rPr sz="1250" spc="8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endParaRPr sz="125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150"/>
              </a:spcBef>
              <a:buClr>
                <a:srgbClr val="CBD5E1"/>
              </a:buClr>
              <a:buAutoNum type="arabicPlain" startAt="9"/>
              <a:tabLst>
                <a:tab pos="395605" algn="l"/>
                <a:tab pos="396240" algn="l"/>
              </a:tabLst>
            </a:pPr>
            <a:r>
              <a:rPr sz="1250" spc="55" dirty="0">
                <a:solidFill>
                  <a:srgbClr val="16A24A"/>
                </a:solidFill>
                <a:latin typeface="Times New Roman"/>
                <a:cs typeface="Times New Roman"/>
              </a:rPr>
              <a:t>"Z999"</a:t>
            </a:r>
            <a:r>
              <a:rPr sz="1250" spc="55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2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50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1000" b="1" spc="40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250" spc="8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250" spc="80" dirty="0">
                <a:solidFill>
                  <a:srgbClr val="16A24A"/>
                </a:solidFill>
                <a:latin typeface="Times New Roman"/>
                <a:cs typeface="Times New Roman"/>
              </a:rPr>
              <a:t>"Z999"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250" spc="80" dirty="0">
                <a:solidFill>
                  <a:srgbClr val="16A24A"/>
                </a:solidFill>
                <a:latin typeface="Times New Roman"/>
                <a:cs typeface="Times New Roman"/>
              </a:rPr>
              <a:t>"Inconnu"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,0.0)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  <a:tabLst>
                <a:tab pos="315595" algn="l"/>
              </a:tabLst>
            </a:pPr>
            <a:r>
              <a:rPr sz="1250" spc="-25" dirty="0">
                <a:solidFill>
                  <a:srgbClr val="CBD5E1"/>
                </a:solidFill>
                <a:latin typeface="Times New Roman"/>
                <a:cs typeface="Times New Roman"/>
              </a:rPr>
              <a:t>12</a:t>
            </a:r>
            <a:r>
              <a:rPr sz="12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250" spc="220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250" spc="-25" dirty="0">
                <a:solidFill>
                  <a:srgbClr val="CBD5E1"/>
                </a:solidFill>
                <a:latin typeface="Times New Roman"/>
                <a:cs typeface="Times New Roman"/>
              </a:rPr>
              <a:t>13</a:t>
            </a:r>
            <a:endParaRPr sz="125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100"/>
              </a:spcBef>
              <a:buClr>
                <a:srgbClr val="CBD5E1"/>
              </a:buClr>
              <a:buSzPct val="96153"/>
              <a:buFont typeface="Times New Roman"/>
              <a:buAutoNum type="arabicPlain" startAt="14"/>
              <a:tabLst>
                <a:tab pos="395605" algn="l"/>
                <a:tab pos="396240" algn="l"/>
              </a:tabLst>
            </a:pPr>
            <a:r>
              <a:rPr sz="13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3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Ajouter</a:t>
            </a:r>
            <a:r>
              <a:rPr sz="13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seulement</a:t>
            </a:r>
            <a:r>
              <a:rPr sz="13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3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clé</a:t>
            </a:r>
            <a:r>
              <a:rPr sz="13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55" dirty="0">
                <a:solidFill>
                  <a:srgbClr val="94A2B8"/>
                </a:solidFill>
                <a:latin typeface="Times New Roman"/>
                <a:cs typeface="Times New Roman"/>
              </a:rPr>
              <a:t>absente</a:t>
            </a:r>
            <a:r>
              <a:rPr sz="13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(ne</a:t>
            </a:r>
            <a:r>
              <a:rPr sz="13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fait</a:t>
            </a:r>
            <a:r>
              <a:rPr sz="13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rien</a:t>
            </a:r>
            <a:r>
              <a:rPr sz="13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3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94A2B8"/>
                </a:solidFill>
                <a:latin typeface="Times New Roman"/>
                <a:cs typeface="Times New Roman"/>
              </a:rPr>
              <a:t>"A001"</a:t>
            </a:r>
            <a:r>
              <a:rPr sz="13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3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existe)</a:t>
            </a:r>
            <a:endParaRPr sz="1300">
              <a:latin typeface="Times New Roman"/>
              <a:cs typeface="Times New Roman"/>
            </a:endParaRPr>
          </a:p>
          <a:p>
            <a:pPr marL="315595" indent="-303530">
              <a:lnSpc>
                <a:spcPct val="100000"/>
              </a:lnSpc>
              <a:spcBef>
                <a:spcPts val="215"/>
              </a:spcBef>
              <a:buClr>
                <a:srgbClr val="CBD5E1"/>
              </a:buClr>
              <a:buAutoNum type="arabicPlain" startAt="14"/>
              <a:tabLst>
                <a:tab pos="315595" algn="l"/>
                <a:tab pos="316230" algn="l"/>
              </a:tabLst>
            </a:pP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250" spc="80" dirty="0">
                <a:solidFill>
                  <a:srgbClr val="DA2677"/>
                </a:solidFill>
                <a:latin typeface="Times New Roman"/>
                <a:cs typeface="Times New Roman"/>
              </a:rPr>
              <a:t>putIfAbsent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250" spc="8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250" spc="8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2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50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1000" b="1" spc="42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250" spc="9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250" spc="9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250" spc="9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250" spc="9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250" spc="90" dirty="0">
                <a:solidFill>
                  <a:srgbClr val="16A24A"/>
                </a:solidFill>
                <a:latin typeface="Times New Roman"/>
                <a:cs typeface="Times New Roman"/>
              </a:rPr>
              <a:t>"Autre"</a:t>
            </a:r>
            <a:r>
              <a:rPr sz="1250" spc="90" dirty="0">
                <a:solidFill>
                  <a:srgbClr val="334054"/>
                </a:solidFill>
                <a:latin typeface="Times New Roman"/>
                <a:cs typeface="Times New Roman"/>
              </a:rPr>
              <a:t>,0));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239248" y="1457324"/>
            <a:ext cx="1381125" cy="247650"/>
          </a:xfrm>
          <a:custGeom>
            <a:avLst/>
            <a:gdLst/>
            <a:ahLst/>
            <a:cxnLst/>
            <a:rect l="l" t="t" r="r" b="b"/>
            <a:pathLst>
              <a:path w="1381125" h="247650">
                <a:moveTo>
                  <a:pt x="1381125" y="247649"/>
                </a:moveTo>
                <a:lnTo>
                  <a:pt x="53397" y="247649"/>
                </a:lnTo>
                <a:lnTo>
                  <a:pt x="14084" y="228257"/>
                </a:lnTo>
                <a:lnTo>
                  <a:pt x="0" y="194252"/>
                </a:lnTo>
                <a:lnTo>
                  <a:pt x="0" y="190499"/>
                </a:lnTo>
                <a:lnTo>
                  <a:pt x="0" y="0"/>
                </a:lnTo>
                <a:lnTo>
                  <a:pt x="1327727" y="0"/>
                </a:lnTo>
                <a:lnTo>
                  <a:pt x="1331443" y="365"/>
                </a:lnTo>
                <a:lnTo>
                  <a:pt x="1367039" y="19392"/>
                </a:lnTo>
                <a:lnTo>
                  <a:pt x="1381125" y="53397"/>
                </a:lnTo>
                <a:lnTo>
                  <a:pt x="1381125" y="24764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17929" y="1488373"/>
            <a:ext cx="121983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100" dirty="0">
                <a:solidFill>
                  <a:srgbClr val="64738B"/>
                </a:solidFill>
                <a:latin typeface="Times New Roman"/>
                <a:cs typeface="Times New Roman"/>
              </a:rPr>
              <a:t>UtilisationMap.java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7267574" y="6800849"/>
              <a:ext cx="4924425" cy="57150"/>
            </a:xfrm>
            <a:custGeom>
              <a:avLst/>
              <a:gdLst/>
              <a:ahLst/>
              <a:cxnLst/>
              <a:rect l="l" t="t" r="r" b="b"/>
              <a:pathLst>
                <a:path w="4924425" h="57150">
                  <a:moveTo>
                    <a:pt x="0" y="57149"/>
                  </a:moveTo>
                  <a:lnTo>
                    <a:pt x="4924424" y="57149"/>
                  </a:lnTo>
                  <a:lnTo>
                    <a:pt x="49244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7267575" cy="57150"/>
            </a:xfrm>
            <a:custGeom>
              <a:avLst/>
              <a:gdLst/>
              <a:ahLst/>
              <a:cxnLst/>
              <a:rect l="l" t="t" r="r" b="b"/>
              <a:pathLst>
                <a:path w="7267575" h="57150">
                  <a:moveTo>
                    <a:pt x="72675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7267574" y="0"/>
                  </a:lnTo>
                  <a:lnTo>
                    <a:pt x="72675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34/57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Map</a:t>
            </a:r>
            <a:r>
              <a:rPr spc="-140" dirty="0"/>
              <a:t> </a:t>
            </a:r>
            <a:r>
              <a:rPr spc="-130" dirty="0"/>
              <a:t>:</a:t>
            </a:r>
            <a:r>
              <a:rPr spc="-135" dirty="0"/>
              <a:t> </a:t>
            </a:r>
            <a:r>
              <a:rPr spc="-170" dirty="0"/>
              <a:t>Opérations</a:t>
            </a:r>
            <a:r>
              <a:rPr spc="-135" dirty="0"/>
              <a:t> </a:t>
            </a:r>
            <a:r>
              <a:rPr spc="-165" dirty="0"/>
              <a:t>Essentielles</a:t>
            </a:r>
            <a:r>
              <a:rPr spc="-135" dirty="0"/>
              <a:t> </a:t>
            </a:r>
            <a:r>
              <a:rPr spc="-125" dirty="0"/>
              <a:t>(Partie</a:t>
            </a:r>
            <a:r>
              <a:rPr spc="-135" dirty="0"/>
              <a:t> </a:t>
            </a:r>
            <a:r>
              <a:rPr spc="-25" dirty="0"/>
              <a:t>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5010150"/>
            <a:ext cx="8572500" cy="771525"/>
            <a:chOff x="1809749" y="5010150"/>
            <a:chExt cx="8572500" cy="771525"/>
          </a:xfrm>
        </p:grpSpPr>
        <p:sp>
          <p:nvSpPr>
            <p:cNvPr id="4" name="object 4"/>
            <p:cNvSpPr/>
            <p:nvPr/>
          </p:nvSpPr>
          <p:spPr>
            <a:xfrm>
              <a:off x="1828799" y="5014912"/>
              <a:ext cx="8549005" cy="762000"/>
            </a:xfrm>
            <a:custGeom>
              <a:avLst/>
              <a:gdLst/>
              <a:ahLst/>
              <a:cxnLst/>
              <a:rect l="l" t="t" r="r" b="b"/>
              <a:pathLst>
                <a:path w="8549005" h="762000">
                  <a:moveTo>
                    <a:pt x="8481939" y="761998"/>
                  </a:moveTo>
                  <a:lnTo>
                    <a:pt x="53397" y="761998"/>
                  </a:lnTo>
                  <a:lnTo>
                    <a:pt x="49681" y="761541"/>
                  </a:lnTo>
                  <a:lnTo>
                    <a:pt x="14085" y="737757"/>
                  </a:lnTo>
                  <a:lnTo>
                    <a:pt x="366" y="699897"/>
                  </a:lnTo>
                  <a:lnTo>
                    <a:pt x="0" y="695252"/>
                  </a:lnTo>
                  <a:lnTo>
                    <a:pt x="0" y="690561"/>
                  </a:lnTo>
                  <a:lnTo>
                    <a:pt x="0" y="66745"/>
                  </a:lnTo>
                  <a:lnTo>
                    <a:pt x="11716" y="27847"/>
                  </a:lnTo>
                  <a:lnTo>
                    <a:pt x="42320" y="2287"/>
                  </a:lnTo>
                  <a:lnTo>
                    <a:pt x="53397" y="0"/>
                  </a:lnTo>
                  <a:lnTo>
                    <a:pt x="8481939" y="0"/>
                  </a:lnTo>
                  <a:lnTo>
                    <a:pt x="8520837" y="14644"/>
                  </a:lnTo>
                  <a:lnTo>
                    <a:pt x="8545043" y="48432"/>
                  </a:lnTo>
                  <a:lnTo>
                    <a:pt x="8548685" y="66745"/>
                  </a:lnTo>
                  <a:lnTo>
                    <a:pt x="8548685" y="695252"/>
                  </a:lnTo>
                  <a:lnTo>
                    <a:pt x="8534040" y="734149"/>
                  </a:lnTo>
                  <a:lnTo>
                    <a:pt x="8500252" y="758355"/>
                  </a:lnTo>
                  <a:lnTo>
                    <a:pt x="8486584" y="761541"/>
                  </a:lnTo>
                  <a:lnTo>
                    <a:pt x="8481939" y="761998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48459" y="5010150"/>
              <a:ext cx="8534400" cy="771525"/>
            </a:xfrm>
            <a:custGeom>
              <a:avLst/>
              <a:gdLst/>
              <a:ahLst/>
              <a:cxnLst/>
              <a:rect l="l" t="t" r="r" b="b"/>
              <a:pathLst>
                <a:path w="8534400" h="771525">
                  <a:moveTo>
                    <a:pt x="8533778" y="76200"/>
                  </a:moveTo>
                  <a:lnTo>
                    <a:pt x="8520989" y="33934"/>
                  </a:lnTo>
                  <a:lnTo>
                    <a:pt x="8511908" y="22834"/>
                  </a:lnTo>
                  <a:lnTo>
                    <a:pt x="8472449" y="1460"/>
                  </a:lnTo>
                  <a:lnTo>
                    <a:pt x="8457578" y="0"/>
                  </a:lnTo>
                  <a:lnTo>
                    <a:pt x="37477" y="0"/>
                  </a:lnTo>
                  <a:lnTo>
                    <a:pt x="0" y="9918"/>
                  </a:lnTo>
                  <a:lnTo>
                    <a:pt x="21831" y="15379"/>
                  </a:lnTo>
                  <a:lnTo>
                    <a:pt x="27571" y="11226"/>
                  </a:lnTo>
                  <a:lnTo>
                    <a:pt x="32435" y="9525"/>
                  </a:lnTo>
                  <a:lnTo>
                    <a:pt x="8457578" y="9525"/>
                  </a:lnTo>
                  <a:lnTo>
                    <a:pt x="8464156" y="9842"/>
                  </a:lnTo>
                  <a:lnTo>
                    <a:pt x="8499856" y="24638"/>
                  </a:lnTo>
                  <a:lnTo>
                    <a:pt x="8505177" y="29552"/>
                  </a:lnTo>
                  <a:lnTo>
                    <a:pt x="8509089" y="33858"/>
                  </a:lnTo>
                  <a:lnTo>
                    <a:pt x="8523935" y="69634"/>
                  </a:lnTo>
                  <a:lnTo>
                    <a:pt x="8524253" y="76200"/>
                  </a:lnTo>
                  <a:lnTo>
                    <a:pt x="8524253" y="695337"/>
                  </a:lnTo>
                  <a:lnTo>
                    <a:pt x="8513026" y="732383"/>
                  </a:lnTo>
                  <a:lnTo>
                    <a:pt x="8505177" y="741972"/>
                  </a:lnTo>
                  <a:lnTo>
                    <a:pt x="8504733" y="742480"/>
                  </a:lnTo>
                  <a:lnTo>
                    <a:pt x="8470595" y="760742"/>
                  </a:lnTo>
                  <a:lnTo>
                    <a:pt x="8457578" y="762000"/>
                  </a:lnTo>
                  <a:lnTo>
                    <a:pt x="32435" y="762000"/>
                  </a:lnTo>
                  <a:lnTo>
                    <a:pt x="27571" y="760310"/>
                  </a:lnTo>
                  <a:lnTo>
                    <a:pt x="21831" y="756158"/>
                  </a:lnTo>
                  <a:lnTo>
                    <a:pt x="0" y="761606"/>
                  </a:lnTo>
                  <a:lnTo>
                    <a:pt x="37477" y="771525"/>
                  </a:lnTo>
                  <a:lnTo>
                    <a:pt x="8457590" y="771525"/>
                  </a:lnTo>
                  <a:lnTo>
                    <a:pt x="8494408" y="762000"/>
                  </a:lnTo>
                  <a:lnTo>
                    <a:pt x="8499919" y="758698"/>
                  </a:lnTo>
                  <a:lnTo>
                    <a:pt x="8527986" y="724496"/>
                  </a:lnTo>
                  <a:lnTo>
                    <a:pt x="8533778" y="695337"/>
                  </a:lnTo>
                  <a:lnTo>
                    <a:pt x="8533778" y="76200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09749" y="5019900"/>
              <a:ext cx="60960" cy="752475"/>
            </a:xfrm>
            <a:custGeom>
              <a:avLst/>
              <a:gdLst/>
              <a:ahLst/>
              <a:cxnLst/>
              <a:rect l="l" t="t" r="r" b="b"/>
              <a:pathLst>
                <a:path w="60960" h="752475">
                  <a:moveTo>
                    <a:pt x="39002" y="752023"/>
                  </a:moveTo>
                  <a:lnTo>
                    <a:pt x="9007" y="721530"/>
                  </a:lnTo>
                  <a:lnTo>
                    <a:pt x="0" y="685574"/>
                  </a:lnTo>
                  <a:lnTo>
                    <a:pt x="0" y="66449"/>
                  </a:lnTo>
                  <a:lnTo>
                    <a:pt x="12829" y="24106"/>
                  </a:lnTo>
                  <a:lnTo>
                    <a:pt x="39001" y="0"/>
                  </a:lnTo>
                  <a:lnTo>
                    <a:pt x="60793" y="5448"/>
                  </a:lnTo>
                  <a:lnTo>
                    <a:pt x="56951" y="8232"/>
                  </a:lnTo>
                  <a:lnTo>
                    <a:pt x="52831" y="13050"/>
                  </a:lnTo>
                  <a:lnTo>
                    <a:pt x="38824" y="53439"/>
                  </a:lnTo>
                  <a:lnTo>
                    <a:pt x="38099" y="66449"/>
                  </a:lnTo>
                  <a:lnTo>
                    <a:pt x="38099" y="685574"/>
                  </a:lnTo>
                  <a:lnTo>
                    <a:pt x="45686" y="726468"/>
                  </a:lnTo>
                  <a:lnTo>
                    <a:pt x="60794" y="746575"/>
                  </a:lnTo>
                  <a:lnTo>
                    <a:pt x="39002" y="752023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5174" y="5311774"/>
              <a:ext cx="196850" cy="1682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359024" y="5097164"/>
            <a:ext cx="7768590" cy="5016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Attention</a:t>
            </a:r>
            <a:r>
              <a:rPr sz="1300" spc="-4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1B1B"/>
                </a:solidFill>
                <a:latin typeface="Arial"/>
                <a:cs typeface="Arial"/>
              </a:rPr>
              <a:t>:</a:t>
            </a: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1B1B"/>
                </a:solidFill>
                <a:latin typeface="Arial"/>
                <a:cs typeface="Arial"/>
              </a:rPr>
              <a:t>Tester</a:t>
            </a: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get(k)</a:t>
            </a:r>
            <a:r>
              <a:rPr sz="1100" spc="80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==</a:t>
            </a:r>
            <a:r>
              <a:rPr sz="1100" spc="80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null</a:t>
            </a:r>
            <a:r>
              <a:rPr sz="1100" spc="-335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pour </a:t>
            </a:r>
            <a:r>
              <a:rPr sz="1300" spc="-20" dirty="0">
                <a:solidFill>
                  <a:srgbClr val="991B1B"/>
                </a:solidFill>
                <a:latin typeface="Arial"/>
                <a:cs typeface="Arial"/>
              </a:rPr>
              <a:t>vérifier</a:t>
            </a: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 l'absence </a:t>
            </a:r>
            <a:r>
              <a:rPr sz="1300" spc="-40" dirty="0">
                <a:solidFill>
                  <a:srgbClr val="991B1B"/>
                </a:solidFill>
                <a:latin typeface="Arial"/>
                <a:cs typeface="Arial"/>
              </a:rPr>
              <a:t>est </a:t>
            </a: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risqué car </a:t>
            </a:r>
            <a:r>
              <a:rPr sz="1300" spc="-65" dirty="0">
                <a:solidFill>
                  <a:srgbClr val="991B1B"/>
                </a:solidFill>
                <a:latin typeface="Arial"/>
                <a:cs typeface="Arial"/>
              </a:rPr>
              <a:t>une</a:t>
            </a:r>
            <a:r>
              <a:rPr sz="1300" spc="-4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991B1B"/>
                </a:solidFill>
                <a:latin typeface="Arial"/>
                <a:cs typeface="Arial"/>
              </a:rPr>
              <a:t>Map</a:t>
            </a: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 peut contenir </a:t>
            </a:r>
            <a:r>
              <a:rPr sz="1300" spc="-55" dirty="0">
                <a:solidFill>
                  <a:srgbClr val="991B1B"/>
                </a:solidFill>
                <a:latin typeface="Arial"/>
                <a:cs typeface="Arial"/>
              </a:rPr>
              <a:t>des</a:t>
            </a:r>
            <a:r>
              <a:rPr sz="1300" spc="-4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1B1B"/>
                </a:solidFill>
                <a:latin typeface="Arial"/>
                <a:cs typeface="Arial"/>
              </a:rPr>
              <a:t>valeurs</a:t>
            </a: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1B1B"/>
                </a:solidFill>
                <a:latin typeface="Monaco"/>
                <a:cs typeface="Monaco"/>
              </a:rPr>
              <a:t>null</a:t>
            </a:r>
            <a:endParaRPr sz="110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300" spc="-50" dirty="0">
                <a:solidFill>
                  <a:srgbClr val="991B1B"/>
                </a:solidFill>
                <a:latin typeface="Arial"/>
                <a:cs typeface="Arial"/>
              </a:rPr>
              <a:t>(dans</a:t>
            </a:r>
            <a:r>
              <a:rPr sz="1300" spc="-25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1B1B"/>
                </a:solidFill>
                <a:latin typeface="Arial"/>
                <a:cs typeface="Arial"/>
              </a:rPr>
              <a:t>HashMap).</a:t>
            </a:r>
            <a:r>
              <a:rPr sz="1300" spc="-3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1B1B"/>
                </a:solidFill>
                <a:latin typeface="Arial"/>
                <a:cs typeface="Arial"/>
              </a:rPr>
              <a:t>Toujours</a:t>
            </a:r>
            <a:r>
              <a:rPr sz="1300" spc="-2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1B1B"/>
                </a:solidFill>
                <a:latin typeface="Arial"/>
                <a:cs typeface="Arial"/>
              </a:rPr>
              <a:t>utiliser</a:t>
            </a:r>
            <a:r>
              <a:rPr sz="1300" spc="-2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1B1B"/>
                </a:solidFill>
                <a:latin typeface="Monaco"/>
                <a:cs typeface="Monaco"/>
              </a:rPr>
              <a:t>containsKey(k)</a:t>
            </a:r>
            <a:r>
              <a:rPr sz="1100" spc="-315" dirty="0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pour</a:t>
            </a:r>
            <a:r>
              <a:rPr sz="1300" spc="-2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991B1B"/>
                </a:solidFill>
                <a:latin typeface="Arial"/>
                <a:cs typeface="Arial"/>
              </a:rPr>
              <a:t>être</a:t>
            </a:r>
            <a:r>
              <a:rPr sz="1300" spc="-2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1B1B"/>
                </a:solidFill>
                <a:latin typeface="Arial"/>
                <a:cs typeface="Arial"/>
              </a:rPr>
              <a:t>sûr</a:t>
            </a:r>
            <a:r>
              <a:rPr sz="1300" spc="-20" dirty="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1B1B"/>
                </a:solidFill>
                <a:latin typeface="Arial"/>
                <a:cs typeface="Arial"/>
              </a:rPr>
              <a:t>!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37360" y="1786127"/>
            <a:ext cx="8717280" cy="3096895"/>
            <a:chOff x="1737360" y="1786127"/>
            <a:chExt cx="8717280" cy="3096895"/>
          </a:xfrm>
        </p:grpSpPr>
        <p:sp>
          <p:nvSpPr>
            <p:cNvPr id="10" name="object 10"/>
            <p:cNvSpPr/>
            <p:nvPr/>
          </p:nvSpPr>
          <p:spPr>
            <a:xfrm>
              <a:off x="1737360" y="1786127"/>
              <a:ext cx="8717280" cy="3096895"/>
            </a:xfrm>
            <a:custGeom>
              <a:avLst/>
              <a:gdLst/>
              <a:ahLst/>
              <a:cxnLst/>
              <a:rect l="l" t="t" r="r" b="b"/>
              <a:pathLst>
                <a:path w="8717280" h="3096895">
                  <a:moveTo>
                    <a:pt x="8717280" y="3096768"/>
                  </a:moveTo>
                  <a:lnTo>
                    <a:pt x="0" y="3096768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2671"/>
                  </a:lnTo>
                  <a:lnTo>
                    <a:pt x="129539" y="42671"/>
                  </a:lnTo>
                  <a:lnTo>
                    <a:pt x="120037" y="43543"/>
                  </a:lnTo>
                  <a:lnTo>
                    <a:pt x="85402" y="72014"/>
                  </a:lnTo>
                  <a:lnTo>
                    <a:pt x="81914" y="90296"/>
                  </a:lnTo>
                  <a:lnTo>
                    <a:pt x="81914" y="2928746"/>
                  </a:lnTo>
                  <a:lnTo>
                    <a:pt x="103199" y="2968525"/>
                  </a:lnTo>
                  <a:lnTo>
                    <a:pt x="129539" y="2976371"/>
                  </a:lnTo>
                  <a:lnTo>
                    <a:pt x="8717280" y="2976371"/>
                  </a:lnTo>
                  <a:lnTo>
                    <a:pt x="8717280" y="3096768"/>
                  </a:lnTo>
                  <a:close/>
                </a:path>
                <a:path w="8717280" h="3096895">
                  <a:moveTo>
                    <a:pt x="8717280" y="2976371"/>
                  </a:moveTo>
                  <a:lnTo>
                    <a:pt x="8587739" y="2976371"/>
                  </a:lnTo>
                  <a:lnTo>
                    <a:pt x="8597241" y="2975499"/>
                  </a:lnTo>
                  <a:lnTo>
                    <a:pt x="8606022" y="2972884"/>
                  </a:lnTo>
                  <a:lnTo>
                    <a:pt x="8634492" y="2938249"/>
                  </a:lnTo>
                  <a:lnTo>
                    <a:pt x="8635364" y="2928746"/>
                  </a:lnTo>
                  <a:lnTo>
                    <a:pt x="8635364" y="90296"/>
                  </a:lnTo>
                  <a:lnTo>
                    <a:pt x="8614080" y="50518"/>
                  </a:lnTo>
                  <a:lnTo>
                    <a:pt x="8587739" y="42671"/>
                  </a:lnTo>
                  <a:lnTo>
                    <a:pt x="8717280" y="42671"/>
                  </a:lnTo>
                  <a:lnTo>
                    <a:pt x="8717280" y="297637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8799" y="1819274"/>
              <a:ext cx="8553450" cy="2952750"/>
            </a:xfrm>
            <a:custGeom>
              <a:avLst/>
              <a:gdLst/>
              <a:ahLst/>
              <a:cxnLst/>
              <a:rect l="l" t="t" r="r" b="b"/>
              <a:pathLst>
                <a:path w="8553450" h="2952750">
                  <a:moveTo>
                    <a:pt x="8500051" y="2952749"/>
                  </a:moveTo>
                  <a:lnTo>
                    <a:pt x="33047" y="2952749"/>
                  </a:lnTo>
                  <a:lnTo>
                    <a:pt x="28187" y="2951299"/>
                  </a:lnTo>
                  <a:lnTo>
                    <a:pt x="966" y="2910468"/>
                  </a:lnTo>
                  <a:lnTo>
                    <a:pt x="0" y="2903178"/>
                  </a:lnTo>
                  <a:lnTo>
                    <a:pt x="0" y="289559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2899352"/>
                  </a:lnTo>
                  <a:lnTo>
                    <a:pt x="8534055" y="2938664"/>
                  </a:lnTo>
                  <a:lnTo>
                    <a:pt x="8503768" y="2952383"/>
                  </a:lnTo>
                  <a:lnTo>
                    <a:pt x="8500051" y="29527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09749" y="1819274"/>
              <a:ext cx="52069" cy="2952750"/>
            </a:xfrm>
            <a:custGeom>
              <a:avLst/>
              <a:gdLst/>
              <a:ahLst/>
              <a:cxnLst/>
              <a:rect l="l" t="t" r="r" b="b"/>
              <a:pathLst>
                <a:path w="52069" h="2952750">
                  <a:moveTo>
                    <a:pt x="51889" y="2952749"/>
                  </a:moveTo>
                  <a:lnTo>
                    <a:pt x="49571" y="2952749"/>
                  </a:lnTo>
                  <a:lnTo>
                    <a:pt x="42283" y="2951299"/>
                  </a:lnTo>
                  <a:lnTo>
                    <a:pt x="7250" y="2924471"/>
                  </a:lnTo>
                  <a:lnTo>
                    <a:pt x="0" y="290317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2895599"/>
                  </a:lnTo>
                  <a:lnTo>
                    <a:pt x="43679" y="2936010"/>
                  </a:lnTo>
                  <a:lnTo>
                    <a:pt x="47399" y="2947169"/>
                  </a:lnTo>
                  <a:lnTo>
                    <a:pt x="51889" y="29527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115095" y="1952924"/>
            <a:ext cx="6336030" cy="26028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452755" indent="-367030">
              <a:lnSpc>
                <a:spcPct val="100000"/>
              </a:lnSpc>
              <a:spcBef>
                <a:spcPts val="395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Vérifier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présence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(rapide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O(1))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305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000" b="1" spc="105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hasKey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050" spc="110" dirty="0">
                <a:solidFill>
                  <a:srgbClr val="DA2677"/>
                </a:solidFill>
                <a:latin typeface="Times New Roman"/>
                <a:cs typeface="Times New Roman"/>
              </a:rPr>
              <a:t>containsKey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1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78460" algn="l"/>
                <a:tab pos="379095" algn="l"/>
                <a:tab pos="3573145" algn="l"/>
              </a:tabLst>
            </a:pPr>
            <a:r>
              <a:rPr sz="1000" b="1" spc="105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hasVal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050" spc="130" dirty="0">
                <a:solidFill>
                  <a:srgbClr val="DA2677"/>
                </a:solidFill>
                <a:latin typeface="Times New Roman"/>
                <a:cs typeface="Times New Roman"/>
              </a:rPr>
              <a:t>containsValue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(e1);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plus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lent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O(n),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95" dirty="0">
                <a:solidFill>
                  <a:srgbClr val="94A2B8"/>
                </a:solidFill>
                <a:latin typeface="Times New Roman"/>
                <a:cs typeface="Times New Roman"/>
              </a:rPr>
              <a:t>utilise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equals()</a:t>
            </a:r>
            <a:endParaRPr sz="11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30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265"/>
              </a:spcBef>
              <a:buClr>
                <a:srgbClr val="CBD5E1"/>
              </a:buClr>
              <a:buSzPct val="95454"/>
              <a:buFont typeface="Times New Roman"/>
              <a:buAutoNum type="arabicPlain" startAt="5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Supprimer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une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entrée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sa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clé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54"/>
              </a:spcBef>
              <a:buClr>
                <a:srgbClr val="CBD5E1"/>
              </a:buClr>
              <a:buAutoNum type="arabicPlain" startAt="5"/>
              <a:tabLst>
                <a:tab pos="378460" algn="l"/>
                <a:tab pos="379095" algn="l"/>
                <a:tab pos="3499485" algn="l"/>
              </a:tabLst>
            </a:pP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3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removed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050" spc="100" dirty="0">
                <a:solidFill>
                  <a:srgbClr val="DA2677"/>
                </a:solidFill>
                <a:latin typeface="Times New Roman"/>
                <a:cs typeface="Times New Roman"/>
              </a:rPr>
              <a:t>remove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0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retourne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valeur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supprimée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ou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null</a:t>
            </a:r>
            <a:endParaRPr sz="11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30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7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8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0" dirty="0">
                <a:solidFill>
                  <a:srgbClr val="94A2B8"/>
                </a:solidFill>
                <a:latin typeface="Times New Roman"/>
                <a:cs typeface="Times New Roman"/>
              </a:rPr>
              <a:t>Taille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et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5" dirty="0">
                <a:solidFill>
                  <a:srgbClr val="94A2B8"/>
                </a:solidFill>
                <a:latin typeface="Times New Roman"/>
                <a:cs typeface="Times New Roman"/>
              </a:rPr>
              <a:t>nettoyage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305"/>
              </a:spcBef>
              <a:buClr>
                <a:srgbClr val="CBD5E1"/>
              </a:buClr>
              <a:buSzPct val="105000"/>
              <a:buFont typeface="Times New Roman"/>
              <a:buAutoNum type="arabicPlain" startAt="8"/>
              <a:tabLst>
                <a:tab pos="378460" algn="l"/>
                <a:tab pos="379095" algn="l"/>
              </a:tabLst>
            </a:pPr>
            <a:r>
              <a:rPr sz="1000" b="1" spc="190" dirty="0">
                <a:solidFill>
                  <a:srgbClr val="2562EB"/>
                </a:solidFill>
                <a:latin typeface="Times New Roman"/>
                <a:cs typeface="Times New Roman"/>
              </a:rPr>
              <a:t>int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229" dirty="0">
                <a:solidFill>
                  <a:srgbClr val="334054"/>
                </a:solidFill>
                <a:latin typeface="Times New Roman"/>
                <a:cs typeface="Times New Roman"/>
              </a:rPr>
              <a:t>taille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050" spc="170" dirty="0">
                <a:solidFill>
                  <a:srgbClr val="DA2677"/>
                </a:solidFill>
                <a:latin typeface="Times New Roman"/>
                <a:cs typeface="Times New Roman"/>
              </a:rPr>
              <a:t>size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65"/>
              </a:spcBef>
              <a:buClr>
                <a:srgbClr val="CBD5E1"/>
              </a:buClr>
              <a:buAutoNum type="arabicPlain" startAt="8"/>
              <a:tabLst>
                <a:tab pos="378460" algn="l"/>
                <a:tab pos="379095" algn="l"/>
                <a:tab pos="1567180" algn="l"/>
              </a:tabLst>
            </a:pP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050" spc="170" dirty="0">
                <a:solidFill>
                  <a:srgbClr val="DA2677"/>
                </a:solidFill>
                <a:latin typeface="Times New Roman"/>
                <a:cs typeface="Times New Roman"/>
              </a:rPr>
              <a:t>clear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vide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tout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le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dictionnaire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11</a:t>
            </a:r>
            <a:endParaRPr sz="1050">
              <a:latin typeface="Times New Roman"/>
              <a:cs typeface="Times New Roman"/>
            </a:endParaRPr>
          </a:p>
          <a:p>
            <a:pPr marL="452755" indent="-440690">
              <a:lnSpc>
                <a:spcPct val="100000"/>
              </a:lnSpc>
              <a:spcBef>
                <a:spcPts val="265"/>
              </a:spcBef>
              <a:buClr>
                <a:srgbClr val="CBD5E1"/>
              </a:buClr>
              <a:buSzPct val="95454"/>
              <a:buFont typeface="Times New Roman"/>
              <a:buAutoNum type="arabicPlain" startAt="12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Supprimer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seulement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valeur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correspond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80"/>
              </a:spcBef>
              <a:buClr>
                <a:srgbClr val="CBD5E1"/>
              </a:buClr>
              <a:buAutoNum type="arabicPlain" startAt="12"/>
              <a:tabLst>
                <a:tab pos="378460" algn="l"/>
                <a:tab pos="379095" algn="l"/>
                <a:tab pos="2384425" algn="l"/>
              </a:tabLst>
            </a:pP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050" spc="105" dirty="0">
                <a:solidFill>
                  <a:srgbClr val="DA2677"/>
                </a:solidFill>
                <a:latin typeface="Times New Roman"/>
                <a:cs typeface="Times New Roman"/>
              </a:rPr>
              <a:t>remove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05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e1);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true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5" dirty="0">
                <a:solidFill>
                  <a:srgbClr val="94A2B8"/>
                </a:solidFill>
                <a:latin typeface="Times New Roman"/>
                <a:cs typeface="Times New Roman"/>
              </a:rPr>
              <a:t>supprimé,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false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5" dirty="0">
                <a:solidFill>
                  <a:srgbClr val="94A2B8"/>
                </a:solidFill>
                <a:latin typeface="Times New Roman"/>
                <a:cs typeface="Times New Roman"/>
              </a:rPr>
              <a:t>sinon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058273" y="1819274"/>
            <a:ext cx="1323975" cy="238125"/>
          </a:xfrm>
          <a:custGeom>
            <a:avLst/>
            <a:gdLst/>
            <a:ahLst/>
            <a:cxnLst/>
            <a:rect l="l" t="t" r="r" b="b"/>
            <a:pathLst>
              <a:path w="1323975" h="238125">
                <a:moveTo>
                  <a:pt x="1323975" y="238124"/>
                </a:moveTo>
                <a:lnTo>
                  <a:pt x="53397" y="238124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1270577" y="0"/>
                </a:lnTo>
                <a:lnTo>
                  <a:pt x="1309887" y="19392"/>
                </a:lnTo>
                <a:lnTo>
                  <a:pt x="1323975" y="53397"/>
                </a:lnTo>
                <a:lnTo>
                  <a:pt x="1323975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142610" y="1850323"/>
            <a:ext cx="1156970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60" dirty="0">
                <a:solidFill>
                  <a:srgbClr val="64738B"/>
                </a:solidFill>
                <a:latin typeface="Times New Roman"/>
                <a:cs typeface="Times New Roman"/>
              </a:rPr>
              <a:t>OperationsMap.java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7" name="object 17"/>
            <p:cNvSpPr/>
            <p:nvPr/>
          </p:nvSpPr>
          <p:spPr>
            <a:xfrm>
              <a:off x="7486649" y="6800849"/>
              <a:ext cx="4705350" cy="57150"/>
            </a:xfrm>
            <a:custGeom>
              <a:avLst/>
              <a:gdLst/>
              <a:ahLst/>
              <a:cxnLst/>
              <a:rect l="l" t="t" r="r" b="b"/>
              <a:pathLst>
                <a:path w="4705350" h="57150">
                  <a:moveTo>
                    <a:pt x="0" y="57149"/>
                  </a:moveTo>
                  <a:lnTo>
                    <a:pt x="4705349" y="57149"/>
                  </a:lnTo>
                  <a:lnTo>
                    <a:pt x="47053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800849"/>
              <a:ext cx="7486650" cy="57150"/>
            </a:xfrm>
            <a:custGeom>
              <a:avLst/>
              <a:gdLst/>
              <a:ahLst/>
              <a:cxnLst/>
              <a:rect l="l" t="t" r="r" b="b"/>
              <a:pathLst>
                <a:path w="7486650" h="57150">
                  <a:moveTo>
                    <a:pt x="74866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7486649" y="0"/>
                  </a:lnTo>
                  <a:lnTo>
                    <a:pt x="74866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35/57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Map</a:t>
            </a:r>
            <a:r>
              <a:rPr spc="-160" dirty="0"/>
              <a:t> </a:t>
            </a:r>
            <a:r>
              <a:rPr spc="-130" dirty="0"/>
              <a:t>:</a:t>
            </a:r>
            <a:r>
              <a:rPr spc="-155" dirty="0"/>
              <a:t> parcourir </a:t>
            </a:r>
            <a:r>
              <a:rPr spc="-20" dirty="0"/>
              <a:t>(3</a:t>
            </a:r>
            <a:r>
              <a:rPr spc="-155" dirty="0"/>
              <a:t> </a:t>
            </a:r>
            <a:r>
              <a:rPr spc="-110" dirty="0"/>
              <a:t>façons)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5210174"/>
            <a:ext cx="8572500" cy="771525"/>
            <a:chOff x="1809749" y="5210174"/>
            <a:chExt cx="8572500" cy="771525"/>
          </a:xfrm>
        </p:grpSpPr>
        <p:sp>
          <p:nvSpPr>
            <p:cNvPr id="4" name="object 4"/>
            <p:cNvSpPr/>
            <p:nvPr/>
          </p:nvSpPr>
          <p:spPr>
            <a:xfrm>
              <a:off x="1814512" y="5214937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8496227" y="761999"/>
                  </a:moveTo>
                  <a:lnTo>
                    <a:pt x="66746" y="761999"/>
                  </a:lnTo>
                  <a:lnTo>
                    <a:pt x="62101" y="761542"/>
                  </a:lnTo>
                  <a:lnTo>
                    <a:pt x="24240" y="744392"/>
                  </a:lnTo>
                  <a:lnTo>
                    <a:pt x="2287" y="709098"/>
                  </a:lnTo>
                  <a:lnTo>
                    <a:pt x="0" y="695252"/>
                  </a:lnTo>
                  <a:lnTo>
                    <a:pt x="0" y="6905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695252"/>
                  </a:lnTo>
                  <a:lnTo>
                    <a:pt x="8548327" y="734150"/>
                  </a:lnTo>
                  <a:lnTo>
                    <a:pt x="8514540" y="758356"/>
                  </a:lnTo>
                  <a:lnTo>
                    <a:pt x="8500872" y="761542"/>
                  </a:lnTo>
                  <a:lnTo>
                    <a:pt x="8496227" y="7619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5214937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0" y="6905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05473" y="1372"/>
                  </a:lnTo>
                  <a:lnTo>
                    <a:pt x="8510074" y="2287"/>
                  </a:lnTo>
                  <a:lnTo>
                    <a:pt x="8531223" y="12039"/>
                  </a:lnTo>
                  <a:lnTo>
                    <a:pt x="8535124" y="14645"/>
                  </a:lnTo>
                  <a:lnTo>
                    <a:pt x="8550933" y="31748"/>
                  </a:lnTo>
                  <a:lnTo>
                    <a:pt x="8553538" y="35648"/>
                  </a:lnTo>
                  <a:lnTo>
                    <a:pt x="8555739" y="39764"/>
                  </a:lnTo>
                  <a:lnTo>
                    <a:pt x="8557535" y="44099"/>
                  </a:lnTo>
                  <a:lnTo>
                    <a:pt x="8559330" y="48432"/>
                  </a:lnTo>
                  <a:lnTo>
                    <a:pt x="8562974" y="71437"/>
                  </a:lnTo>
                  <a:lnTo>
                    <a:pt x="8562974" y="690562"/>
                  </a:lnTo>
                  <a:lnTo>
                    <a:pt x="8562973" y="695252"/>
                  </a:lnTo>
                  <a:lnTo>
                    <a:pt x="8562515" y="699897"/>
                  </a:lnTo>
                  <a:lnTo>
                    <a:pt x="8561599" y="704498"/>
                  </a:lnTo>
                  <a:lnTo>
                    <a:pt x="8560684" y="709098"/>
                  </a:lnTo>
                  <a:lnTo>
                    <a:pt x="8538732" y="744392"/>
                  </a:lnTo>
                  <a:lnTo>
                    <a:pt x="8531223" y="749959"/>
                  </a:lnTo>
                  <a:lnTo>
                    <a:pt x="8527324" y="752565"/>
                  </a:lnTo>
                  <a:lnTo>
                    <a:pt x="8505473" y="760626"/>
                  </a:lnTo>
                  <a:lnTo>
                    <a:pt x="8500872" y="761542"/>
                  </a:lnTo>
                  <a:lnTo>
                    <a:pt x="8496227" y="761999"/>
                  </a:lnTo>
                  <a:lnTo>
                    <a:pt x="8491536" y="761999"/>
                  </a:lnTo>
                  <a:lnTo>
                    <a:pt x="71437" y="761999"/>
                  </a:lnTo>
                  <a:lnTo>
                    <a:pt x="66746" y="761999"/>
                  </a:lnTo>
                  <a:lnTo>
                    <a:pt x="62101" y="761542"/>
                  </a:lnTo>
                  <a:lnTo>
                    <a:pt x="57500" y="760626"/>
                  </a:lnTo>
                  <a:lnTo>
                    <a:pt x="52900" y="759711"/>
                  </a:lnTo>
                  <a:lnTo>
                    <a:pt x="20923" y="741075"/>
                  </a:lnTo>
                  <a:lnTo>
                    <a:pt x="17606" y="737759"/>
                  </a:lnTo>
                  <a:lnTo>
                    <a:pt x="14645" y="734150"/>
                  </a:lnTo>
                  <a:lnTo>
                    <a:pt x="12039" y="730250"/>
                  </a:lnTo>
                  <a:lnTo>
                    <a:pt x="9433" y="726349"/>
                  </a:lnTo>
                  <a:lnTo>
                    <a:pt x="1372" y="704498"/>
                  </a:lnTo>
                  <a:lnTo>
                    <a:pt x="457" y="699897"/>
                  </a:lnTo>
                  <a:lnTo>
                    <a:pt x="0" y="695252"/>
                  </a:lnTo>
                  <a:lnTo>
                    <a:pt x="0" y="690562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2949" y="5499099"/>
              <a:ext cx="136525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82825" y="5297189"/>
            <a:ext cx="7684134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Performance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993312"/>
                </a:solidFill>
                <a:latin typeface="Arial"/>
                <a:cs typeface="Arial"/>
              </a:rPr>
              <a:t>Si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vous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avez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besoin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de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la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clé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35" dirty="0">
                <a:solidFill>
                  <a:srgbClr val="993312"/>
                </a:solidFill>
                <a:latin typeface="Arial"/>
                <a:cs typeface="Arial"/>
              </a:rPr>
              <a:t>ET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de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la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valeur,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utilisez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toujours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entrySet()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.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Utiliser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keySet()</a:t>
            </a:r>
            <a:r>
              <a:rPr sz="1100" spc="-33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puis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faire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un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get(k)</a:t>
            </a:r>
            <a:r>
              <a:rPr sz="1100" spc="-33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95" dirty="0">
                <a:solidFill>
                  <a:srgbClr val="993312"/>
                </a:solidFill>
                <a:latin typeface="Arial"/>
                <a:cs typeface="Arial"/>
              </a:rPr>
              <a:t>à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chaque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tour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est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inefficace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(deux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recherches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993312"/>
                </a:solidFill>
                <a:latin typeface="Arial"/>
                <a:cs typeface="Arial"/>
              </a:rPr>
              <a:t>au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lieu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d'une).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584960"/>
            <a:ext cx="8717280" cy="3499485"/>
            <a:chOff x="1737360" y="1584960"/>
            <a:chExt cx="8717280" cy="3499485"/>
          </a:xfrm>
        </p:grpSpPr>
        <p:sp>
          <p:nvSpPr>
            <p:cNvPr id="9" name="object 9"/>
            <p:cNvSpPr/>
            <p:nvPr/>
          </p:nvSpPr>
          <p:spPr>
            <a:xfrm>
              <a:off x="1737360" y="1584960"/>
              <a:ext cx="8717280" cy="3499485"/>
            </a:xfrm>
            <a:custGeom>
              <a:avLst/>
              <a:gdLst/>
              <a:ahLst/>
              <a:cxnLst/>
              <a:rect l="l" t="t" r="r" b="b"/>
              <a:pathLst>
                <a:path w="8717280" h="3499485">
                  <a:moveTo>
                    <a:pt x="8717280" y="3499104"/>
                  </a:moveTo>
                  <a:lnTo>
                    <a:pt x="0" y="3499104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3814"/>
                  </a:lnTo>
                  <a:lnTo>
                    <a:pt x="129539" y="43814"/>
                  </a:lnTo>
                  <a:lnTo>
                    <a:pt x="120037" y="44686"/>
                  </a:lnTo>
                  <a:lnTo>
                    <a:pt x="85402" y="73157"/>
                  </a:lnTo>
                  <a:lnTo>
                    <a:pt x="81914" y="91439"/>
                  </a:lnTo>
                  <a:lnTo>
                    <a:pt x="81914" y="3329939"/>
                  </a:lnTo>
                  <a:lnTo>
                    <a:pt x="103199" y="3369718"/>
                  </a:lnTo>
                  <a:lnTo>
                    <a:pt x="129539" y="3377564"/>
                  </a:lnTo>
                  <a:lnTo>
                    <a:pt x="8717280" y="3377564"/>
                  </a:lnTo>
                  <a:lnTo>
                    <a:pt x="8717280" y="3499104"/>
                  </a:lnTo>
                  <a:close/>
                </a:path>
                <a:path w="8717280" h="3499485">
                  <a:moveTo>
                    <a:pt x="8717280" y="3377564"/>
                  </a:moveTo>
                  <a:lnTo>
                    <a:pt x="8587739" y="3377564"/>
                  </a:lnTo>
                  <a:lnTo>
                    <a:pt x="8597241" y="3376692"/>
                  </a:lnTo>
                  <a:lnTo>
                    <a:pt x="8606022" y="3374077"/>
                  </a:lnTo>
                  <a:lnTo>
                    <a:pt x="8634492" y="3339442"/>
                  </a:lnTo>
                  <a:lnTo>
                    <a:pt x="8635364" y="3329939"/>
                  </a:lnTo>
                  <a:lnTo>
                    <a:pt x="8635364" y="91439"/>
                  </a:lnTo>
                  <a:lnTo>
                    <a:pt x="8614080" y="51661"/>
                  </a:lnTo>
                  <a:lnTo>
                    <a:pt x="8587739" y="43814"/>
                  </a:lnTo>
                  <a:lnTo>
                    <a:pt x="8717280" y="43814"/>
                  </a:lnTo>
                  <a:lnTo>
                    <a:pt x="8717280" y="337756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619249"/>
              <a:ext cx="8553450" cy="3352800"/>
            </a:xfrm>
            <a:custGeom>
              <a:avLst/>
              <a:gdLst/>
              <a:ahLst/>
              <a:cxnLst/>
              <a:rect l="l" t="t" r="r" b="b"/>
              <a:pathLst>
                <a:path w="8553450" h="3352800">
                  <a:moveTo>
                    <a:pt x="8500051" y="3352799"/>
                  </a:moveTo>
                  <a:lnTo>
                    <a:pt x="33047" y="3352799"/>
                  </a:lnTo>
                  <a:lnTo>
                    <a:pt x="28187" y="3351349"/>
                  </a:lnTo>
                  <a:lnTo>
                    <a:pt x="966" y="3310517"/>
                  </a:lnTo>
                  <a:lnTo>
                    <a:pt x="0" y="3303227"/>
                  </a:lnTo>
                  <a:lnTo>
                    <a:pt x="0" y="32956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3299402"/>
                  </a:lnTo>
                  <a:lnTo>
                    <a:pt x="8534055" y="3338713"/>
                  </a:lnTo>
                  <a:lnTo>
                    <a:pt x="8503768" y="3352432"/>
                  </a:lnTo>
                  <a:lnTo>
                    <a:pt x="8500051" y="3352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619249"/>
              <a:ext cx="52069" cy="3352800"/>
            </a:xfrm>
            <a:custGeom>
              <a:avLst/>
              <a:gdLst/>
              <a:ahLst/>
              <a:cxnLst/>
              <a:rect l="l" t="t" r="r" b="b"/>
              <a:pathLst>
                <a:path w="52069" h="3352800">
                  <a:moveTo>
                    <a:pt x="51889" y="3352799"/>
                  </a:moveTo>
                  <a:lnTo>
                    <a:pt x="49571" y="3352799"/>
                  </a:lnTo>
                  <a:lnTo>
                    <a:pt x="42281" y="3351349"/>
                  </a:lnTo>
                  <a:lnTo>
                    <a:pt x="7250" y="3324520"/>
                  </a:lnTo>
                  <a:lnTo>
                    <a:pt x="0" y="3303229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295649"/>
                  </a:lnTo>
                  <a:lnTo>
                    <a:pt x="43679" y="3336060"/>
                  </a:lnTo>
                  <a:lnTo>
                    <a:pt x="47399" y="3347219"/>
                  </a:lnTo>
                  <a:lnTo>
                    <a:pt x="51889" y="33527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5095" y="1762717"/>
            <a:ext cx="4899025" cy="301117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52755" indent="-367030">
              <a:lnSpc>
                <a:spcPct val="100000"/>
              </a:lnSpc>
              <a:spcBef>
                <a:spcPts val="32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Clés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seulement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(keySet)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110526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950" b="1" spc="175" dirty="0">
                <a:solidFill>
                  <a:srgbClr val="2562EB"/>
                </a:solidFill>
                <a:latin typeface="Times New Roman"/>
                <a:cs typeface="Times New Roman"/>
              </a:rPr>
              <a:t>for</a:t>
            </a:r>
            <a:r>
              <a:rPr sz="95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65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34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k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050" spc="145" dirty="0">
                <a:solidFill>
                  <a:srgbClr val="DA2677"/>
                </a:solidFill>
                <a:latin typeface="Times New Roman"/>
                <a:cs typeface="Times New Roman"/>
              </a:rPr>
              <a:t>keySet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())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System.out.</a:t>
            </a:r>
            <a:r>
              <a:rPr sz="1050" spc="145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45" dirty="0">
                <a:solidFill>
                  <a:srgbClr val="16A24A"/>
                </a:solidFill>
                <a:latin typeface="Times New Roman"/>
                <a:cs typeface="Times New Roman"/>
              </a:rPr>
              <a:t>"Clé</a:t>
            </a:r>
            <a:r>
              <a:rPr sz="1050" spc="33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16A24A"/>
                </a:solidFill>
                <a:latin typeface="Times New Roman"/>
                <a:cs typeface="Times New Roman"/>
              </a:rPr>
              <a:t>:</a:t>
            </a:r>
            <a:r>
              <a:rPr sz="1050" spc="34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3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k);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16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6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Valeurs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seulement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(values)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110526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950" b="1" spc="175" dirty="0">
                <a:solidFill>
                  <a:srgbClr val="2562EB"/>
                </a:solidFill>
                <a:latin typeface="Times New Roman"/>
                <a:cs typeface="Times New Roman"/>
              </a:rPr>
              <a:t>for</a:t>
            </a:r>
            <a:r>
              <a:rPr sz="950" b="1" spc="35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3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v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050" spc="160" dirty="0">
                <a:solidFill>
                  <a:srgbClr val="DA2677"/>
                </a:solidFill>
                <a:latin typeface="Times New Roman"/>
                <a:cs typeface="Times New Roman"/>
              </a:rPr>
              <a:t>values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())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6"/>
              <a:tabLst>
                <a:tab pos="378460" algn="l"/>
                <a:tab pos="379095" algn="l"/>
              </a:tabLst>
            </a:pP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System.out.</a:t>
            </a:r>
            <a:r>
              <a:rPr sz="1050" spc="130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(v.</a:t>
            </a:r>
            <a:r>
              <a:rPr sz="1050" spc="130" dirty="0">
                <a:solidFill>
                  <a:srgbClr val="DA2677"/>
                </a:solidFill>
                <a:latin typeface="Times New Roman"/>
                <a:cs typeface="Times New Roman"/>
              </a:rPr>
              <a:t>getNom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());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6"/>
              <a:tabLst>
                <a:tab pos="378460" algn="l"/>
                <a:tab pos="379095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endParaRPr sz="1050">
              <a:latin typeface="Times New Roman"/>
              <a:cs typeface="Times New Roman"/>
            </a:endParaRPr>
          </a:p>
          <a:p>
            <a:pPr marL="452755" indent="-440690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11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3.</a:t>
            </a:r>
            <a:r>
              <a:rPr sz="11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Paires</a:t>
            </a:r>
            <a:r>
              <a:rPr sz="11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(entrySet)</a:t>
            </a:r>
            <a:r>
              <a:rPr sz="11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→</a:t>
            </a:r>
            <a:r>
              <a:rPr sz="950" i="1" spc="30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LE</a:t>
            </a:r>
            <a:r>
              <a:rPr sz="1100" i="1" spc="27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30" dirty="0">
                <a:solidFill>
                  <a:srgbClr val="94A2B8"/>
                </a:solidFill>
                <a:latin typeface="Times New Roman"/>
                <a:cs typeface="Times New Roman"/>
              </a:rPr>
              <a:t>PLUS</a:t>
            </a:r>
            <a:r>
              <a:rPr sz="11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EFFICACE</a:t>
            </a:r>
            <a:r>
              <a:rPr sz="11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pour</a:t>
            </a:r>
            <a:r>
              <a:rPr sz="11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Clé</a:t>
            </a:r>
            <a:r>
              <a:rPr sz="11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+</a:t>
            </a:r>
            <a:r>
              <a:rPr sz="1100" i="1" spc="27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Valeur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110526"/>
              <a:buFont typeface="Times New Roman"/>
              <a:buAutoNum type="arabicPlain" startAt="11"/>
              <a:tabLst>
                <a:tab pos="378460" algn="l"/>
                <a:tab pos="379095" algn="l"/>
              </a:tabLst>
            </a:pPr>
            <a:r>
              <a:rPr sz="950" b="1" spc="175" dirty="0">
                <a:solidFill>
                  <a:srgbClr val="2562EB"/>
                </a:solidFill>
                <a:latin typeface="Times New Roman"/>
                <a:cs typeface="Times New Roman"/>
              </a:rPr>
              <a:t>for</a:t>
            </a:r>
            <a:r>
              <a:rPr sz="95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25" dirty="0">
                <a:solidFill>
                  <a:srgbClr val="7C3AEC"/>
                </a:solidFill>
                <a:latin typeface="Times New Roman"/>
                <a:cs typeface="Times New Roman"/>
              </a:rPr>
              <a:t>Map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25" dirty="0">
                <a:solidFill>
                  <a:srgbClr val="7C3AEC"/>
                </a:solidFill>
                <a:latin typeface="Times New Roman"/>
                <a:cs typeface="Times New Roman"/>
              </a:rPr>
              <a:t>Entry</a:t>
            </a:r>
            <a:r>
              <a:rPr sz="950" spc="125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25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entry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050" spc="160" dirty="0">
                <a:solidFill>
                  <a:srgbClr val="DA2677"/>
                </a:solidFill>
                <a:latin typeface="Times New Roman"/>
                <a:cs typeface="Times New Roman"/>
              </a:rPr>
              <a:t>entrySet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())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</a:tabLst>
            </a:pPr>
            <a:r>
              <a:rPr sz="1050" spc="155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31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k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entry.</a:t>
            </a:r>
            <a:r>
              <a:rPr sz="1050" spc="140" dirty="0">
                <a:solidFill>
                  <a:srgbClr val="DA2677"/>
                </a:solidFill>
                <a:latin typeface="Times New Roman"/>
                <a:cs typeface="Times New Roman"/>
              </a:rPr>
              <a:t>getKey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</a:tabLst>
            </a:pP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2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v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entry.</a:t>
            </a:r>
            <a:r>
              <a:rPr sz="1050" spc="145" dirty="0">
                <a:solidFill>
                  <a:srgbClr val="DA2677"/>
                </a:solidFill>
                <a:latin typeface="Times New Roman"/>
                <a:cs typeface="Times New Roman"/>
              </a:rPr>
              <a:t>getValue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</a:tabLst>
            </a:pP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System.out.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(k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16A24A"/>
                </a:solidFill>
                <a:latin typeface="Times New Roman"/>
                <a:cs typeface="Times New Roman"/>
              </a:rPr>
              <a:t>→</a:t>
            </a:r>
            <a:r>
              <a:rPr sz="950" spc="35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v);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</a:tabLst>
            </a:pP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82099" y="1619249"/>
            <a:ext cx="1200150" cy="238125"/>
          </a:xfrm>
          <a:custGeom>
            <a:avLst/>
            <a:gdLst/>
            <a:ahLst/>
            <a:cxnLst/>
            <a:rect l="l" t="t" r="r" b="b"/>
            <a:pathLst>
              <a:path w="1200150" h="238125">
                <a:moveTo>
                  <a:pt x="1200149" y="238124"/>
                </a:moveTo>
                <a:lnTo>
                  <a:pt x="53397" y="238124"/>
                </a:lnTo>
                <a:lnTo>
                  <a:pt x="14084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1146751" y="0"/>
                </a:lnTo>
                <a:lnTo>
                  <a:pt x="1186062" y="19392"/>
                </a:lnTo>
                <a:lnTo>
                  <a:pt x="1200149" y="53397"/>
                </a:lnTo>
                <a:lnTo>
                  <a:pt x="1200149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68370" y="1650298"/>
            <a:ext cx="1031240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55" dirty="0">
                <a:solidFill>
                  <a:srgbClr val="64738B"/>
                </a:solidFill>
                <a:latin typeface="Times New Roman"/>
                <a:cs typeface="Times New Roman"/>
              </a:rPr>
              <a:t>ParcoursMap.java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7696199" y="6800849"/>
              <a:ext cx="4495800" cy="57150"/>
            </a:xfrm>
            <a:custGeom>
              <a:avLst/>
              <a:gdLst/>
              <a:ahLst/>
              <a:cxnLst/>
              <a:rect l="l" t="t" r="r" b="b"/>
              <a:pathLst>
                <a:path w="4495800" h="57150">
                  <a:moveTo>
                    <a:pt x="0" y="57149"/>
                  </a:moveTo>
                  <a:lnTo>
                    <a:pt x="4495799" y="57149"/>
                  </a:lnTo>
                  <a:lnTo>
                    <a:pt x="44957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7696200" cy="57150"/>
            </a:xfrm>
            <a:custGeom>
              <a:avLst/>
              <a:gdLst/>
              <a:ahLst/>
              <a:cxnLst/>
              <a:rect l="l" t="t" r="r" b="b"/>
              <a:pathLst>
                <a:path w="7696200" h="57150">
                  <a:moveTo>
                    <a:pt x="76961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7696199" y="0"/>
                  </a:lnTo>
                  <a:lnTo>
                    <a:pt x="769619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36/57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Map</a:t>
            </a:r>
            <a:r>
              <a:rPr spc="-160" dirty="0"/>
              <a:t> </a:t>
            </a:r>
            <a:r>
              <a:rPr spc="-130" dirty="0"/>
              <a:t>:</a:t>
            </a:r>
            <a:r>
              <a:rPr spc="-160" dirty="0"/>
              <a:t> </a:t>
            </a:r>
            <a:r>
              <a:rPr spc="-175" dirty="0"/>
              <a:t>forEach</a:t>
            </a:r>
            <a:r>
              <a:rPr spc="-155" dirty="0"/>
              <a:t> </a:t>
            </a:r>
            <a:r>
              <a:rPr spc="-150" dirty="0"/>
              <a:t>avec</a:t>
            </a:r>
            <a:r>
              <a:rPr spc="-160" dirty="0"/>
              <a:t> </a:t>
            </a:r>
            <a:r>
              <a:rPr spc="-145" dirty="0"/>
              <a:t>lambda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4657724"/>
            <a:ext cx="8572500" cy="771525"/>
            <a:chOff x="1809749" y="4657724"/>
            <a:chExt cx="8572500" cy="771525"/>
          </a:xfrm>
        </p:grpSpPr>
        <p:sp>
          <p:nvSpPr>
            <p:cNvPr id="4" name="object 4"/>
            <p:cNvSpPr/>
            <p:nvPr/>
          </p:nvSpPr>
          <p:spPr>
            <a:xfrm>
              <a:off x="1814512" y="4662487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8496227" y="761999"/>
                  </a:moveTo>
                  <a:lnTo>
                    <a:pt x="66746" y="761999"/>
                  </a:lnTo>
                  <a:lnTo>
                    <a:pt x="62101" y="761541"/>
                  </a:lnTo>
                  <a:lnTo>
                    <a:pt x="24240" y="744392"/>
                  </a:lnTo>
                  <a:lnTo>
                    <a:pt x="2287" y="709098"/>
                  </a:lnTo>
                  <a:lnTo>
                    <a:pt x="0" y="695252"/>
                  </a:lnTo>
                  <a:lnTo>
                    <a:pt x="0" y="6905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4"/>
                  </a:lnTo>
                  <a:lnTo>
                    <a:pt x="8559330" y="48433"/>
                  </a:lnTo>
                  <a:lnTo>
                    <a:pt x="8562973" y="66746"/>
                  </a:lnTo>
                  <a:lnTo>
                    <a:pt x="8562973" y="695252"/>
                  </a:lnTo>
                  <a:lnTo>
                    <a:pt x="8548327" y="734149"/>
                  </a:lnTo>
                  <a:lnTo>
                    <a:pt x="8514540" y="758356"/>
                  </a:lnTo>
                  <a:lnTo>
                    <a:pt x="8500872" y="761541"/>
                  </a:lnTo>
                  <a:lnTo>
                    <a:pt x="8496227" y="7619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4662487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0" y="6905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8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31223" y="12038"/>
                  </a:lnTo>
                  <a:lnTo>
                    <a:pt x="8535124" y="14644"/>
                  </a:lnTo>
                  <a:lnTo>
                    <a:pt x="8559330" y="48433"/>
                  </a:lnTo>
                  <a:lnTo>
                    <a:pt x="8562974" y="71437"/>
                  </a:lnTo>
                  <a:lnTo>
                    <a:pt x="8562974" y="690562"/>
                  </a:lnTo>
                  <a:lnTo>
                    <a:pt x="8562973" y="695252"/>
                  </a:lnTo>
                  <a:lnTo>
                    <a:pt x="8562515" y="699897"/>
                  </a:lnTo>
                  <a:lnTo>
                    <a:pt x="8561599" y="704498"/>
                  </a:lnTo>
                  <a:lnTo>
                    <a:pt x="8560684" y="709098"/>
                  </a:lnTo>
                  <a:lnTo>
                    <a:pt x="8559330" y="713565"/>
                  </a:lnTo>
                  <a:lnTo>
                    <a:pt x="8557535" y="717899"/>
                  </a:lnTo>
                  <a:lnTo>
                    <a:pt x="8555739" y="722233"/>
                  </a:lnTo>
                  <a:lnTo>
                    <a:pt x="8553538" y="726349"/>
                  </a:lnTo>
                  <a:lnTo>
                    <a:pt x="8550933" y="730249"/>
                  </a:lnTo>
                  <a:lnTo>
                    <a:pt x="8548327" y="734149"/>
                  </a:lnTo>
                  <a:lnTo>
                    <a:pt x="8531223" y="749959"/>
                  </a:lnTo>
                  <a:lnTo>
                    <a:pt x="8527324" y="752565"/>
                  </a:lnTo>
                  <a:lnTo>
                    <a:pt x="8505473" y="760626"/>
                  </a:lnTo>
                  <a:lnTo>
                    <a:pt x="8500872" y="761541"/>
                  </a:lnTo>
                  <a:lnTo>
                    <a:pt x="8496227" y="761999"/>
                  </a:lnTo>
                  <a:lnTo>
                    <a:pt x="8491536" y="761999"/>
                  </a:lnTo>
                  <a:lnTo>
                    <a:pt x="71437" y="761999"/>
                  </a:lnTo>
                  <a:lnTo>
                    <a:pt x="66746" y="761999"/>
                  </a:lnTo>
                  <a:lnTo>
                    <a:pt x="62101" y="761541"/>
                  </a:lnTo>
                  <a:lnTo>
                    <a:pt x="57500" y="760626"/>
                  </a:lnTo>
                  <a:lnTo>
                    <a:pt x="52900" y="759711"/>
                  </a:lnTo>
                  <a:lnTo>
                    <a:pt x="31749" y="749959"/>
                  </a:lnTo>
                  <a:lnTo>
                    <a:pt x="27848" y="747353"/>
                  </a:lnTo>
                  <a:lnTo>
                    <a:pt x="12039" y="730249"/>
                  </a:lnTo>
                  <a:lnTo>
                    <a:pt x="9433" y="726349"/>
                  </a:lnTo>
                  <a:lnTo>
                    <a:pt x="7232" y="722233"/>
                  </a:lnTo>
                  <a:lnTo>
                    <a:pt x="5437" y="717899"/>
                  </a:lnTo>
                  <a:lnTo>
                    <a:pt x="3642" y="713565"/>
                  </a:lnTo>
                  <a:lnTo>
                    <a:pt x="2287" y="709098"/>
                  </a:lnTo>
                  <a:lnTo>
                    <a:pt x="1372" y="704498"/>
                  </a:lnTo>
                  <a:lnTo>
                    <a:pt x="457" y="699897"/>
                  </a:lnTo>
                  <a:lnTo>
                    <a:pt x="0" y="695252"/>
                  </a:lnTo>
                  <a:lnTo>
                    <a:pt x="0" y="690562"/>
                  </a:lnTo>
                  <a:close/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9774" y="4937124"/>
              <a:ext cx="190500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30449" y="4754264"/>
            <a:ext cx="76047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spc="-95" dirty="0">
                <a:solidFill>
                  <a:srgbClr val="166533"/>
                </a:solidFill>
                <a:latin typeface="Arial"/>
                <a:cs typeface="Arial"/>
              </a:rPr>
              <a:t>Résumé</a:t>
            </a:r>
            <a:r>
              <a:rPr sz="1300" spc="-3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66533"/>
                </a:solidFill>
                <a:latin typeface="Arial"/>
                <a:cs typeface="Arial"/>
              </a:rPr>
              <a:t>des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66533"/>
                </a:solidFill>
                <a:latin typeface="Arial"/>
                <a:cs typeface="Arial"/>
              </a:rPr>
              <a:t>parcours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66533"/>
                </a:solidFill>
                <a:latin typeface="Arial"/>
                <a:cs typeface="Arial"/>
              </a:rPr>
              <a:t>: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66533"/>
                </a:solidFill>
                <a:latin typeface="Monaco"/>
                <a:cs typeface="Monaco"/>
              </a:rPr>
              <a:t>keySet()</a:t>
            </a:r>
            <a:r>
              <a:rPr sz="1100" spc="-320" dirty="0">
                <a:solidFill>
                  <a:srgbClr val="166533"/>
                </a:solidFill>
                <a:latin typeface="Monaco"/>
                <a:cs typeface="Monaco"/>
              </a:rPr>
              <a:t> </a:t>
            </a:r>
            <a:r>
              <a:rPr sz="1300" spc="-35" dirty="0">
                <a:solidFill>
                  <a:srgbClr val="166533"/>
                </a:solidFill>
                <a:latin typeface="Arial"/>
                <a:cs typeface="Arial"/>
              </a:rPr>
              <a:t>pour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66533"/>
                </a:solidFill>
                <a:latin typeface="Arial"/>
                <a:cs typeface="Arial"/>
              </a:rPr>
              <a:t>les</a:t>
            </a:r>
            <a:r>
              <a:rPr sz="1300" spc="-3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66533"/>
                </a:solidFill>
                <a:latin typeface="Arial"/>
                <a:cs typeface="Arial"/>
              </a:rPr>
              <a:t>clés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66533"/>
                </a:solidFill>
                <a:latin typeface="Arial"/>
                <a:cs typeface="Arial"/>
              </a:rPr>
              <a:t>seules,</a:t>
            </a:r>
            <a:r>
              <a:rPr sz="1300" spc="-3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66533"/>
                </a:solidFill>
                <a:latin typeface="Monaco"/>
                <a:cs typeface="Monaco"/>
              </a:rPr>
              <a:t>values()</a:t>
            </a:r>
            <a:r>
              <a:rPr sz="1100" spc="-320" dirty="0">
                <a:solidFill>
                  <a:srgbClr val="166533"/>
                </a:solidFill>
                <a:latin typeface="Monaco"/>
                <a:cs typeface="Monaco"/>
              </a:rPr>
              <a:t> </a:t>
            </a:r>
            <a:r>
              <a:rPr sz="1300" spc="-35" dirty="0">
                <a:solidFill>
                  <a:srgbClr val="166533"/>
                </a:solidFill>
                <a:latin typeface="Arial"/>
                <a:cs typeface="Arial"/>
              </a:rPr>
              <a:t>pour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66533"/>
                </a:solidFill>
                <a:latin typeface="Arial"/>
                <a:cs typeface="Arial"/>
              </a:rPr>
              <a:t>les</a:t>
            </a:r>
            <a:r>
              <a:rPr sz="1300" spc="-3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166533"/>
                </a:solidFill>
                <a:latin typeface="Arial"/>
                <a:cs typeface="Arial"/>
              </a:rPr>
              <a:t>valeurs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66533"/>
                </a:solidFill>
                <a:latin typeface="Arial"/>
                <a:cs typeface="Arial"/>
              </a:rPr>
              <a:t>seules,</a:t>
            </a:r>
            <a:r>
              <a:rPr sz="1300" spc="-3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66533"/>
                </a:solidFill>
                <a:latin typeface="Monaco"/>
                <a:cs typeface="Monaco"/>
              </a:rPr>
              <a:t>entrySet()</a:t>
            </a:r>
            <a:r>
              <a:rPr sz="1100" spc="-325" dirty="0">
                <a:solidFill>
                  <a:srgbClr val="166533"/>
                </a:solidFill>
                <a:latin typeface="Monaco"/>
                <a:cs typeface="Monaco"/>
              </a:rPr>
              <a:t> </a:t>
            </a:r>
            <a:r>
              <a:rPr sz="1300" spc="-35" dirty="0">
                <a:solidFill>
                  <a:srgbClr val="166533"/>
                </a:solidFill>
                <a:latin typeface="Arial"/>
                <a:cs typeface="Arial"/>
              </a:rPr>
              <a:t>pour</a:t>
            </a:r>
            <a:r>
              <a:rPr sz="1300" spc="-3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les </a:t>
            </a:r>
            <a:r>
              <a:rPr sz="1300" spc="-45" dirty="0">
                <a:solidFill>
                  <a:srgbClr val="166533"/>
                </a:solidFill>
                <a:latin typeface="Arial"/>
                <a:cs typeface="Arial"/>
              </a:rPr>
              <a:t>paires</a:t>
            </a:r>
            <a:r>
              <a:rPr sz="1300" spc="-3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66533"/>
                </a:solidFill>
                <a:latin typeface="Arial"/>
                <a:cs typeface="Arial"/>
              </a:rPr>
              <a:t>(performant), </a:t>
            </a:r>
            <a:r>
              <a:rPr sz="1300" spc="-30" dirty="0">
                <a:solidFill>
                  <a:srgbClr val="166533"/>
                </a:solidFill>
                <a:latin typeface="Arial"/>
                <a:cs typeface="Arial"/>
              </a:rPr>
              <a:t>et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66533"/>
                </a:solidFill>
                <a:latin typeface="Monaco"/>
                <a:cs typeface="Monaco"/>
              </a:rPr>
              <a:t>forEach()</a:t>
            </a:r>
            <a:r>
              <a:rPr sz="1100" spc="-320" dirty="0">
                <a:solidFill>
                  <a:srgbClr val="166533"/>
                </a:solidFill>
                <a:latin typeface="Monaco"/>
                <a:cs typeface="Monaco"/>
              </a:rPr>
              <a:t> </a:t>
            </a:r>
            <a:r>
              <a:rPr sz="1300" spc="-35" dirty="0">
                <a:solidFill>
                  <a:srgbClr val="166533"/>
                </a:solidFill>
                <a:latin typeface="Arial"/>
                <a:cs typeface="Arial"/>
              </a:rPr>
              <a:t>pour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66533"/>
                </a:solidFill>
                <a:latin typeface="Arial"/>
                <a:cs typeface="Arial"/>
              </a:rPr>
              <a:t>la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166533"/>
                </a:solidFill>
                <a:latin typeface="Arial"/>
                <a:cs typeface="Arial"/>
              </a:rPr>
              <a:t>lisibilité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166533"/>
                </a:solidFill>
                <a:latin typeface="Arial"/>
                <a:cs typeface="Arial"/>
              </a:rPr>
              <a:t>et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66533"/>
                </a:solidFill>
                <a:latin typeface="Arial"/>
                <a:cs typeface="Arial"/>
              </a:rPr>
              <a:t>l'élégance</a:t>
            </a:r>
            <a:r>
              <a:rPr sz="1300" spc="-30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166533"/>
                </a:solidFill>
                <a:latin typeface="Arial"/>
                <a:cs typeface="Arial"/>
              </a:rPr>
              <a:t>(style</a:t>
            </a:r>
            <a:r>
              <a:rPr sz="1300" spc="-25" dirty="0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166533"/>
                </a:solidFill>
                <a:latin typeface="Arial"/>
                <a:cs typeface="Arial"/>
              </a:rPr>
              <a:t>fonctionnel).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2145792"/>
            <a:ext cx="8717280" cy="2383790"/>
            <a:chOff x="1737360" y="2145792"/>
            <a:chExt cx="8717280" cy="2383790"/>
          </a:xfrm>
        </p:grpSpPr>
        <p:sp>
          <p:nvSpPr>
            <p:cNvPr id="9" name="object 9"/>
            <p:cNvSpPr/>
            <p:nvPr/>
          </p:nvSpPr>
          <p:spPr>
            <a:xfrm>
              <a:off x="1737360" y="2145792"/>
              <a:ext cx="8717280" cy="2383790"/>
            </a:xfrm>
            <a:custGeom>
              <a:avLst/>
              <a:gdLst/>
              <a:ahLst/>
              <a:cxnLst/>
              <a:rect l="l" t="t" r="r" b="b"/>
              <a:pathLst>
                <a:path w="8717280" h="2383790">
                  <a:moveTo>
                    <a:pt x="8717280" y="2383536"/>
                  </a:moveTo>
                  <a:lnTo>
                    <a:pt x="0" y="2383536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4957"/>
                  </a:lnTo>
                  <a:lnTo>
                    <a:pt x="129539" y="44957"/>
                  </a:lnTo>
                  <a:lnTo>
                    <a:pt x="120037" y="45829"/>
                  </a:lnTo>
                  <a:lnTo>
                    <a:pt x="85402" y="74300"/>
                  </a:lnTo>
                  <a:lnTo>
                    <a:pt x="81914" y="92582"/>
                  </a:lnTo>
                  <a:lnTo>
                    <a:pt x="81914" y="2216657"/>
                  </a:lnTo>
                  <a:lnTo>
                    <a:pt x="103199" y="2256436"/>
                  </a:lnTo>
                  <a:lnTo>
                    <a:pt x="129539" y="2264282"/>
                  </a:lnTo>
                  <a:lnTo>
                    <a:pt x="8717280" y="2264282"/>
                  </a:lnTo>
                  <a:lnTo>
                    <a:pt x="8717280" y="2383536"/>
                  </a:lnTo>
                  <a:close/>
                </a:path>
                <a:path w="8717280" h="2383790">
                  <a:moveTo>
                    <a:pt x="8717280" y="2264282"/>
                  </a:moveTo>
                  <a:lnTo>
                    <a:pt x="8587739" y="2264282"/>
                  </a:lnTo>
                  <a:lnTo>
                    <a:pt x="8597241" y="2263410"/>
                  </a:lnTo>
                  <a:lnTo>
                    <a:pt x="8606022" y="2260795"/>
                  </a:lnTo>
                  <a:lnTo>
                    <a:pt x="8634492" y="2226160"/>
                  </a:lnTo>
                  <a:lnTo>
                    <a:pt x="8635364" y="2216657"/>
                  </a:lnTo>
                  <a:lnTo>
                    <a:pt x="8635364" y="92582"/>
                  </a:lnTo>
                  <a:lnTo>
                    <a:pt x="8614080" y="52804"/>
                  </a:lnTo>
                  <a:lnTo>
                    <a:pt x="8587739" y="44957"/>
                  </a:lnTo>
                  <a:lnTo>
                    <a:pt x="8717280" y="44957"/>
                  </a:lnTo>
                  <a:lnTo>
                    <a:pt x="8717280" y="226428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2181224"/>
              <a:ext cx="8553450" cy="2238375"/>
            </a:xfrm>
            <a:custGeom>
              <a:avLst/>
              <a:gdLst/>
              <a:ahLst/>
              <a:cxnLst/>
              <a:rect l="l" t="t" r="r" b="b"/>
              <a:pathLst>
                <a:path w="8553450" h="2238375">
                  <a:moveTo>
                    <a:pt x="8500051" y="2238374"/>
                  </a:moveTo>
                  <a:lnTo>
                    <a:pt x="33047" y="2238374"/>
                  </a:lnTo>
                  <a:lnTo>
                    <a:pt x="28187" y="2236924"/>
                  </a:lnTo>
                  <a:lnTo>
                    <a:pt x="966" y="2196093"/>
                  </a:lnTo>
                  <a:lnTo>
                    <a:pt x="0" y="2188803"/>
                  </a:lnTo>
                  <a:lnTo>
                    <a:pt x="0" y="218122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1"/>
                  </a:lnTo>
                  <a:lnTo>
                    <a:pt x="8553449" y="53397"/>
                  </a:lnTo>
                  <a:lnTo>
                    <a:pt x="8553449" y="2184977"/>
                  </a:lnTo>
                  <a:lnTo>
                    <a:pt x="8534055" y="2224289"/>
                  </a:lnTo>
                  <a:lnTo>
                    <a:pt x="8503768" y="2238008"/>
                  </a:lnTo>
                  <a:lnTo>
                    <a:pt x="8500051" y="22383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2181224"/>
              <a:ext cx="52069" cy="2238375"/>
            </a:xfrm>
            <a:custGeom>
              <a:avLst/>
              <a:gdLst/>
              <a:ahLst/>
              <a:cxnLst/>
              <a:rect l="l" t="t" r="r" b="b"/>
              <a:pathLst>
                <a:path w="52069" h="2238375">
                  <a:moveTo>
                    <a:pt x="51889" y="2238374"/>
                  </a:moveTo>
                  <a:lnTo>
                    <a:pt x="49571" y="2238374"/>
                  </a:lnTo>
                  <a:lnTo>
                    <a:pt x="42281" y="2236924"/>
                  </a:lnTo>
                  <a:lnTo>
                    <a:pt x="7250" y="2210096"/>
                  </a:lnTo>
                  <a:lnTo>
                    <a:pt x="0" y="2188803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2181224"/>
                  </a:lnTo>
                  <a:lnTo>
                    <a:pt x="43679" y="2221635"/>
                  </a:lnTo>
                  <a:lnTo>
                    <a:pt x="47399" y="2232794"/>
                  </a:lnTo>
                  <a:lnTo>
                    <a:pt x="51889" y="22383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55358" y="2339224"/>
            <a:ext cx="4854575" cy="3873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5" dirty="0">
                <a:solidFill>
                  <a:srgbClr val="94A2B8"/>
                </a:solidFill>
                <a:latin typeface="Times New Roman"/>
                <a:cs typeface="Times New Roman"/>
              </a:rPr>
              <a:t>méthode</a:t>
            </a:r>
            <a:r>
              <a:rPr sz="1100" i="1" spc="3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forEach</a:t>
            </a:r>
            <a:r>
              <a:rPr sz="1100" i="1" spc="3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prend</a:t>
            </a:r>
            <a:r>
              <a:rPr sz="1100" i="1" spc="3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un</a:t>
            </a:r>
            <a:r>
              <a:rPr sz="1100" i="1" spc="3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BiConsumer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&lt;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K,</a:t>
            </a:r>
            <a:r>
              <a:rPr sz="1100" i="1" spc="3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25" dirty="0">
                <a:solidFill>
                  <a:srgbClr val="94A2B8"/>
                </a:solidFill>
                <a:latin typeface="Times New Roman"/>
                <a:cs typeface="Times New Roman"/>
              </a:rPr>
              <a:t>V&gt;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C'est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façon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plus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moderne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et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élégante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parcourir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une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35" dirty="0">
                <a:solidFill>
                  <a:srgbClr val="94A2B8"/>
                </a:solidFill>
                <a:latin typeface="Times New Roman"/>
                <a:cs typeface="Times New Roman"/>
              </a:rPr>
              <a:t>Map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15095" y="2338393"/>
            <a:ext cx="4850130" cy="18732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260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16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240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4"/>
              <a:tabLst>
                <a:tab pos="378460" algn="l"/>
                <a:tab pos="379095" algn="l"/>
                <a:tab pos="2310130" algn="l"/>
              </a:tabLst>
            </a:pP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050" spc="155" dirty="0">
                <a:solidFill>
                  <a:srgbClr val="DA2677"/>
                </a:solidFill>
                <a:latin typeface="Times New Roman"/>
                <a:cs typeface="Times New Roman"/>
              </a:rPr>
              <a:t>forEach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((cle,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val)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4"/>
              <a:tabLst>
                <a:tab pos="378460" algn="l"/>
                <a:tab pos="379095" algn="l"/>
              </a:tabLst>
            </a:pP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.out.</a:t>
            </a:r>
            <a:r>
              <a:rPr sz="1050" spc="145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45" dirty="0">
                <a:solidFill>
                  <a:srgbClr val="16A24A"/>
                </a:solidFill>
                <a:latin typeface="Times New Roman"/>
                <a:cs typeface="Times New Roman"/>
              </a:rPr>
              <a:t>"Matricule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16A24A"/>
                </a:solidFill>
                <a:latin typeface="Times New Roman"/>
                <a:cs typeface="Times New Roman"/>
              </a:rPr>
              <a:t>:</a:t>
            </a:r>
            <a:r>
              <a:rPr sz="1050" spc="34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4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90" dirty="0">
                <a:solidFill>
                  <a:srgbClr val="334054"/>
                </a:solidFill>
                <a:latin typeface="Times New Roman"/>
                <a:cs typeface="Times New Roman"/>
              </a:rPr>
              <a:t>cle);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4"/>
              <a:tabLst>
                <a:tab pos="378460" algn="l"/>
                <a:tab pos="379095" algn="l"/>
              </a:tabLst>
            </a:pP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.out.</a:t>
            </a:r>
            <a:r>
              <a:rPr sz="1050" spc="120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20" dirty="0">
                <a:solidFill>
                  <a:srgbClr val="16A24A"/>
                </a:solidFill>
                <a:latin typeface="Times New Roman"/>
                <a:cs typeface="Times New Roman"/>
              </a:rPr>
              <a:t>"Nom</a:t>
            </a:r>
            <a:r>
              <a:rPr sz="1050" spc="32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16A24A"/>
                </a:solidFill>
                <a:latin typeface="Times New Roman"/>
                <a:cs typeface="Times New Roman"/>
              </a:rPr>
              <a:t>:</a:t>
            </a:r>
            <a:r>
              <a:rPr sz="1050" spc="32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2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val.</a:t>
            </a:r>
            <a:r>
              <a:rPr sz="1050" spc="125" dirty="0">
                <a:solidFill>
                  <a:srgbClr val="DA2677"/>
                </a:solidFill>
                <a:latin typeface="Times New Roman"/>
                <a:cs typeface="Times New Roman"/>
              </a:rPr>
              <a:t>getNom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());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4"/>
              <a:tabLst>
                <a:tab pos="378460" algn="l"/>
                <a:tab pos="379095" algn="l"/>
              </a:tabLst>
            </a:pPr>
            <a:r>
              <a:rPr sz="1050" spc="175" dirty="0">
                <a:solidFill>
                  <a:srgbClr val="334054"/>
                </a:solidFill>
                <a:latin typeface="Times New Roman"/>
                <a:cs typeface="Times New Roman"/>
              </a:rPr>
              <a:t>});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16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8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9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Version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ultra-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concise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sur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une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ligne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9"/>
              <a:tabLst>
                <a:tab pos="378460" algn="l"/>
                <a:tab pos="379095" algn="l"/>
                <a:tab pos="2012950" algn="l"/>
                <a:tab pos="4093845" algn="l"/>
              </a:tabLst>
            </a:pP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050" spc="145" dirty="0">
                <a:solidFill>
                  <a:srgbClr val="DA2677"/>
                </a:solidFill>
                <a:latin typeface="Times New Roman"/>
                <a:cs typeface="Times New Roman"/>
              </a:rPr>
              <a:t>forEach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((k,</a:t>
            </a:r>
            <a:r>
              <a:rPr sz="1050" spc="3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v)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.out.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(k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0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dirty="0">
                <a:solidFill>
                  <a:srgbClr val="16A24A"/>
                </a:solidFill>
                <a:latin typeface="Times New Roman"/>
                <a:cs typeface="Times New Roman"/>
              </a:rPr>
              <a:t>	&gt;</a:t>
            </a:r>
            <a:r>
              <a:rPr sz="1050" spc="31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1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v));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53598" y="2181224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>
                <a:moveTo>
                  <a:pt x="628650" y="228599"/>
                </a:moveTo>
                <a:lnTo>
                  <a:pt x="53397" y="228599"/>
                </a:lnTo>
                <a:lnTo>
                  <a:pt x="49680" y="228233"/>
                </a:lnTo>
                <a:lnTo>
                  <a:pt x="14085" y="209207"/>
                </a:lnTo>
                <a:lnTo>
                  <a:pt x="0" y="175202"/>
                </a:lnTo>
                <a:lnTo>
                  <a:pt x="0" y="171449"/>
                </a:lnTo>
                <a:lnTo>
                  <a:pt x="0" y="0"/>
                </a:lnTo>
                <a:lnTo>
                  <a:pt x="575252" y="0"/>
                </a:lnTo>
                <a:lnTo>
                  <a:pt x="614563" y="19391"/>
                </a:lnTo>
                <a:lnTo>
                  <a:pt x="628650" y="53397"/>
                </a:lnTo>
                <a:lnTo>
                  <a:pt x="628650" y="22859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834215" y="2217092"/>
            <a:ext cx="46545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b="1" spc="90" dirty="0">
                <a:solidFill>
                  <a:srgbClr val="64738B"/>
                </a:solidFill>
                <a:latin typeface="Times New Roman"/>
                <a:cs typeface="Times New Roman"/>
              </a:rPr>
              <a:t>Java</a:t>
            </a:r>
            <a:r>
              <a:rPr sz="800" b="1" spc="300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800" b="1" spc="35" dirty="0">
                <a:solidFill>
                  <a:srgbClr val="64738B"/>
                </a:solidFill>
                <a:latin typeface="Times New Roman"/>
                <a:cs typeface="Times New Roman"/>
              </a:rPr>
              <a:t>8+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7" name="object 17"/>
            <p:cNvSpPr/>
            <p:nvPr/>
          </p:nvSpPr>
          <p:spPr>
            <a:xfrm>
              <a:off x="7915274" y="6800849"/>
              <a:ext cx="4276725" cy="57150"/>
            </a:xfrm>
            <a:custGeom>
              <a:avLst/>
              <a:gdLst/>
              <a:ahLst/>
              <a:cxnLst/>
              <a:rect l="l" t="t" r="r" b="b"/>
              <a:pathLst>
                <a:path w="4276725" h="57150">
                  <a:moveTo>
                    <a:pt x="0" y="57149"/>
                  </a:moveTo>
                  <a:lnTo>
                    <a:pt x="4276724" y="57149"/>
                  </a:lnTo>
                  <a:lnTo>
                    <a:pt x="42767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800849"/>
              <a:ext cx="7915275" cy="57150"/>
            </a:xfrm>
            <a:custGeom>
              <a:avLst/>
              <a:gdLst/>
              <a:ahLst/>
              <a:cxnLst/>
              <a:rect l="l" t="t" r="r" b="b"/>
              <a:pathLst>
                <a:path w="7915275" h="57150">
                  <a:moveTo>
                    <a:pt x="79152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7915274" y="0"/>
                  </a:lnTo>
                  <a:lnTo>
                    <a:pt x="79152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37/57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1305" y="314554"/>
            <a:ext cx="64675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: Bonnes pratiques et pièges mortels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5" r="-15"/>
          <a:stretch/>
        </p:blipFill>
        <p:spPr>
          <a:xfrm>
            <a:off x="381305" y="981151"/>
            <a:ext cx="11430000" cy="12664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6598" y="1171346"/>
            <a:ext cx="381305" cy="381305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3407" y="1248156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8098" y="1152144"/>
            <a:ext cx="10449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JAMAIS modifier une clé après insertion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1238098" y="1466698"/>
            <a:ext cx="1041135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la clé change (ex: </a:t>
            </a:r>
            <a:r>
              <a:rPr lang="en-US" sz="9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matricule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modifié), son </a:t>
            </a:r>
            <a:r>
              <a:rPr lang="en-US" sz="9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hashCode()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change aussi.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L'objet reste stocké dans l'ancien "bucket" mais Java le cherche dans le nouveau. 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</a:t>
            </a:r>
            <a:r>
              <a:rPr lang="en-US" sz="9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get(cle)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retourne </a:t>
            </a:r>
            <a:r>
              <a:rPr lang="en-US" sz="9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alors que l'objet est dans la Map ! 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15" r="-15"/>
          <a:stretch/>
        </p:blipFill>
        <p:spPr>
          <a:xfrm>
            <a:off x="381305" y="2438705"/>
            <a:ext cx="11430000" cy="12664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66598" y="2628900"/>
            <a:ext cx="381305" cy="381305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2704795"/>
            <a:ext cx="228600" cy="2286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38098" y="2609698"/>
            <a:ext cx="10449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Clés objets complexes ? equals/hashCode obligatoires !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1238098" y="2924251"/>
            <a:ext cx="1041135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vous utilisez une classe perso comme clé (ex: </a:t>
            </a:r>
            <a:r>
              <a:rPr lang="en-US" sz="9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Map&lt;Etudiant, Note&gt;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vous </a:t>
            </a: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DEVEZ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redéfinir </a:t>
            </a:r>
            <a:r>
              <a:rPr lang="en-US" sz="9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equals()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</a:t>
            </a:r>
            <a:r>
              <a:rPr lang="en-US" sz="9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hashCode()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Sinon, deux instances avec les mêmes données seront vues comme des clés différentes. 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Conseil : préférez des clés simples et immuables comme </a:t>
            </a:r>
            <a:r>
              <a:rPr lang="en-US" sz="900" i="1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r>
              <a:rPr lang="en-US" sz="10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</a:t>
            </a:r>
            <a:r>
              <a:rPr lang="en-US" sz="900" i="1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Integer</a:t>
            </a:r>
            <a:r>
              <a:rPr lang="en-US" sz="10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 t="-13" b="-13"/>
          <a:stretch/>
        </p:blipFill>
        <p:spPr>
          <a:xfrm>
            <a:off x="381305" y="3895344"/>
            <a:ext cx="11430000" cy="127193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66598" y="4086454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43407" y="4162349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238098" y="4067251"/>
            <a:ext cx="10449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: entrySet() est votre ami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1238098" y="4381805"/>
            <a:ext cx="1041135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parcourir à la fois les clés et les valeurs, n'utilisez pas </a:t>
            </a:r>
            <a:r>
              <a:rPr lang="en-US" sz="9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keySet()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suivi de </a:t>
            </a:r>
            <a:r>
              <a:rPr lang="en-US" sz="9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get()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(coûteux).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Utilisez </a:t>
            </a:r>
            <a:r>
              <a:rPr lang="en-US" sz="9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entrySet()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qui donne accès direct à la paire sans re-calculer le hash à chaque tour.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 mieux : </a:t>
            </a:r>
            <a:r>
              <a:rPr lang="en-US" sz="90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forEach((k,v) -&gt; ...)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000" dirty="0"/>
          </a:p>
        </p:txBody>
      </p:sp>
      <p:sp>
        <p:nvSpPr>
          <p:cNvPr id="21" name="Text 12"/>
          <p:cNvSpPr txBox="1"/>
          <p:nvPr/>
        </p:nvSpPr>
        <p:spPr>
          <a:xfrm>
            <a:off x="11638483" y="6543446"/>
            <a:ext cx="4005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38/57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rcRect t="-399" b="-399"/>
          <a:stretch/>
        </p:blipFill>
        <p:spPr>
          <a:xfrm>
            <a:off x="0" y="6801307"/>
            <a:ext cx="8119872" cy="5760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70" dirty="0"/>
              <a:t>Stream</a:t>
            </a:r>
            <a:r>
              <a:rPr sz="2750" spc="-180" dirty="0"/>
              <a:t> </a:t>
            </a:r>
            <a:r>
              <a:rPr sz="2750" spc="-200" dirty="0"/>
              <a:t>API</a:t>
            </a:r>
            <a:r>
              <a:rPr sz="2750" spc="-175" dirty="0"/>
              <a:t> </a:t>
            </a:r>
            <a:r>
              <a:rPr sz="2750" spc="-125" dirty="0"/>
              <a:t>:</a:t>
            </a:r>
            <a:r>
              <a:rPr sz="2750" spc="-175" dirty="0"/>
              <a:t> </a:t>
            </a:r>
            <a:r>
              <a:rPr sz="2750" spc="-135" dirty="0"/>
              <a:t>Introduction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380999" y="1123949"/>
            <a:ext cx="5810250" cy="952500"/>
            <a:chOff x="380999" y="1123949"/>
            <a:chExt cx="5810250" cy="952500"/>
          </a:xfrm>
        </p:grpSpPr>
        <p:sp>
          <p:nvSpPr>
            <p:cNvPr id="4" name="object 4"/>
            <p:cNvSpPr/>
            <p:nvPr/>
          </p:nvSpPr>
          <p:spPr>
            <a:xfrm>
              <a:off x="404812" y="1123949"/>
              <a:ext cx="5786755" cy="952500"/>
            </a:xfrm>
            <a:custGeom>
              <a:avLst/>
              <a:gdLst/>
              <a:ahLst/>
              <a:cxnLst/>
              <a:rect l="l" t="t" r="r" b="b"/>
              <a:pathLst>
                <a:path w="5786755" h="952500">
                  <a:moveTo>
                    <a:pt x="5715240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5715240" y="0"/>
                  </a:lnTo>
                  <a:lnTo>
                    <a:pt x="5720195" y="488"/>
                  </a:lnTo>
                  <a:lnTo>
                    <a:pt x="5756730" y="15621"/>
                  </a:lnTo>
                  <a:lnTo>
                    <a:pt x="5782550" y="51661"/>
                  </a:lnTo>
                  <a:lnTo>
                    <a:pt x="5786436" y="71196"/>
                  </a:lnTo>
                  <a:lnTo>
                    <a:pt x="5786436" y="881303"/>
                  </a:lnTo>
                  <a:lnTo>
                    <a:pt x="5770814" y="922794"/>
                  </a:lnTo>
                  <a:lnTo>
                    <a:pt x="5734774" y="948614"/>
                  </a:lnTo>
                  <a:lnTo>
                    <a:pt x="5715240" y="9524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99" y="1123949"/>
              <a:ext cx="47625" cy="952500"/>
            </a:xfrm>
            <a:custGeom>
              <a:avLst/>
              <a:gdLst/>
              <a:ahLst/>
              <a:cxnLst/>
              <a:rect l="l" t="t" r="r" b="b"/>
              <a:pathLst>
                <a:path w="47625" h="952500">
                  <a:moveTo>
                    <a:pt x="0" y="95249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952499"/>
                  </a:lnTo>
                  <a:lnTo>
                    <a:pt x="0" y="9524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4049" y="1269603"/>
            <a:ext cx="5114925" cy="596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90"/>
              </a:spcBef>
            </a:pPr>
            <a:r>
              <a:rPr sz="1700" spc="-85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700" spc="-7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334054"/>
                </a:solidFill>
                <a:latin typeface="Arial"/>
                <a:cs typeface="Arial"/>
              </a:rPr>
              <a:t>abstraction</a:t>
            </a:r>
            <a:r>
              <a:rPr sz="1700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40" dirty="0">
                <a:solidFill>
                  <a:srgbClr val="334054"/>
                </a:solidFill>
                <a:latin typeface="Arial"/>
                <a:cs typeface="Arial"/>
              </a:rPr>
              <a:t>puissante</a:t>
            </a:r>
            <a:r>
              <a:rPr sz="1700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sz="1700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334054"/>
                </a:solidFill>
                <a:latin typeface="Arial"/>
                <a:cs typeface="Arial"/>
              </a:rPr>
              <a:t>traiter</a:t>
            </a:r>
            <a:r>
              <a:rPr sz="1700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45" dirty="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sz="1700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334054"/>
                </a:solidFill>
                <a:latin typeface="Arial"/>
                <a:cs typeface="Arial"/>
              </a:rPr>
              <a:t>séquences </a:t>
            </a:r>
            <a:r>
              <a:rPr sz="1700" spc="-30" dirty="0">
                <a:solidFill>
                  <a:srgbClr val="334054"/>
                </a:solidFill>
                <a:latin typeface="Arial"/>
                <a:cs typeface="Arial"/>
              </a:rPr>
              <a:t>d'éléments</a:t>
            </a:r>
            <a:r>
              <a:rPr sz="170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50" dirty="0">
                <a:solidFill>
                  <a:srgbClr val="334054"/>
                </a:solidFill>
                <a:latin typeface="Arial"/>
                <a:cs typeface="Arial"/>
              </a:rPr>
              <a:t>de </a:t>
            </a:r>
            <a:r>
              <a:rPr sz="1700" spc="-55" dirty="0">
                <a:solidFill>
                  <a:srgbClr val="334054"/>
                </a:solidFill>
                <a:latin typeface="Arial"/>
                <a:cs typeface="Arial"/>
              </a:rPr>
              <a:t>manière </a:t>
            </a:r>
            <a:r>
              <a:rPr sz="1700" spc="-35" dirty="0">
                <a:solidFill>
                  <a:srgbClr val="334054"/>
                </a:solidFill>
                <a:latin typeface="Arial"/>
                <a:cs typeface="Arial"/>
              </a:rPr>
              <a:t>déclarative,</a:t>
            </a:r>
            <a:r>
              <a:rPr sz="1700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334054"/>
                </a:solidFill>
                <a:latin typeface="Arial"/>
                <a:cs typeface="Arial"/>
              </a:rPr>
              <a:t>efficace</a:t>
            </a:r>
            <a:r>
              <a:rPr sz="1700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sz="170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700" spc="-35" dirty="0">
                <a:solidFill>
                  <a:srgbClr val="334054"/>
                </a:solidFill>
                <a:latin typeface="Arial"/>
                <a:cs typeface="Arial"/>
              </a:rPr>
              <a:t>parallèle.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6136" y="2325624"/>
            <a:ext cx="5919470" cy="1082040"/>
            <a:chOff x="326136" y="2325624"/>
            <a:chExt cx="5919470" cy="1082040"/>
          </a:xfrm>
        </p:grpSpPr>
        <p:sp>
          <p:nvSpPr>
            <p:cNvPr id="8" name="object 8"/>
            <p:cNvSpPr/>
            <p:nvPr/>
          </p:nvSpPr>
          <p:spPr>
            <a:xfrm>
              <a:off x="326136" y="2325624"/>
              <a:ext cx="5919470" cy="1082040"/>
            </a:xfrm>
            <a:custGeom>
              <a:avLst/>
              <a:gdLst/>
              <a:ahLst/>
              <a:cxnLst/>
              <a:rect l="l" t="t" r="r" b="b"/>
              <a:pathLst>
                <a:path w="5919470" h="1082039">
                  <a:moveTo>
                    <a:pt x="5919216" y="1082040"/>
                  </a:moveTo>
                  <a:lnTo>
                    <a:pt x="0" y="1082040"/>
                  </a:lnTo>
                  <a:lnTo>
                    <a:pt x="0" y="0"/>
                  </a:lnTo>
                  <a:lnTo>
                    <a:pt x="5919216" y="0"/>
                  </a:lnTo>
                  <a:lnTo>
                    <a:pt x="5919216" y="46100"/>
                  </a:lnTo>
                  <a:lnTo>
                    <a:pt x="131063" y="46100"/>
                  </a:lnTo>
                  <a:lnTo>
                    <a:pt x="124495" y="46417"/>
                  </a:lnTo>
                  <a:lnTo>
                    <a:pt x="88786" y="61209"/>
                  </a:lnTo>
                  <a:lnTo>
                    <a:pt x="67243" y="93449"/>
                  </a:lnTo>
                  <a:lnTo>
                    <a:pt x="64388" y="112775"/>
                  </a:lnTo>
                  <a:lnTo>
                    <a:pt x="64388" y="931925"/>
                  </a:lnTo>
                  <a:lnTo>
                    <a:pt x="75615" y="968975"/>
                  </a:lnTo>
                  <a:lnTo>
                    <a:pt x="105548" y="993524"/>
                  </a:lnTo>
                  <a:lnTo>
                    <a:pt x="131063" y="998600"/>
                  </a:lnTo>
                  <a:lnTo>
                    <a:pt x="5919216" y="998600"/>
                  </a:lnTo>
                  <a:lnTo>
                    <a:pt x="5919216" y="1082040"/>
                  </a:lnTo>
                  <a:close/>
                </a:path>
                <a:path w="5919470" h="1082039">
                  <a:moveTo>
                    <a:pt x="5919216" y="998600"/>
                  </a:moveTo>
                  <a:lnTo>
                    <a:pt x="5788913" y="998600"/>
                  </a:lnTo>
                  <a:lnTo>
                    <a:pt x="5795481" y="998283"/>
                  </a:lnTo>
                  <a:lnTo>
                    <a:pt x="5801923" y="997331"/>
                  </a:lnTo>
                  <a:lnTo>
                    <a:pt x="5836059" y="979071"/>
                  </a:lnTo>
                  <a:lnTo>
                    <a:pt x="5854319" y="944935"/>
                  </a:lnTo>
                  <a:lnTo>
                    <a:pt x="5855588" y="931925"/>
                  </a:lnTo>
                  <a:lnTo>
                    <a:pt x="5855588" y="112775"/>
                  </a:lnTo>
                  <a:lnTo>
                    <a:pt x="5844361" y="75725"/>
                  </a:lnTo>
                  <a:lnTo>
                    <a:pt x="5814428" y="51175"/>
                  </a:lnTo>
                  <a:lnTo>
                    <a:pt x="5788913" y="46100"/>
                  </a:lnTo>
                  <a:lnTo>
                    <a:pt x="5919216" y="46100"/>
                  </a:lnTo>
                  <a:lnTo>
                    <a:pt x="5919216" y="998600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5762" y="2366962"/>
              <a:ext cx="5800725" cy="962025"/>
            </a:xfrm>
            <a:custGeom>
              <a:avLst/>
              <a:gdLst/>
              <a:ahLst/>
              <a:cxnLst/>
              <a:rect l="l" t="t" r="r" b="b"/>
              <a:pathLst>
                <a:path w="5800725" h="962025">
                  <a:moveTo>
                    <a:pt x="5733976" y="962024"/>
                  </a:moveTo>
                  <a:lnTo>
                    <a:pt x="66746" y="962024"/>
                  </a:lnTo>
                  <a:lnTo>
                    <a:pt x="62101" y="961567"/>
                  </a:lnTo>
                  <a:lnTo>
                    <a:pt x="24240" y="944417"/>
                  </a:lnTo>
                  <a:lnTo>
                    <a:pt x="2287" y="909124"/>
                  </a:lnTo>
                  <a:lnTo>
                    <a:pt x="0" y="895278"/>
                  </a:lnTo>
                  <a:lnTo>
                    <a:pt x="0" y="8905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733976" y="0"/>
                  </a:lnTo>
                  <a:lnTo>
                    <a:pt x="5772875" y="14645"/>
                  </a:lnTo>
                  <a:lnTo>
                    <a:pt x="5797080" y="48432"/>
                  </a:lnTo>
                  <a:lnTo>
                    <a:pt x="5800724" y="66746"/>
                  </a:lnTo>
                  <a:lnTo>
                    <a:pt x="5800724" y="895278"/>
                  </a:lnTo>
                  <a:lnTo>
                    <a:pt x="5786078" y="934175"/>
                  </a:lnTo>
                  <a:lnTo>
                    <a:pt x="5752290" y="958381"/>
                  </a:lnTo>
                  <a:lnTo>
                    <a:pt x="5738622" y="961567"/>
                  </a:lnTo>
                  <a:lnTo>
                    <a:pt x="5733976" y="96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762" y="2366962"/>
              <a:ext cx="5800725" cy="962025"/>
            </a:xfrm>
            <a:custGeom>
              <a:avLst/>
              <a:gdLst/>
              <a:ahLst/>
              <a:cxnLst/>
              <a:rect l="l" t="t" r="r" b="b"/>
              <a:pathLst>
                <a:path w="5800725" h="962025">
                  <a:moveTo>
                    <a:pt x="0" y="8905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29287" y="0"/>
                  </a:lnTo>
                  <a:lnTo>
                    <a:pt x="5733976" y="0"/>
                  </a:lnTo>
                  <a:lnTo>
                    <a:pt x="5738622" y="457"/>
                  </a:lnTo>
                  <a:lnTo>
                    <a:pt x="5743222" y="1372"/>
                  </a:lnTo>
                  <a:lnTo>
                    <a:pt x="5747823" y="2287"/>
                  </a:lnTo>
                  <a:lnTo>
                    <a:pt x="5779800" y="20923"/>
                  </a:lnTo>
                  <a:lnTo>
                    <a:pt x="5783117" y="24240"/>
                  </a:lnTo>
                  <a:lnTo>
                    <a:pt x="5799351" y="57500"/>
                  </a:lnTo>
                  <a:lnTo>
                    <a:pt x="5800267" y="62101"/>
                  </a:lnTo>
                  <a:lnTo>
                    <a:pt x="5800724" y="66746"/>
                  </a:lnTo>
                  <a:lnTo>
                    <a:pt x="5800724" y="71437"/>
                  </a:lnTo>
                  <a:lnTo>
                    <a:pt x="5800724" y="890587"/>
                  </a:lnTo>
                  <a:lnTo>
                    <a:pt x="5800724" y="895278"/>
                  </a:lnTo>
                  <a:lnTo>
                    <a:pt x="5800267" y="899923"/>
                  </a:lnTo>
                  <a:lnTo>
                    <a:pt x="5799351" y="904524"/>
                  </a:lnTo>
                  <a:lnTo>
                    <a:pt x="5798435" y="909124"/>
                  </a:lnTo>
                  <a:lnTo>
                    <a:pt x="5776484" y="944417"/>
                  </a:lnTo>
                  <a:lnTo>
                    <a:pt x="5738622" y="961567"/>
                  </a:lnTo>
                  <a:lnTo>
                    <a:pt x="5729287" y="962024"/>
                  </a:lnTo>
                  <a:lnTo>
                    <a:pt x="71437" y="962024"/>
                  </a:lnTo>
                  <a:lnTo>
                    <a:pt x="44099" y="956586"/>
                  </a:lnTo>
                  <a:lnTo>
                    <a:pt x="39765" y="954791"/>
                  </a:lnTo>
                  <a:lnTo>
                    <a:pt x="35649" y="952590"/>
                  </a:lnTo>
                  <a:lnTo>
                    <a:pt x="31748" y="949984"/>
                  </a:lnTo>
                  <a:lnTo>
                    <a:pt x="27848" y="947378"/>
                  </a:lnTo>
                  <a:lnTo>
                    <a:pt x="12039" y="930275"/>
                  </a:lnTo>
                  <a:lnTo>
                    <a:pt x="9433" y="926375"/>
                  </a:lnTo>
                  <a:lnTo>
                    <a:pt x="7232" y="922258"/>
                  </a:lnTo>
                  <a:lnTo>
                    <a:pt x="5437" y="917924"/>
                  </a:lnTo>
                  <a:lnTo>
                    <a:pt x="3642" y="913591"/>
                  </a:lnTo>
                  <a:lnTo>
                    <a:pt x="2287" y="909124"/>
                  </a:lnTo>
                  <a:lnTo>
                    <a:pt x="1372" y="904524"/>
                  </a:lnTo>
                  <a:lnTo>
                    <a:pt x="457" y="899923"/>
                  </a:lnTo>
                  <a:lnTo>
                    <a:pt x="0" y="895278"/>
                  </a:lnTo>
                  <a:lnTo>
                    <a:pt x="0" y="8905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024" y="25145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1000" y="71196"/>
                  </a:lnTo>
                  <a:lnTo>
                    <a:pt x="381000" y="309803"/>
                  </a:lnTo>
                  <a:lnTo>
                    <a:pt x="365378" y="351294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624" y="2632074"/>
              <a:ext cx="174625" cy="15240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26136" y="3489960"/>
            <a:ext cx="5919470" cy="1079500"/>
            <a:chOff x="326136" y="3489960"/>
            <a:chExt cx="5919470" cy="1079500"/>
          </a:xfrm>
        </p:grpSpPr>
        <p:sp>
          <p:nvSpPr>
            <p:cNvPr id="14" name="object 14"/>
            <p:cNvSpPr/>
            <p:nvPr/>
          </p:nvSpPr>
          <p:spPr>
            <a:xfrm>
              <a:off x="326136" y="3489960"/>
              <a:ext cx="5919470" cy="1079500"/>
            </a:xfrm>
            <a:custGeom>
              <a:avLst/>
              <a:gdLst/>
              <a:ahLst/>
              <a:cxnLst/>
              <a:rect l="l" t="t" r="r" b="b"/>
              <a:pathLst>
                <a:path w="5919470" h="1079500">
                  <a:moveTo>
                    <a:pt x="5919216" y="1078992"/>
                  </a:moveTo>
                  <a:lnTo>
                    <a:pt x="0" y="1078992"/>
                  </a:lnTo>
                  <a:lnTo>
                    <a:pt x="0" y="0"/>
                  </a:lnTo>
                  <a:lnTo>
                    <a:pt x="5919216" y="0"/>
                  </a:lnTo>
                  <a:lnTo>
                    <a:pt x="5919216" y="43814"/>
                  </a:lnTo>
                  <a:lnTo>
                    <a:pt x="131063" y="43814"/>
                  </a:lnTo>
                  <a:lnTo>
                    <a:pt x="124495" y="44131"/>
                  </a:lnTo>
                  <a:lnTo>
                    <a:pt x="88786" y="58922"/>
                  </a:lnTo>
                  <a:lnTo>
                    <a:pt x="67243" y="91163"/>
                  </a:lnTo>
                  <a:lnTo>
                    <a:pt x="64388" y="110489"/>
                  </a:lnTo>
                  <a:lnTo>
                    <a:pt x="64388" y="929639"/>
                  </a:lnTo>
                  <a:lnTo>
                    <a:pt x="75615" y="966689"/>
                  </a:lnTo>
                  <a:lnTo>
                    <a:pt x="105548" y="991239"/>
                  </a:lnTo>
                  <a:lnTo>
                    <a:pt x="131063" y="996314"/>
                  </a:lnTo>
                  <a:lnTo>
                    <a:pt x="5919216" y="996314"/>
                  </a:lnTo>
                  <a:lnTo>
                    <a:pt x="5919216" y="1078992"/>
                  </a:lnTo>
                  <a:close/>
                </a:path>
                <a:path w="5919470" h="1079500">
                  <a:moveTo>
                    <a:pt x="5919216" y="996314"/>
                  </a:moveTo>
                  <a:lnTo>
                    <a:pt x="5788913" y="996314"/>
                  </a:lnTo>
                  <a:lnTo>
                    <a:pt x="5795481" y="995997"/>
                  </a:lnTo>
                  <a:lnTo>
                    <a:pt x="5801923" y="995045"/>
                  </a:lnTo>
                  <a:lnTo>
                    <a:pt x="5836059" y="976786"/>
                  </a:lnTo>
                  <a:lnTo>
                    <a:pt x="5854319" y="942649"/>
                  </a:lnTo>
                  <a:lnTo>
                    <a:pt x="5855588" y="929639"/>
                  </a:lnTo>
                  <a:lnTo>
                    <a:pt x="5855588" y="110489"/>
                  </a:lnTo>
                  <a:lnTo>
                    <a:pt x="5844361" y="73439"/>
                  </a:lnTo>
                  <a:lnTo>
                    <a:pt x="5814428" y="48889"/>
                  </a:lnTo>
                  <a:lnTo>
                    <a:pt x="5788913" y="43814"/>
                  </a:lnTo>
                  <a:lnTo>
                    <a:pt x="5919216" y="43814"/>
                  </a:lnTo>
                  <a:lnTo>
                    <a:pt x="5919216" y="996314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5762" y="3529012"/>
              <a:ext cx="5800725" cy="962025"/>
            </a:xfrm>
            <a:custGeom>
              <a:avLst/>
              <a:gdLst/>
              <a:ahLst/>
              <a:cxnLst/>
              <a:rect l="l" t="t" r="r" b="b"/>
              <a:pathLst>
                <a:path w="5800725" h="962025">
                  <a:moveTo>
                    <a:pt x="5733976" y="962024"/>
                  </a:moveTo>
                  <a:lnTo>
                    <a:pt x="66746" y="962024"/>
                  </a:lnTo>
                  <a:lnTo>
                    <a:pt x="62101" y="961567"/>
                  </a:lnTo>
                  <a:lnTo>
                    <a:pt x="24240" y="944417"/>
                  </a:lnTo>
                  <a:lnTo>
                    <a:pt x="2287" y="909124"/>
                  </a:lnTo>
                  <a:lnTo>
                    <a:pt x="0" y="895277"/>
                  </a:lnTo>
                  <a:lnTo>
                    <a:pt x="0" y="8905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733976" y="0"/>
                  </a:lnTo>
                  <a:lnTo>
                    <a:pt x="5772875" y="14644"/>
                  </a:lnTo>
                  <a:lnTo>
                    <a:pt x="5797080" y="48432"/>
                  </a:lnTo>
                  <a:lnTo>
                    <a:pt x="5800724" y="66746"/>
                  </a:lnTo>
                  <a:lnTo>
                    <a:pt x="5800724" y="895277"/>
                  </a:lnTo>
                  <a:lnTo>
                    <a:pt x="5786078" y="934175"/>
                  </a:lnTo>
                  <a:lnTo>
                    <a:pt x="5752290" y="958382"/>
                  </a:lnTo>
                  <a:lnTo>
                    <a:pt x="5738622" y="961567"/>
                  </a:lnTo>
                  <a:lnTo>
                    <a:pt x="5733976" y="96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5762" y="3529012"/>
              <a:ext cx="5800725" cy="962025"/>
            </a:xfrm>
            <a:custGeom>
              <a:avLst/>
              <a:gdLst/>
              <a:ahLst/>
              <a:cxnLst/>
              <a:rect l="l" t="t" r="r" b="b"/>
              <a:pathLst>
                <a:path w="5800725" h="962025">
                  <a:moveTo>
                    <a:pt x="0" y="8905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29287" y="0"/>
                  </a:lnTo>
                  <a:lnTo>
                    <a:pt x="5733976" y="0"/>
                  </a:lnTo>
                  <a:lnTo>
                    <a:pt x="5738622" y="457"/>
                  </a:lnTo>
                  <a:lnTo>
                    <a:pt x="5743222" y="1372"/>
                  </a:lnTo>
                  <a:lnTo>
                    <a:pt x="5747823" y="2287"/>
                  </a:lnTo>
                  <a:lnTo>
                    <a:pt x="5779800" y="20923"/>
                  </a:lnTo>
                  <a:lnTo>
                    <a:pt x="5783117" y="24239"/>
                  </a:lnTo>
                  <a:lnTo>
                    <a:pt x="5799351" y="57500"/>
                  </a:lnTo>
                  <a:lnTo>
                    <a:pt x="5800267" y="62100"/>
                  </a:lnTo>
                  <a:lnTo>
                    <a:pt x="5800724" y="66746"/>
                  </a:lnTo>
                  <a:lnTo>
                    <a:pt x="5800724" y="71437"/>
                  </a:lnTo>
                  <a:lnTo>
                    <a:pt x="5800724" y="890587"/>
                  </a:lnTo>
                  <a:lnTo>
                    <a:pt x="5800724" y="895277"/>
                  </a:lnTo>
                  <a:lnTo>
                    <a:pt x="5800267" y="899923"/>
                  </a:lnTo>
                  <a:lnTo>
                    <a:pt x="5799351" y="904523"/>
                  </a:lnTo>
                  <a:lnTo>
                    <a:pt x="5798435" y="909124"/>
                  </a:lnTo>
                  <a:lnTo>
                    <a:pt x="5776484" y="944417"/>
                  </a:lnTo>
                  <a:lnTo>
                    <a:pt x="5743222" y="960652"/>
                  </a:lnTo>
                  <a:lnTo>
                    <a:pt x="5738622" y="961567"/>
                  </a:lnTo>
                  <a:lnTo>
                    <a:pt x="5733976" y="962024"/>
                  </a:lnTo>
                  <a:lnTo>
                    <a:pt x="5729287" y="962024"/>
                  </a:lnTo>
                  <a:lnTo>
                    <a:pt x="71437" y="962024"/>
                  </a:lnTo>
                  <a:lnTo>
                    <a:pt x="66746" y="962024"/>
                  </a:lnTo>
                  <a:lnTo>
                    <a:pt x="62101" y="961567"/>
                  </a:lnTo>
                  <a:lnTo>
                    <a:pt x="57500" y="960652"/>
                  </a:lnTo>
                  <a:lnTo>
                    <a:pt x="52900" y="959737"/>
                  </a:lnTo>
                  <a:lnTo>
                    <a:pt x="48433" y="958382"/>
                  </a:lnTo>
                  <a:lnTo>
                    <a:pt x="44099" y="956586"/>
                  </a:lnTo>
                  <a:lnTo>
                    <a:pt x="39765" y="954791"/>
                  </a:lnTo>
                  <a:lnTo>
                    <a:pt x="35649" y="952591"/>
                  </a:lnTo>
                  <a:lnTo>
                    <a:pt x="31748" y="949985"/>
                  </a:lnTo>
                  <a:lnTo>
                    <a:pt x="27848" y="947379"/>
                  </a:lnTo>
                  <a:lnTo>
                    <a:pt x="3642" y="913591"/>
                  </a:lnTo>
                  <a:lnTo>
                    <a:pt x="0" y="895277"/>
                  </a:lnTo>
                  <a:lnTo>
                    <a:pt x="0" y="8905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1024" y="36766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1000" y="71196"/>
                  </a:lnTo>
                  <a:lnTo>
                    <a:pt x="381000" y="309803"/>
                  </a:lnTo>
                  <a:lnTo>
                    <a:pt x="365378" y="351293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DFF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8974" y="3781424"/>
              <a:ext cx="165100" cy="17780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26136" y="4651248"/>
            <a:ext cx="5919470" cy="1091565"/>
            <a:chOff x="326136" y="4651248"/>
            <a:chExt cx="5919470" cy="1091565"/>
          </a:xfrm>
        </p:grpSpPr>
        <p:sp>
          <p:nvSpPr>
            <p:cNvPr id="20" name="object 20"/>
            <p:cNvSpPr/>
            <p:nvPr/>
          </p:nvSpPr>
          <p:spPr>
            <a:xfrm>
              <a:off x="326136" y="4651248"/>
              <a:ext cx="5919470" cy="1091565"/>
            </a:xfrm>
            <a:custGeom>
              <a:avLst/>
              <a:gdLst/>
              <a:ahLst/>
              <a:cxnLst/>
              <a:rect l="l" t="t" r="r" b="b"/>
              <a:pathLst>
                <a:path w="5919470" h="1091564">
                  <a:moveTo>
                    <a:pt x="5919216" y="1091184"/>
                  </a:moveTo>
                  <a:lnTo>
                    <a:pt x="0" y="1091184"/>
                  </a:lnTo>
                  <a:lnTo>
                    <a:pt x="0" y="0"/>
                  </a:lnTo>
                  <a:lnTo>
                    <a:pt x="5919216" y="0"/>
                  </a:lnTo>
                  <a:lnTo>
                    <a:pt x="5919216" y="44576"/>
                  </a:lnTo>
                  <a:lnTo>
                    <a:pt x="131063" y="44576"/>
                  </a:lnTo>
                  <a:lnTo>
                    <a:pt x="124495" y="44893"/>
                  </a:lnTo>
                  <a:lnTo>
                    <a:pt x="88786" y="59684"/>
                  </a:lnTo>
                  <a:lnTo>
                    <a:pt x="67243" y="91925"/>
                  </a:lnTo>
                  <a:lnTo>
                    <a:pt x="64388" y="111251"/>
                  </a:lnTo>
                  <a:lnTo>
                    <a:pt x="64388" y="939926"/>
                  </a:lnTo>
                  <a:lnTo>
                    <a:pt x="75615" y="976975"/>
                  </a:lnTo>
                  <a:lnTo>
                    <a:pt x="105548" y="1001525"/>
                  </a:lnTo>
                  <a:lnTo>
                    <a:pt x="131063" y="1006601"/>
                  </a:lnTo>
                  <a:lnTo>
                    <a:pt x="5919216" y="1006601"/>
                  </a:lnTo>
                  <a:lnTo>
                    <a:pt x="5919216" y="1091184"/>
                  </a:lnTo>
                  <a:close/>
                </a:path>
                <a:path w="5919470" h="1091564">
                  <a:moveTo>
                    <a:pt x="5919216" y="1006601"/>
                  </a:moveTo>
                  <a:lnTo>
                    <a:pt x="5788913" y="1006601"/>
                  </a:lnTo>
                  <a:lnTo>
                    <a:pt x="5795481" y="1006284"/>
                  </a:lnTo>
                  <a:lnTo>
                    <a:pt x="5801923" y="1005332"/>
                  </a:lnTo>
                  <a:lnTo>
                    <a:pt x="5836059" y="987072"/>
                  </a:lnTo>
                  <a:lnTo>
                    <a:pt x="5854319" y="952936"/>
                  </a:lnTo>
                  <a:lnTo>
                    <a:pt x="5855588" y="939926"/>
                  </a:lnTo>
                  <a:lnTo>
                    <a:pt x="5855588" y="111251"/>
                  </a:lnTo>
                  <a:lnTo>
                    <a:pt x="5844361" y="74201"/>
                  </a:lnTo>
                  <a:lnTo>
                    <a:pt x="5814428" y="49651"/>
                  </a:lnTo>
                  <a:lnTo>
                    <a:pt x="5788913" y="44576"/>
                  </a:lnTo>
                  <a:lnTo>
                    <a:pt x="5919216" y="44576"/>
                  </a:lnTo>
                  <a:lnTo>
                    <a:pt x="5919216" y="1006601"/>
                  </a:lnTo>
                  <a:close/>
                </a:path>
              </a:pathLst>
            </a:custGeom>
            <a:solidFill>
              <a:srgbClr val="000000">
                <a:alpha val="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5762" y="4691062"/>
              <a:ext cx="5800725" cy="971550"/>
            </a:xfrm>
            <a:custGeom>
              <a:avLst/>
              <a:gdLst/>
              <a:ahLst/>
              <a:cxnLst/>
              <a:rect l="l" t="t" r="r" b="b"/>
              <a:pathLst>
                <a:path w="5800725" h="971550">
                  <a:moveTo>
                    <a:pt x="5733976" y="971549"/>
                  </a:moveTo>
                  <a:lnTo>
                    <a:pt x="66746" y="971549"/>
                  </a:lnTo>
                  <a:lnTo>
                    <a:pt x="62101" y="971091"/>
                  </a:lnTo>
                  <a:lnTo>
                    <a:pt x="24240" y="953942"/>
                  </a:lnTo>
                  <a:lnTo>
                    <a:pt x="2287" y="918649"/>
                  </a:lnTo>
                  <a:lnTo>
                    <a:pt x="0" y="904802"/>
                  </a:lnTo>
                  <a:lnTo>
                    <a:pt x="0" y="9001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733976" y="0"/>
                  </a:lnTo>
                  <a:lnTo>
                    <a:pt x="5772875" y="14645"/>
                  </a:lnTo>
                  <a:lnTo>
                    <a:pt x="5797080" y="48433"/>
                  </a:lnTo>
                  <a:lnTo>
                    <a:pt x="5800724" y="66746"/>
                  </a:lnTo>
                  <a:lnTo>
                    <a:pt x="5800724" y="904802"/>
                  </a:lnTo>
                  <a:lnTo>
                    <a:pt x="5786078" y="943700"/>
                  </a:lnTo>
                  <a:lnTo>
                    <a:pt x="5752290" y="967906"/>
                  </a:lnTo>
                  <a:lnTo>
                    <a:pt x="5738622" y="971091"/>
                  </a:lnTo>
                  <a:lnTo>
                    <a:pt x="5733976" y="971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5762" y="4691062"/>
              <a:ext cx="5800725" cy="971550"/>
            </a:xfrm>
            <a:custGeom>
              <a:avLst/>
              <a:gdLst/>
              <a:ahLst/>
              <a:cxnLst/>
              <a:rect l="l" t="t" r="r" b="b"/>
              <a:pathLst>
                <a:path w="5800725" h="971550">
                  <a:moveTo>
                    <a:pt x="0" y="9001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729287" y="0"/>
                  </a:lnTo>
                  <a:lnTo>
                    <a:pt x="5733976" y="0"/>
                  </a:lnTo>
                  <a:lnTo>
                    <a:pt x="5738622" y="457"/>
                  </a:lnTo>
                  <a:lnTo>
                    <a:pt x="5776484" y="17606"/>
                  </a:lnTo>
                  <a:lnTo>
                    <a:pt x="5779800" y="20923"/>
                  </a:lnTo>
                  <a:lnTo>
                    <a:pt x="5783117" y="24240"/>
                  </a:lnTo>
                  <a:lnTo>
                    <a:pt x="5799351" y="57500"/>
                  </a:lnTo>
                  <a:lnTo>
                    <a:pt x="5800267" y="62101"/>
                  </a:lnTo>
                  <a:lnTo>
                    <a:pt x="5800724" y="66746"/>
                  </a:lnTo>
                  <a:lnTo>
                    <a:pt x="5800724" y="71437"/>
                  </a:lnTo>
                  <a:lnTo>
                    <a:pt x="5800724" y="900112"/>
                  </a:lnTo>
                  <a:lnTo>
                    <a:pt x="5800724" y="904802"/>
                  </a:lnTo>
                  <a:lnTo>
                    <a:pt x="5800267" y="909448"/>
                  </a:lnTo>
                  <a:lnTo>
                    <a:pt x="5799351" y="914048"/>
                  </a:lnTo>
                  <a:lnTo>
                    <a:pt x="5798435" y="918649"/>
                  </a:lnTo>
                  <a:lnTo>
                    <a:pt x="5776484" y="953942"/>
                  </a:lnTo>
                  <a:lnTo>
                    <a:pt x="5743222" y="970176"/>
                  </a:lnTo>
                  <a:lnTo>
                    <a:pt x="5738622" y="971091"/>
                  </a:lnTo>
                  <a:lnTo>
                    <a:pt x="5733976" y="971549"/>
                  </a:lnTo>
                  <a:lnTo>
                    <a:pt x="5729287" y="971549"/>
                  </a:lnTo>
                  <a:lnTo>
                    <a:pt x="71437" y="971549"/>
                  </a:lnTo>
                  <a:lnTo>
                    <a:pt x="66746" y="971549"/>
                  </a:lnTo>
                  <a:lnTo>
                    <a:pt x="62101" y="971091"/>
                  </a:lnTo>
                  <a:lnTo>
                    <a:pt x="57500" y="970176"/>
                  </a:lnTo>
                  <a:lnTo>
                    <a:pt x="52900" y="969261"/>
                  </a:lnTo>
                  <a:lnTo>
                    <a:pt x="31748" y="959509"/>
                  </a:lnTo>
                  <a:lnTo>
                    <a:pt x="27848" y="956904"/>
                  </a:lnTo>
                  <a:lnTo>
                    <a:pt x="5437" y="927449"/>
                  </a:lnTo>
                  <a:lnTo>
                    <a:pt x="3642" y="923116"/>
                  </a:lnTo>
                  <a:lnTo>
                    <a:pt x="2287" y="918649"/>
                  </a:lnTo>
                  <a:lnTo>
                    <a:pt x="1372" y="914048"/>
                  </a:lnTo>
                  <a:lnTo>
                    <a:pt x="457" y="909448"/>
                  </a:lnTo>
                  <a:lnTo>
                    <a:pt x="0" y="904802"/>
                  </a:lnTo>
                  <a:lnTo>
                    <a:pt x="0" y="9001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1024" y="48386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8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0"/>
                  </a:lnTo>
                  <a:lnTo>
                    <a:pt x="381000" y="71196"/>
                  </a:lnTo>
                  <a:lnTo>
                    <a:pt x="381000" y="309803"/>
                  </a:lnTo>
                  <a:lnTo>
                    <a:pt x="365378" y="351293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7231" y="4943474"/>
              <a:ext cx="130175" cy="1746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139825" y="2424968"/>
            <a:ext cx="4409440" cy="7620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550" b="1" spc="-75" dirty="0">
                <a:solidFill>
                  <a:srgbClr val="1D293B"/>
                </a:solidFill>
                <a:latin typeface="Arial"/>
                <a:cs typeface="Arial"/>
              </a:rPr>
              <a:t>Déclaratif</a:t>
            </a:r>
            <a:r>
              <a:rPr sz="1550" b="1" spc="-6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95" dirty="0">
                <a:solidFill>
                  <a:srgbClr val="1D293B"/>
                </a:solidFill>
                <a:latin typeface="Arial"/>
                <a:cs typeface="Arial"/>
              </a:rPr>
              <a:t>vs</a:t>
            </a:r>
            <a:r>
              <a:rPr sz="1550" b="1" spc="-6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1D293B"/>
                </a:solidFill>
                <a:latin typeface="Arial"/>
                <a:cs typeface="Arial"/>
              </a:rPr>
              <a:t>Impératif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380"/>
              </a:spcBef>
            </a:pPr>
            <a:r>
              <a:rPr sz="1200" spc="-100" dirty="0">
                <a:solidFill>
                  <a:srgbClr val="64738B"/>
                </a:solidFill>
                <a:latin typeface="Arial"/>
                <a:cs typeface="Arial"/>
              </a:rPr>
              <a:t>On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4738B"/>
                </a:solidFill>
                <a:latin typeface="Arial"/>
                <a:cs typeface="Arial"/>
              </a:rPr>
              <a:t>dit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b="1" spc="-105" dirty="0">
                <a:solidFill>
                  <a:srgbClr val="64738B"/>
                </a:solidFill>
                <a:latin typeface="Arial"/>
                <a:cs typeface="Arial"/>
              </a:rPr>
              <a:t>QUOI</a:t>
            </a:r>
            <a:r>
              <a:rPr sz="1200" b="1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faire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(filtrer,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4738B"/>
                </a:solidFill>
                <a:latin typeface="Arial"/>
                <a:cs typeface="Arial"/>
              </a:rPr>
              <a:t>trier)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plutôt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que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b="1" spc="-90" dirty="0">
                <a:solidFill>
                  <a:srgbClr val="64738B"/>
                </a:solidFill>
                <a:latin typeface="Arial"/>
                <a:cs typeface="Arial"/>
              </a:rPr>
              <a:t>COMMENT</a:t>
            </a:r>
            <a:r>
              <a:rPr sz="1200" b="1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le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 faire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(boucles, </a:t>
            </a:r>
            <a:r>
              <a:rPr sz="1200" spc="-10" dirty="0">
                <a:solidFill>
                  <a:srgbClr val="64738B"/>
                </a:solidFill>
                <a:latin typeface="Arial"/>
                <a:cs typeface="Arial"/>
              </a:rPr>
              <a:t>indices).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39825" y="3587018"/>
            <a:ext cx="4473575" cy="7620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550" b="1" spc="-90" dirty="0">
                <a:solidFill>
                  <a:srgbClr val="1D293B"/>
                </a:solidFill>
                <a:latin typeface="Arial"/>
                <a:cs typeface="Arial"/>
              </a:rPr>
              <a:t>Ne </a:t>
            </a:r>
            <a:r>
              <a:rPr sz="1550" b="1" spc="-85" dirty="0">
                <a:solidFill>
                  <a:srgbClr val="1D293B"/>
                </a:solidFill>
                <a:latin typeface="Arial"/>
                <a:cs typeface="Arial"/>
              </a:rPr>
              <a:t>modifie</a:t>
            </a:r>
            <a:r>
              <a:rPr sz="1550" b="1" spc="-9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105" dirty="0">
                <a:solidFill>
                  <a:srgbClr val="1D293B"/>
                </a:solidFill>
                <a:latin typeface="Arial"/>
                <a:cs typeface="Arial"/>
              </a:rPr>
              <a:t>pas</a:t>
            </a:r>
            <a:r>
              <a:rPr sz="1550" b="1" spc="-9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1D293B"/>
                </a:solidFill>
                <a:latin typeface="Arial"/>
                <a:cs typeface="Arial"/>
              </a:rPr>
              <a:t>la </a:t>
            </a:r>
            <a:r>
              <a:rPr sz="1550" b="1" spc="-10" dirty="0">
                <a:solidFill>
                  <a:srgbClr val="1D293B"/>
                </a:solidFill>
                <a:latin typeface="Arial"/>
                <a:cs typeface="Arial"/>
              </a:rPr>
              <a:t>source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380"/>
              </a:spcBef>
            </a:pPr>
            <a:r>
              <a:rPr sz="1200" spc="-80" dirty="0">
                <a:solidFill>
                  <a:srgbClr val="64738B"/>
                </a:solidFill>
                <a:latin typeface="Arial"/>
                <a:cs typeface="Arial"/>
              </a:rPr>
              <a:t>Un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64738B"/>
                </a:solidFill>
                <a:latin typeface="Arial"/>
                <a:cs typeface="Arial"/>
              </a:rPr>
              <a:t>Stream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64738B"/>
                </a:solidFill>
                <a:latin typeface="Arial"/>
                <a:cs typeface="Arial"/>
              </a:rPr>
              <a:t>ne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stocke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pas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données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64738B"/>
                </a:solidFill>
                <a:latin typeface="Arial"/>
                <a:cs typeface="Arial"/>
              </a:rPr>
              <a:t>ne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4738B"/>
                </a:solidFill>
                <a:latin typeface="Arial"/>
                <a:cs typeface="Arial"/>
              </a:rPr>
              <a:t>modifie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64738B"/>
                </a:solidFill>
                <a:latin typeface="Arial"/>
                <a:cs typeface="Arial"/>
              </a:rPr>
              <a:t>jamais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64738B"/>
                </a:solidFill>
                <a:latin typeface="Arial"/>
                <a:cs typeface="Arial"/>
              </a:rPr>
              <a:t>la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4738B"/>
                </a:solidFill>
                <a:latin typeface="Arial"/>
                <a:cs typeface="Arial"/>
              </a:rPr>
              <a:t>collection d'origine.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39825" y="4749068"/>
            <a:ext cx="4862830" cy="7620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550" b="1" spc="-125" dirty="0">
                <a:solidFill>
                  <a:srgbClr val="1D293B"/>
                </a:solidFill>
                <a:latin typeface="Arial"/>
                <a:cs typeface="Arial"/>
              </a:rPr>
              <a:t>Consommé</a:t>
            </a:r>
            <a:r>
              <a:rPr sz="1550" b="1" spc="-8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105" dirty="0">
                <a:solidFill>
                  <a:srgbClr val="1D293B"/>
                </a:solidFill>
                <a:latin typeface="Arial"/>
                <a:cs typeface="Arial"/>
              </a:rPr>
              <a:t>une</a:t>
            </a:r>
            <a:r>
              <a:rPr sz="1550" b="1" spc="-8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1D293B"/>
                </a:solidFill>
                <a:latin typeface="Arial"/>
                <a:cs typeface="Arial"/>
              </a:rPr>
              <a:t>seule</a:t>
            </a:r>
            <a:r>
              <a:rPr sz="1550" b="1" spc="-8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1D293B"/>
                </a:solidFill>
                <a:latin typeface="Arial"/>
                <a:cs typeface="Arial"/>
              </a:rPr>
              <a:t>fois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380"/>
              </a:spcBef>
            </a:pPr>
            <a:r>
              <a:rPr sz="1200" spc="-80" dirty="0">
                <a:solidFill>
                  <a:srgbClr val="64738B"/>
                </a:solidFill>
                <a:latin typeface="Arial"/>
                <a:cs typeface="Arial"/>
              </a:rPr>
              <a:t>Comme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4738B"/>
                </a:solidFill>
                <a:latin typeface="Arial"/>
                <a:cs typeface="Arial"/>
              </a:rPr>
              <a:t>l'eau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64738B"/>
                </a:solidFill>
                <a:latin typeface="Arial"/>
                <a:cs typeface="Arial"/>
              </a:rPr>
              <a:t>dans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64738B"/>
                </a:solidFill>
                <a:latin typeface="Arial"/>
                <a:cs typeface="Arial"/>
              </a:rPr>
              <a:t>une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 rivière </a:t>
            </a:r>
            <a:r>
              <a:rPr sz="1200" dirty="0">
                <a:solidFill>
                  <a:srgbClr val="64738B"/>
                </a:solidFill>
                <a:latin typeface="Arial"/>
                <a:cs typeface="Arial"/>
              </a:rPr>
              <a:t>: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64738B"/>
                </a:solidFill>
                <a:latin typeface="Arial"/>
                <a:cs typeface="Arial"/>
              </a:rPr>
              <a:t>une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fois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passé,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 le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64738B"/>
                </a:solidFill>
                <a:latin typeface="Arial"/>
                <a:cs typeface="Arial"/>
              </a:rPr>
              <a:t>Stream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est fermé.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 Il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faut </a:t>
            </a:r>
            <a:r>
              <a:rPr sz="1200" spc="-60" dirty="0">
                <a:solidFill>
                  <a:srgbClr val="64738B"/>
                </a:solidFill>
                <a:latin typeface="Arial"/>
                <a:cs typeface="Arial"/>
              </a:rPr>
              <a:t>en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recréer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4738B"/>
                </a:solidFill>
                <a:latin typeface="Arial"/>
                <a:cs typeface="Arial"/>
              </a:rPr>
              <a:t>un.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572250" y="1343025"/>
            <a:ext cx="5238750" cy="4286250"/>
            <a:chOff x="6572250" y="1343025"/>
            <a:chExt cx="5238750" cy="4286250"/>
          </a:xfrm>
        </p:grpSpPr>
        <p:sp>
          <p:nvSpPr>
            <p:cNvPr id="29" name="object 29"/>
            <p:cNvSpPr/>
            <p:nvPr/>
          </p:nvSpPr>
          <p:spPr>
            <a:xfrm>
              <a:off x="6572250" y="1343025"/>
              <a:ext cx="5238750" cy="4286250"/>
            </a:xfrm>
            <a:custGeom>
              <a:avLst/>
              <a:gdLst/>
              <a:ahLst/>
              <a:cxnLst/>
              <a:rect l="l" t="t" r="r" b="b"/>
              <a:pathLst>
                <a:path w="5238750" h="4286250">
                  <a:moveTo>
                    <a:pt x="5124450" y="4286249"/>
                  </a:moveTo>
                  <a:lnTo>
                    <a:pt x="114298" y="4286249"/>
                  </a:lnTo>
                  <a:lnTo>
                    <a:pt x="103039" y="4285705"/>
                  </a:lnTo>
                  <a:lnTo>
                    <a:pt x="60364" y="4272737"/>
                  </a:lnTo>
                  <a:lnTo>
                    <a:pt x="25899" y="4244425"/>
                  </a:lnTo>
                  <a:lnTo>
                    <a:pt x="4893" y="4205079"/>
                  </a:lnTo>
                  <a:lnTo>
                    <a:pt x="0" y="4171952"/>
                  </a:lnTo>
                  <a:lnTo>
                    <a:pt x="0" y="114297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124449" y="0"/>
                  </a:lnTo>
                  <a:lnTo>
                    <a:pt x="5168189" y="8700"/>
                  </a:lnTo>
                  <a:lnTo>
                    <a:pt x="5205271" y="33477"/>
                  </a:lnTo>
                  <a:lnTo>
                    <a:pt x="5230048" y="70559"/>
                  </a:lnTo>
                  <a:lnTo>
                    <a:pt x="5238749" y="114297"/>
                  </a:lnTo>
                  <a:lnTo>
                    <a:pt x="5238749" y="4171952"/>
                  </a:lnTo>
                  <a:lnTo>
                    <a:pt x="5230048" y="4215690"/>
                  </a:lnTo>
                  <a:lnTo>
                    <a:pt x="5205271" y="4252772"/>
                  </a:lnTo>
                  <a:lnTo>
                    <a:pt x="5168189" y="4277549"/>
                  </a:lnTo>
                  <a:lnTo>
                    <a:pt x="5124450" y="42862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72237" y="1343024"/>
              <a:ext cx="5238750" cy="4286250"/>
            </a:xfrm>
            <a:custGeom>
              <a:avLst/>
              <a:gdLst/>
              <a:ahLst/>
              <a:cxnLst/>
              <a:rect l="l" t="t" r="r" b="b"/>
              <a:pathLst>
                <a:path w="5238750" h="4286250">
                  <a:moveTo>
                    <a:pt x="9525" y="4102798"/>
                  </a:moveTo>
                  <a:lnTo>
                    <a:pt x="0" y="4102798"/>
                  </a:lnTo>
                  <a:lnTo>
                    <a:pt x="0" y="4131373"/>
                  </a:lnTo>
                  <a:lnTo>
                    <a:pt x="9525" y="4131373"/>
                  </a:lnTo>
                  <a:lnTo>
                    <a:pt x="9525" y="4102798"/>
                  </a:lnTo>
                  <a:close/>
                </a:path>
                <a:path w="5238750" h="4286250">
                  <a:moveTo>
                    <a:pt x="9525" y="4055224"/>
                  </a:moveTo>
                  <a:lnTo>
                    <a:pt x="0" y="4055224"/>
                  </a:lnTo>
                  <a:lnTo>
                    <a:pt x="0" y="4083799"/>
                  </a:lnTo>
                  <a:lnTo>
                    <a:pt x="9525" y="4083799"/>
                  </a:lnTo>
                  <a:lnTo>
                    <a:pt x="9525" y="4055224"/>
                  </a:lnTo>
                  <a:close/>
                </a:path>
                <a:path w="5238750" h="4286250">
                  <a:moveTo>
                    <a:pt x="9525" y="4007650"/>
                  </a:moveTo>
                  <a:lnTo>
                    <a:pt x="0" y="4007650"/>
                  </a:lnTo>
                  <a:lnTo>
                    <a:pt x="0" y="4036225"/>
                  </a:lnTo>
                  <a:lnTo>
                    <a:pt x="9525" y="4036225"/>
                  </a:lnTo>
                  <a:lnTo>
                    <a:pt x="9525" y="4007650"/>
                  </a:lnTo>
                  <a:close/>
                </a:path>
                <a:path w="5238750" h="4286250">
                  <a:moveTo>
                    <a:pt x="9525" y="3960076"/>
                  </a:moveTo>
                  <a:lnTo>
                    <a:pt x="0" y="3960076"/>
                  </a:lnTo>
                  <a:lnTo>
                    <a:pt x="0" y="3988651"/>
                  </a:lnTo>
                  <a:lnTo>
                    <a:pt x="9525" y="3988651"/>
                  </a:lnTo>
                  <a:lnTo>
                    <a:pt x="9525" y="3960076"/>
                  </a:lnTo>
                  <a:close/>
                </a:path>
                <a:path w="5238750" h="4286250">
                  <a:moveTo>
                    <a:pt x="9525" y="3912489"/>
                  </a:moveTo>
                  <a:lnTo>
                    <a:pt x="0" y="3912489"/>
                  </a:lnTo>
                  <a:lnTo>
                    <a:pt x="0" y="3941064"/>
                  </a:lnTo>
                  <a:lnTo>
                    <a:pt x="9525" y="3941064"/>
                  </a:lnTo>
                  <a:lnTo>
                    <a:pt x="9525" y="3912489"/>
                  </a:lnTo>
                  <a:close/>
                </a:path>
                <a:path w="5238750" h="4286250">
                  <a:moveTo>
                    <a:pt x="9525" y="3864914"/>
                  </a:moveTo>
                  <a:lnTo>
                    <a:pt x="0" y="3864914"/>
                  </a:lnTo>
                  <a:lnTo>
                    <a:pt x="0" y="3893489"/>
                  </a:lnTo>
                  <a:lnTo>
                    <a:pt x="9525" y="3893489"/>
                  </a:lnTo>
                  <a:lnTo>
                    <a:pt x="9525" y="3864914"/>
                  </a:lnTo>
                  <a:close/>
                </a:path>
                <a:path w="5238750" h="4286250">
                  <a:moveTo>
                    <a:pt x="9525" y="3817340"/>
                  </a:moveTo>
                  <a:lnTo>
                    <a:pt x="0" y="3817340"/>
                  </a:lnTo>
                  <a:lnTo>
                    <a:pt x="0" y="3845915"/>
                  </a:lnTo>
                  <a:lnTo>
                    <a:pt x="9525" y="3845915"/>
                  </a:lnTo>
                  <a:lnTo>
                    <a:pt x="9525" y="3817340"/>
                  </a:lnTo>
                  <a:close/>
                </a:path>
                <a:path w="5238750" h="4286250">
                  <a:moveTo>
                    <a:pt x="9525" y="3769766"/>
                  </a:moveTo>
                  <a:lnTo>
                    <a:pt x="0" y="3769766"/>
                  </a:lnTo>
                  <a:lnTo>
                    <a:pt x="0" y="3798341"/>
                  </a:lnTo>
                  <a:lnTo>
                    <a:pt x="9525" y="3798341"/>
                  </a:lnTo>
                  <a:lnTo>
                    <a:pt x="9525" y="3769766"/>
                  </a:lnTo>
                  <a:close/>
                </a:path>
                <a:path w="5238750" h="4286250">
                  <a:moveTo>
                    <a:pt x="9525" y="3722192"/>
                  </a:moveTo>
                  <a:lnTo>
                    <a:pt x="0" y="3722192"/>
                  </a:lnTo>
                  <a:lnTo>
                    <a:pt x="0" y="3750767"/>
                  </a:lnTo>
                  <a:lnTo>
                    <a:pt x="9525" y="3750767"/>
                  </a:lnTo>
                  <a:lnTo>
                    <a:pt x="9525" y="3722192"/>
                  </a:lnTo>
                  <a:close/>
                </a:path>
                <a:path w="5238750" h="4286250">
                  <a:moveTo>
                    <a:pt x="9525" y="3674605"/>
                  </a:moveTo>
                  <a:lnTo>
                    <a:pt x="0" y="3674605"/>
                  </a:lnTo>
                  <a:lnTo>
                    <a:pt x="0" y="3703180"/>
                  </a:lnTo>
                  <a:lnTo>
                    <a:pt x="9525" y="3703180"/>
                  </a:lnTo>
                  <a:lnTo>
                    <a:pt x="9525" y="3674605"/>
                  </a:lnTo>
                  <a:close/>
                </a:path>
                <a:path w="5238750" h="4286250">
                  <a:moveTo>
                    <a:pt x="9525" y="3627031"/>
                  </a:moveTo>
                  <a:lnTo>
                    <a:pt x="0" y="3627031"/>
                  </a:lnTo>
                  <a:lnTo>
                    <a:pt x="0" y="3655606"/>
                  </a:lnTo>
                  <a:lnTo>
                    <a:pt x="9525" y="3655606"/>
                  </a:lnTo>
                  <a:lnTo>
                    <a:pt x="9525" y="3627031"/>
                  </a:lnTo>
                  <a:close/>
                </a:path>
                <a:path w="5238750" h="4286250">
                  <a:moveTo>
                    <a:pt x="9525" y="3579457"/>
                  </a:moveTo>
                  <a:lnTo>
                    <a:pt x="0" y="3579457"/>
                  </a:lnTo>
                  <a:lnTo>
                    <a:pt x="0" y="3608032"/>
                  </a:lnTo>
                  <a:lnTo>
                    <a:pt x="9525" y="3608032"/>
                  </a:lnTo>
                  <a:lnTo>
                    <a:pt x="9525" y="3579457"/>
                  </a:lnTo>
                  <a:close/>
                </a:path>
                <a:path w="5238750" h="4286250">
                  <a:moveTo>
                    <a:pt x="9525" y="3531882"/>
                  </a:moveTo>
                  <a:lnTo>
                    <a:pt x="0" y="3531882"/>
                  </a:lnTo>
                  <a:lnTo>
                    <a:pt x="0" y="3560457"/>
                  </a:lnTo>
                  <a:lnTo>
                    <a:pt x="9525" y="3560457"/>
                  </a:lnTo>
                  <a:lnTo>
                    <a:pt x="9525" y="3531882"/>
                  </a:lnTo>
                  <a:close/>
                </a:path>
                <a:path w="5238750" h="4286250">
                  <a:moveTo>
                    <a:pt x="9525" y="3484308"/>
                  </a:moveTo>
                  <a:lnTo>
                    <a:pt x="0" y="3484308"/>
                  </a:lnTo>
                  <a:lnTo>
                    <a:pt x="0" y="3512883"/>
                  </a:lnTo>
                  <a:lnTo>
                    <a:pt x="9525" y="3512883"/>
                  </a:lnTo>
                  <a:lnTo>
                    <a:pt x="9525" y="3484308"/>
                  </a:lnTo>
                  <a:close/>
                </a:path>
                <a:path w="5238750" h="4286250">
                  <a:moveTo>
                    <a:pt x="9525" y="3436721"/>
                  </a:moveTo>
                  <a:lnTo>
                    <a:pt x="0" y="3436721"/>
                  </a:lnTo>
                  <a:lnTo>
                    <a:pt x="0" y="3465296"/>
                  </a:lnTo>
                  <a:lnTo>
                    <a:pt x="9525" y="3465296"/>
                  </a:lnTo>
                  <a:lnTo>
                    <a:pt x="9525" y="3436721"/>
                  </a:lnTo>
                  <a:close/>
                </a:path>
                <a:path w="5238750" h="4286250">
                  <a:moveTo>
                    <a:pt x="9525" y="3389147"/>
                  </a:moveTo>
                  <a:lnTo>
                    <a:pt x="0" y="3389147"/>
                  </a:lnTo>
                  <a:lnTo>
                    <a:pt x="0" y="3417722"/>
                  </a:lnTo>
                  <a:lnTo>
                    <a:pt x="9525" y="3417722"/>
                  </a:lnTo>
                  <a:lnTo>
                    <a:pt x="9525" y="3389147"/>
                  </a:lnTo>
                  <a:close/>
                </a:path>
                <a:path w="5238750" h="4286250">
                  <a:moveTo>
                    <a:pt x="9525" y="3341573"/>
                  </a:moveTo>
                  <a:lnTo>
                    <a:pt x="0" y="3341573"/>
                  </a:lnTo>
                  <a:lnTo>
                    <a:pt x="0" y="3370148"/>
                  </a:lnTo>
                  <a:lnTo>
                    <a:pt x="9525" y="3370148"/>
                  </a:lnTo>
                  <a:lnTo>
                    <a:pt x="9525" y="3341573"/>
                  </a:lnTo>
                  <a:close/>
                </a:path>
                <a:path w="5238750" h="4286250">
                  <a:moveTo>
                    <a:pt x="9525" y="3293999"/>
                  </a:moveTo>
                  <a:lnTo>
                    <a:pt x="0" y="3293999"/>
                  </a:lnTo>
                  <a:lnTo>
                    <a:pt x="0" y="3322574"/>
                  </a:lnTo>
                  <a:lnTo>
                    <a:pt x="9525" y="3322574"/>
                  </a:lnTo>
                  <a:lnTo>
                    <a:pt x="9525" y="3293999"/>
                  </a:lnTo>
                  <a:close/>
                </a:path>
                <a:path w="5238750" h="4286250">
                  <a:moveTo>
                    <a:pt x="9525" y="3246424"/>
                  </a:moveTo>
                  <a:lnTo>
                    <a:pt x="0" y="3246424"/>
                  </a:lnTo>
                  <a:lnTo>
                    <a:pt x="0" y="3274999"/>
                  </a:lnTo>
                  <a:lnTo>
                    <a:pt x="9525" y="3274999"/>
                  </a:lnTo>
                  <a:lnTo>
                    <a:pt x="9525" y="3246424"/>
                  </a:lnTo>
                  <a:close/>
                </a:path>
                <a:path w="5238750" h="4286250">
                  <a:moveTo>
                    <a:pt x="9525" y="3198838"/>
                  </a:moveTo>
                  <a:lnTo>
                    <a:pt x="0" y="3198838"/>
                  </a:lnTo>
                  <a:lnTo>
                    <a:pt x="0" y="3227413"/>
                  </a:lnTo>
                  <a:lnTo>
                    <a:pt x="9525" y="3227413"/>
                  </a:lnTo>
                  <a:lnTo>
                    <a:pt x="9525" y="3198838"/>
                  </a:lnTo>
                  <a:close/>
                </a:path>
                <a:path w="5238750" h="4286250">
                  <a:moveTo>
                    <a:pt x="9525" y="3151263"/>
                  </a:moveTo>
                  <a:lnTo>
                    <a:pt x="0" y="3151263"/>
                  </a:lnTo>
                  <a:lnTo>
                    <a:pt x="0" y="3179838"/>
                  </a:lnTo>
                  <a:lnTo>
                    <a:pt x="9525" y="3179838"/>
                  </a:lnTo>
                  <a:lnTo>
                    <a:pt x="9525" y="3151263"/>
                  </a:lnTo>
                  <a:close/>
                </a:path>
                <a:path w="5238750" h="4286250">
                  <a:moveTo>
                    <a:pt x="9525" y="3103689"/>
                  </a:moveTo>
                  <a:lnTo>
                    <a:pt x="0" y="3103689"/>
                  </a:lnTo>
                  <a:lnTo>
                    <a:pt x="0" y="3132264"/>
                  </a:lnTo>
                  <a:lnTo>
                    <a:pt x="9525" y="3132264"/>
                  </a:lnTo>
                  <a:lnTo>
                    <a:pt x="9525" y="3103689"/>
                  </a:lnTo>
                  <a:close/>
                </a:path>
                <a:path w="5238750" h="4286250">
                  <a:moveTo>
                    <a:pt x="9525" y="3056115"/>
                  </a:moveTo>
                  <a:lnTo>
                    <a:pt x="0" y="3056115"/>
                  </a:lnTo>
                  <a:lnTo>
                    <a:pt x="0" y="3084690"/>
                  </a:lnTo>
                  <a:lnTo>
                    <a:pt x="9525" y="3084690"/>
                  </a:lnTo>
                  <a:lnTo>
                    <a:pt x="9525" y="3056115"/>
                  </a:lnTo>
                  <a:close/>
                </a:path>
                <a:path w="5238750" h="4286250">
                  <a:moveTo>
                    <a:pt x="9525" y="3008528"/>
                  </a:moveTo>
                  <a:lnTo>
                    <a:pt x="0" y="3008528"/>
                  </a:lnTo>
                  <a:lnTo>
                    <a:pt x="0" y="3037103"/>
                  </a:lnTo>
                  <a:lnTo>
                    <a:pt x="9525" y="3037103"/>
                  </a:lnTo>
                  <a:lnTo>
                    <a:pt x="9525" y="3008528"/>
                  </a:lnTo>
                  <a:close/>
                </a:path>
                <a:path w="5238750" h="4286250">
                  <a:moveTo>
                    <a:pt x="9525" y="2960954"/>
                  </a:moveTo>
                  <a:lnTo>
                    <a:pt x="0" y="2960954"/>
                  </a:lnTo>
                  <a:lnTo>
                    <a:pt x="0" y="2989529"/>
                  </a:lnTo>
                  <a:lnTo>
                    <a:pt x="9525" y="2989529"/>
                  </a:lnTo>
                  <a:lnTo>
                    <a:pt x="9525" y="2960954"/>
                  </a:lnTo>
                  <a:close/>
                </a:path>
                <a:path w="5238750" h="4286250">
                  <a:moveTo>
                    <a:pt x="9525" y="2913380"/>
                  </a:moveTo>
                  <a:lnTo>
                    <a:pt x="0" y="2913380"/>
                  </a:lnTo>
                  <a:lnTo>
                    <a:pt x="0" y="2941955"/>
                  </a:lnTo>
                  <a:lnTo>
                    <a:pt x="9525" y="2941955"/>
                  </a:lnTo>
                  <a:lnTo>
                    <a:pt x="9525" y="2913380"/>
                  </a:lnTo>
                  <a:close/>
                </a:path>
                <a:path w="5238750" h="4286250">
                  <a:moveTo>
                    <a:pt x="9525" y="2865805"/>
                  </a:moveTo>
                  <a:lnTo>
                    <a:pt x="0" y="2865805"/>
                  </a:lnTo>
                  <a:lnTo>
                    <a:pt x="0" y="2894380"/>
                  </a:lnTo>
                  <a:lnTo>
                    <a:pt x="9525" y="2894380"/>
                  </a:lnTo>
                  <a:lnTo>
                    <a:pt x="9525" y="2865805"/>
                  </a:lnTo>
                  <a:close/>
                </a:path>
                <a:path w="5238750" h="4286250">
                  <a:moveTo>
                    <a:pt x="9525" y="2818231"/>
                  </a:moveTo>
                  <a:lnTo>
                    <a:pt x="0" y="2818231"/>
                  </a:lnTo>
                  <a:lnTo>
                    <a:pt x="0" y="2846806"/>
                  </a:lnTo>
                  <a:lnTo>
                    <a:pt x="9525" y="2846806"/>
                  </a:lnTo>
                  <a:lnTo>
                    <a:pt x="9525" y="2818231"/>
                  </a:lnTo>
                  <a:close/>
                </a:path>
                <a:path w="5238750" h="4286250">
                  <a:moveTo>
                    <a:pt x="9525" y="2770644"/>
                  </a:moveTo>
                  <a:lnTo>
                    <a:pt x="0" y="2770644"/>
                  </a:lnTo>
                  <a:lnTo>
                    <a:pt x="0" y="2799219"/>
                  </a:lnTo>
                  <a:lnTo>
                    <a:pt x="9525" y="2799219"/>
                  </a:lnTo>
                  <a:lnTo>
                    <a:pt x="9525" y="2770644"/>
                  </a:lnTo>
                  <a:close/>
                </a:path>
                <a:path w="5238750" h="4286250">
                  <a:moveTo>
                    <a:pt x="9525" y="2723070"/>
                  </a:moveTo>
                  <a:lnTo>
                    <a:pt x="0" y="2723070"/>
                  </a:lnTo>
                  <a:lnTo>
                    <a:pt x="0" y="2751645"/>
                  </a:lnTo>
                  <a:lnTo>
                    <a:pt x="9525" y="2751645"/>
                  </a:lnTo>
                  <a:lnTo>
                    <a:pt x="9525" y="2723070"/>
                  </a:lnTo>
                  <a:close/>
                </a:path>
                <a:path w="5238750" h="4286250">
                  <a:moveTo>
                    <a:pt x="9525" y="2675496"/>
                  </a:moveTo>
                  <a:lnTo>
                    <a:pt x="0" y="2675496"/>
                  </a:lnTo>
                  <a:lnTo>
                    <a:pt x="0" y="2704071"/>
                  </a:lnTo>
                  <a:lnTo>
                    <a:pt x="9525" y="2704071"/>
                  </a:lnTo>
                  <a:lnTo>
                    <a:pt x="9525" y="2675496"/>
                  </a:lnTo>
                  <a:close/>
                </a:path>
                <a:path w="5238750" h="4286250">
                  <a:moveTo>
                    <a:pt x="9525" y="2627922"/>
                  </a:moveTo>
                  <a:lnTo>
                    <a:pt x="0" y="2627922"/>
                  </a:lnTo>
                  <a:lnTo>
                    <a:pt x="0" y="2656497"/>
                  </a:lnTo>
                  <a:lnTo>
                    <a:pt x="9525" y="2656497"/>
                  </a:lnTo>
                  <a:lnTo>
                    <a:pt x="9525" y="2627922"/>
                  </a:lnTo>
                  <a:close/>
                </a:path>
                <a:path w="5238750" h="4286250">
                  <a:moveTo>
                    <a:pt x="9525" y="2580348"/>
                  </a:moveTo>
                  <a:lnTo>
                    <a:pt x="0" y="2580348"/>
                  </a:lnTo>
                  <a:lnTo>
                    <a:pt x="0" y="2608923"/>
                  </a:lnTo>
                  <a:lnTo>
                    <a:pt x="9525" y="2608923"/>
                  </a:lnTo>
                  <a:lnTo>
                    <a:pt x="9525" y="2580348"/>
                  </a:lnTo>
                  <a:close/>
                </a:path>
                <a:path w="5238750" h="4286250">
                  <a:moveTo>
                    <a:pt x="9525" y="2532761"/>
                  </a:moveTo>
                  <a:lnTo>
                    <a:pt x="0" y="2532761"/>
                  </a:lnTo>
                  <a:lnTo>
                    <a:pt x="0" y="2561336"/>
                  </a:lnTo>
                  <a:lnTo>
                    <a:pt x="9525" y="2561336"/>
                  </a:lnTo>
                  <a:lnTo>
                    <a:pt x="9525" y="2532761"/>
                  </a:lnTo>
                  <a:close/>
                </a:path>
                <a:path w="5238750" h="4286250">
                  <a:moveTo>
                    <a:pt x="9525" y="2485186"/>
                  </a:moveTo>
                  <a:lnTo>
                    <a:pt x="0" y="2485186"/>
                  </a:lnTo>
                  <a:lnTo>
                    <a:pt x="0" y="2513761"/>
                  </a:lnTo>
                  <a:lnTo>
                    <a:pt x="9525" y="2513761"/>
                  </a:lnTo>
                  <a:lnTo>
                    <a:pt x="9525" y="2485186"/>
                  </a:lnTo>
                  <a:close/>
                </a:path>
                <a:path w="5238750" h="4286250">
                  <a:moveTo>
                    <a:pt x="9525" y="2437612"/>
                  </a:moveTo>
                  <a:lnTo>
                    <a:pt x="0" y="2437612"/>
                  </a:lnTo>
                  <a:lnTo>
                    <a:pt x="0" y="2466187"/>
                  </a:lnTo>
                  <a:lnTo>
                    <a:pt x="9525" y="2466187"/>
                  </a:lnTo>
                  <a:lnTo>
                    <a:pt x="9525" y="2437612"/>
                  </a:lnTo>
                  <a:close/>
                </a:path>
                <a:path w="5238750" h="4286250">
                  <a:moveTo>
                    <a:pt x="9525" y="2390038"/>
                  </a:moveTo>
                  <a:lnTo>
                    <a:pt x="0" y="2390038"/>
                  </a:lnTo>
                  <a:lnTo>
                    <a:pt x="0" y="2418613"/>
                  </a:lnTo>
                  <a:lnTo>
                    <a:pt x="9525" y="2418613"/>
                  </a:lnTo>
                  <a:lnTo>
                    <a:pt x="9525" y="2390038"/>
                  </a:lnTo>
                  <a:close/>
                </a:path>
                <a:path w="5238750" h="4286250">
                  <a:moveTo>
                    <a:pt x="9525" y="2342451"/>
                  </a:moveTo>
                  <a:lnTo>
                    <a:pt x="0" y="2342451"/>
                  </a:lnTo>
                  <a:lnTo>
                    <a:pt x="0" y="2371026"/>
                  </a:lnTo>
                  <a:lnTo>
                    <a:pt x="9525" y="2371026"/>
                  </a:lnTo>
                  <a:lnTo>
                    <a:pt x="9525" y="2342451"/>
                  </a:lnTo>
                  <a:close/>
                </a:path>
                <a:path w="5238750" h="4286250">
                  <a:moveTo>
                    <a:pt x="9525" y="2294877"/>
                  </a:moveTo>
                  <a:lnTo>
                    <a:pt x="0" y="2294877"/>
                  </a:lnTo>
                  <a:lnTo>
                    <a:pt x="0" y="2323452"/>
                  </a:lnTo>
                  <a:lnTo>
                    <a:pt x="9525" y="2323452"/>
                  </a:lnTo>
                  <a:lnTo>
                    <a:pt x="9525" y="2294877"/>
                  </a:lnTo>
                  <a:close/>
                </a:path>
                <a:path w="5238750" h="4286250">
                  <a:moveTo>
                    <a:pt x="9525" y="2247303"/>
                  </a:moveTo>
                  <a:lnTo>
                    <a:pt x="0" y="2247303"/>
                  </a:lnTo>
                  <a:lnTo>
                    <a:pt x="0" y="2275878"/>
                  </a:lnTo>
                  <a:lnTo>
                    <a:pt x="9525" y="2275878"/>
                  </a:lnTo>
                  <a:lnTo>
                    <a:pt x="9525" y="2247303"/>
                  </a:lnTo>
                  <a:close/>
                </a:path>
                <a:path w="5238750" h="4286250">
                  <a:moveTo>
                    <a:pt x="9525" y="2199729"/>
                  </a:moveTo>
                  <a:lnTo>
                    <a:pt x="0" y="2199729"/>
                  </a:lnTo>
                  <a:lnTo>
                    <a:pt x="0" y="2228304"/>
                  </a:lnTo>
                  <a:lnTo>
                    <a:pt x="9525" y="2228304"/>
                  </a:lnTo>
                  <a:lnTo>
                    <a:pt x="9525" y="2199729"/>
                  </a:lnTo>
                  <a:close/>
                </a:path>
                <a:path w="5238750" h="4286250">
                  <a:moveTo>
                    <a:pt x="9525" y="2152154"/>
                  </a:moveTo>
                  <a:lnTo>
                    <a:pt x="0" y="2152154"/>
                  </a:lnTo>
                  <a:lnTo>
                    <a:pt x="0" y="2180729"/>
                  </a:lnTo>
                  <a:lnTo>
                    <a:pt x="9525" y="2180729"/>
                  </a:lnTo>
                  <a:lnTo>
                    <a:pt x="9525" y="2152154"/>
                  </a:lnTo>
                  <a:close/>
                </a:path>
                <a:path w="5238750" h="4286250">
                  <a:moveTo>
                    <a:pt x="9525" y="2104567"/>
                  </a:moveTo>
                  <a:lnTo>
                    <a:pt x="0" y="2104567"/>
                  </a:lnTo>
                  <a:lnTo>
                    <a:pt x="0" y="2133142"/>
                  </a:lnTo>
                  <a:lnTo>
                    <a:pt x="9525" y="2133142"/>
                  </a:lnTo>
                  <a:lnTo>
                    <a:pt x="9525" y="2104567"/>
                  </a:lnTo>
                  <a:close/>
                </a:path>
                <a:path w="5238750" h="4286250">
                  <a:moveTo>
                    <a:pt x="9525" y="2056993"/>
                  </a:moveTo>
                  <a:lnTo>
                    <a:pt x="0" y="2056993"/>
                  </a:lnTo>
                  <a:lnTo>
                    <a:pt x="0" y="2085568"/>
                  </a:lnTo>
                  <a:lnTo>
                    <a:pt x="9525" y="2085568"/>
                  </a:lnTo>
                  <a:lnTo>
                    <a:pt x="9525" y="2056993"/>
                  </a:lnTo>
                  <a:close/>
                </a:path>
                <a:path w="5238750" h="4286250">
                  <a:moveTo>
                    <a:pt x="9525" y="2009419"/>
                  </a:moveTo>
                  <a:lnTo>
                    <a:pt x="0" y="2009419"/>
                  </a:lnTo>
                  <a:lnTo>
                    <a:pt x="0" y="2037994"/>
                  </a:lnTo>
                  <a:lnTo>
                    <a:pt x="9525" y="2037994"/>
                  </a:lnTo>
                  <a:lnTo>
                    <a:pt x="9525" y="2009419"/>
                  </a:lnTo>
                  <a:close/>
                </a:path>
                <a:path w="5238750" h="4286250">
                  <a:moveTo>
                    <a:pt x="9525" y="1961845"/>
                  </a:moveTo>
                  <a:lnTo>
                    <a:pt x="0" y="1961845"/>
                  </a:lnTo>
                  <a:lnTo>
                    <a:pt x="0" y="1990420"/>
                  </a:lnTo>
                  <a:lnTo>
                    <a:pt x="9525" y="1990420"/>
                  </a:lnTo>
                  <a:lnTo>
                    <a:pt x="9525" y="1961845"/>
                  </a:lnTo>
                  <a:close/>
                </a:path>
                <a:path w="5238750" h="4286250">
                  <a:moveTo>
                    <a:pt x="9525" y="1914271"/>
                  </a:moveTo>
                  <a:lnTo>
                    <a:pt x="0" y="1914271"/>
                  </a:lnTo>
                  <a:lnTo>
                    <a:pt x="0" y="1942846"/>
                  </a:lnTo>
                  <a:lnTo>
                    <a:pt x="9525" y="1942846"/>
                  </a:lnTo>
                  <a:lnTo>
                    <a:pt x="9525" y="1914271"/>
                  </a:lnTo>
                  <a:close/>
                </a:path>
                <a:path w="5238750" h="4286250">
                  <a:moveTo>
                    <a:pt x="9525" y="1866684"/>
                  </a:moveTo>
                  <a:lnTo>
                    <a:pt x="0" y="1866684"/>
                  </a:lnTo>
                  <a:lnTo>
                    <a:pt x="0" y="1895259"/>
                  </a:lnTo>
                  <a:lnTo>
                    <a:pt x="9525" y="1895259"/>
                  </a:lnTo>
                  <a:lnTo>
                    <a:pt x="9525" y="1866684"/>
                  </a:lnTo>
                  <a:close/>
                </a:path>
                <a:path w="5238750" h="4286250">
                  <a:moveTo>
                    <a:pt x="9525" y="1819109"/>
                  </a:moveTo>
                  <a:lnTo>
                    <a:pt x="0" y="1819109"/>
                  </a:lnTo>
                  <a:lnTo>
                    <a:pt x="0" y="1847684"/>
                  </a:lnTo>
                  <a:lnTo>
                    <a:pt x="9525" y="1847684"/>
                  </a:lnTo>
                  <a:lnTo>
                    <a:pt x="9525" y="1819109"/>
                  </a:lnTo>
                  <a:close/>
                </a:path>
                <a:path w="5238750" h="4286250">
                  <a:moveTo>
                    <a:pt x="9525" y="1771535"/>
                  </a:moveTo>
                  <a:lnTo>
                    <a:pt x="0" y="1771535"/>
                  </a:lnTo>
                  <a:lnTo>
                    <a:pt x="0" y="1800110"/>
                  </a:lnTo>
                  <a:lnTo>
                    <a:pt x="9525" y="1800110"/>
                  </a:lnTo>
                  <a:lnTo>
                    <a:pt x="9525" y="1771535"/>
                  </a:lnTo>
                  <a:close/>
                </a:path>
                <a:path w="5238750" h="4286250">
                  <a:moveTo>
                    <a:pt x="9525" y="1723961"/>
                  </a:moveTo>
                  <a:lnTo>
                    <a:pt x="0" y="1723961"/>
                  </a:lnTo>
                  <a:lnTo>
                    <a:pt x="0" y="1752536"/>
                  </a:lnTo>
                  <a:lnTo>
                    <a:pt x="9525" y="1752536"/>
                  </a:lnTo>
                  <a:lnTo>
                    <a:pt x="9525" y="1723961"/>
                  </a:lnTo>
                  <a:close/>
                </a:path>
                <a:path w="5238750" h="4286250">
                  <a:moveTo>
                    <a:pt x="9525" y="1676374"/>
                  </a:moveTo>
                  <a:lnTo>
                    <a:pt x="0" y="1676374"/>
                  </a:lnTo>
                  <a:lnTo>
                    <a:pt x="0" y="1704949"/>
                  </a:lnTo>
                  <a:lnTo>
                    <a:pt x="9525" y="1704949"/>
                  </a:lnTo>
                  <a:lnTo>
                    <a:pt x="9525" y="1676374"/>
                  </a:lnTo>
                  <a:close/>
                </a:path>
                <a:path w="5238750" h="4286250">
                  <a:moveTo>
                    <a:pt x="9525" y="1628800"/>
                  </a:moveTo>
                  <a:lnTo>
                    <a:pt x="0" y="1628800"/>
                  </a:lnTo>
                  <a:lnTo>
                    <a:pt x="0" y="1657375"/>
                  </a:lnTo>
                  <a:lnTo>
                    <a:pt x="9525" y="1657375"/>
                  </a:lnTo>
                  <a:lnTo>
                    <a:pt x="9525" y="1628800"/>
                  </a:lnTo>
                  <a:close/>
                </a:path>
                <a:path w="5238750" h="4286250">
                  <a:moveTo>
                    <a:pt x="9525" y="1581226"/>
                  </a:moveTo>
                  <a:lnTo>
                    <a:pt x="0" y="1581226"/>
                  </a:lnTo>
                  <a:lnTo>
                    <a:pt x="0" y="1609801"/>
                  </a:lnTo>
                  <a:lnTo>
                    <a:pt x="9525" y="1609801"/>
                  </a:lnTo>
                  <a:lnTo>
                    <a:pt x="9525" y="1581226"/>
                  </a:lnTo>
                  <a:close/>
                </a:path>
                <a:path w="5238750" h="4286250">
                  <a:moveTo>
                    <a:pt x="9525" y="1533652"/>
                  </a:moveTo>
                  <a:lnTo>
                    <a:pt x="0" y="1533652"/>
                  </a:lnTo>
                  <a:lnTo>
                    <a:pt x="0" y="1562227"/>
                  </a:lnTo>
                  <a:lnTo>
                    <a:pt x="9525" y="1562227"/>
                  </a:lnTo>
                  <a:lnTo>
                    <a:pt x="9525" y="1533652"/>
                  </a:lnTo>
                  <a:close/>
                </a:path>
                <a:path w="5238750" h="4286250">
                  <a:moveTo>
                    <a:pt x="9525" y="1486077"/>
                  </a:moveTo>
                  <a:lnTo>
                    <a:pt x="0" y="1486077"/>
                  </a:lnTo>
                  <a:lnTo>
                    <a:pt x="0" y="1514652"/>
                  </a:lnTo>
                  <a:lnTo>
                    <a:pt x="9525" y="1514652"/>
                  </a:lnTo>
                  <a:lnTo>
                    <a:pt x="9525" y="1486077"/>
                  </a:lnTo>
                  <a:close/>
                </a:path>
                <a:path w="5238750" h="4286250">
                  <a:moveTo>
                    <a:pt x="9525" y="1438490"/>
                  </a:moveTo>
                  <a:lnTo>
                    <a:pt x="0" y="1438490"/>
                  </a:lnTo>
                  <a:lnTo>
                    <a:pt x="0" y="1467065"/>
                  </a:lnTo>
                  <a:lnTo>
                    <a:pt x="9525" y="1467065"/>
                  </a:lnTo>
                  <a:lnTo>
                    <a:pt x="9525" y="1438490"/>
                  </a:lnTo>
                  <a:close/>
                </a:path>
                <a:path w="5238750" h="4286250">
                  <a:moveTo>
                    <a:pt x="9525" y="1390916"/>
                  </a:moveTo>
                  <a:lnTo>
                    <a:pt x="0" y="1390916"/>
                  </a:lnTo>
                  <a:lnTo>
                    <a:pt x="0" y="1419491"/>
                  </a:lnTo>
                  <a:lnTo>
                    <a:pt x="9525" y="1419491"/>
                  </a:lnTo>
                  <a:lnTo>
                    <a:pt x="9525" y="1390916"/>
                  </a:lnTo>
                  <a:close/>
                </a:path>
                <a:path w="5238750" h="4286250">
                  <a:moveTo>
                    <a:pt x="9525" y="1343342"/>
                  </a:moveTo>
                  <a:lnTo>
                    <a:pt x="0" y="1343342"/>
                  </a:lnTo>
                  <a:lnTo>
                    <a:pt x="0" y="1371917"/>
                  </a:lnTo>
                  <a:lnTo>
                    <a:pt x="9525" y="1371917"/>
                  </a:lnTo>
                  <a:lnTo>
                    <a:pt x="9525" y="1343342"/>
                  </a:lnTo>
                  <a:close/>
                </a:path>
                <a:path w="5238750" h="4286250">
                  <a:moveTo>
                    <a:pt x="9525" y="1295768"/>
                  </a:moveTo>
                  <a:lnTo>
                    <a:pt x="0" y="1295768"/>
                  </a:lnTo>
                  <a:lnTo>
                    <a:pt x="0" y="1324343"/>
                  </a:lnTo>
                  <a:lnTo>
                    <a:pt x="9525" y="1324343"/>
                  </a:lnTo>
                  <a:lnTo>
                    <a:pt x="9525" y="1295768"/>
                  </a:lnTo>
                  <a:close/>
                </a:path>
                <a:path w="5238750" h="4286250">
                  <a:moveTo>
                    <a:pt x="9525" y="1248194"/>
                  </a:moveTo>
                  <a:lnTo>
                    <a:pt x="0" y="1248194"/>
                  </a:lnTo>
                  <a:lnTo>
                    <a:pt x="0" y="1276769"/>
                  </a:lnTo>
                  <a:lnTo>
                    <a:pt x="9525" y="1276769"/>
                  </a:lnTo>
                  <a:lnTo>
                    <a:pt x="9525" y="1248194"/>
                  </a:lnTo>
                  <a:close/>
                </a:path>
                <a:path w="5238750" h="4286250">
                  <a:moveTo>
                    <a:pt x="9525" y="1200607"/>
                  </a:moveTo>
                  <a:lnTo>
                    <a:pt x="0" y="1200607"/>
                  </a:lnTo>
                  <a:lnTo>
                    <a:pt x="0" y="1229182"/>
                  </a:lnTo>
                  <a:lnTo>
                    <a:pt x="9525" y="1229182"/>
                  </a:lnTo>
                  <a:lnTo>
                    <a:pt x="9525" y="1200607"/>
                  </a:lnTo>
                  <a:close/>
                </a:path>
                <a:path w="5238750" h="4286250">
                  <a:moveTo>
                    <a:pt x="9525" y="1153033"/>
                  </a:moveTo>
                  <a:lnTo>
                    <a:pt x="0" y="1153033"/>
                  </a:lnTo>
                  <a:lnTo>
                    <a:pt x="0" y="1181608"/>
                  </a:lnTo>
                  <a:lnTo>
                    <a:pt x="9525" y="1181608"/>
                  </a:lnTo>
                  <a:lnTo>
                    <a:pt x="9525" y="1153033"/>
                  </a:lnTo>
                  <a:close/>
                </a:path>
                <a:path w="5238750" h="4286250">
                  <a:moveTo>
                    <a:pt x="9525" y="1105458"/>
                  </a:moveTo>
                  <a:lnTo>
                    <a:pt x="0" y="1105458"/>
                  </a:lnTo>
                  <a:lnTo>
                    <a:pt x="0" y="1134033"/>
                  </a:lnTo>
                  <a:lnTo>
                    <a:pt x="9525" y="1134033"/>
                  </a:lnTo>
                  <a:lnTo>
                    <a:pt x="9525" y="1105458"/>
                  </a:lnTo>
                  <a:close/>
                </a:path>
                <a:path w="5238750" h="4286250">
                  <a:moveTo>
                    <a:pt x="9525" y="1057884"/>
                  </a:moveTo>
                  <a:lnTo>
                    <a:pt x="0" y="1057884"/>
                  </a:lnTo>
                  <a:lnTo>
                    <a:pt x="0" y="1086459"/>
                  </a:lnTo>
                  <a:lnTo>
                    <a:pt x="9525" y="1086459"/>
                  </a:lnTo>
                  <a:lnTo>
                    <a:pt x="9525" y="1057884"/>
                  </a:lnTo>
                  <a:close/>
                </a:path>
                <a:path w="5238750" h="4286250">
                  <a:moveTo>
                    <a:pt x="9525" y="1010310"/>
                  </a:moveTo>
                  <a:lnTo>
                    <a:pt x="0" y="1010310"/>
                  </a:lnTo>
                  <a:lnTo>
                    <a:pt x="0" y="1038885"/>
                  </a:lnTo>
                  <a:lnTo>
                    <a:pt x="9525" y="1038885"/>
                  </a:lnTo>
                  <a:lnTo>
                    <a:pt x="9525" y="1010310"/>
                  </a:lnTo>
                  <a:close/>
                </a:path>
                <a:path w="5238750" h="4286250">
                  <a:moveTo>
                    <a:pt x="9525" y="962723"/>
                  </a:moveTo>
                  <a:lnTo>
                    <a:pt x="0" y="962723"/>
                  </a:lnTo>
                  <a:lnTo>
                    <a:pt x="0" y="991298"/>
                  </a:lnTo>
                  <a:lnTo>
                    <a:pt x="9525" y="991298"/>
                  </a:lnTo>
                  <a:lnTo>
                    <a:pt x="9525" y="962723"/>
                  </a:lnTo>
                  <a:close/>
                </a:path>
                <a:path w="5238750" h="4286250">
                  <a:moveTo>
                    <a:pt x="9525" y="915149"/>
                  </a:moveTo>
                  <a:lnTo>
                    <a:pt x="0" y="915149"/>
                  </a:lnTo>
                  <a:lnTo>
                    <a:pt x="0" y="943724"/>
                  </a:lnTo>
                  <a:lnTo>
                    <a:pt x="9525" y="943724"/>
                  </a:lnTo>
                  <a:lnTo>
                    <a:pt x="9525" y="915149"/>
                  </a:lnTo>
                  <a:close/>
                </a:path>
                <a:path w="5238750" h="4286250">
                  <a:moveTo>
                    <a:pt x="9525" y="867575"/>
                  </a:moveTo>
                  <a:lnTo>
                    <a:pt x="0" y="867575"/>
                  </a:lnTo>
                  <a:lnTo>
                    <a:pt x="0" y="896150"/>
                  </a:lnTo>
                  <a:lnTo>
                    <a:pt x="9525" y="896150"/>
                  </a:lnTo>
                  <a:lnTo>
                    <a:pt x="9525" y="867575"/>
                  </a:lnTo>
                  <a:close/>
                </a:path>
                <a:path w="5238750" h="4286250">
                  <a:moveTo>
                    <a:pt x="9525" y="820000"/>
                  </a:moveTo>
                  <a:lnTo>
                    <a:pt x="0" y="820000"/>
                  </a:lnTo>
                  <a:lnTo>
                    <a:pt x="0" y="848575"/>
                  </a:lnTo>
                  <a:lnTo>
                    <a:pt x="9525" y="848575"/>
                  </a:lnTo>
                  <a:lnTo>
                    <a:pt x="9525" y="820000"/>
                  </a:lnTo>
                  <a:close/>
                </a:path>
                <a:path w="5238750" h="4286250">
                  <a:moveTo>
                    <a:pt x="9525" y="772414"/>
                  </a:moveTo>
                  <a:lnTo>
                    <a:pt x="0" y="772414"/>
                  </a:lnTo>
                  <a:lnTo>
                    <a:pt x="0" y="800989"/>
                  </a:lnTo>
                  <a:lnTo>
                    <a:pt x="9525" y="800989"/>
                  </a:lnTo>
                  <a:lnTo>
                    <a:pt x="9525" y="772414"/>
                  </a:lnTo>
                  <a:close/>
                </a:path>
                <a:path w="5238750" h="4286250">
                  <a:moveTo>
                    <a:pt x="9525" y="724839"/>
                  </a:moveTo>
                  <a:lnTo>
                    <a:pt x="0" y="724839"/>
                  </a:lnTo>
                  <a:lnTo>
                    <a:pt x="0" y="753414"/>
                  </a:lnTo>
                  <a:lnTo>
                    <a:pt x="9525" y="753414"/>
                  </a:lnTo>
                  <a:lnTo>
                    <a:pt x="9525" y="724839"/>
                  </a:lnTo>
                  <a:close/>
                </a:path>
                <a:path w="5238750" h="4286250">
                  <a:moveTo>
                    <a:pt x="9525" y="677265"/>
                  </a:moveTo>
                  <a:lnTo>
                    <a:pt x="0" y="677265"/>
                  </a:lnTo>
                  <a:lnTo>
                    <a:pt x="0" y="705840"/>
                  </a:lnTo>
                  <a:lnTo>
                    <a:pt x="9525" y="705840"/>
                  </a:lnTo>
                  <a:lnTo>
                    <a:pt x="9525" y="677265"/>
                  </a:lnTo>
                  <a:close/>
                </a:path>
                <a:path w="5238750" h="4286250">
                  <a:moveTo>
                    <a:pt x="9525" y="629691"/>
                  </a:moveTo>
                  <a:lnTo>
                    <a:pt x="0" y="629691"/>
                  </a:lnTo>
                  <a:lnTo>
                    <a:pt x="0" y="658266"/>
                  </a:lnTo>
                  <a:lnTo>
                    <a:pt x="9525" y="658266"/>
                  </a:lnTo>
                  <a:lnTo>
                    <a:pt x="9525" y="629691"/>
                  </a:lnTo>
                  <a:close/>
                </a:path>
                <a:path w="5238750" h="4286250">
                  <a:moveTo>
                    <a:pt x="9525" y="582117"/>
                  </a:moveTo>
                  <a:lnTo>
                    <a:pt x="0" y="582117"/>
                  </a:lnTo>
                  <a:lnTo>
                    <a:pt x="0" y="610692"/>
                  </a:lnTo>
                  <a:lnTo>
                    <a:pt x="9525" y="610692"/>
                  </a:lnTo>
                  <a:lnTo>
                    <a:pt x="9525" y="582117"/>
                  </a:lnTo>
                  <a:close/>
                </a:path>
                <a:path w="5238750" h="4286250">
                  <a:moveTo>
                    <a:pt x="9525" y="534530"/>
                  </a:moveTo>
                  <a:lnTo>
                    <a:pt x="0" y="534530"/>
                  </a:lnTo>
                  <a:lnTo>
                    <a:pt x="0" y="563105"/>
                  </a:lnTo>
                  <a:lnTo>
                    <a:pt x="9525" y="563105"/>
                  </a:lnTo>
                  <a:lnTo>
                    <a:pt x="9525" y="534530"/>
                  </a:lnTo>
                  <a:close/>
                </a:path>
                <a:path w="5238750" h="4286250">
                  <a:moveTo>
                    <a:pt x="9525" y="486956"/>
                  </a:moveTo>
                  <a:lnTo>
                    <a:pt x="0" y="486956"/>
                  </a:lnTo>
                  <a:lnTo>
                    <a:pt x="0" y="515531"/>
                  </a:lnTo>
                  <a:lnTo>
                    <a:pt x="9525" y="515531"/>
                  </a:lnTo>
                  <a:lnTo>
                    <a:pt x="9525" y="486956"/>
                  </a:lnTo>
                  <a:close/>
                </a:path>
                <a:path w="5238750" h="4286250">
                  <a:moveTo>
                    <a:pt x="9525" y="439381"/>
                  </a:moveTo>
                  <a:lnTo>
                    <a:pt x="0" y="439381"/>
                  </a:lnTo>
                  <a:lnTo>
                    <a:pt x="0" y="467956"/>
                  </a:lnTo>
                  <a:lnTo>
                    <a:pt x="9525" y="467956"/>
                  </a:lnTo>
                  <a:lnTo>
                    <a:pt x="9525" y="439381"/>
                  </a:lnTo>
                  <a:close/>
                </a:path>
                <a:path w="5238750" h="4286250">
                  <a:moveTo>
                    <a:pt x="9525" y="391807"/>
                  </a:moveTo>
                  <a:lnTo>
                    <a:pt x="0" y="391807"/>
                  </a:lnTo>
                  <a:lnTo>
                    <a:pt x="0" y="420382"/>
                  </a:lnTo>
                  <a:lnTo>
                    <a:pt x="9525" y="420382"/>
                  </a:lnTo>
                  <a:lnTo>
                    <a:pt x="9525" y="391807"/>
                  </a:lnTo>
                  <a:close/>
                </a:path>
                <a:path w="5238750" h="4286250">
                  <a:moveTo>
                    <a:pt x="9525" y="344233"/>
                  </a:moveTo>
                  <a:lnTo>
                    <a:pt x="0" y="344233"/>
                  </a:lnTo>
                  <a:lnTo>
                    <a:pt x="0" y="372808"/>
                  </a:lnTo>
                  <a:lnTo>
                    <a:pt x="9525" y="372808"/>
                  </a:lnTo>
                  <a:lnTo>
                    <a:pt x="9525" y="344233"/>
                  </a:lnTo>
                  <a:close/>
                </a:path>
                <a:path w="5238750" h="4286250">
                  <a:moveTo>
                    <a:pt x="9525" y="296646"/>
                  </a:moveTo>
                  <a:lnTo>
                    <a:pt x="0" y="296646"/>
                  </a:lnTo>
                  <a:lnTo>
                    <a:pt x="0" y="325221"/>
                  </a:lnTo>
                  <a:lnTo>
                    <a:pt x="9525" y="325221"/>
                  </a:lnTo>
                  <a:lnTo>
                    <a:pt x="9525" y="296646"/>
                  </a:lnTo>
                  <a:close/>
                </a:path>
                <a:path w="5238750" h="4286250">
                  <a:moveTo>
                    <a:pt x="9525" y="249072"/>
                  </a:moveTo>
                  <a:lnTo>
                    <a:pt x="0" y="249072"/>
                  </a:lnTo>
                  <a:lnTo>
                    <a:pt x="0" y="277647"/>
                  </a:lnTo>
                  <a:lnTo>
                    <a:pt x="9525" y="277647"/>
                  </a:lnTo>
                  <a:lnTo>
                    <a:pt x="9525" y="249072"/>
                  </a:lnTo>
                  <a:close/>
                </a:path>
                <a:path w="5238750" h="4286250">
                  <a:moveTo>
                    <a:pt x="9525" y="201498"/>
                  </a:moveTo>
                  <a:lnTo>
                    <a:pt x="0" y="201498"/>
                  </a:lnTo>
                  <a:lnTo>
                    <a:pt x="0" y="230073"/>
                  </a:lnTo>
                  <a:lnTo>
                    <a:pt x="9525" y="230073"/>
                  </a:lnTo>
                  <a:lnTo>
                    <a:pt x="9525" y="201498"/>
                  </a:lnTo>
                  <a:close/>
                </a:path>
                <a:path w="5238750" h="4286250">
                  <a:moveTo>
                    <a:pt x="9525" y="153924"/>
                  </a:moveTo>
                  <a:lnTo>
                    <a:pt x="0" y="153924"/>
                  </a:lnTo>
                  <a:lnTo>
                    <a:pt x="0" y="182499"/>
                  </a:lnTo>
                  <a:lnTo>
                    <a:pt x="9525" y="182499"/>
                  </a:lnTo>
                  <a:lnTo>
                    <a:pt x="9525" y="153924"/>
                  </a:lnTo>
                  <a:close/>
                </a:path>
                <a:path w="5238750" h="4286250">
                  <a:moveTo>
                    <a:pt x="9829" y="4178071"/>
                  </a:moveTo>
                  <a:lnTo>
                    <a:pt x="9525" y="4171950"/>
                  </a:lnTo>
                  <a:lnTo>
                    <a:pt x="9525" y="4150385"/>
                  </a:lnTo>
                  <a:lnTo>
                    <a:pt x="0" y="4150385"/>
                  </a:lnTo>
                  <a:lnTo>
                    <a:pt x="0" y="4171950"/>
                  </a:lnTo>
                  <a:lnTo>
                    <a:pt x="330" y="4178630"/>
                  </a:lnTo>
                  <a:lnTo>
                    <a:pt x="9829" y="4178071"/>
                  </a:lnTo>
                  <a:close/>
                </a:path>
                <a:path w="5238750" h="4286250">
                  <a:moveTo>
                    <a:pt x="9867" y="107340"/>
                  </a:moveTo>
                  <a:lnTo>
                    <a:pt x="368" y="106705"/>
                  </a:lnTo>
                  <a:lnTo>
                    <a:pt x="0" y="114300"/>
                  </a:lnTo>
                  <a:lnTo>
                    <a:pt x="0" y="134924"/>
                  </a:lnTo>
                  <a:lnTo>
                    <a:pt x="9525" y="134924"/>
                  </a:lnTo>
                  <a:lnTo>
                    <a:pt x="9525" y="114300"/>
                  </a:lnTo>
                  <a:lnTo>
                    <a:pt x="9867" y="107340"/>
                  </a:lnTo>
                  <a:close/>
                </a:path>
                <a:path w="5238750" h="4286250">
                  <a:moveTo>
                    <a:pt x="21348" y="4220184"/>
                  </a:moveTo>
                  <a:lnTo>
                    <a:pt x="17500" y="4212056"/>
                  </a:lnTo>
                  <a:lnTo>
                    <a:pt x="14020" y="4202328"/>
                  </a:lnTo>
                  <a:lnTo>
                    <a:pt x="12217" y="4195178"/>
                  </a:lnTo>
                  <a:lnTo>
                    <a:pt x="2946" y="4197286"/>
                  </a:lnTo>
                  <a:lnTo>
                    <a:pt x="4902" y="4205084"/>
                  </a:lnTo>
                  <a:lnTo>
                    <a:pt x="8699" y="4215701"/>
                  </a:lnTo>
                  <a:lnTo>
                    <a:pt x="12890" y="4224566"/>
                  </a:lnTo>
                  <a:lnTo>
                    <a:pt x="21348" y="4220184"/>
                  </a:lnTo>
                  <a:close/>
                </a:path>
                <a:path w="5238750" h="4286250">
                  <a:moveTo>
                    <a:pt x="21717" y="65278"/>
                  </a:moveTo>
                  <a:lnTo>
                    <a:pt x="13296" y="60820"/>
                  </a:lnTo>
                  <a:lnTo>
                    <a:pt x="8699" y="70561"/>
                  </a:lnTo>
                  <a:lnTo>
                    <a:pt x="4902" y="81178"/>
                  </a:lnTo>
                  <a:lnTo>
                    <a:pt x="3175" y="88023"/>
                  </a:lnTo>
                  <a:lnTo>
                    <a:pt x="12446" y="90208"/>
                  </a:lnTo>
                  <a:lnTo>
                    <a:pt x="14020" y="83934"/>
                  </a:lnTo>
                  <a:lnTo>
                    <a:pt x="17500" y="74206"/>
                  </a:lnTo>
                  <a:lnTo>
                    <a:pt x="21717" y="65278"/>
                  </a:lnTo>
                  <a:close/>
                </a:path>
                <a:path w="5238750" h="4286250">
                  <a:moveTo>
                    <a:pt x="49301" y="4254055"/>
                  </a:moveTo>
                  <a:lnTo>
                    <a:pt x="47866" y="4252988"/>
                  </a:lnTo>
                  <a:lnTo>
                    <a:pt x="40220" y="4246042"/>
                  </a:lnTo>
                  <a:lnTo>
                    <a:pt x="33274" y="4238396"/>
                  </a:lnTo>
                  <a:lnTo>
                    <a:pt x="30734" y="4234980"/>
                  </a:lnTo>
                  <a:lnTo>
                    <a:pt x="23139" y="4240708"/>
                  </a:lnTo>
                  <a:lnTo>
                    <a:pt x="25908" y="4244429"/>
                  </a:lnTo>
                  <a:lnTo>
                    <a:pt x="33477" y="4252773"/>
                  </a:lnTo>
                  <a:lnTo>
                    <a:pt x="41833" y="4260354"/>
                  </a:lnTo>
                  <a:lnTo>
                    <a:pt x="43395" y="4261510"/>
                  </a:lnTo>
                  <a:lnTo>
                    <a:pt x="49301" y="4254055"/>
                  </a:lnTo>
                  <a:close/>
                </a:path>
                <a:path w="5238750" h="4286250">
                  <a:moveTo>
                    <a:pt x="50025" y="31673"/>
                  </a:moveTo>
                  <a:lnTo>
                    <a:pt x="44183" y="24168"/>
                  </a:lnTo>
                  <a:lnTo>
                    <a:pt x="41833" y="25908"/>
                  </a:lnTo>
                  <a:lnTo>
                    <a:pt x="33489" y="33489"/>
                  </a:lnTo>
                  <a:lnTo>
                    <a:pt x="25908" y="41833"/>
                  </a:lnTo>
                  <a:lnTo>
                    <a:pt x="23723" y="44767"/>
                  </a:lnTo>
                  <a:lnTo>
                    <a:pt x="31267" y="50571"/>
                  </a:lnTo>
                  <a:lnTo>
                    <a:pt x="33274" y="47866"/>
                  </a:lnTo>
                  <a:lnTo>
                    <a:pt x="40220" y="40220"/>
                  </a:lnTo>
                  <a:lnTo>
                    <a:pt x="47866" y="33274"/>
                  </a:lnTo>
                  <a:lnTo>
                    <a:pt x="50025" y="31673"/>
                  </a:lnTo>
                  <a:close/>
                </a:path>
                <a:path w="5238750" h="4286250">
                  <a:moveTo>
                    <a:pt x="88671" y="4273435"/>
                  </a:moveTo>
                  <a:lnTo>
                    <a:pt x="83934" y="4272242"/>
                  </a:lnTo>
                  <a:lnTo>
                    <a:pt x="74206" y="4268749"/>
                  </a:lnTo>
                  <a:lnTo>
                    <a:pt x="64871" y="4264342"/>
                  </a:lnTo>
                  <a:lnTo>
                    <a:pt x="63931" y="4263783"/>
                  </a:lnTo>
                  <a:lnTo>
                    <a:pt x="59347" y="4272140"/>
                  </a:lnTo>
                  <a:lnTo>
                    <a:pt x="60375" y="4272750"/>
                  </a:lnTo>
                  <a:lnTo>
                    <a:pt x="70561" y="4277550"/>
                  </a:lnTo>
                  <a:lnTo>
                    <a:pt x="81178" y="4281360"/>
                  </a:lnTo>
                  <a:lnTo>
                    <a:pt x="86334" y="4282656"/>
                  </a:lnTo>
                  <a:lnTo>
                    <a:pt x="88671" y="4273435"/>
                  </a:lnTo>
                  <a:close/>
                </a:path>
                <a:path w="5238750" h="4286250">
                  <a:moveTo>
                    <a:pt x="89547" y="12611"/>
                  </a:moveTo>
                  <a:lnTo>
                    <a:pt x="87299" y="3365"/>
                  </a:lnTo>
                  <a:lnTo>
                    <a:pt x="81178" y="4902"/>
                  </a:lnTo>
                  <a:lnTo>
                    <a:pt x="70561" y="8712"/>
                  </a:lnTo>
                  <a:lnTo>
                    <a:pt x="60375" y="13512"/>
                  </a:lnTo>
                  <a:lnTo>
                    <a:pt x="60172" y="13627"/>
                  </a:lnTo>
                  <a:lnTo>
                    <a:pt x="64693" y="22021"/>
                  </a:lnTo>
                  <a:lnTo>
                    <a:pt x="64871" y="21920"/>
                  </a:lnTo>
                  <a:lnTo>
                    <a:pt x="74206" y="17500"/>
                  </a:lnTo>
                  <a:lnTo>
                    <a:pt x="83934" y="14020"/>
                  </a:lnTo>
                  <a:lnTo>
                    <a:pt x="89547" y="12611"/>
                  </a:lnTo>
                  <a:close/>
                </a:path>
                <a:path w="5238750" h="4286250">
                  <a:moveTo>
                    <a:pt x="133223" y="4276725"/>
                  </a:moveTo>
                  <a:lnTo>
                    <a:pt x="114300" y="4276725"/>
                  </a:lnTo>
                  <a:lnTo>
                    <a:pt x="105841" y="4276318"/>
                  </a:lnTo>
                  <a:lnTo>
                    <a:pt x="105067" y="4285805"/>
                  </a:lnTo>
                  <a:lnTo>
                    <a:pt x="114300" y="4286250"/>
                  </a:lnTo>
                  <a:lnTo>
                    <a:pt x="133223" y="4286250"/>
                  </a:lnTo>
                  <a:lnTo>
                    <a:pt x="133223" y="4276725"/>
                  </a:lnTo>
                  <a:close/>
                </a:path>
                <a:path w="5238750" h="4286250">
                  <a:moveTo>
                    <a:pt x="142875" y="0"/>
                  </a:moveTo>
                  <a:lnTo>
                    <a:pt x="114300" y="0"/>
                  </a:lnTo>
                  <a:lnTo>
                    <a:pt x="106006" y="406"/>
                  </a:lnTo>
                  <a:lnTo>
                    <a:pt x="106692" y="9893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5238750" h="4286250">
                  <a:moveTo>
                    <a:pt x="180809" y="4276725"/>
                  </a:moveTo>
                  <a:lnTo>
                    <a:pt x="152234" y="4276725"/>
                  </a:lnTo>
                  <a:lnTo>
                    <a:pt x="152234" y="4286250"/>
                  </a:lnTo>
                  <a:lnTo>
                    <a:pt x="180809" y="4286250"/>
                  </a:lnTo>
                  <a:lnTo>
                    <a:pt x="180809" y="4276725"/>
                  </a:lnTo>
                  <a:close/>
                </a:path>
                <a:path w="5238750" h="4286250">
                  <a:moveTo>
                    <a:pt x="190461" y="0"/>
                  </a:moveTo>
                  <a:lnTo>
                    <a:pt x="161886" y="0"/>
                  </a:lnTo>
                  <a:lnTo>
                    <a:pt x="161886" y="9525"/>
                  </a:lnTo>
                  <a:lnTo>
                    <a:pt x="190461" y="9525"/>
                  </a:lnTo>
                  <a:lnTo>
                    <a:pt x="190461" y="0"/>
                  </a:lnTo>
                  <a:close/>
                </a:path>
                <a:path w="5238750" h="4286250">
                  <a:moveTo>
                    <a:pt x="228384" y="4276725"/>
                  </a:moveTo>
                  <a:lnTo>
                    <a:pt x="199809" y="4276725"/>
                  </a:lnTo>
                  <a:lnTo>
                    <a:pt x="199809" y="4286250"/>
                  </a:lnTo>
                  <a:lnTo>
                    <a:pt x="228384" y="4286250"/>
                  </a:lnTo>
                  <a:lnTo>
                    <a:pt x="228384" y="4276725"/>
                  </a:lnTo>
                  <a:close/>
                </a:path>
                <a:path w="5238750" h="4286250">
                  <a:moveTo>
                    <a:pt x="238036" y="0"/>
                  </a:moveTo>
                  <a:lnTo>
                    <a:pt x="209461" y="0"/>
                  </a:lnTo>
                  <a:lnTo>
                    <a:pt x="209461" y="9525"/>
                  </a:lnTo>
                  <a:lnTo>
                    <a:pt x="238036" y="9525"/>
                  </a:lnTo>
                  <a:lnTo>
                    <a:pt x="238036" y="0"/>
                  </a:lnTo>
                  <a:close/>
                </a:path>
                <a:path w="5238750" h="4286250">
                  <a:moveTo>
                    <a:pt x="275958" y="4276725"/>
                  </a:moveTo>
                  <a:lnTo>
                    <a:pt x="247383" y="4276725"/>
                  </a:lnTo>
                  <a:lnTo>
                    <a:pt x="247383" y="4286250"/>
                  </a:lnTo>
                  <a:lnTo>
                    <a:pt x="275958" y="4286250"/>
                  </a:lnTo>
                  <a:lnTo>
                    <a:pt x="275958" y="4276725"/>
                  </a:lnTo>
                  <a:close/>
                </a:path>
                <a:path w="5238750" h="4286250">
                  <a:moveTo>
                    <a:pt x="285610" y="0"/>
                  </a:moveTo>
                  <a:lnTo>
                    <a:pt x="257035" y="0"/>
                  </a:lnTo>
                  <a:lnTo>
                    <a:pt x="257035" y="9525"/>
                  </a:lnTo>
                  <a:lnTo>
                    <a:pt x="285610" y="9525"/>
                  </a:lnTo>
                  <a:lnTo>
                    <a:pt x="285610" y="0"/>
                  </a:lnTo>
                  <a:close/>
                </a:path>
                <a:path w="5238750" h="4286250">
                  <a:moveTo>
                    <a:pt x="323532" y="4276725"/>
                  </a:moveTo>
                  <a:lnTo>
                    <a:pt x="294957" y="4276725"/>
                  </a:lnTo>
                  <a:lnTo>
                    <a:pt x="294957" y="4286250"/>
                  </a:lnTo>
                  <a:lnTo>
                    <a:pt x="323532" y="4286250"/>
                  </a:lnTo>
                  <a:lnTo>
                    <a:pt x="323532" y="4276725"/>
                  </a:lnTo>
                  <a:close/>
                </a:path>
                <a:path w="5238750" h="4286250">
                  <a:moveTo>
                    <a:pt x="333184" y="0"/>
                  </a:moveTo>
                  <a:lnTo>
                    <a:pt x="304609" y="0"/>
                  </a:lnTo>
                  <a:lnTo>
                    <a:pt x="304609" y="9525"/>
                  </a:lnTo>
                  <a:lnTo>
                    <a:pt x="333184" y="9525"/>
                  </a:lnTo>
                  <a:lnTo>
                    <a:pt x="333184" y="0"/>
                  </a:lnTo>
                  <a:close/>
                </a:path>
                <a:path w="5238750" h="4286250">
                  <a:moveTo>
                    <a:pt x="371106" y="4276725"/>
                  </a:moveTo>
                  <a:lnTo>
                    <a:pt x="342531" y="4276725"/>
                  </a:lnTo>
                  <a:lnTo>
                    <a:pt x="342531" y="4286250"/>
                  </a:lnTo>
                  <a:lnTo>
                    <a:pt x="371106" y="4286250"/>
                  </a:lnTo>
                  <a:lnTo>
                    <a:pt x="371106" y="4276725"/>
                  </a:lnTo>
                  <a:close/>
                </a:path>
                <a:path w="5238750" h="4286250">
                  <a:moveTo>
                    <a:pt x="380771" y="0"/>
                  </a:moveTo>
                  <a:lnTo>
                    <a:pt x="352196" y="0"/>
                  </a:lnTo>
                  <a:lnTo>
                    <a:pt x="352196" y="9525"/>
                  </a:lnTo>
                  <a:lnTo>
                    <a:pt x="380771" y="9525"/>
                  </a:lnTo>
                  <a:lnTo>
                    <a:pt x="380771" y="0"/>
                  </a:lnTo>
                  <a:close/>
                </a:path>
                <a:path w="5238750" h="4286250">
                  <a:moveTo>
                    <a:pt x="418693" y="4276725"/>
                  </a:moveTo>
                  <a:lnTo>
                    <a:pt x="390118" y="4276725"/>
                  </a:lnTo>
                  <a:lnTo>
                    <a:pt x="390118" y="4286250"/>
                  </a:lnTo>
                  <a:lnTo>
                    <a:pt x="418693" y="4286250"/>
                  </a:lnTo>
                  <a:lnTo>
                    <a:pt x="418693" y="4276725"/>
                  </a:lnTo>
                  <a:close/>
                </a:path>
                <a:path w="5238750" h="4286250">
                  <a:moveTo>
                    <a:pt x="428345" y="0"/>
                  </a:moveTo>
                  <a:lnTo>
                    <a:pt x="399770" y="0"/>
                  </a:lnTo>
                  <a:lnTo>
                    <a:pt x="399770" y="9525"/>
                  </a:lnTo>
                  <a:lnTo>
                    <a:pt x="428345" y="9525"/>
                  </a:lnTo>
                  <a:lnTo>
                    <a:pt x="428345" y="0"/>
                  </a:lnTo>
                  <a:close/>
                </a:path>
                <a:path w="5238750" h="4286250">
                  <a:moveTo>
                    <a:pt x="466267" y="4276725"/>
                  </a:moveTo>
                  <a:lnTo>
                    <a:pt x="437692" y="4276725"/>
                  </a:lnTo>
                  <a:lnTo>
                    <a:pt x="437692" y="4286250"/>
                  </a:lnTo>
                  <a:lnTo>
                    <a:pt x="466267" y="4286250"/>
                  </a:lnTo>
                  <a:lnTo>
                    <a:pt x="466267" y="4276725"/>
                  </a:lnTo>
                  <a:close/>
                </a:path>
                <a:path w="5238750" h="4286250">
                  <a:moveTo>
                    <a:pt x="475919" y="0"/>
                  </a:moveTo>
                  <a:lnTo>
                    <a:pt x="447344" y="0"/>
                  </a:lnTo>
                  <a:lnTo>
                    <a:pt x="447344" y="9525"/>
                  </a:lnTo>
                  <a:lnTo>
                    <a:pt x="475919" y="9525"/>
                  </a:lnTo>
                  <a:lnTo>
                    <a:pt x="475919" y="0"/>
                  </a:lnTo>
                  <a:close/>
                </a:path>
                <a:path w="5238750" h="4286250">
                  <a:moveTo>
                    <a:pt x="513842" y="4276725"/>
                  </a:moveTo>
                  <a:lnTo>
                    <a:pt x="485267" y="4276725"/>
                  </a:lnTo>
                  <a:lnTo>
                    <a:pt x="485267" y="4286250"/>
                  </a:lnTo>
                  <a:lnTo>
                    <a:pt x="513842" y="4286250"/>
                  </a:lnTo>
                  <a:lnTo>
                    <a:pt x="513842" y="4276725"/>
                  </a:lnTo>
                  <a:close/>
                </a:path>
                <a:path w="5238750" h="4286250">
                  <a:moveTo>
                    <a:pt x="523494" y="0"/>
                  </a:moveTo>
                  <a:lnTo>
                    <a:pt x="494919" y="0"/>
                  </a:lnTo>
                  <a:lnTo>
                    <a:pt x="494919" y="9525"/>
                  </a:lnTo>
                  <a:lnTo>
                    <a:pt x="523494" y="9525"/>
                  </a:lnTo>
                  <a:lnTo>
                    <a:pt x="523494" y="0"/>
                  </a:lnTo>
                  <a:close/>
                </a:path>
                <a:path w="5238750" h="4286250">
                  <a:moveTo>
                    <a:pt x="561416" y="4276725"/>
                  </a:moveTo>
                  <a:lnTo>
                    <a:pt x="532841" y="4276725"/>
                  </a:lnTo>
                  <a:lnTo>
                    <a:pt x="532841" y="4286250"/>
                  </a:lnTo>
                  <a:lnTo>
                    <a:pt x="561416" y="4286250"/>
                  </a:lnTo>
                  <a:lnTo>
                    <a:pt x="561416" y="4276725"/>
                  </a:lnTo>
                  <a:close/>
                </a:path>
                <a:path w="5238750" h="4286250">
                  <a:moveTo>
                    <a:pt x="571068" y="0"/>
                  </a:moveTo>
                  <a:lnTo>
                    <a:pt x="542493" y="0"/>
                  </a:lnTo>
                  <a:lnTo>
                    <a:pt x="542493" y="9525"/>
                  </a:lnTo>
                  <a:lnTo>
                    <a:pt x="571068" y="9525"/>
                  </a:lnTo>
                  <a:lnTo>
                    <a:pt x="571068" y="0"/>
                  </a:lnTo>
                  <a:close/>
                </a:path>
                <a:path w="5238750" h="4286250">
                  <a:moveTo>
                    <a:pt x="609003" y="4276725"/>
                  </a:moveTo>
                  <a:lnTo>
                    <a:pt x="580428" y="4276725"/>
                  </a:lnTo>
                  <a:lnTo>
                    <a:pt x="580428" y="4286250"/>
                  </a:lnTo>
                  <a:lnTo>
                    <a:pt x="609003" y="4286250"/>
                  </a:lnTo>
                  <a:lnTo>
                    <a:pt x="609003" y="4276725"/>
                  </a:lnTo>
                  <a:close/>
                </a:path>
                <a:path w="5238750" h="4286250">
                  <a:moveTo>
                    <a:pt x="618655" y="0"/>
                  </a:moveTo>
                  <a:lnTo>
                    <a:pt x="590080" y="0"/>
                  </a:lnTo>
                  <a:lnTo>
                    <a:pt x="590080" y="9525"/>
                  </a:lnTo>
                  <a:lnTo>
                    <a:pt x="618655" y="9525"/>
                  </a:lnTo>
                  <a:lnTo>
                    <a:pt x="618655" y="0"/>
                  </a:lnTo>
                  <a:close/>
                </a:path>
                <a:path w="5238750" h="4286250">
                  <a:moveTo>
                    <a:pt x="656577" y="4276725"/>
                  </a:moveTo>
                  <a:lnTo>
                    <a:pt x="628002" y="4276725"/>
                  </a:lnTo>
                  <a:lnTo>
                    <a:pt x="628002" y="4286250"/>
                  </a:lnTo>
                  <a:lnTo>
                    <a:pt x="656577" y="4286250"/>
                  </a:lnTo>
                  <a:lnTo>
                    <a:pt x="656577" y="4276725"/>
                  </a:lnTo>
                  <a:close/>
                </a:path>
                <a:path w="5238750" h="4286250">
                  <a:moveTo>
                    <a:pt x="666229" y="0"/>
                  </a:moveTo>
                  <a:lnTo>
                    <a:pt x="637654" y="0"/>
                  </a:lnTo>
                  <a:lnTo>
                    <a:pt x="637654" y="9525"/>
                  </a:lnTo>
                  <a:lnTo>
                    <a:pt x="666229" y="9525"/>
                  </a:lnTo>
                  <a:lnTo>
                    <a:pt x="666229" y="0"/>
                  </a:lnTo>
                  <a:close/>
                </a:path>
                <a:path w="5238750" h="4286250">
                  <a:moveTo>
                    <a:pt x="704151" y="4276725"/>
                  </a:moveTo>
                  <a:lnTo>
                    <a:pt x="675576" y="4276725"/>
                  </a:lnTo>
                  <a:lnTo>
                    <a:pt x="675576" y="4286250"/>
                  </a:lnTo>
                  <a:lnTo>
                    <a:pt x="704151" y="4286250"/>
                  </a:lnTo>
                  <a:lnTo>
                    <a:pt x="704151" y="4276725"/>
                  </a:lnTo>
                  <a:close/>
                </a:path>
                <a:path w="5238750" h="4286250">
                  <a:moveTo>
                    <a:pt x="713803" y="0"/>
                  </a:moveTo>
                  <a:lnTo>
                    <a:pt x="685228" y="0"/>
                  </a:lnTo>
                  <a:lnTo>
                    <a:pt x="685228" y="9525"/>
                  </a:lnTo>
                  <a:lnTo>
                    <a:pt x="713803" y="9525"/>
                  </a:lnTo>
                  <a:lnTo>
                    <a:pt x="713803" y="0"/>
                  </a:lnTo>
                  <a:close/>
                </a:path>
                <a:path w="5238750" h="4286250">
                  <a:moveTo>
                    <a:pt x="751725" y="4276725"/>
                  </a:moveTo>
                  <a:lnTo>
                    <a:pt x="723150" y="4276725"/>
                  </a:lnTo>
                  <a:lnTo>
                    <a:pt x="723150" y="4286250"/>
                  </a:lnTo>
                  <a:lnTo>
                    <a:pt x="751725" y="4286250"/>
                  </a:lnTo>
                  <a:lnTo>
                    <a:pt x="751725" y="4276725"/>
                  </a:lnTo>
                  <a:close/>
                </a:path>
                <a:path w="5238750" h="4286250">
                  <a:moveTo>
                    <a:pt x="761377" y="0"/>
                  </a:moveTo>
                  <a:lnTo>
                    <a:pt x="732802" y="0"/>
                  </a:lnTo>
                  <a:lnTo>
                    <a:pt x="732802" y="9525"/>
                  </a:lnTo>
                  <a:lnTo>
                    <a:pt x="761377" y="9525"/>
                  </a:lnTo>
                  <a:lnTo>
                    <a:pt x="761377" y="0"/>
                  </a:lnTo>
                  <a:close/>
                </a:path>
                <a:path w="5238750" h="4286250">
                  <a:moveTo>
                    <a:pt x="799299" y="4276725"/>
                  </a:moveTo>
                  <a:lnTo>
                    <a:pt x="770724" y="4276725"/>
                  </a:lnTo>
                  <a:lnTo>
                    <a:pt x="770724" y="4286250"/>
                  </a:lnTo>
                  <a:lnTo>
                    <a:pt x="799299" y="4286250"/>
                  </a:lnTo>
                  <a:lnTo>
                    <a:pt x="799299" y="4276725"/>
                  </a:lnTo>
                  <a:close/>
                </a:path>
                <a:path w="5238750" h="4286250">
                  <a:moveTo>
                    <a:pt x="808951" y="0"/>
                  </a:moveTo>
                  <a:lnTo>
                    <a:pt x="780376" y="0"/>
                  </a:lnTo>
                  <a:lnTo>
                    <a:pt x="780376" y="9525"/>
                  </a:lnTo>
                  <a:lnTo>
                    <a:pt x="808951" y="9525"/>
                  </a:lnTo>
                  <a:lnTo>
                    <a:pt x="808951" y="0"/>
                  </a:lnTo>
                  <a:close/>
                </a:path>
                <a:path w="5238750" h="4286250">
                  <a:moveTo>
                    <a:pt x="846886" y="4276725"/>
                  </a:moveTo>
                  <a:lnTo>
                    <a:pt x="818311" y="4276725"/>
                  </a:lnTo>
                  <a:lnTo>
                    <a:pt x="818311" y="4286250"/>
                  </a:lnTo>
                  <a:lnTo>
                    <a:pt x="846886" y="4286250"/>
                  </a:lnTo>
                  <a:lnTo>
                    <a:pt x="846886" y="4276725"/>
                  </a:lnTo>
                  <a:close/>
                </a:path>
                <a:path w="5238750" h="4286250">
                  <a:moveTo>
                    <a:pt x="856538" y="0"/>
                  </a:moveTo>
                  <a:lnTo>
                    <a:pt x="827963" y="0"/>
                  </a:lnTo>
                  <a:lnTo>
                    <a:pt x="827963" y="9525"/>
                  </a:lnTo>
                  <a:lnTo>
                    <a:pt x="856538" y="9525"/>
                  </a:lnTo>
                  <a:lnTo>
                    <a:pt x="856538" y="0"/>
                  </a:lnTo>
                  <a:close/>
                </a:path>
                <a:path w="5238750" h="4286250">
                  <a:moveTo>
                    <a:pt x="894461" y="4276725"/>
                  </a:moveTo>
                  <a:lnTo>
                    <a:pt x="865886" y="4276725"/>
                  </a:lnTo>
                  <a:lnTo>
                    <a:pt x="865886" y="4286250"/>
                  </a:lnTo>
                  <a:lnTo>
                    <a:pt x="894461" y="4286250"/>
                  </a:lnTo>
                  <a:lnTo>
                    <a:pt x="894461" y="4276725"/>
                  </a:lnTo>
                  <a:close/>
                </a:path>
                <a:path w="5238750" h="4286250">
                  <a:moveTo>
                    <a:pt x="904113" y="0"/>
                  </a:moveTo>
                  <a:lnTo>
                    <a:pt x="875538" y="0"/>
                  </a:lnTo>
                  <a:lnTo>
                    <a:pt x="875538" y="9525"/>
                  </a:lnTo>
                  <a:lnTo>
                    <a:pt x="904113" y="9525"/>
                  </a:lnTo>
                  <a:lnTo>
                    <a:pt x="904113" y="0"/>
                  </a:lnTo>
                  <a:close/>
                </a:path>
                <a:path w="5238750" h="4286250">
                  <a:moveTo>
                    <a:pt x="942035" y="4276725"/>
                  </a:moveTo>
                  <a:lnTo>
                    <a:pt x="913460" y="4276725"/>
                  </a:lnTo>
                  <a:lnTo>
                    <a:pt x="913460" y="4286250"/>
                  </a:lnTo>
                  <a:lnTo>
                    <a:pt x="942035" y="4286250"/>
                  </a:lnTo>
                  <a:lnTo>
                    <a:pt x="942035" y="4276725"/>
                  </a:lnTo>
                  <a:close/>
                </a:path>
                <a:path w="5238750" h="4286250">
                  <a:moveTo>
                    <a:pt x="951687" y="0"/>
                  </a:moveTo>
                  <a:lnTo>
                    <a:pt x="923112" y="0"/>
                  </a:lnTo>
                  <a:lnTo>
                    <a:pt x="923112" y="9525"/>
                  </a:lnTo>
                  <a:lnTo>
                    <a:pt x="951687" y="9525"/>
                  </a:lnTo>
                  <a:lnTo>
                    <a:pt x="951687" y="0"/>
                  </a:lnTo>
                  <a:close/>
                </a:path>
                <a:path w="5238750" h="4286250">
                  <a:moveTo>
                    <a:pt x="989609" y="4276725"/>
                  </a:moveTo>
                  <a:lnTo>
                    <a:pt x="961034" y="4276725"/>
                  </a:lnTo>
                  <a:lnTo>
                    <a:pt x="961034" y="4286250"/>
                  </a:lnTo>
                  <a:lnTo>
                    <a:pt x="989609" y="4286250"/>
                  </a:lnTo>
                  <a:lnTo>
                    <a:pt x="989609" y="4276725"/>
                  </a:lnTo>
                  <a:close/>
                </a:path>
                <a:path w="5238750" h="4286250">
                  <a:moveTo>
                    <a:pt x="999261" y="0"/>
                  </a:moveTo>
                  <a:lnTo>
                    <a:pt x="970686" y="0"/>
                  </a:lnTo>
                  <a:lnTo>
                    <a:pt x="970686" y="9525"/>
                  </a:lnTo>
                  <a:lnTo>
                    <a:pt x="999261" y="9525"/>
                  </a:lnTo>
                  <a:lnTo>
                    <a:pt x="999261" y="0"/>
                  </a:lnTo>
                  <a:close/>
                </a:path>
                <a:path w="5238750" h="4286250">
                  <a:moveTo>
                    <a:pt x="1037183" y="4276725"/>
                  </a:moveTo>
                  <a:lnTo>
                    <a:pt x="1008608" y="4276725"/>
                  </a:lnTo>
                  <a:lnTo>
                    <a:pt x="1008608" y="4286250"/>
                  </a:lnTo>
                  <a:lnTo>
                    <a:pt x="1037183" y="4286250"/>
                  </a:lnTo>
                  <a:lnTo>
                    <a:pt x="1037183" y="4276725"/>
                  </a:lnTo>
                  <a:close/>
                </a:path>
                <a:path w="5238750" h="4286250">
                  <a:moveTo>
                    <a:pt x="1046848" y="0"/>
                  </a:moveTo>
                  <a:lnTo>
                    <a:pt x="1018273" y="0"/>
                  </a:lnTo>
                  <a:lnTo>
                    <a:pt x="1018273" y="9525"/>
                  </a:lnTo>
                  <a:lnTo>
                    <a:pt x="1046848" y="9525"/>
                  </a:lnTo>
                  <a:lnTo>
                    <a:pt x="1046848" y="0"/>
                  </a:lnTo>
                  <a:close/>
                </a:path>
                <a:path w="5238750" h="4286250">
                  <a:moveTo>
                    <a:pt x="1084770" y="4276725"/>
                  </a:moveTo>
                  <a:lnTo>
                    <a:pt x="1056195" y="4276725"/>
                  </a:lnTo>
                  <a:lnTo>
                    <a:pt x="1056195" y="4286250"/>
                  </a:lnTo>
                  <a:lnTo>
                    <a:pt x="1084770" y="4286250"/>
                  </a:lnTo>
                  <a:lnTo>
                    <a:pt x="1084770" y="4276725"/>
                  </a:lnTo>
                  <a:close/>
                </a:path>
                <a:path w="5238750" h="4286250">
                  <a:moveTo>
                    <a:pt x="1094422" y="0"/>
                  </a:moveTo>
                  <a:lnTo>
                    <a:pt x="1065847" y="0"/>
                  </a:lnTo>
                  <a:lnTo>
                    <a:pt x="1065847" y="9525"/>
                  </a:lnTo>
                  <a:lnTo>
                    <a:pt x="1094422" y="9525"/>
                  </a:lnTo>
                  <a:lnTo>
                    <a:pt x="1094422" y="0"/>
                  </a:lnTo>
                  <a:close/>
                </a:path>
                <a:path w="5238750" h="4286250">
                  <a:moveTo>
                    <a:pt x="1132344" y="4276725"/>
                  </a:moveTo>
                  <a:lnTo>
                    <a:pt x="1103769" y="4276725"/>
                  </a:lnTo>
                  <a:lnTo>
                    <a:pt x="1103769" y="4286250"/>
                  </a:lnTo>
                  <a:lnTo>
                    <a:pt x="1132344" y="4286250"/>
                  </a:lnTo>
                  <a:lnTo>
                    <a:pt x="1132344" y="4276725"/>
                  </a:lnTo>
                  <a:close/>
                </a:path>
                <a:path w="5238750" h="4286250">
                  <a:moveTo>
                    <a:pt x="1141996" y="0"/>
                  </a:moveTo>
                  <a:lnTo>
                    <a:pt x="1113421" y="0"/>
                  </a:lnTo>
                  <a:lnTo>
                    <a:pt x="1113421" y="9525"/>
                  </a:lnTo>
                  <a:lnTo>
                    <a:pt x="1141996" y="9525"/>
                  </a:lnTo>
                  <a:lnTo>
                    <a:pt x="1141996" y="0"/>
                  </a:lnTo>
                  <a:close/>
                </a:path>
                <a:path w="5238750" h="4286250">
                  <a:moveTo>
                    <a:pt x="1179918" y="4276725"/>
                  </a:moveTo>
                  <a:lnTo>
                    <a:pt x="1151343" y="4276725"/>
                  </a:lnTo>
                  <a:lnTo>
                    <a:pt x="1151343" y="4286250"/>
                  </a:lnTo>
                  <a:lnTo>
                    <a:pt x="1179918" y="4286250"/>
                  </a:lnTo>
                  <a:lnTo>
                    <a:pt x="1179918" y="4276725"/>
                  </a:lnTo>
                  <a:close/>
                </a:path>
                <a:path w="5238750" h="4286250">
                  <a:moveTo>
                    <a:pt x="1189570" y="0"/>
                  </a:moveTo>
                  <a:lnTo>
                    <a:pt x="1160995" y="0"/>
                  </a:lnTo>
                  <a:lnTo>
                    <a:pt x="1160995" y="9525"/>
                  </a:lnTo>
                  <a:lnTo>
                    <a:pt x="1189570" y="9525"/>
                  </a:lnTo>
                  <a:lnTo>
                    <a:pt x="1189570" y="0"/>
                  </a:lnTo>
                  <a:close/>
                </a:path>
                <a:path w="5238750" h="4286250">
                  <a:moveTo>
                    <a:pt x="1227493" y="4276725"/>
                  </a:moveTo>
                  <a:lnTo>
                    <a:pt x="1198918" y="4276725"/>
                  </a:lnTo>
                  <a:lnTo>
                    <a:pt x="1198918" y="4286250"/>
                  </a:lnTo>
                  <a:lnTo>
                    <a:pt x="1227493" y="4286250"/>
                  </a:lnTo>
                  <a:lnTo>
                    <a:pt x="1227493" y="4276725"/>
                  </a:lnTo>
                  <a:close/>
                </a:path>
                <a:path w="5238750" h="4286250">
                  <a:moveTo>
                    <a:pt x="1237145" y="0"/>
                  </a:moveTo>
                  <a:lnTo>
                    <a:pt x="1208570" y="0"/>
                  </a:lnTo>
                  <a:lnTo>
                    <a:pt x="1208570" y="9525"/>
                  </a:lnTo>
                  <a:lnTo>
                    <a:pt x="1237145" y="9525"/>
                  </a:lnTo>
                  <a:lnTo>
                    <a:pt x="1237145" y="0"/>
                  </a:lnTo>
                  <a:close/>
                </a:path>
                <a:path w="5238750" h="4286250">
                  <a:moveTo>
                    <a:pt x="1275067" y="4276725"/>
                  </a:moveTo>
                  <a:lnTo>
                    <a:pt x="1246492" y="4276725"/>
                  </a:lnTo>
                  <a:lnTo>
                    <a:pt x="1246492" y="4286250"/>
                  </a:lnTo>
                  <a:lnTo>
                    <a:pt x="1275067" y="4286250"/>
                  </a:lnTo>
                  <a:lnTo>
                    <a:pt x="1275067" y="4276725"/>
                  </a:lnTo>
                  <a:close/>
                </a:path>
                <a:path w="5238750" h="4286250">
                  <a:moveTo>
                    <a:pt x="1284732" y="0"/>
                  </a:moveTo>
                  <a:lnTo>
                    <a:pt x="1256157" y="0"/>
                  </a:lnTo>
                  <a:lnTo>
                    <a:pt x="1256157" y="9525"/>
                  </a:lnTo>
                  <a:lnTo>
                    <a:pt x="1284732" y="9525"/>
                  </a:lnTo>
                  <a:lnTo>
                    <a:pt x="1284732" y="0"/>
                  </a:lnTo>
                  <a:close/>
                </a:path>
                <a:path w="5238750" h="4286250">
                  <a:moveTo>
                    <a:pt x="1322654" y="4276725"/>
                  </a:moveTo>
                  <a:lnTo>
                    <a:pt x="1294079" y="4276725"/>
                  </a:lnTo>
                  <a:lnTo>
                    <a:pt x="1294079" y="4286250"/>
                  </a:lnTo>
                  <a:lnTo>
                    <a:pt x="1322654" y="4286250"/>
                  </a:lnTo>
                  <a:lnTo>
                    <a:pt x="1322654" y="4276725"/>
                  </a:lnTo>
                  <a:close/>
                </a:path>
                <a:path w="5238750" h="4286250">
                  <a:moveTo>
                    <a:pt x="1332306" y="0"/>
                  </a:moveTo>
                  <a:lnTo>
                    <a:pt x="1303731" y="0"/>
                  </a:lnTo>
                  <a:lnTo>
                    <a:pt x="1303731" y="9525"/>
                  </a:lnTo>
                  <a:lnTo>
                    <a:pt x="1332306" y="9525"/>
                  </a:lnTo>
                  <a:lnTo>
                    <a:pt x="1332306" y="0"/>
                  </a:lnTo>
                  <a:close/>
                </a:path>
                <a:path w="5238750" h="4286250">
                  <a:moveTo>
                    <a:pt x="1370228" y="4276725"/>
                  </a:moveTo>
                  <a:lnTo>
                    <a:pt x="1341653" y="4276725"/>
                  </a:lnTo>
                  <a:lnTo>
                    <a:pt x="1341653" y="4286250"/>
                  </a:lnTo>
                  <a:lnTo>
                    <a:pt x="1370228" y="4286250"/>
                  </a:lnTo>
                  <a:lnTo>
                    <a:pt x="1370228" y="4276725"/>
                  </a:lnTo>
                  <a:close/>
                </a:path>
                <a:path w="5238750" h="4286250">
                  <a:moveTo>
                    <a:pt x="1379880" y="0"/>
                  </a:moveTo>
                  <a:lnTo>
                    <a:pt x="1351305" y="0"/>
                  </a:lnTo>
                  <a:lnTo>
                    <a:pt x="1351305" y="9525"/>
                  </a:lnTo>
                  <a:lnTo>
                    <a:pt x="1379880" y="9525"/>
                  </a:lnTo>
                  <a:lnTo>
                    <a:pt x="1379880" y="0"/>
                  </a:lnTo>
                  <a:close/>
                </a:path>
                <a:path w="5238750" h="4286250">
                  <a:moveTo>
                    <a:pt x="1417802" y="4276725"/>
                  </a:moveTo>
                  <a:lnTo>
                    <a:pt x="1389227" y="4276725"/>
                  </a:lnTo>
                  <a:lnTo>
                    <a:pt x="1389227" y="4286250"/>
                  </a:lnTo>
                  <a:lnTo>
                    <a:pt x="1417802" y="4286250"/>
                  </a:lnTo>
                  <a:lnTo>
                    <a:pt x="1417802" y="4276725"/>
                  </a:lnTo>
                  <a:close/>
                </a:path>
                <a:path w="5238750" h="4286250">
                  <a:moveTo>
                    <a:pt x="1427454" y="0"/>
                  </a:moveTo>
                  <a:lnTo>
                    <a:pt x="1398879" y="0"/>
                  </a:lnTo>
                  <a:lnTo>
                    <a:pt x="1398879" y="9525"/>
                  </a:lnTo>
                  <a:lnTo>
                    <a:pt x="1427454" y="9525"/>
                  </a:lnTo>
                  <a:lnTo>
                    <a:pt x="1427454" y="0"/>
                  </a:lnTo>
                  <a:close/>
                </a:path>
                <a:path w="5238750" h="4286250">
                  <a:moveTo>
                    <a:pt x="1465376" y="4276725"/>
                  </a:moveTo>
                  <a:lnTo>
                    <a:pt x="1436801" y="4276725"/>
                  </a:lnTo>
                  <a:lnTo>
                    <a:pt x="1436801" y="4286250"/>
                  </a:lnTo>
                  <a:lnTo>
                    <a:pt x="1465376" y="4286250"/>
                  </a:lnTo>
                  <a:lnTo>
                    <a:pt x="1465376" y="4276725"/>
                  </a:lnTo>
                  <a:close/>
                </a:path>
                <a:path w="5238750" h="4286250">
                  <a:moveTo>
                    <a:pt x="1475028" y="0"/>
                  </a:moveTo>
                  <a:lnTo>
                    <a:pt x="1446453" y="0"/>
                  </a:lnTo>
                  <a:lnTo>
                    <a:pt x="1446453" y="9525"/>
                  </a:lnTo>
                  <a:lnTo>
                    <a:pt x="1475028" y="9525"/>
                  </a:lnTo>
                  <a:lnTo>
                    <a:pt x="1475028" y="0"/>
                  </a:lnTo>
                  <a:close/>
                </a:path>
                <a:path w="5238750" h="4286250">
                  <a:moveTo>
                    <a:pt x="1512963" y="4276725"/>
                  </a:moveTo>
                  <a:lnTo>
                    <a:pt x="1484388" y="4276725"/>
                  </a:lnTo>
                  <a:lnTo>
                    <a:pt x="1484388" y="4286250"/>
                  </a:lnTo>
                  <a:lnTo>
                    <a:pt x="1512963" y="4286250"/>
                  </a:lnTo>
                  <a:lnTo>
                    <a:pt x="1512963" y="4276725"/>
                  </a:lnTo>
                  <a:close/>
                </a:path>
                <a:path w="5238750" h="4286250">
                  <a:moveTo>
                    <a:pt x="1522615" y="0"/>
                  </a:moveTo>
                  <a:lnTo>
                    <a:pt x="1494040" y="0"/>
                  </a:lnTo>
                  <a:lnTo>
                    <a:pt x="1494040" y="9525"/>
                  </a:lnTo>
                  <a:lnTo>
                    <a:pt x="1522615" y="9525"/>
                  </a:lnTo>
                  <a:lnTo>
                    <a:pt x="1522615" y="0"/>
                  </a:lnTo>
                  <a:close/>
                </a:path>
                <a:path w="5238750" h="4286250">
                  <a:moveTo>
                    <a:pt x="1560537" y="4276725"/>
                  </a:moveTo>
                  <a:lnTo>
                    <a:pt x="1531962" y="4276725"/>
                  </a:lnTo>
                  <a:lnTo>
                    <a:pt x="1531962" y="4286250"/>
                  </a:lnTo>
                  <a:lnTo>
                    <a:pt x="1560537" y="4286250"/>
                  </a:lnTo>
                  <a:lnTo>
                    <a:pt x="1560537" y="4276725"/>
                  </a:lnTo>
                  <a:close/>
                </a:path>
                <a:path w="5238750" h="4286250">
                  <a:moveTo>
                    <a:pt x="1570189" y="0"/>
                  </a:moveTo>
                  <a:lnTo>
                    <a:pt x="1541614" y="0"/>
                  </a:lnTo>
                  <a:lnTo>
                    <a:pt x="1541614" y="9525"/>
                  </a:lnTo>
                  <a:lnTo>
                    <a:pt x="1570189" y="9525"/>
                  </a:lnTo>
                  <a:lnTo>
                    <a:pt x="1570189" y="0"/>
                  </a:lnTo>
                  <a:close/>
                </a:path>
                <a:path w="5238750" h="4286250">
                  <a:moveTo>
                    <a:pt x="1608112" y="4276725"/>
                  </a:moveTo>
                  <a:lnTo>
                    <a:pt x="1579537" y="4276725"/>
                  </a:lnTo>
                  <a:lnTo>
                    <a:pt x="1579537" y="4286250"/>
                  </a:lnTo>
                  <a:lnTo>
                    <a:pt x="1608112" y="4286250"/>
                  </a:lnTo>
                  <a:lnTo>
                    <a:pt x="1608112" y="4276725"/>
                  </a:lnTo>
                  <a:close/>
                </a:path>
                <a:path w="5238750" h="4286250">
                  <a:moveTo>
                    <a:pt x="1617764" y="0"/>
                  </a:moveTo>
                  <a:lnTo>
                    <a:pt x="1589189" y="0"/>
                  </a:lnTo>
                  <a:lnTo>
                    <a:pt x="1589189" y="9525"/>
                  </a:lnTo>
                  <a:lnTo>
                    <a:pt x="1617764" y="9525"/>
                  </a:lnTo>
                  <a:lnTo>
                    <a:pt x="1617764" y="0"/>
                  </a:lnTo>
                  <a:close/>
                </a:path>
                <a:path w="5238750" h="4286250">
                  <a:moveTo>
                    <a:pt x="1655686" y="4276725"/>
                  </a:moveTo>
                  <a:lnTo>
                    <a:pt x="1627111" y="4276725"/>
                  </a:lnTo>
                  <a:lnTo>
                    <a:pt x="1627111" y="4286250"/>
                  </a:lnTo>
                  <a:lnTo>
                    <a:pt x="1655686" y="4286250"/>
                  </a:lnTo>
                  <a:lnTo>
                    <a:pt x="1655686" y="4276725"/>
                  </a:lnTo>
                  <a:close/>
                </a:path>
                <a:path w="5238750" h="4286250">
                  <a:moveTo>
                    <a:pt x="1665338" y="0"/>
                  </a:moveTo>
                  <a:lnTo>
                    <a:pt x="1636763" y="0"/>
                  </a:lnTo>
                  <a:lnTo>
                    <a:pt x="1636763" y="9525"/>
                  </a:lnTo>
                  <a:lnTo>
                    <a:pt x="1665338" y="9525"/>
                  </a:lnTo>
                  <a:lnTo>
                    <a:pt x="1665338" y="0"/>
                  </a:lnTo>
                  <a:close/>
                </a:path>
                <a:path w="5238750" h="4286250">
                  <a:moveTo>
                    <a:pt x="1703260" y="4276725"/>
                  </a:moveTo>
                  <a:lnTo>
                    <a:pt x="1674685" y="4276725"/>
                  </a:lnTo>
                  <a:lnTo>
                    <a:pt x="1674685" y="4286250"/>
                  </a:lnTo>
                  <a:lnTo>
                    <a:pt x="1703260" y="4286250"/>
                  </a:lnTo>
                  <a:lnTo>
                    <a:pt x="1703260" y="4276725"/>
                  </a:lnTo>
                  <a:close/>
                </a:path>
                <a:path w="5238750" h="4286250">
                  <a:moveTo>
                    <a:pt x="1712912" y="0"/>
                  </a:moveTo>
                  <a:lnTo>
                    <a:pt x="1684337" y="0"/>
                  </a:lnTo>
                  <a:lnTo>
                    <a:pt x="1684337" y="9525"/>
                  </a:lnTo>
                  <a:lnTo>
                    <a:pt x="1712912" y="9525"/>
                  </a:lnTo>
                  <a:lnTo>
                    <a:pt x="1712912" y="0"/>
                  </a:lnTo>
                  <a:close/>
                </a:path>
                <a:path w="5238750" h="4286250">
                  <a:moveTo>
                    <a:pt x="1750847" y="4276725"/>
                  </a:moveTo>
                  <a:lnTo>
                    <a:pt x="1722272" y="4276725"/>
                  </a:lnTo>
                  <a:lnTo>
                    <a:pt x="1722272" y="4286250"/>
                  </a:lnTo>
                  <a:lnTo>
                    <a:pt x="1750847" y="4286250"/>
                  </a:lnTo>
                  <a:lnTo>
                    <a:pt x="1750847" y="4276725"/>
                  </a:lnTo>
                  <a:close/>
                </a:path>
                <a:path w="5238750" h="4286250">
                  <a:moveTo>
                    <a:pt x="1760499" y="0"/>
                  </a:moveTo>
                  <a:lnTo>
                    <a:pt x="1731924" y="0"/>
                  </a:lnTo>
                  <a:lnTo>
                    <a:pt x="1731924" y="9525"/>
                  </a:lnTo>
                  <a:lnTo>
                    <a:pt x="1760499" y="9525"/>
                  </a:lnTo>
                  <a:lnTo>
                    <a:pt x="1760499" y="0"/>
                  </a:lnTo>
                  <a:close/>
                </a:path>
                <a:path w="5238750" h="4286250">
                  <a:moveTo>
                    <a:pt x="1798421" y="4276725"/>
                  </a:moveTo>
                  <a:lnTo>
                    <a:pt x="1769846" y="4276725"/>
                  </a:lnTo>
                  <a:lnTo>
                    <a:pt x="1769846" y="4286250"/>
                  </a:lnTo>
                  <a:lnTo>
                    <a:pt x="1798421" y="4286250"/>
                  </a:lnTo>
                  <a:lnTo>
                    <a:pt x="1798421" y="4276725"/>
                  </a:lnTo>
                  <a:close/>
                </a:path>
                <a:path w="5238750" h="4286250">
                  <a:moveTo>
                    <a:pt x="1808073" y="0"/>
                  </a:moveTo>
                  <a:lnTo>
                    <a:pt x="1779498" y="0"/>
                  </a:lnTo>
                  <a:lnTo>
                    <a:pt x="1779498" y="9525"/>
                  </a:lnTo>
                  <a:lnTo>
                    <a:pt x="1808073" y="9525"/>
                  </a:lnTo>
                  <a:lnTo>
                    <a:pt x="1808073" y="0"/>
                  </a:lnTo>
                  <a:close/>
                </a:path>
                <a:path w="5238750" h="4286250">
                  <a:moveTo>
                    <a:pt x="1845995" y="4276725"/>
                  </a:moveTo>
                  <a:lnTo>
                    <a:pt x="1817420" y="4276725"/>
                  </a:lnTo>
                  <a:lnTo>
                    <a:pt x="1817420" y="4286250"/>
                  </a:lnTo>
                  <a:lnTo>
                    <a:pt x="1845995" y="4286250"/>
                  </a:lnTo>
                  <a:lnTo>
                    <a:pt x="1845995" y="4276725"/>
                  </a:lnTo>
                  <a:close/>
                </a:path>
                <a:path w="5238750" h="4286250">
                  <a:moveTo>
                    <a:pt x="1855647" y="0"/>
                  </a:moveTo>
                  <a:lnTo>
                    <a:pt x="1827072" y="0"/>
                  </a:lnTo>
                  <a:lnTo>
                    <a:pt x="1827072" y="9525"/>
                  </a:lnTo>
                  <a:lnTo>
                    <a:pt x="1855647" y="9525"/>
                  </a:lnTo>
                  <a:lnTo>
                    <a:pt x="1855647" y="0"/>
                  </a:lnTo>
                  <a:close/>
                </a:path>
                <a:path w="5238750" h="4286250">
                  <a:moveTo>
                    <a:pt x="1893570" y="4276725"/>
                  </a:moveTo>
                  <a:lnTo>
                    <a:pt x="1864995" y="4276725"/>
                  </a:lnTo>
                  <a:lnTo>
                    <a:pt x="1864995" y="4286250"/>
                  </a:lnTo>
                  <a:lnTo>
                    <a:pt x="1893570" y="4286250"/>
                  </a:lnTo>
                  <a:lnTo>
                    <a:pt x="1893570" y="4276725"/>
                  </a:lnTo>
                  <a:close/>
                </a:path>
                <a:path w="5238750" h="4286250">
                  <a:moveTo>
                    <a:pt x="1903222" y="0"/>
                  </a:moveTo>
                  <a:lnTo>
                    <a:pt x="1874647" y="0"/>
                  </a:lnTo>
                  <a:lnTo>
                    <a:pt x="1874647" y="9525"/>
                  </a:lnTo>
                  <a:lnTo>
                    <a:pt x="1903222" y="9525"/>
                  </a:lnTo>
                  <a:lnTo>
                    <a:pt x="1903222" y="0"/>
                  </a:lnTo>
                  <a:close/>
                </a:path>
                <a:path w="5238750" h="4286250">
                  <a:moveTo>
                    <a:pt x="1941144" y="4276725"/>
                  </a:moveTo>
                  <a:lnTo>
                    <a:pt x="1912569" y="4276725"/>
                  </a:lnTo>
                  <a:lnTo>
                    <a:pt x="1912569" y="4286250"/>
                  </a:lnTo>
                  <a:lnTo>
                    <a:pt x="1941144" y="4286250"/>
                  </a:lnTo>
                  <a:lnTo>
                    <a:pt x="1941144" y="4276725"/>
                  </a:lnTo>
                  <a:close/>
                </a:path>
                <a:path w="5238750" h="4286250">
                  <a:moveTo>
                    <a:pt x="1950808" y="0"/>
                  </a:moveTo>
                  <a:lnTo>
                    <a:pt x="1922233" y="0"/>
                  </a:lnTo>
                  <a:lnTo>
                    <a:pt x="1922233" y="9525"/>
                  </a:lnTo>
                  <a:lnTo>
                    <a:pt x="1950808" y="9525"/>
                  </a:lnTo>
                  <a:lnTo>
                    <a:pt x="1950808" y="0"/>
                  </a:lnTo>
                  <a:close/>
                </a:path>
                <a:path w="5238750" h="4286250">
                  <a:moveTo>
                    <a:pt x="1988731" y="4276725"/>
                  </a:moveTo>
                  <a:lnTo>
                    <a:pt x="1960156" y="4276725"/>
                  </a:lnTo>
                  <a:lnTo>
                    <a:pt x="1960156" y="4286250"/>
                  </a:lnTo>
                  <a:lnTo>
                    <a:pt x="1988731" y="4286250"/>
                  </a:lnTo>
                  <a:lnTo>
                    <a:pt x="1988731" y="4276725"/>
                  </a:lnTo>
                  <a:close/>
                </a:path>
                <a:path w="5238750" h="4286250">
                  <a:moveTo>
                    <a:pt x="1998383" y="0"/>
                  </a:moveTo>
                  <a:lnTo>
                    <a:pt x="1969808" y="0"/>
                  </a:lnTo>
                  <a:lnTo>
                    <a:pt x="1969808" y="9525"/>
                  </a:lnTo>
                  <a:lnTo>
                    <a:pt x="1998383" y="9525"/>
                  </a:lnTo>
                  <a:lnTo>
                    <a:pt x="1998383" y="0"/>
                  </a:lnTo>
                  <a:close/>
                </a:path>
                <a:path w="5238750" h="4286250">
                  <a:moveTo>
                    <a:pt x="2036305" y="4276725"/>
                  </a:moveTo>
                  <a:lnTo>
                    <a:pt x="2007730" y="4276725"/>
                  </a:lnTo>
                  <a:lnTo>
                    <a:pt x="2007730" y="4286250"/>
                  </a:lnTo>
                  <a:lnTo>
                    <a:pt x="2036305" y="4286250"/>
                  </a:lnTo>
                  <a:lnTo>
                    <a:pt x="2036305" y="4276725"/>
                  </a:lnTo>
                  <a:close/>
                </a:path>
                <a:path w="5238750" h="4286250">
                  <a:moveTo>
                    <a:pt x="2045957" y="0"/>
                  </a:moveTo>
                  <a:lnTo>
                    <a:pt x="2017382" y="0"/>
                  </a:lnTo>
                  <a:lnTo>
                    <a:pt x="2017382" y="9525"/>
                  </a:lnTo>
                  <a:lnTo>
                    <a:pt x="2045957" y="9525"/>
                  </a:lnTo>
                  <a:lnTo>
                    <a:pt x="2045957" y="0"/>
                  </a:lnTo>
                  <a:close/>
                </a:path>
                <a:path w="5238750" h="4286250">
                  <a:moveTo>
                    <a:pt x="2083879" y="4276725"/>
                  </a:moveTo>
                  <a:lnTo>
                    <a:pt x="2055304" y="4276725"/>
                  </a:lnTo>
                  <a:lnTo>
                    <a:pt x="2055304" y="4286250"/>
                  </a:lnTo>
                  <a:lnTo>
                    <a:pt x="2083879" y="4286250"/>
                  </a:lnTo>
                  <a:lnTo>
                    <a:pt x="2083879" y="4276725"/>
                  </a:lnTo>
                  <a:close/>
                </a:path>
                <a:path w="5238750" h="4286250">
                  <a:moveTo>
                    <a:pt x="2093531" y="0"/>
                  </a:moveTo>
                  <a:lnTo>
                    <a:pt x="2064956" y="0"/>
                  </a:lnTo>
                  <a:lnTo>
                    <a:pt x="2064956" y="9525"/>
                  </a:lnTo>
                  <a:lnTo>
                    <a:pt x="2093531" y="9525"/>
                  </a:lnTo>
                  <a:lnTo>
                    <a:pt x="2093531" y="0"/>
                  </a:lnTo>
                  <a:close/>
                </a:path>
                <a:path w="5238750" h="4286250">
                  <a:moveTo>
                    <a:pt x="2131453" y="4276725"/>
                  </a:moveTo>
                  <a:lnTo>
                    <a:pt x="2102878" y="4276725"/>
                  </a:lnTo>
                  <a:lnTo>
                    <a:pt x="2102878" y="4286250"/>
                  </a:lnTo>
                  <a:lnTo>
                    <a:pt x="2131453" y="4286250"/>
                  </a:lnTo>
                  <a:lnTo>
                    <a:pt x="2131453" y="4276725"/>
                  </a:lnTo>
                  <a:close/>
                </a:path>
                <a:path w="5238750" h="4286250">
                  <a:moveTo>
                    <a:pt x="2141105" y="0"/>
                  </a:moveTo>
                  <a:lnTo>
                    <a:pt x="2112530" y="0"/>
                  </a:lnTo>
                  <a:lnTo>
                    <a:pt x="2112530" y="9525"/>
                  </a:lnTo>
                  <a:lnTo>
                    <a:pt x="2141105" y="9525"/>
                  </a:lnTo>
                  <a:lnTo>
                    <a:pt x="2141105" y="0"/>
                  </a:lnTo>
                  <a:close/>
                </a:path>
                <a:path w="5238750" h="4286250">
                  <a:moveTo>
                    <a:pt x="2179040" y="4276725"/>
                  </a:moveTo>
                  <a:lnTo>
                    <a:pt x="2150465" y="4276725"/>
                  </a:lnTo>
                  <a:lnTo>
                    <a:pt x="2150465" y="4286250"/>
                  </a:lnTo>
                  <a:lnTo>
                    <a:pt x="2179040" y="4286250"/>
                  </a:lnTo>
                  <a:lnTo>
                    <a:pt x="2179040" y="4276725"/>
                  </a:lnTo>
                  <a:close/>
                </a:path>
                <a:path w="5238750" h="4286250">
                  <a:moveTo>
                    <a:pt x="2188692" y="0"/>
                  </a:moveTo>
                  <a:lnTo>
                    <a:pt x="2160117" y="0"/>
                  </a:lnTo>
                  <a:lnTo>
                    <a:pt x="2160117" y="9525"/>
                  </a:lnTo>
                  <a:lnTo>
                    <a:pt x="2188692" y="9525"/>
                  </a:lnTo>
                  <a:lnTo>
                    <a:pt x="2188692" y="0"/>
                  </a:lnTo>
                  <a:close/>
                </a:path>
                <a:path w="5238750" h="4286250">
                  <a:moveTo>
                    <a:pt x="2226614" y="4276725"/>
                  </a:moveTo>
                  <a:lnTo>
                    <a:pt x="2198039" y="4276725"/>
                  </a:lnTo>
                  <a:lnTo>
                    <a:pt x="2198039" y="4286250"/>
                  </a:lnTo>
                  <a:lnTo>
                    <a:pt x="2226614" y="4286250"/>
                  </a:lnTo>
                  <a:lnTo>
                    <a:pt x="2226614" y="4276725"/>
                  </a:lnTo>
                  <a:close/>
                </a:path>
                <a:path w="5238750" h="4286250">
                  <a:moveTo>
                    <a:pt x="2236266" y="0"/>
                  </a:moveTo>
                  <a:lnTo>
                    <a:pt x="2207691" y="0"/>
                  </a:lnTo>
                  <a:lnTo>
                    <a:pt x="2207691" y="9525"/>
                  </a:lnTo>
                  <a:lnTo>
                    <a:pt x="2236266" y="9525"/>
                  </a:lnTo>
                  <a:lnTo>
                    <a:pt x="2236266" y="0"/>
                  </a:lnTo>
                  <a:close/>
                </a:path>
                <a:path w="5238750" h="4286250">
                  <a:moveTo>
                    <a:pt x="2274189" y="4276725"/>
                  </a:moveTo>
                  <a:lnTo>
                    <a:pt x="2245614" y="4276725"/>
                  </a:lnTo>
                  <a:lnTo>
                    <a:pt x="2245614" y="4286250"/>
                  </a:lnTo>
                  <a:lnTo>
                    <a:pt x="2274189" y="4286250"/>
                  </a:lnTo>
                  <a:lnTo>
                    <a:pt x="2274189" y="4276725"/>
                  </a:lnTo>
                  <a:close/>
                </a:path>
                <a:path w="5238750" h="4286250">
                  <a:moveTo>
                    <a:pt x="2283841" y="0"/>
                  </a:moveTo>
                  <a:lnTo>
                    <a:pt x="2255266" y="0"/>
                  </a:lnTo>
                  <a:lnTo>
                    <a:pt x="2255266" y="9525"/>
                  </a:lnTo>
                  <a:lnTo>
                    <a:pt x="2283841" y="9525"/>
                  </a:lnTo>
                  <a:lnTo>
                    <a:pt x="2283841" y="0"/>
                  </a:lnTo>
                  <a:close/>
                </a:path>
                <a:path w="5238750" h="4286250">
                  <a:moveTo>
                    <a:pt x="2321763" y="4276725"/>
                  </a:moveTo>
                  <a:lnTo>
                    <a:pt x="2293188" y="4276725"/>
                  </a:lnTo>
                  <a:lnTo>
                    <a:pt x="2293188" y="4286250"/>
                  </a:lnTo>
                  <a:lnTo>
                    <a:pt x="2321763" y="4286250"/>
                  </a:lnTo>
                  <a:lnTo>
                    <a:pt x="2321763" y="4276725"/>
                  </a:lnTo>
                  <a:close/>
                </a:path>
                <a:path w="5238750" h="4286250">
                  <a:moveTo>
                    <a:pt x="2331415" y="0"/>
                  </a:moveTo>
                  <a:lnTo>
                    <a:pt x="2302840" y="0"/>
                  </a:lnTo>
                  <a:lnTo>
                    <a:pt x="2302840" y="9525"/>
                  </a:lnTo>
                  <a:lnTo>
                    <a:pt x="2331415" y="9525"/>
                  </a:lnTo>
                  <a:lnTo>
                    <a:pt x="2331415" y="0"/>
                  </a:lnTo>
                  <a:close/>
                </a:path>
                <a:path w="5238750" h="4286250">
                  <a:moveTo>
                    <a:pt x="2369337" y="4276725"/>
                  </a:moveTo>
                  <a:lnTo>
                    <a:pt x="2340762" y="4276725"/>
                  </a:lnTo>
                  <a:lnTo>
                    <a:pt x="2340762" y="4286250"/>
                  </a:lnTo>
                  <a:lnTo>
                    <a:pt x="2369337" y="4286250"/>
                  </a:lnTo>
                  <a:lnTo>
                    <a:pt x="2369337" y="4276725"/>
                  </a:lnTo>
                  <a:close/>
                </a:path>
                <a:path w="5238750" h="4286250">
                  <a:moveTo>
                    <a:pt x="2378989" y="0"/>
                  </a:moveTo>
                  <a:lnTo>
                    <a:pt x="2350414" y="0"/>
                  </a:lnTo>
                  <a:lnTo>
                    <a:pt x="2350414" y="9525"/>
                  </a:lnTo>
                  <a:lnTo>
                    <a:pt x="2378989" y="9525"/>
                  </a:lnTo>
                  <a:lnTo>
                    <a:pt x="2378989" y="0"/>
                  </a:lnTo>
                  <a:close/>
                </a:path>
                <a:path w="5238750" h="4286250">
                  <a:moveTo>
                    <a:pt x="2416924" y="4276725"/>
                  </a:moveTo>
                  <a:lnTo>
                    <a:pt x="2388349" y="4276725"/>
                  </a:lnTo>
                  <a:lnTo>
                    <a:pt x="2388349" y="4286250"/>
                  </a:lnTo>
                  <a:lnTo>
                    <a:pt x="2416924" y="4286250"/>
                  </a:lnTo>
                  <a:lnTo>
                    <a:pt x="2416924" y="4276725"/>
                  </a:lnTo>
                  <a:close/>
                </a:path>
                <a:path w="5238750" h="4286250">
                  <a:moveTo>
                    <a:pt x="2426576" y="0"/>
                  </a:moveTo>
                  <a:lnTo>
                    <a:pt x="2398001" y="0"/>
                  </a:lnTo>
                  <a:lnTo>
                    <a:pt x="2398001" y="9525"/>
                  </a:lnTo>
                  <a:lnTo>
                    <a:pt x="2426576" y="9525"/>
                  </a:lnTo>
                  <a:lnTo>
                    <a:pt x="2426576" y="0"/>
                  </a:lnTo>
                  <a:close/>
                </a:path>
                <a:path w="5238750" h="4286250">
                  <a:moveTo>
                    <a:pt x="2464498" y="4276725"/>
                  </a:moveTo>
                  <a:lnTo>
                    <a:pt x="2435923" y="4276725"/>
                  </a:lnTo>
                  <a:lnTo>
                    <a:pt x="2435923" y="4286250"/>
                  </a:lnTo>
                  <a:lnTo>
                    <a:pt x="2464498" y="4286250"/>
                  </a:lnTo>
                  <a:lnTo>
                    <a:pt x="2464498" y="4276725"/>
                  </a:lnTo>
                  <a:close/>
                </a:path>
                <a:path w="5238750" h="4286250">
                  <a:moveTo>
                    <a:pt x="2474150" y="0"/>
                  </a:moveTo>
                  <a:lnTo>
                    <a:pt x="2445575" y="0"/>
                  </a:lnTo>
                  <a:lnTo>
                    <a:pt x="2445575" y="9525"/>
                  </a:lnTo>
                  <a:lnTo>
                    <a:pt x="2474150" y="9525"/>
                  </a:lnTo>
                  <a:lnTo>
                    <a:pt x="2474150" y="0"/>
                  </a:lnTo>
                  <a:close/>
                </a:path>
                <a:path w="5238750" h="4286250">
                  <a:moveTo>
                    <a:pt x="2512072" y="4276725"/>
                  </a:moveTo>
                  <a:lnTo>
                    <a:pt x="2483497" y="4276725"/>
                  </a:lnTo>
                  <a:lnTo>
                    <a:pt x="2483497" y="4286250"/>
                  </a:lnTo>
                  <a:lnTo>
                    <a:pt x="2512072" y="4286250"/>
                  </a:lnTo>
                  <a:lnTo>
                    <a:pt x="2512072" y="4276725"/>
                  </a:lnTo>
                  <a:close/>
                </a:path>
                <a:path w="5238750" h="4286250">
                  <a:moveTo>
                    <a:pt x="2521724" y="0"/>
                  </a:moveTo>
                  <a:lnTo>
                    <a:pt x="2493149" y="0"/>
                  </a:lnTo>
                  <a:lnTo>
                    <a:pt x="2493149" y="9525"/>
                  </a:lnTo>
                  <a:lnTo>
                    <a:pt x="2521724" y="9525"/>
                  </a:lnTo>
                  <a:lnTo>
                    <a:pt x="2521724" y="0"/>
                  </a:lnTo>
                  <a:close/>
                </a:path>
                <a:path w="5238750" h="4286250">
                  <a:moveTo>
                    <a:pt x="2559647" y="4276725"/>
                  </a:moveTo>
                  <a:lnTo>
                    <a:pt x="2531072" y="4276725"/>
                  </a:lnTo>
                  <a:lnTo>
                    <a:pt x="2531072" y="4286250"/>
                  </a:lnTo>
                  <a:lnTo>
                    <a:pt x="2559647" y="4286250"/>
                  </a:lnTo>
                  <a:lnTo>
                    <a:pt x="2559647" y="4276725"/>
                  </a:lnTo>
                  <a:close/>
                </a:path>
                <a:path w="5238750" h="4286250">
                  <a:moveTo>
                    <a:pt x="2569299" y="0"/>
                  </a:moveTo>
                  <a:lnTo>
                    <a:pt x="2540724" y="0"/>
                  </a:lnTo>
                  <a:lnTo>
                    <a:pt x="2540724" y="9525"/>
                  </a:lnTo>
                  <a:lnTo>
                    <a:pt x="2569299" y="9525"/>
                  </a:lnTo>
                  <a:lnTo>
                    <a:pt x="2569299" y="0"/>
                  </a:lnTo>
                  <a:close/>
                </a:path>
                <a:path w="5238750" h="4286250">
                  <a:moveTo>
                    <a:pt x="2607221" y="4276725"/>
                  </a:moveTo>
                  <a:lnTo>
                    <a:pt x="2578646" y="4276725"/>
                  </a:lnTo>
                  <a:lnTo>
                    <a:pt x="2578646" y="4286250"/>
                  </a:lnTo>
                  <a:lnTo>
                    <a:pt x="2607221" y="4286250"/>
                  </a:lnTo>
                  <a:lnTo>
                    <a:pt x="2607221" y="4276725"/>
                  </a:lnTo>
                  <a:close/>
                </a:path>
                <a:path w="5238750" h="4286250">
                  <a:moveTo>
                    <a:pt x="2616873" y="0"/>
                  </a:moveTo>
                  <a:lnTo>
                    <a:pt x="2588298" y="0"/>
                  </a:lnTo>
                  <a:lnTo>
                    <a:pt x="2588298" y="9525"/>
                  </a:lnTo>
                  <a:lnTo>
                    <a:pt x="2616873" y="9525"/>
                  </a:lnTo>
                  <a:lnTo>
                    <a:pt x="2616873" y="0"/>
                  </a:lnTo>
                  <a:close/>
                </a:path>
                <a:path w="5238750" h="4286250">
                  <a:moveTo>
                    <a:pt x="2654808" y="4276725"/>
                  </a:moveTo>
                  <a:lnTo>
                    <a:pt x="2626233" y="4276725"/>
                  </a:lnTo>
                  <a:lnTo>
                    <a:pt x="2626233" y="4286250"/>
                  </a:lnTo>
                  <a:lnTo>
                    <a:pt x="2654808" y="4286250"/>
                  </a:lnTo>
                  <a:lnTo>
                    <a:pt x="2654808" y="4276725"/>
                  </a:lnTo>
                  <a:close/>
                </a:path>
                <a:path w="5238750" h="4286250">
                  <a:moveTo>
                    <a:pt x="2664460" y="0"/>
                  </a:moveTo>
                  <a:lnTo>
                    <a:pt x="2635885" y="0"/>
                  </a:lnTo>
                  <a:lnTo>
                    <a:pt x="2635885" y="9525"/>
                  </a:lnTo>
                  <a:lnTo>
                    <a:pt x="2664460" y="9525"/>
                  </a:lnTo>
                  <a:lnTo>
                    <a:pt x="2664460" y="0"/>
                  </a:lnTo>
                  <a:close/>
                </a:path>
                <a:path w="5238750" h="4286250">
                  <a:moveTo>
                    <a:pt x="2702382" y="4276725"/>
                  </a:moveTo>
                  <a:lnTo>
                    <a:pt x="2673807" y="4276725"/>
                  </a:lnTo>
                  <a:lnTo>
                    <a:pt x="2673807" y="4286250"/>
                  </a:lnTo>
                  <a:lnTo>
                    <a:pt x="2702382" y="4286250"/>
                  </a:lnTo>
                  <a:lnTo>
                    <a:pt x="2702382" y="4276725"/>
                  </a:lnTo>
                  <a:close/>
                </a:path>
                <a:path w="5238750" h="4286250">
                  <a:moveTo>
                    <a:pt x="2712034" y="0"/>
                  </a:moveTo>
                  <a:lnTo>
                    <a:pt x="2683459" y="0"/>
                  </a:lnTo>
                  <a:lnTo>
                    <a:pt x="2683459" y="9525"/>
                  </a:lnTo>
                  <a:lnTo>
                    <a:pt x="2712034" y="9525"/>
                  </a:lnTo>
                  <a:lnTo>
                    <a:pt x="2712034" y="0"/>
                  </a:lnTo>
                  <a:close/>
                </a:path>
                <a:path w="5238750" h="4286250">
                  <a:moveTo>
                    <a:pt x="2749956" y="4276725"/>
                  </a:moveTo>
                  <a:lnTo>
                    <a:pt x="2721381" y="4276725"/>
                  </a:lnTo>
                  <a:lnTo>
                    <a:pt x="2721381" y="4286250"/>
                  </a:lnTo>
                  <a:lnTo>
                    <a:pt x="2749956" y="4286250"/>
                  </a:lnTo>
                  <a:lnTo>
                    <a:pt x="2749956" y="4276725"/>
                  </a:lnTo>
                  <a:close/>
                </a:path>
                <a:path w="5238750" h="4286250">
                  <a:moveTo>
                    <a:pt x="2759608" y="0"/>
                  </a:moveTo>
                  <a:lnTo>
                    <a:pt x="2731033" y="0"/>
                  </a:lnTo>
                  <a:lnTo>
                    <a:pt x="2731033" y="9525"/>
                  </a:lnTo>
                  <a:lnTo>
                    <a:pt x="2759608" y="9525"/>
                  </a:lnTo>
                  <a:lnTo>
                    <a:pt x="2759608" y="0"/>
                  </a:lnTo>
                  <a:close/>
                </a:path>
                <a:path w="5238750" h="4286250">
                  <a:moveTo>
                    <a:pt x="2797530" y="4276725"/>
                  </a:moveTo>
                  <a:lnTo>
                    <a:pt x="2768955" y="4276725"/>
                  </a:lnTo>
                  <a:lnTo>
                    <a:pt x="2768955" y="4286250"/>
                  </a:lnTo>
                  <a:lnTo>
                    <a:pt x="2797530" y="4286250"/>
                  </a:lnTo>
                  <a:lnTo>
                    <a:pt x="2797530" y="4276725"/>
                  </a:lnTo>
                  <a:close/>
                </a:path>
                <a:path w="5238750" h="4286250">
                  <a:moveTo>
                    <a:pt x="2807182" y="0"/>
                  </a:moveTo>
                  <a:lnTo>
                    <a:pt x="2778607" y="0"/>
                  </a:lnTo>
                  <a:lnTo>
                    <a:pt x="2778607" y="9525"/>
                  </a:lnTo>
                  <a:lnTo>
                    <a:pt x="2807182" y="9525"/>
                  </a:lnTo>
                  <a:lnTo>
                    <a:pt x="2807182" y="0"/>
                  </a:lnTo>
                  <a:close/>
                </a:path>
                <a:path w="5238750" h="4286250">
                  <a:moveTo>
                    <a:pt x="2845117" y="4276725"/>
                  </a:moveTo>
                  <a:lnTo>
                    <a:pt x="2816542" y="4276725"/>
                  </a:lnTo>
                  <a:lnTo>
                    <a:pt x="2816542" y="4286250"/>
                  </a:lnTo>
                  <a:lnTo>
                    <a:pt x="2845117" y="4286250"/>
                  </a:lnTo>
                  <a:lnTo>
                    <a:pt x="2845117" y="4276725"/>
                  </a:lnTo>
                  <a:close/>
                </a:path>
                <a:path w="5238750" h="4286250">
                  <a:moveTo>
                    <a:pt x="2854769" y="0"/>
                  </a:moveTo>
                  <a:lnTo>
                    <a:pt x="2826194" y="0"/>
                  </a:lnTo>
                  <a:lnTo>
                    <a:pt x="2826194" y="9525"/>
                  </a:lnTo>
                  <a:lnTo>
                    <a:pt x="2854769" y="9525"/>
                  </a:lnTo>
                  <a:lnTo>
                    <a:pt x="2854769" y="0"/>
                  </a:lnTo>
                  <a:close/>
                </a:path>
                <a:path w="5238750" h="4286250">
                  <a:moveTo>
                    <a:pt x="2892691" y="4276725"/>
                  </a:moveTo>
                  <a:lnTo>
                    <a:pt x="2864116" y="4276725"/>
                  </a:lnTo>
                  <a:lnTo>
                    <a:pt x="2864116" y="4286250"/>
                  </a:lnTo>
                  <a:lnTo>
                    <a:pt x="2892691" y="4286250"/>
                  </a:lnTo>
                  <a:lnTo>
                    <a:pt x="2892691" y="4276725"/>
                  </a:lnTo>
                  <a:close/>
                </a:path>
                <a:path w="5238750" h="4286250">
                  <a:moveTo>
                    <a:pt x="2902343" y="0"/>
                  </a:moveTo>
                  <a:lnTo>
                    <a:pt x="2873768" y="0"/>
                  </a:lnTo>
                  <a:lnTo>
                    <a:pt x="2873768" y="9525"/>
                  </a:lnTo>
                  <a:lnTo>
                    <a:pt x="2902343" y="9525"/>
                  </a:lnTo>
                  <a:lnTo>
                    <a:pt x="2902343" y="0"/>
                  </a:lnTo>
                  <a:close/>
                </a:path>
                <a:path w="5238750" h="4286250">
                  <a:moveTo>
                    <a:pt x="2940266" y="4276725"/>
                  </a:moveTo>
                  <a:lnTo>
                    <a:pt x="2911691" y="4276725"/>
                  </a:lnTo>
                  <a:lnTo>
                    <a:pt x="2911691" y="4286250"/>
                  </a:lnTo>
                  <a:lnTo>
                    <a:pt x="2940266" y="4286250"/>
                  </a:lnTo>
                  <a:lnTo>
                    <a:pt x="2940266" y="4276725"/>
                  </a:lnTo>
                  <a:close/>
                </a:path>
                <a:path w="5238750" h="4286250">
                  <a:moveTo>
                    <a:pt x="2949918" y="0"/>
                  </a:moveTo>
                  <a:lnTo>
                    <a:pt x="2921343" y="0"/>
                  </a:lnTo>
                  <a:lnTo>
                    <a:pt x="2921343" y="9525"/>
                  </a:lnTo>
                  <a:lnTo>
                    <a:pt x="2949918" y="9525"/>
                  </a:lnTo>
                  <a:lnTo>
                    <a:pt x="2949918" y="0"/>
                  </a:lnTo>
                  <a:close/>
                </a:path>
                <a:path w="5238750" h="4286250">
                  <a:moveTo>
                    <a:pt x="2987840" y="4276725"/>
                  </a:moveTo>
                  <a:lnTo>
                    <a:pt x="2959265" y="4276725"/>
                  </a:lnTo>
                  <a:lnTo>
                    <a:pt x="2959265" y="4286250"/>
                  </a:lnTo>
                  <a:lnTo>
                    <a:pt x="2987840" y="4286250"/>
                  </a:lnTo>
                  <a:lnTo>
                    <a:pt x="2987840" y="4276725"/>
                  </a:lnTo>
                  <a:close/>
                </a:path>
                <a:path w="5238750" h="4286250">
                  <a:moveTo>
                    <a:pt x="2997492" y="0"/>
                  </a:moveTo>
                  <a:lnTo>
                    <a:pt x="2968917" y="0"/>
                  </a:lnTo>
                  <a:lnTo>
                    <a:pt x="2968917" y="9525"/>
                  </a:lnTo>
                  <a:lnTo>
                    <a:pt x="2997492" y="9525"/>
                  </a:lnTo>
                  <a:lnTo>
                    <a:pt x="2997492" y="0"/>
                  </a:lnTo>
                  <a:close/>
                </a:path>
                <a:path w="5238750" h="4286250">
                  <a:moveTo>
                    <a:pt x="3035414" y="4276725"/>
                  </a:moveTo>
                  <a:lnTo>
                    <a:pt x="3006839" y="4276725"/>
                  </a:lnTo>
                  <a:lnTo>
                    <a:pt x="3006839" y="4286250"/>
                  </a:lnTo>
                  <a:lnTo>
                    <a:pt x="3035414" y="4286250"/>
                  </a:lnTo>
                  <a:lnTo>
                    <a:pt x="3035414" y="4276725"/>
                  </a:lnTo>
                  <a:close/>
                </a:path>
                <a:path w="5238750" h="4286250">
                  <a:moveTo>
                    <a:pt x="3045066" y="0"/>
                  </a:moveTo>
                  <a:lnTo>
                    <a:pt x="3016491" y="0"/>
                  </a:lnTo>
                  <a:lnTo>
                    <a:pt x="3016491" y="9525"/>
                  </a:lnTo>
                  <a:lnTo>
                    <a:pt x="3045066" y="9525"/>
                  </a:lnTo>
                  <a:lnTo>
                    <a:pt x="3045066" y="0"/>
                  </a:lnTo>
                  <a:close/>
                </a:path>
                <a:path w="5238750" h="4286250">
                  <a:moveTo>
                    <a:pt x="3083001" y="4276725"/>
                  </a:moveTo>
                  <a:lnTo>
                    <a:pt x="3054426" y="4276725"/>
                  </a:lnTo>
                  <a:lnTo>
                    <a:pt x="3054426" y="4286250"/>
                  </a:lnTo>
                  <a:lnTo>
                    <a:pt x="3083001" y="4286250"/>
                  </a:lnTo>
                  <a:lnTo>
                    <a:pt x="3083001" y="4276725"/>
                  </a:lnTo>
                  <a:close/>
                </a:path>
                <a:path w="5238750" h="4286250">
                  <a:moveTo>
                    <a:pt x="3092653" y="0"/>
                  </a:moveTo>
                  <a:lnTo>
                    <a:pt x="3064078" y="0"/>
                  </a:lnTo>
                  <a:lnTo>
                    <a:pt x="3064078" y="9525"/>
                  </a:lnTo>
                  <a:lnTo>
                    <a:pt x="3092653" y="9525"/>
                  </a:lnTo>
                  <a:lnTo>
                    <a:pt x="3092653" y="0"/>
                  </a:lnTo>
                  <a:close/>
                </a:path>
                <a:path w="5238750" h="4286250">
                  <a:moveTo>
                    <a:pt x="3130575" y="4276725"/>
                  </a:moveTo>
                  <a:lnTo>
                    <a:pt x="3102000" y="4276725"/>
                  </a:lnTo>
                  <a:lnTo>
                    <a:pt x="3102000" y="4286250"/>
                  </a:lnTo>
                  <a:lnTo>
                    <a:pt x="3130575" y="4286250"/>
                  </a:lnTo>
                  <a:lnTo>
                    <a:pt x="3130575" y="4276725"/>
                  </a:lnTo>
                  <a:close/>
                </a:path>
                <a:path w="5238750" h="4286250">
                  <a:moveTo>
                    <a:pt x="3140227" y="0"/>
                  </a:moveTo>
                  <a:lnTo>
                    <a:pt x="3111652" y="0"/>
                  </a:lnTo>
                  <a:lnTo>
                    <a:pt x="3111652" y="9525"/>
                  </a:lnTo>
                  <a:lnTo>
                    <a:pt x="3140227" y="9525"/>
                  </a:lnTo>
                  <a:lnTo>
                    <a:pt x="3140227" y="0"/>
                  </a:lnTo>
                  <a:close/>
                </a:path>
                <a:path w="5238750" h="4286250">
                  <a:moveTo>
                    <a:pt x="3178149" y="4276725"/>
                  </a:moveTo>
                  <a:lnTo>
                    <a:pt x="3149574" y="4276725"/>
                  </a:lnTo>
                  <a:lnTo>
                    <a:pt x="3149574" y="4286250"/>
                  </a:lnTo>
                  <a:lnTo>
                    <a:pt x="3178149" y="4286250"/>
                  </a:lnTo>
                  <a:lnTo>
                    <a:pt x="3178149" y="4276725"/>
                  </a:lnTo>
                  <a:close/>
                </a:path>
                <a:path w="5238750" h="4286250">
                  <a:moveTo>
                    <a:pt x="3187801" y="0"/>
                  </a:moveTo>
                  <a:lnTo>
                    <a:pt x="3159226" y="0"/>
                  </a:lnTo>
                  <a:lnTo>
                    <a:pt x="3159226" y="9525"/>
                  </a:lnTo>
                  <a:lnTo>
                    <a:pt x="3187801" y="9525"/>
                  </a:lnTo>
                  <a:lnTo>
                    <a:pt x="3187801" y="0"/>
                  </a:lnTo>
                  <a:close/>
                </a:path>
                <a:path w="5238750" h="4286250">
                  <a:moveTo>
                    <a:pt x="3225723" y="4276725"/>
                  </a:moveTo>
                  <a:lnTo>
                    <a:pt x="3197148" y="4276725"/>
                  </a:lnTo>
                  <a:lnTo>
                    <a:pt x="3197148" y="4286250"/>
                  </a:lnTo>
                  <a:lnTo>
                    <a:pt x="3225723" y="4286250"/>
                  </a:lnTo>
                  <a:lnTo>
                    <a:pt x="3225723" y="4276725"/>
                  </a:lnTo>
                  <a:close/>
                </a:path>
                <a:path w="5238750" h="4286250">
                  <a:moveTo>
                    <a:pt x="3235375" y="0"/>
                  </a:moveTo>
                  <a:lnTo>
                    <a:pt x="3206800" y="0"/>
                  </a:lnTo>
                  <a:lnTo>
                    <a:pt x="3206800" y="9525"/>
                  </a:lnTo>
                  <a:lnTo>
                    <a:pt x="3235375" y="9525"/>
                  </a:lnTo>
                  <a:lnTo>
                    <a:pt x="3235375" y="0"/>
                  </a:lnTo>
                  <a:close/>
                </a:path>
                <a:path w="5238750" h="4286250">
                  <a:moveTo>
                    <a:pt x="3273298" y="4276725"/>
                  </a:moveTo>
                  <a:lnTo>
                    <a:pt x="3244723" y="4276725"/>
                  </a:lnTo>
                  <a:lnTo>
                    <a:pt x="3244723" y="4286250"/>
                  </a:lnTo>
                  <a:lnTo>
                    <a:pt x="3273298" y="4286250"/>
                  </a:lnTo>
                  <a:lnTo>
                    <a:pt x="3273298" y="4276725"/>
                  </a:lnTo>
                  <a:close/>
                </a:path>
                <a:path w="5238750" h="4286250">
                  <a:moveTo>
                    <a:pt x="3282950" y="0"/>
                  </a:moveTo>
                  <a:lnTo>
                    <a:pt x="3254375" y="0"/>
                  </a:lnTo>
                  <a:lnTo>
                    <a:pt x="3254375" y="9525"/>
                  </a:lnTo>
                  <a:lnTo>
                    <a:pt x="3282950" y="9525"/>
                  </a:lnTo>
                  <a:lnTo>
                    <a:pt x="3282950" y="0"/>
                  </a:lnTo>
                  <a:close/>
                </a:path>
                <a:path w="5238750" h="4286250">
                  <a:moveTo>
                    <a:pt x="3320885" y="4276725"/>
                  </a:moveTo>
                  <a:lnTo>
                    <a:pt x="3292310" y="4276725"/>
                  </a:lnTo>
                  <a:lnTo>
                    <a:pt x="3292310" y="4286250"/>
                  </a:lnTo>
                  <a:lnTo>
                    <a:pt x="3320885" y="4286250"/>
                  </a:lnTo>
                  <a:lnTo>
                    <a:pt x="3320885" y="4276725"/>
                  </a:lnTo>
                  <a:close/>
                </a:path>
                <a:path w="5238750" h="4286250">
                  <a:moveTo>
                    <a:pt x="3330537" y="0"/>
                  </a:moveTo>
                  <a:lnTo>
                    <a:pt x="3301962" y="0"/>
                  </a:lnTo>
                  <a:lnTo>
                    <a:pt x="3301962" y="9525"/>
                  </a:lnTo>
                  <a:lnTo>
                    <a:pt x="3330537" y="9525"/>
                  </a:lnTo>
                  <a:lnTo>
                    <a:pt x="3330537" y="0"/>
                  </a:lnTo>
                  <a:close/>
                </a:path>
                <a:path w="5238750" h="4286250">
                  <a:moveTo>
                    <a:pt x="3368459" y="4276725"/>
                  </a:moveTo>
                  <a:lnTo>
                    <a:pt x="3339884" y="4276725"/>
                  </a:lnTo>
                  <a:lnTo>
                    <a:pt x="3339884" y="4286250"/>
                  </a:lnTo>
                  <a:lnTo>
                    <a:pt x="3368459" y="4286250"/>
                  </a:lnTo>
                  <a:lnTo>
                    <a:pt x="3368459" y="4276725"/>
                  </a:lnTo>
                  <a:close/>
                </a:path>
                <a:path w="5238750" h="4286250">
                  <a:moveTo>
                    <a:pt x="3378111" y="0"/>
                  </a:moveTo>
                  <a:lnTo>
                    <a:pt x="3349536" y="0"/>
                  </a:lnTo>
                  <a:lnTo>
                    <a:pt x="3349536" y="9525"/>
                  </a:lnTo>
                  <a:lnTo>
                    <a:pt x="3378111" y="9525"/>
                  </a:lnTo>
                  <a:lnTo>
                    <a:pt x="3378111" y="0"/>
                  </a:lnTo>
                  <a:close/>
                </a:path>
                <a:path w="5238750" h="4286250">
                  <a:moveTo>
                    <a:pt x="3416033" y="4276725"/>
                  </a:moveTo>
                  <a:lnTo>
                    <a:pt x="3387458" y="4276725"/>
                  </a:lnTo>
                  <a:lnTo>
                    <a:pt x="3387458" y="4286250"/>
                  </a:lnTo>
                  <a:lnTo>
                    <a:pt x="3416033" y="4286250"/>
                  </a:lnTo>
                  <a:lnTo>
                    <a:pt x="3416033" y="4276725"/>
                  </a:lnTo>
                  <a:close/>
                </a:path>
                <a:path w="5238750" h="4286250">
                  <a:moveTo>
                    <a:pt x="3425685" y="0"/>
                  </a:moveTo>
                  <a:lnTo>
                    <a:pt x="3397110" y="0"/>
                  </a:lnTo>
                  <a:lnTo>
                    <a:pt x="3397110" y="9525"/>
                  </a:lnTo>
                  <a:lnTo>
                    <a:pt x="3425685" y="9525"/>
                  </a:lnTo>
                  <a:lnTo>
                    <a:pt x="3425685" y="0"/>
                  </a:lnTo>
                  <a:close/>
                </a:path>
                <a:path w="5238750" h="4286250">
                  <a:moveTo>
                    <a:pt x="3463607" y="4276725"/>
                  </a:moveTo>
                  <a:lnTo>
                    <a:pt x="3435032" y="4276725"/>
                  </a:lnTo>
                  <a:lnTo>
                    <a:pt x="3435032" y="4286250"/>
                  </a:lnTo>
                  <a:lnTo>
                    <a:pt x="3463607" y="4286250"/>
                  </a:lnTo>
                  <a:lnTo>
                    <a:pt x="3463607" y="4276725"/>
                  </a:lnTo>
                  <a:close/>
                </a:path>
                <a:path w="5238750" h="4286250">
                  <a:moveTo>
                    <a:pt x="3473259" y="0"/>
                  </a:moveTo>
                  <a:lnTo>
                    <a:pt x="3444684" y="0"/>
                  </a:lnTo>
                  <a:lnTo>
                    <a:pt x="3444684" y="9525"/>
                  </a:lnTo>
                  <a:lnTo>
                    <a:pt x="3473259" y="9525"/>
                  </a:lnTo>
                  <a:lnTo>
                    <a:pt x="3473259" y="0"/>
                  </a:lnTo>
                  <a:close/>
                </a:path>
                <a:path w="5238750" h="4286250">
                  <a:moveTo>
                    <a:pt x="3511194" y="4276725"/>
                  </a:moveTo>
                  <a:lnTo>
                    <a:pt x="3482619" y="4276725"/>
                  </a:lnTo>
                  <a:lnTo>
                    <a:pt x="3482619" y="4286250"/>
                  </a:lnTo>
                  <a:lnTo>
                    <a:pt x="3511194" y="4286250"/>
                  </a:lnTo>
                  <a:lnTo>
                    <a:pt x="3511194" y="4276725"/>
                  </a:lnTo>
                  <a:close/>
                </a:path>
                <a:path w="5238750" h="4286250">
                  <a:moveTo>
                    <a:pt x="3520833" y="0"/>
                  </a:moveTo>
                  <a:lnTo>
                    <a:pt x="3492258" y="0"/>
                  </a:lnTo>
                  <a:lnTo>
                    <a:pt x="3492258" y="9525"/>
                  </a:lnTo>
                  <a:lnTo>
                    <a:pt x="3520833" y="9525"/>
                  </a:lnTo>
                  <a:lnTo>
                    <a:pt x="3520833" y="0"/>
                  </a:lnTo>
                  <a:close/>
                </a:path>
                <a:path w="5238750" h="4286250">
                  <a:moveTo>
                    <a:pt x="3558768" y="4276725"/>
                  </a:moveTo>
                  <a:lnTo>
                    <a:pt x="3530193" y="4276725"/>
                  </a:lnTo>
                  <a:lnTo>
                    <a:pt x="3530193" y="4286250"/>
                  </a:lnTo>
                  <a:lnTo>
                    <a:pt x="3558768" y="4286250"/>
                  </a:lnTo>
                  <a:lnTo>
                    <a:pt x="3558768" y="4276725"/>
                  </a:lnTo>
                  <a:close/>
                </a:path>
                <a:path w="5238750" h="4286250">
                  <a:moveTo>
                    <a:pt x="3568420" y="0"/>
                  </a:moveTo>
                  <a:lnTo>
                    <a:pt x="3539845" y="0"/>
                  </a:lnTo>
                  <a:lnTo>
                    <a:pt x="3539845" y="9525"/>
                  </a:lnTo>
                  <a:lnTo>
                    <a:pt x="3568420" y="9525"/>
                  </a:lnTo>
                  <a:lnTo>
                    <a:pt x="3568420" y="0"/>
                  </a:lnTo>
                  <a:close/>
                </a:path>
                <a:path w="5238750" h="4286250">
                  <a:moveTo>
                    <a:pt x="3606342" y="4276725"/>
                  </a:moveTo>
                  <a:lnTo>
                    <a:pt x="3577767" y="4276725"/>
                  </a:lnTo>
                  <a:lnTo>
                    <a:pt x="3577767" y="4286250"/>
                  </a:lnTo>
                  <a:lnTo>
                    <a:pt x="3606342" y="4286250"/>
                  </a:lnTo>
                  <a:lnTo>
                    <a:pt x="3606342" y="4276725"/>
                  </a:lnTo>
                  <a:close/>
                </a:path>
                <a:path w="5238750" h="4286250">
                  <a:moveTo>
                    <a:pt x="3615994" y="0"/>
                  </a:moveTo>
                  <a:lnTo>
                    <a:pt x="3587419" y="0"/>
                  </a:lnTo>
                  <a:lnTo>
                    <a:pt x="3587419" y="9525"/>
                  </a:lnTo>
                  <a:lnTo>
                    <a:pt x="3615994" y="9525"/>
                  </a:lnTo>
                  <a:lnTo>
                    <a:pt x="3615994" y="0"/>
                  </a:lnTo>
                  <a:close/>
                </a:path>
                <a:path w="5238750" h="4286250">
                  <a:moveTo>
                    <a:pt x="3653917" y="4276725"/>
                  </a:moveTo>
                  <a:lnTo>
                    <a:pt x="3625342" y="4276725"/>
                  </a:lnTo>
                  <a:lnTo>
                    <a:pt x="3625342" y="4286250"/>
                  </a:lnTo>
                  <a:lnTo>
                    <a:pt x="3653917" y="4286250"/>
                  </a:lnTo>
                  <a:lnTo>
                    <a:pt x="3653917" y="4276725"/>
                  </a:lnTo>
                  <a:close/>
                </a:path>
                <a:path w="5238750" h="4286250">
                  <a:moveTo>
                    <a:pt x="3663569" y="0"/>
                  </a:moveTo>
                  <a:lnTo>
                    <a:pt x="3634994" y="0"/>
                  </a:lnTo>
                  <a:lnTo>
                    <a:pt x="3634994" y="9525"/>
                  </a:lnTo>
                  <a:lnTo>
                    <a:pt x="3663569" y="9525"/>
                  </a:lnTo>
                  <a:lnTo>
                    <a:pt x="3663569" y="0"/>
                  </a:lnTo>
                  <a:close/>
                </a:path>
                <a:path w="5238750" h="4286250">
                  <a:moveTo>
                    <a:pt x="3701491" y="4276725"/>
                  </a:moveTo>
                  <a:lnTo>
                    <a:pt x="3672916" y="4276725"/>
                  </a:lnTo>
                  <a:lnTo>
                    <a:pt x="3672916" y="4286250"/>
                  </a:lnTo>
                  <a:lnTo>
                    <a:pt x="3701491" y="4286250"/>
                  </a:lnTo>
                  <a:lnTo>
                    <a:pt x="3701491" y="4276725"/>
                  </a:lnTo>
                  <a:close/>
                </a:path>
                <a:path w="5238750" h="4286250">
                  <a:moveTo>
                    <a:pt x="3711143" y="0"/>
                  </a:moveTo>
                  <a:lnTo>
                    <a:pt x="3682568" y="0"/>
                  </a:lnTo>
                  <a:lnTo>
                    <a:pt x="3682568" y="9525"/>
                  </a:lnTo>
                  <a:lnTo>
                    <a:pt x="3711143" y="9525"/>
                  </a:lnTo>
                  <a:lnTo>
                    <a:pt x="3711143" y="0"/>
                  </a:lnTo>
                  <a:close/>
                </a:path>
                <a:path w="5238750" h="4286250">
                  <a:moveTo>
                    <a:pt x="3749078" y="4276725"/>
                  </a:moveTo>
                  <a:lnTo>
                    <a:pt x="3720503" y="4276725"/>
                  </a:lnTo>
                  <a:lnTo>
                    <a:pt x="3720503" y="4286250"/>
                  </a:lnTo>
                  <a:lnTo>
                    <a:pt x="3749078" y="4286250"/>
                  </a:lnTo>
                  <a:lnTo>
                    <a:pt x="3749078" y="4276725"/>
                  </a:lnTo>
                  <a:close/>
                </a:path>
                <a:path w="5238750" h="4286250">
                  <a:moveTo>
                    <a:pt x="3758730" y="0"/>
                  </a:moveTo>
                  <a:lnTo>
                    <a:pt x="3730155" y="0"/>
                  </a:lnTo>
                  <a:lnTo>
                    <a:pt x="3730155" y="9525"/>
                  </a:lnTo>
                  <a:lnTo>
                    <a:pt x="3758730" y="9525"/>
                  </a:lnTo>
                  <a:lnTo>
                    <a:pt x="3758730" y="0"/>
                  </a:lnTo>
                  <a:close/>
                </a:path>
                <a:path w="5238750" h="4286250">
                  <a:moveTo>
                    <a:pt x="3796652" y="4276725"/>
                  </a:moveTo>
                  <a:lnTo>
                    <a:pt x="3768077" y="4276725"/>
                  </a:lnTo>
                  <a:lnTo>
                    <a:pt x="3768077" y="4286250"/>
                  </a:lnTo>
                  <a:lnTo>
                    <a:pt x="3796652" y="4286250"/>
                  </a:lnTo>
                  <a:lnTo>
                    <a:pt x="3796652" y="4276725"/>
                  </a:lnTo>
                  <a:close/>
                </a:path>
                <a:path w="5238750" h="4286250">
                  <a:moveTo>
                    <a:pt x="3806304" y="0"/>
                  </a:moveTo>
                  <a:lnTo>
                    <a:pt x="3777729" y="0"/>
                  </a:lnTo>
                  <a:lnTo>
                    <a:pt x="3777729" y="9525"/>
                  </a:lnTo>
                  <a:lnTo>
                    <a:pt x="3806304" y="9525"/>
                  </a:lnTo>
                  <a:lnTo>
                    <a:pt x="3806304" y="0"/>
                  </a:lnTo>
                  <a:close/>
                </a:path>
                <a:path w="5238750" h="4286250">
                  <a:moveTo>
                    <a:pt x="3844226" y="4276725"/>
                  </a:moveTo>
                  <a:lnTo>
                    <a:pt x="3815651" y="4276725"/>
                  </a:lnTo>
                  <a:lnTo>
                    <a:pt x="3815651" y="4286250"/>
                  </a:lnTo>
                  <a:lnTo>
                    <a:pt x="3844226" y="4286250"/>
                  </a:lnTo>
                  <a:lnTo>
                    <a:pt x="3844226" y="4276725"/>
                  </a:lnTo>
                  <a:close/>
                </a:path>
                <a:path w="5238750" h="4286250">
                  <a:moveTo>
                    <a:pt x="3853878" y="0"/>
                  </a:moveTo>
                  <a:lnTo>
                    <a:pt x="3825303" y="0"/>
                  </a:lnTo>
                  <a:lnTo>
                    <a:pt x="3825303" y="9525"/>
                  </a:lnTo>
                  <a:lnTo>
                    <a:pt x="3853878" y="9525"/>
                  </a:lnTo>
                  <a:lnTo>
                    <a:pt x="3853878" y="0"/>
                  </a:lnTo>
                  <a:close/>
                </a:path>
                <a:path w="5238750" h="4286250">
                  <a:moveTo>
                    <a:pt x="3891800" y="4276725"/>
                  </a:moveTo>
                  <a:lnTo>
                    <a:pt x="3863225" y="4276725"/>
                  </a:lnTo>
                  <a:lnTo>
                    <a:pt x="3863225" y="4286250"/>
                  </a:lnTo>
                  <a:lnTo>
                    <a:pt x="3891800" y="4286250"/>
                  </a:lnTo>
                  <a:lnTo>
                    <a:pt x="3891800" y="4276725"/>
                  </a:lnTo>
                  <a:close/>
                </a:path>
                <a:path w="5238750" h="4286250">
                  <a:moveTo>
                    <a:pt x="3901452" y="0"/>
                  </a:moveTo>
                  <a:lnTo>
                    <a:pt x="3872877" y="0"/>
                  </a:lnTo>
                  <a:lnTo>
                    <a:pt x="3872877" y="9525"/>
                  </a:lnTo>
                  <a:lnTo>
                    <a:pt x="3901452" y="9525"/>
                  </a:lnTo>
                  <a:lnTo>
                    <a:pt x="3901452" y="0"/>
                  </a:lnTo>
                  <a:close/>
                </a:path>
                <a:path w="5238750" h="4286250">
                  <a:moveTo>
                    <a:pt x="3939375" y="4276725"/>
                  </a:moveTo>
                  <a:lnTo>
                    <a:pt x="3910800" y="4276725"/>
                  </a:lnTo>
                  <a:lnTo>
                    <a:pt x="3910800" y="4286250"/>
                  </a:lnTo>
                  <a:lnTo>
                    <a:pt x="3939375" y="4286250"/>
                  </a:lnTo>
                  <a:lnTo>
                    <a:pt x="3939375" y="4276725"/>
                  </a:lnTo>
                  <a:close/>
                </a:path>
                <a:path w="5238750" h="4286250">
                  <a:moveTo>
                    <a:pt x="3949027" y="0"/>
                  </a:moveTo>
                  <a:lnTo>
                    <a:pt x="3920452" y="0"/>
                  </a:lnTo>
                  <a:lnTo>
                    <a:pt x="3920452" y="9525"/>
                  </a:lnTo>
                  <a:lnTo>
                    <a:pt x="3949027" y="9525"/>
                  </a:lnTo>
                  <a:lnTo>
                    <a:pt x="3949027" y="0"/>
                  </a:lnTo>
                  <a:close/>
                </a:path>
                <a:path w="5238750" h="4286250">
                  <a:moveTo>
                    <a:pt x="3986961" y="4276725"/>
                  </a:moveTo>
                  <a:lnTo>
                    <a:pt x="3958386" y="4276725"/>
                  </a:lnTo>
                  <a:lnTo>
                    <a:pt x="3958386" y="4286250"/>
                  </a:lnTo>
                  <a:lnTo>
                    <a:pt x="3986961" y="4286250"/>
                  </a:lnTo>
                  <a:lnTo>
                    <a:pt x="3986961" y="4276725"/>
                  </a:lnTo>
                  <a:close/>
                </a:path>
                <a:path w="5238750" h="4286250">
                  <a:moveTo>
                    <a:pt x="3996613" y="0"/>
                  </a:moveTo>
                  <a:lnTo>
                    <a:pt x="3968038" y="0"/>
                  </a:lnTo>
                  <a:lnTo>
                    <a:pt x="3968038" y="9525"/>
                  </a:lnTo>
                  <a:lnTo>
                    <a:pt x="3996613" y="9525"/>
                  </a:lnTo>
                  <a:lnTo>
                    <a:pt x="3996613" y="0"/>
                  </a:lnTo>
                  <a:close/>
                </a:path>
                <a:path w="5238750" h="4286250">
                  <a:moveTo>
                    <a:pt x="4034536" y="4276725"/>
                  </a:moveTo>
                  <a:lnTo>
                    <a:pt x="4005961" y="4276725"/>
                  </a:lnTo>
                  <a:lnTo>
                    <a:pt x="4005961" y="4286250"/>
                  </a:lnTo>
                  <a:lnTo>
                    <a:pt x="4034536" y="4286250"/>
                  </a:lnTo>
                  <a:lnTo>
                    <a:pt x="4034536" y="4276725"/>
                  </a:lnTo>
                  <a:close/>
                </a:path>
                <a:path w="5238750" h="4286250">
                  <a:moveTo>
                    <a:pt x="4044188" y="0"/>
                  </a:moveTo>
                  <a:lnTo>
                    <a:pt x="4015613" y="0"/>
                  </a:lnTo>
                  <a:lnTo>
                    <a:pt x="4015613" y="9525"/>
                  </a:lnTo>
                  <a:lnTo>
                    <a:pt x="4044188" y="9525"/>
                  </a:lnTo>
                  <a:lnTo>
                    <a:pt x="4044188" y="0"/>
                  </a:lnTo>
                  <a:close/>
                </a:path>
                <a:path w="5238750" h="4286250">
                  <a:moveTo>
                    <a:pt x="4082110" y="4276725"/>
                  </a:moveTo>
                  <a:lnTo>
                    <a:pt x="4053535" y="4276725"/>
                  </a:lnTo>
                  <a:lnTo>
                    <a:pt x="4053535" y="4286250"/>
                  </a:lnTo>
                  <a:lnTo>
                    <a:pt x="4082110" y="4286250"/>
                  </a:lnTo>
                  <a:lnTo>
                    <a:pt x="4082110" y="4276725"/>
                  </a:lnTo>
                  <a:close/>
                </a:path>
                <a:path w="5238750" h="4286250">
                  <a:moveTo>
                    <a:pt x="4091762" y="0"/>
                  </a:moveTo>
                  <a:lnTo>
                    <a:pt x="4063187" y="0"/>
                  </a:lnTo>
                  <a:lnTo>
                    <a:pt x="4063187" y="9525"/>
                  </a:lnTo>
                  <a:lnTo>
                    <a:pt x="4091762" y="9525"/>
                  </a:lnTo>
                  <a:lnTo>
                    <a:pt x="4091762" y="0"/>
                  </a:lnTo>
                  <a:close/>
                </a:path>
                <a:path w="5238750" h="4286250">
                  <a:moveTo>
                    <a:pt x="4129684" y="4276725"/>
                  </a:moveTo>
                  <a:lnTo>
                    <a:pt x="4101109" y="4276725"/>
                  </a:lnTo>
                  <a:lnTo>
                    <a:pt x="4101109" y="4286250"/>
                  </a:lnTo>
                  <a:lnTo>
                    <a:pt x="4129684" y="4286250"/>
                  </a:lnTo>
                  <a:lnTo>
                    <a:pt x="4129684" y="4276725"/>
                  </a:lnTo>
                  <a:close/>
                </a:path>
                <a:path w="5238750" h="4286250">
                  <a:moveTo>
                    <a:pt x="4139336" y="0"/>
                  </a:moveTo>
                  <a:lnTo>
                    <a:pt x="4110761" y="0"/>
                  </a:lnTo>
                  <a:lnTo>
                    <a:pt x="4110761" y="9525"/>
                  </a:lnTo>
                  <a:lnTo>
                    <a:pt x="4139336" y="9525"/>
                  </a:lnTo>
                  <a:lnTo>
                    <a:pt x="4139336" y="0"/>
                  </a:lnTo>
                  <a:close/>
                </a:path>
                <a:path w="5238750" h="4286250">
                  <a:moveTo>
                    <a:pt x="4177258" y="4276725"/>
                  </a:moveTo>
                  <a:lnTo>
                    <a:pt x="4148683" y="4276725"/>
                  </a:lnTo>
                  <a:lnTo>
                    <a:pt x="4148683" y="4286250"/>
                  </a:lnTo>
                  <a:lnTo>
                    <a:pt x="4177258" y="4286250"/>
                  </a:lnTo>
                  <a:lnTo>
                    <a:pt x="4177258" y="4276725"/>
                  </a:lnTo>
                  <a:close/>
                </a:path>
                <a:path w="5238750" h="4286250">
                  <a:moveTo>
                    <a:pt x="4186910" y="0"/>
                  </a:moveTo>
                  <a:lnTo>
                    <a:pt x="4158335" y="0"/>
                  </a:lnTo>
                  <a:lnTo>
                    <a:pt x="4158335" y="9525"/>
                  </a:lnTo>
                  <a:lnTo>
                    <a:pt x="4186910" y="9525"/>
                  </a:lnTo>
                  <a:lnTo>
                    <a:pt x="4186910" y="0"/>
                  </a:lnTo>
                  <a:close/>
                </a:path>
                <a:path w="5238750" h="4286250">
                  <a:moveTo>
                    <a:pt x="4224845" y="4276725"/>
                  </a:moveTo>
                  <a:lnTo>
                    <a:pt x="4196270" y="4276725"/>
                  </a:lnTo>
                  <a:lnTo>
                    <a:pt x="4196270" y="4286250"/>
                  </a:lnTo>
                  <a:lnTo>
                    <a:pt x="4224845" y="4286250"/>
                  </a:lnTo>
                  <a:lnTo>
                    <a:pt x="4224845" y="4276725"/>
                  </a:lnTo>
                  <a:close/>
                </a:path>
                <a:path w="5238750" h="4286250">
                  <a:moveTo>
                    <a:pt x="4234497" y="0"/>
                  </a:moveTo>
                  <a:lnTo>
                    <a:pt x="4205922" y="0"/>
                  </a:lnTo>
                  <a:lnTo>
                    <a:pt x="4205922" y="9525"/>
                  </a:lnTo>
                  <a:lnTo>
                    <a:pt x="4234497" y="9525"/>
                  </a:lnTo>
                  <a:lnTo>
                    <a:pt x="4234497" y="0"/>
                  </a:lnTo>
                  <a:close/>
                </a:path>
                <a:path w="5238750" h="4286250">
                  <a:moveTo>
                    <a:pt x="4272419" y="4276725"/>
                  </a:moveTo>
                  <a:lnTo>
                    <a:pt x="4243844" y="4276725"/>
                  </a:lnTo>
                  <a:lnTo>
                    <a:pt x="4243844" y="4286250"/>
                  </a:lnTo>
                  <a:lnTo>
                    <a:pt x="4272419" y="4286250"/>
                  </a:lnTo>
                  <a:lnTo>
                    <a:pt x="4272419" y="4276725"/>
                  </a:lnTo>
                  <a:close/>
                </a:path>
                <a:path w="5238750" h="4286250">
                  <a:moveTo>
                    <a:pt x="4282071" y="0"/>
                  </a:moveTo>
                  <a:lnTo>
                    <a:pt x="4253496" y="0"/>
                  </a:lnTo>
                  <a:lnTo>
                    <a:pt x="4253496" y="9525"/>
                  </a:lnTo>
                  <a:lnTo>
                    <a:pt x="4282071" y="9525"/>
                  </a:lnTo>
                  <a:lnTo>
                    <a:pt x="4282071" y="0"/>
                  </a:lnTo>
                  <a:close/>
                </a:path>
                <a:path w="5238750" h="4286250">
                  <a:moveTo>
                    <a:pt x="4319994" y="4276725"/>
                  </a:moveTo>
                  <a:lnTo>
                    <a:pt x="4291419" y="4276725"/>
                  </a:lnTo>
                  <a:lnTo>
                    <a:pt x="4291419" y="4286250"/>
                  </a:lnTo>
                  <a:lnTo>
                    <a:pt x="4319994" y="4286250"/>
                  </a:lnTo>
                  <a:lnTo>
                    <a:pt x="4319994" y="4276725"/>
                  </a:lnTo>
                  <a:close/>
                </a:path>
                <a:path w="5238750" h="4286250">
                  <a:moveTo>
                    <a:pt x="4329646" y="0"/>
                  </a:moveTo>
                  <a:lnTo>
                    <a:pt x="4301071" y="0"/>
                  </a:lnTo>
                  <a:lnTo>
                    <a:pt x="4301071" y="9525"/>
                  </a:lnTo>
                  <a:lnTo>
                    <a:pt x="4329646" y="9525"/>
                  </a:lnTo>
                  <a:lnTo>
                    <a:pt x="4329646" y="0"/>
                  </a:lnTo>
                  <a:close/>
                </a:path>
                <a:path w="5238750" h="4286250">
                  <a:moveTo>
                    <a:pt x="4367568" y="4276725"/>
                  </a:moveTo>
                  <a:lnTo>
                    <a:pt x="4338993" y="4276725"/>
                  </a:lnTo>
                  <a:lnTo>
                    <a:pt x="4338993" y="4286250"/>
                  </a:lnTo>
                  <a:lnTo>
                    <a:pt x="4367568" y="4286250"/>
                  </a:lnTo>
                  <a:lnTo>
                    <a:pt x="4367568" y="4276725"/>
                  </a:lnTo>
                  <a:close/>
                </a:path>
                <a:path w="5238750" h="4286250">
                  <a:moveTo>
                    <a:pt x="4377220" y="0"/>
                  </a:moveTo>
                  <a:lnTo>
                    <a:pt x="4348645" y="0"/>
                  </a:lnTo>
                  <a:lnTo>
                    <a:pt x="4348645" y="9525"/>
                  </a:lnTo>
                  <a:lnTo>
                    <a:pt x="4377220" y="9525"/>
                  </a:lnTo>
                  <a:lnTo>
                    <a:pt x="4377220" y="0"/>
                  </a:lnTo>
                  <a:close/>
                </a:path>
                <a:path w="5238750" h="4286250">
                  <a:moveTo>
                    <a:pt x="4415155" y="4276725"/>
                  </a:moveTo>
                  <a:lnTo>
                    <a:pt x="4386580" y="4276725"/>
                  </a:lnTo>
                  <a:lnTo>
                    <a:pt x="4386580" y="4286250"/>
                  </a:lnTo>
                  <a:lnTo>
                    <a:pt x="4415155" y="4286250"/>
                  </a:lnTo>
                  <a:lnTo>
                    <a:pt x="4415155" y="4276725"/>
                  </a:lnTo>
                  <a:close/>
                </a:path>
                <a:path w="5238750" h="4286250">
                  <a:moveTo>
                    <a:pt x="4424807" y="0"/>
                  </a:moveTo>
                  <a:lnTo>
                    <a:pt x="4396232" y="0"/>
                  </a:lnTo>
                  <a:lnTo>
                    <a:pt x="4396232" y="9525"/>
                  </a:lnTo>
                  <a:lnTo>
                    <a:pt x="4424807" y="9525"/>
                  </a:lnTo>
                  <a:lnTo>
                    <a:pt x="4424807" y="0"/>
                  </a:lnTo>
                  <a:close/>
                </a:path>
                <a:path w="5238750" h="4286250">
                  <a:moveTo>
                    <a:pt x="4462729" y="4276725"/>
                  </a:moveTo>
                  <a:lnTo>
                    <a:pt x="4434154" y="4276725"/>
                  </a:lnTo>
                  <a:lnTo>
                    <a:pt x="4434154" y="4286250"/>
                  </a:lnTo>
                  <a:lnTo>
                    <a:pt x="4462729" y="4286250"/>
                  </a:lnTo>
                  <a:lnTo>
                    <a:pt x="4462729" y="4276725"/>
                  </a:lnTo>
                  <a:close/>
                </a:path>
                <a:path w="5238750" h="4286250">
                  <a:moveTo>
                    <a:pt x="4472381" y="0"/>
                  </a:moveTo>
                  <a:lnTo>
                    <a:pt x="4443806" y="0"/>
                  </a:lnTo>
                  <a:lnTo>
                    <a:pt x="4443806" y="9525"/>
                  </a:lnTo>
                  <a:lnTo>
                    <a:pt x="4472381" y="9525"/>
                  </a:lnTo>
                  <a:lnTo>
                    <a:pt x="4472381" y="0"/>
                  </a:lnTo>
                  <a:close/>
                </a:path>
                <a:path w="5238750" h="4286250">
                  <a:moveTo>
                    <a:pt x="4510303" y="4276725"/>
                  </a:moveTo>
                  <a:lnTo>
                    <a:pt x="4481728" y="4276725"/>
                  </a:lnTo>
                  <a:lnTo>
                    <a:pt x="4481728" y="4286250"/>
                  </a:lnTo>
                  <a:lnTo>
                    <a:pt x="4510303" y="4286250"/>
                  </a:lnTo>
                  <a:lnTo>
                    <a:pt x="4510303" y="4276725"/>
                  </a:lnTo>
                  <a:close/>
                </a:path>
                <a:path w="5238750" h="4286250">
                  <a:moveTo>
                    <a:pt x="4519955" y="0"/>
                  </a:moveTo>
                  <a:lnTo>
                    <a:pt x="4491380" y="0"/>
                  </a:lnTo>
                  <a:lnTo>
                    <a:pt x="4491380" y="9525"/>
                  </a:lnTo>
                  <a:lnTo>
                    <a:pt x="4519955" y="9525"/>
                  </a:lnTo>
                  <a:lnTo>
                    <a:pt x="4519955" y="0"/>
                  </a:lnTo>
                  <a:close/>
                </a:path>
                <a:path w="5238750" h="4286250">
                  <a:moveTo>
                    <a:pt x="4557877" y="4276725"/>
                  </a:moveTo>
                  <a:lnTo>
                    <a:pt x="4529302" y="4276725"/>
                  </a:lnTo>
                  <a:lnTo>
                    <a:pt x="4529302" y="4286250"/>
                  </a:lnTo>
                  <a:lnTo>
                    <a:pt x="4557877" y="4286250"/>
                  </a:lnTo>
                  <a:lnTo>
                    <a:pt x="4557877" y="4276725"/>
                  </a:lnTo>
                  <a:close/>
                </a:path>
                <a:path w="5238750" h="4286250">
                  <a:moveTo>
                    <a:pt x="4567529" y="0"/>
                  </a:moveTo>
                  <a:lnTo>
                    <a:pt x="4538954" y="0"/>
                  </a:lnTo>
                  <a:lnTo>
                    <a:pt x="4538954" y="9525"/>
                  </a:lnTo>
                  <a:lnTo>
                    <a:pt x="4567529" y="9525"/>
                  </a:lnTo>
                  <a:lnTo>
                    <a:pt x="4567529" y="0"/>
                  </a:lnTo>
                  <a:close/>
                </a:path>
                <a:path w="5238750" h="4286250">
                  <a:moveTo>
                    <a:pt x="4605452" y="4276725"/>
                  </a:moveTo>
                  <a:lnTo>
                    <a:pt x="4576877" y="4276725"/>
                  </a:lnTo>
                  <a:lnTo>
                    <a:pt x="4576877" y="4286250"/>
                  </a:lnTo>
                  <a:lnTo>
                    <a:pt x="4605452" y="4286250"/>
                  </a:lnTo>
                  <a:lnTo>
                    <a:pt x="4605452" y="4276725"/>
                  </a:lnTo>
                  <a:close/>
                </a:path>
                <a:path w="5238750" h="4286250">
                  <a:moveTo>
                    <a:pt x="4615104" y="0"/>
                  </a:moveTo>
                  <a:lnTo>
                    <a:pt x="4586529" y="0"/>
                  </a:lnTo>
                  <a:lnTo>
                    <a:pt x="4586529" y="9525"/>
                  </a:lnTo>
                  <a:lnTo>
                    <a:pt x="4615104" y="9525"/>
                  </a:lnTo>
                  <a:lnTo>
                    <a:pt x="4615104" y="0"/>
                  </a:lnTo>
                  <a:close/>
                </a:path>
                <a:path w="5238750" h="4286250">
                  <a:moveTo>
                    <a:pt x="4653038" y="4276725"/>
                  </a:moveTo>
                  <a:lnTo>
                    <a:pt x="4624463" y="4276725"/>
                  </a:lnTo>
                  <a:lnTo>
                    <a:pt x="4624463" y="4286250"/>
                  </a:lnTo>
                  <a:lnTo>
                    <a:pt x="4653038" y="4286250"/>
                  </a:lnTo>
                  <a:lnTo>
                    <a:pt x="4653038" y="4276725"/>
                  </a:lnTo>
                  <a:close/>
                </a:path>
                <a:path w="5238750" h="4286250">
                  <a:moveTo>
                    <a:pt x="4662690" y="0"/>
                  </a:moveTo>
                  <a:lnTo>
                    <a:pt x="4634115" y="0"/>
                  </a:lnTo>
                  <a:lnTo>
                    <a:pt x="4634115" y="9525"/>
                  </a:lnTo>
                  <a:lnTo>
                    <a:pt x="4662690" y="9525"/>
                  </a:lnTo>
                  <a:lnTo>
                    <a:pt x="4662690" y="0"/>
                  </a:lnTo>
                  <a:close/>
                </a:path>
                <a:path w="5238750" h="4286250">
                  <a:moveTo>
                    <a:pt x="4700613" y="4276725"/>
                  </a:moveTo>
                  <a:lnTo>
                    <a:pt x="4672038" y="4276725"/>
                  </a:lnTo>
                  <a:lnTo>
                    <a:pt x="4672038" y="4286250"/>
                  </a:lnTo>
                  <a:lnTo>
                    <a:pt x="4700613" y="4286250"/>
                  </a:lnTo>
                  <a:lnTo>
                    <a:pt x="4700613" y="4276725"/>
                  </a:lnTo>
                  <a:close/>
                </a:path>
                <a:path w="5238750" h="4286250">
                  <a:moveTo>
                    <a:pt x="4710265" y="0"/>
                  </a:moveTo>
                  <a:lnTo>
                    <a:pt x="4681690" y="0"/>
                  </a:lnTo>
                  <a:lnTo>
                    <a:pt x="4681690" y="9525"/>
                  </a:lnTo>
                  <a:lnTo>
                    <a:pt x="4710265" y="9525"/>
                  </a:lnTo>
                  <a:lnTo>
                    <a:pt x="4710265" y="0"/>
                  </a:lnTo>
                  <a:close/>
                </a:path>
                <a:path w="5238750" h="4286250">
                  <a:moveTo>
                    <a:pt x="4748187" y="4276725"/>
                  </a:moveTo>
                  <a:lnTo>
                    <a:pt x="4719612" y="4276725"/>
                  </a:lnTo>
                  <a:lnTo>
                    <a:pt x="4719612" y="4286250"/>
                  </a:lnTo>
                  <a:lnTo>
                    <a:pt x="4748187" y="4286250"/>
                  </a:lnTo>
                  <a:lnTo>
                    <a:pt x="4748187" y="4276725"/>
                  </a:lnTo>
                  <a:close/>
                </a:path>
                <a:path w="5238750" h="4286250">
                  <a:moveTo>
                    <a:pt x="4757839" y="0"/>
                  </a:moveTo>
                  <a:lnTo>
                    <a:pt x="4729264" y="0"/>
                  </a:lnTo>
                  <a:lnTo>
                    <a:pt x="4729264" y="9525"/>
                  </a:lnTo>
                  <a:lnTo>
                    <a:pt x="4757839" y="9525"/>
                  </a:lnTo>
                  <a:lnTo>
                    <a:pt x="4757839" y="0"/>
                  </a:lnTo>
                  <a:close/>
                </a:path>
                <a:path w="5238750" h="4286250">
                  <a:moveTo>
                    <a:pt x="4795761" y="4276725"/>
                  </a:moveTo>
                  <a:lnTo>
                    <a:pt x="4767186" y="4276725"/>
                  </a:lnTo>
                  <a:lnTo>
                    <a:pt x="4767186" y="4286250"/>
                  </a:lnTo>
                  <a:lnTo>
                    <a:pt x="4795761" y="4286250"/>
                  </a:lnTo>
                  <a:lnTo>
                    <a:pt x="4795761" y="4276725"/>
                  </a:lnTo>
                  <a:close/>
                </a:path>
                <a:path w="5238750" h="4286250">
                  <a:moveTo>
                    <a:pt x="4805413" y="0"/>
                  </a:moveTo>
                  <a:lnTo>
                    <a:pt x="4776838" y="0"/>
                  </a:lnTo>
                  <a:lnTo>
                    <a:pt x="4776838" y="9525"/>
                  </a:lnTo>
                  <a:lnTo>
                    <a:pt x="4805413" y="9525"/>
                  </a:lnTo>
                  <a:lnTo>
                    <a:pt x="4805413" y="0"/>
                  </a:lnTo>
                  <a:close/>
                </a:path>
                <a:path w="5238750" h="4286250">
                  <a:moveTo>
                    <a:pt x="4843335" y="4276725"/>
                  </a:moveTo>
                  <a:lnTo>
                    <a:pt x="4814760" y="4276725"/>
                  </a:lnTo>
                  <a:lnTo>
                    <a:pt x="4814760" y="4286250"/>
                  </a:lnTo>
                  <a:lnTo>
                    <a:pt x="4843335" y="4286250"/>
                  </a:lnTo>
                  <a:lnTo>
                    <a:pt x="4843335" y="4276725"/>
                  </a:lnTo>
                  <a:close/>
                </a:path>
                <a:path w="5238750" h="4286250">
                  <a:moveTo>
                    <a:pt x="4852987" y="0"/>
                  </a:moveTo>
                  <a:lnTo>
                    <a:pt x="4824412" y="0"/>
                  </a:lnTo>
                  <a:lnTo>
                    <a:pt x="4824412" y="9525"/>
                  </a:lnTo>
                  <a:lnTo>
                    <a:pt x="4852987" y="9525"/>
                  </a:lnTo>
                  <a:lnTo>
                    <a:pt x="4852987" y="0"/>
                  </a:lnTo>
                  <a:close/>
                </a:path>
                <a:path w="5238750" h="4286250">
                  <a:moveTo>
                    <a:pt x="4890922" y="4276725"/>
                  </a:moveTo>
                  <a:lnTo>
                    <a:pt x="4862347" y="4276725"/>
                  </a:lnTo>
                  <a:lnTo>
                    <a:pt x="4862347" y="4286250"/>
                  </a:lnTo>
                  <a:lnTo>
                    <a:pt x="4890922" y="4286250"/>
                  </a:lnTo>
                  <a:lnTo>
                    <a:pt x="4890922" y="4276725"/>
                  </a:lnTo>
                  <a:close/>
                </a:path>
                <a:path w="5238750" h="4286250">
                  <a:moveTo>
                    <a:pt x="4900574" y="0"/>
                  </a:moveTo>
                  <a:lnTo>
                    <a:pt x="4871999" y="0"/>
                  </a:lnTo>
                  <a:lnTo>
                    <a:pt x="4871999" y="9525"/>
                  </a:lnTo>
                  <a:lnTo>
                    <a:pt x="4900574" y="9525"/>
                  </a:lnTo>
                  <a:lnTo>
                    <a:pt x="4900574" y="0"/>
                  </a:lnTo>
                  <a:close/>
                </a:path>
                <a:path w="5238750" h="4286250">
                  <a:moveTo>
                    <a:pt x="4938496" y="4276725"/>
                  </a:moveTo>
                  <a:lnTo>
                    <a:pt x="4909921" y="4276725"/>
                  </a:lnTo>
                  <a:lnTo>
                    <a:pt x="4909921" y="4286250"/>
                  </a:lnTo>
                  <a:lnTo>
                    <a:pt x="4938496" y="4286250"/>
                  </a:lnTo>
                  <a:lnTo>
                    <a:pt x="4938496" y="4276725"/>
                  </a:lnTo>
                  <a:close/>
                </a:path>
                <a:path w="5238750" h="4286250">
                  <a:moveTo>
                    <a:pt x="4948148" y="0"/>
                  </a:moveTo>
                  <a:lnTo>
                    <a:pt x="4919573" y="0"/>
                  </a:lnTo>
                  <a:lnTo>
                    <a:pt x="4919573" y="9525"/>
                  </a:lnTo>
                  <a:lnTo>
                    <a:pt x="4948148" y="9525"/>
                  </a:lnTo>
                  <a:lnTo>
                    <a:pt x="4948148" y="0"/>
                  </a:lnTo>
                  <a:close/>
                </a:path>
                <a:path w="5238750" h="4286250">
                  <a:moveTo>
                    <a:pt x="4986071" y="4276725"/>
                  </a:moveTo>
                  <a:lnTo>
                    <a:pt x="4957496" y="4276725"/>
                  </a:lnTo>
                  <a:lnTo>
                    <a:pt x="4957496" y="4286250"/>
                  </a:lnTo>
                  <a:lnTo>
                    <a:pt x="4986071" y="4286250"/>
                  </a:lnTo>
                  <a:lnTo>
                    <a:pt x="4986071" y="4276725"/>
                  </a:lnTo>
                  <a:close/>
                </a:path>
                <a:path w="5238750" h="4286250">
                  <a:moveTo>
                    <a:pt x="4995723" y="0"/>
                  </a:moveTo>
                  <a:lnTo>
                    <a:pt x="4967148" y="0"/>
                  </a:lnTo>
                  <a:lnTo>
                    <a:pt x="4967148" y="9525"/>
                  </a:lnTo>
                  <a:lnTo>
                    <a:pt x="4995723" y="9525"/>
                  </a:lnTo>
                  <a:lnTo>
                    <a:pt x="4995723" y="0"/>
                  </a:lnTo>
                  <a:close/>
                </a:path>
                <a:path w="5238750" h="4286250">
                  <a:moveTo>
                    <a:pt x="5033645" y="4276725"/>
                  </a:moveTo>
                  <a:lnTo>
                    <a:pt x="5005070" y="4276725"/>
                  </a:lnTo>
                  <a:lnTo>
                    <a:pt x="5005070" y="4286250"/>
                  </a:lnTo>
                  <a:lnTo>
                    <a:pt x="5033645" y="4286250"/>
                  </a:lnTo>
                  <a:lnTo>
                    <a:pt x="5033645" y="4276725"/>
                  </a:lnTo>
                  <a:close/>
                </a:path>
                <a:path w="5238750" h="4286250">
                  <a:moveTo>
                    <a:pt x="5043297" y="0"/>
                  </a:moveTo>
                  <a:lnTo>
                    <a:pt x="5014722" y="0"/>
                  </a:lnTo>
                  <a:lnTo>
                    <a:pt x="5014722" y="9525"/>
                  </a:lnTo>
                  <a:lnTo>
                    <a:pt x="5043297" y="9525"/>
                  </a:lnTo>
                  <a:lnTo>
                    <a:pt x="5043297" y="0"/>
                  </a:lnTo>
                  <a:close/>
                </a:path>
                <a:path w="5238750" h="4286250">
                  <a:moveTo>
                    <a:pt x="5081232" y="4276725"/>
                  </a:moveTo>
                  <a:lnTo>
                    <a:pt x="5052657" y="4276725"/>
                  </a:lnTo>
                  <a:lnTo>
                    <a:pt x="5052657" y="4286250"/>
                  </a:lnTo>
                  <a:lnTo>
                    <a:pt x="5081232" y="4286250"/>
                  </a:lnTo>
                  <a:lnTo>
                    <a:pt x="5081232" y="4276725"/>
                  </a:lnTo>
                  <a:close/>
                </a:path>
                <a:path w="5238750" h="4286250">
                  <a:moveTo>
                    <a:pt x="5090884" y="0"/>
                  </a:moveTo>
                  <a:lnTo>
                    <a:pt x="5062309" y="0"/>
                  </a:lnTo>
                  <a:lnTo>
                    <a:pt x="5062309" y="9525"/>
                  </a:lnTo>
                  <a:lnTo>
                    <a:pt x="5090884" y="9525"/>
                  </a:lnTo>
                  <a:lnTo>
                    <a:pt x="5090884" y="0"/>
                  </a:lnTo>
                  <a:close/>
                </a:path>
                <a:path w="5238750" h="4286250">
                  <a:moveTo>
                    <a:pt x="5128577" y="4286059"/>
                  </a:moveTo>
                  <a:lnTo>
                    <a:pt x="5128234" y="4276547"/>
                  </a:lnTo>
                  <a:lnTo>
                    <a:pt x="5124450" y="4276725"/>
                  </a:lnTo>
                  <a:lnTo>
                    <a:pt x="5100231" y="4276725"/>
                  </a:lnTo>
                  <a:lnTo>
                    <a:pt x="5100231" y="4286250"/>
                  </a:lnTo>
                  <a:lnTo>
                    <a:pt x="5124462" y="4286250"/>
                  </a:lnTo>
                  <a:lnTo>
                    <a:pt x="5128577" y="4286059"/>
                  </a:lnTo>
                  <a:close/>
                </a:path>
                <a:path w="5238750" h="4286250">
                  <a:moveTo>
                    <a:pt x="5137937" y="876"/>
                  </a:moveTo>
                  <a:lnTo>
                    <a:pt x="5135715" y="546"/>
                  </a:lnTo>
                  <a:lnTo>
                    <a:pt x="5124450" y="0"/>
                  </a:lnTo>
                  <a:lnTo>
                    <a:pt x="5109883" y="0"/>
                  </a:lnTo>
                  <a:lnTo>
                    <a:pt x="5109883" y="9525"/>
                  </a:lnTo>
                  <a:lnTo>
                    <a:pt x="5124450" y="9525"/>
                  </a:lnTo>
                  <a:lnTo>
                    <a:pt x="5134775" y="10033"/>
                  </a:lnTo>
                  <a:lnTo>
                    <a:pt x="5136807" y="10325"/>
                  </a:lnTo>
                  <a:lnTo>
                    <a:pt x="5137937" y="876"/>
                  </a:lnTo>
                  <a:close/>
                </a:path>
                <a:path w="5238750" h="4286250">
                  <a:moveTo>
                    <a:pt x="5174678" y="4274502"/>
                  </a:moveTo>
                  <a:lnTo>
                    <a:pt x="5170487" y="4265955"/>
                  </a:lnTo>
                  <a:lnTo>
                    <a:pt x="5164556" y="4268749"/>
                  </a:lnTo>
                  <a:lnTo>
                    <a:pt x="5154828" y="4272242"/>
                  </a:lnTo>
                  <a:lnTo>
                    <a:pt x="5145278" y="4274642"/>
                  </a:lnTo>
                  <a:lnTo>
                    <a:pt x="5147170" y="4283976"/>
                  </a:lnTo>
                  <a:lnTo>
                    <a:pt x="5157584" y="4281360"/>
                  </a:lnTo>
                  <a:lnTo>
                    <a:pt x="5168201" y="4277550"/>
                  </a:lnTo>
                  <a:lnTo>
                    <a:pt x="5174678" y="4274502"/>
                  </a:lnTo>
                  <a:close/>
                </a:path>
                <a:path w="5238750" h="4286250">
                  <a:moveTo>
                    <a:pt x="5183149" y="16370"/>
                  </a:moveTo>
                  <a:lnTo>
                    <a:pt x="5178387" y="13512"/>
                  </a:lnTo>
                  <a:lnTo>
                    <a:pt x="5168201" y="8712"/>
                  </a:lnTo>
                  <a:lnTo>
                    <a:pt x="5157584" y="4902"/>
                  </a:lnTo>
                  <a:lnTo>
                    <a:pt x="5156771" y="4699"/>
                  </a:lnTo>
                  <a:lnTo>
                    <a:pt x="5154079" y="13830"/>
                  </a:lnTo>
                  <a:lnTo>
                    <a:pt x="5154828" y="14020"/>
                  </a:lnTo>
                  <a:lnTo>
                    <a:pt x="5164556" y="17500"/>
                  </a:lnTo>
                  <a:lnTo>
                    <a:pt x="5173891" y="21920"/>
                  </a:lnTo>
                  <a:lnTo>
                    <a:pt x="5178260" y="24523"/>
                  </a:lnTo>
                  <a:lnTo>
                    <a:pt x="5183149" y="16370"/>
                  </a:lnTo>
                  <a:close/>
                </a:path>
                <a:path w="5238750" h="4286250">
                  <a:moveTo>
                    <a:pt x="5212346" y="4245000"/>
                  </a:moveTo>
                  <a:lnTo>
                    <a:pt x="5205019" y="4238904"/>
                  </a:lnTo>
                  <a:lnTo>
                    <a:pt x="5198542" y="4246042"/>
                  </a:lnTo>
                  <a:lnTo>
                    <a:pt x="5190896" y="4252988"/>
                  </a:lnTo>
                  <a:lnTo>
                    <a:pt x="5185499" y="4257002"/>
                  </a:lnTo>
                  <a:lnTo>
                    <a:pt x="5191036" y="4264723"/>
                  </a:lnTo>
                  <a:lnTo>
                    <a:pt x="5196929" y="4260354"/>
                  </a:lnTo>
                  <a:lnTo>
                    <a:pt x="5205273" y="4252773"/>
                  </a:lnTo>
                  <a:lnTo>
                    <a:pt x="5212346" y="4245000"/>
                  </a:lnTo>
                  <a:close/>
                </a:path>
                <a:path w="5238750" h="4286250">
                  <a:moveTo>
                    <a:pt x="5218252" y="49098"/>
                  </a:moveTo>
                  <a:lnTo>
                    <a:pt x="5212854" y="41833"/>
                  </a:lnTo>
                  <a:lnTo>
                    <a:pt x="5205273" y="33489"/>
                  </a:lnTo>
                  <a:lnTo>
                    <a:pt x="5198770" y="27571"/>
                  </a:lnTo>
                  <a:lnTo>
                    <a:pt x="5192573" y="34798"/>
                  </a:lnTo>
                  <a:lnTo>
                    <a:pt x="5198542" y="40220"/>
                  </a:lnTo>
                  <a:lnTo>
                    <a:pt x="5205488" y="47866"/>
                  </a:lnTo>
                  <a:lnTo>
                    <a:pt x="5210429" y="54533"/>
                  </a:lnTo>
                  <a:lnTo>
                    <a:pt x="5218252" y="49098"/>
                  </a:lnTo>
                  <a:close/>
                </a:path>
                <a:path w="5238750" h="4286250">
                  <a:moveTo>
                    <a:pt x="5234495" y="4202569"/>
                  </a:moveTo>
                  <a:lnTo>
                    <a:pt x="5225326" y="4200017"/>
                  </a:lnTo>
                  <a:lnTo>
                    <a:pt x="5224742" y="4202328"/>
                  </a:lnTo>
                  <a:lnTo>
                    <a:pt x="5221249" y="4212056"/>
                  </a:lnTo>
                  <a:lnTo>
                    <a:pt x="5216842" y="4221391"/>
                  </a:lnTo>
                  <a:lnTo>
                    <a:pt x="5215026" y="4224426"/>
                  </a:lnTo>
                  <a:lnTo>
                    <a:pt x="5223268" y="4229189"/>
                  </a:lnTo>
                  <a:lnTo>
                    <a:pt x="5225237" y="4225887"/>
                  </a:lnTo>
                  <a:lnTo>
                    <a:pt x="5230050" y="4215701"/>
                  </a:lnTo>
                  <a:lnTo>
                    <a:pt x="5233860" y="4205084"/>
                  </a:lnTo>
                  <a:lnTo>
                    <a:pt x="5234495" y="4202569"/>
                  </a:lnTo>
                  <a:close/>
                </a:path>
                <a:path w="5238750" h="4286250">
                  <a:moveTo>
                    <a:pt x="5236769" y="93281"/>
                  </a:moveTo>
                  <a:lnTo>
                    <a:pt x="5236578" y="91998"/>
                  </a:lnTo>
                  <a:lnTo>
                    <a:pt x="5233860" y="81178"/>
                  </a:lnTo>
                  <a:lnTo>
                    <a:pt x="5230050" y="70561"/>
                  </a:lnTo>
                  <a:lnTo>
                    <a:pt x="5227713" y="65595"/>
                  </a:lnTo>
                  <a:lnTo>
                    <a:pt x="5219103" y="69659"/>
                  </a:lnTo>
                  <a:lnTo>
                    <a:pt x="5221249" y="74206"/>
                  </a:lnTo>
                  <a:lnTo>
                    <a:pt x="5224742" y="83934"/>
                  </a:lnTo>
                  <a:lnTo>
                    <a:pt x="5227231" y="93865"/>
                  </a:lnTo>
                  <a:lnTo>
                    <a:pt x="5227409" y="95034"/>
                  </a:lnTo>
                  <a:lnTo>
                    <a:pt x="5236769" y="93281"/>
                  </a:lnTo>
                  <a:close/>
                </a:path>
                <a:path w="5238750" h="4286250">
                  <a:moveTo>
                    <a:pt x="5238750" y="4155694"/>
                  </a:moveTo>
                  <a:lnTo>
                    <a:pt x="5229225" y="4155694"/>
                  </a:lnTo>
                  <a:lnTo>
                    <a:pt x="5229225" y="4171962"/>
                  </a:lnTo>
                  <a:lnTo>
                    <a:pt x="5228729" y="4182275"/>
                  </a:lnTo>
                  <a:lnTo>
                    <a:pt x="5228653" y="4182795"/>
                  </a:lnTo>
                  <a:lnTo>
                    <a:pt x="5238127" y="4183786"/>
                  </a:lnTo>
                  <a:lnTo>
                    <a:pt x="5238216" y="4183215"/>
                  </a:lnTo>
                  <a:lnTo>
                    <a:pt x="5238750" y="4171962"/>
                  </a:lnTo>
                  <a:lnTo>
                    <a:pt x="5238750" y="4155694"/>
                  </a:lnTo>
                  <a:close/>
                </a:path>
                <a:path w="5238750" h="4286250">
                  <a:moveTo>
                    <a:pt x="5238750" y="4108107"/>
                  </a:moveTo>
                  <a:lnTo>
                    <a:pt x="5229225" y="4108107"/>
                  </a:lnTo>
                  <a:lnTo>
                    <a:pt x="5229225" y="4136682"/>
                  </a:lnTo>
                  <a:lnTo>
                    <a:pt x="5238750" y="4136682"/>
                  </a:lnTo>
                  <a:lnTo>
                    <a:pt x="5238750" y="4108107"/>
                  </a:lnTo>
                  <a:close/>
                </a:path>
                <a:path w="5238750" h="4286250">
                  <a:moveTo>
                    <a:pt x="5238750" y="4060533"/>
                  </a:moveTo>
                  <a:lnTo>
                    <a:pt x="5229225" y="4060533"/>
                  </a:lnTo>
                  <a:lnTo>
                    <a:pt x="5229225" y="4089108"/>
                  </a:lnTo>
                  <a:lnTo>
                    <a:pt x="5238750" y="4089108"/>
                  </a:lnTo>
                  <a:lnTo>
                    <a:pt x="5238750" y="4060533"/>
                  </a:lnTo>
                  <a:close/>
                </a:path>
                <a:path w="5238750" h="4286250">
                  <a:moveTo>
                    <a:pt x="5238750" y="4012958"/>
                  </a:moveTo>
                  <a:lnTo>
                    <a:pt x="5229225" y="4012958"/>
                  </a:lnTo>
                  <a:lnTo>
                    <a:pt x="5229225" y="4041533"/>
                  </a:lnTo>
                  <a:lnTo>
                    <a:pt x="5238750" y="4041533"/>
                  </a:lnTo>
                  <a:lnTo>
                    <a:pt x="5238750" y="4012958"/>
                  </a:lnTo>
                  <a:close/>
                </a:path>
                <a:path w="5238750" h="4286250">
                  <a:moveTo>
                    <a:pt x="5238750" y="3965384"/>
                  </a:moveTo>
                  <a:lnTo>
                    <a:pt x="5229225" y="3965384"/>
                  </a:lnTo>
                  <a:lnTo>
                    <a:pt x="5229225" y="3993959"/>
                  </a:lnTo>
                  <a:lnTo>
                    <a:pt x="5238750" y="3993959"/>
                  </a:lnTo>
                  <a:lnTo>
                    <a:pt x="5238750" y="3965384"/>
                  </a:lnTo>
                  <a:close/>
                </a:path>
                <a:path w="5238750" h="4286250">
                  <a:moveTo>
                    <a:pt x="5238750" y="3917797"/>
                  </a:moveTo>
                  <a:lnTo>
                    <a:pt x="5229225" y="3917797"/>
                  </a:lnTo>
                  <a:lnTo>
                    <a:pt x="5229225" y="3946372"/>
                  </a:lnTo>
                  <a:lnTo>
                    <a:pt x="5238750" y="3946372"/>
                  </a:lnTo>
                  <a:lnTo>
                    <a:pt x="5238750" y="3917797"/>
                  </a:lnTo>
                  <a:close/>
                </a:path>
                <a:path w="5238750" h="4286250">
                  <a:moveTo>
                    <a:pt x="5238750" y="3870223"/>
                  </a:moveTo>
                  <a:lnTo>
                    <a:pt x="5229225" y="3870223"/>
                  </a:lnTo>
                  <a:lnTo>
                    <a:pt x="5229225" y="3898798"/>
                  </a:lnTo>
                  <a:lnTo>
                    <a:pt x="5238750" y="3898798"/>
                  </a:lnTo>
                  <a:lnTo>
                    <a:pt x="5238750" y="3870223"/>
                  </a:lnTo>
                  <a:close/>
                </a:path>
                <a:path w="5238750" h="4286250">
                  <a:moveTo>
                    <a:pt x="5238750" y="3822649"/>
                  </a:moveTo>
                  <a:lnTo>
                    <a:pt x="5229225" y="3822649"/>
                  </a:lnTo>
                  <a:lnTo>
                    <a:pt x="5229225" y="3851224"/>
                  </a:lnTo>
                  <a:lnTo>
                    <a:pt x="5238750" y="3851224"/>
                  </a:lnTo>
                  <a:lnTo>
                    <a:pt x="5238750" y="3822649"/>
                  </a:lnTo>
                  <a:close/>
                </a:path>
                <a:path w="5238750" h="4286250">
                  <a:moveTo>
                    <a:pt x="5238750" y="3775075"/>
                  </a:moveTo>
                  <a:lnTo>
                    <a:pt x="5229225" y="3775075"/>
                  </a:lnTo>
                  <a:lnTo>
                    <a:pt x="5229225" y="3803650"/>
                  </a:lnTo>
                  <a:lnTo>
                    <a:pt x="5238750" y="3803650"/>
                  </a:lnTo>
                  <a:lnTo>
                    <a:pt x="5238750" y="3775075"/>
                  </a:lnTo>
                  <a:close/>
                </a:path>
                <a:path w="5238750" h="4286250">
                  <a:moveTo>
                    <a:pt x="5238750" y="3727500"/>
                  </a:moveTo>
                  <a:lnTo>
                    <a:pt x="5229225" y="3727500"/>
                  </a:lnTo>
                  <a:lnTo>
                    <a:pt x="5229225" y="3756075"/>
                  </a:lnTo>
                  <a:lnTo>
                    <a:pt x="5238750" y="3756075"/>
                  </a:lnTo>
                  <a:lnTo>
                    <a:pt x="5238750" y="3727500"/>
                  </a:lnTo>
                  <a:close/>
                </a:path>
                <a:path w="5238750" h="4286250">
                  <a:moveTo>
                    <a:pt x="5238750" y="3679914"/>
                  </a:moveTo>
                  <a:lnTo>
                    <a:pt x="5229225" y="3679914"/>
                  </a:lnTo>
                  <a:lnTo>
                    <a:pt x="5229225" y="3708489"/>
                  </a:lnTo>
                  <a:lnTo>
                    <a:pt x="5238750" y="3708489"/>
                  </a:lnTo>
                  <a:lnTo>
                    <a:pt x="5238750" y="3679914"/>
                  </a:lnTo>
                  <a:close/>
                </a:path>
                <a:path w="5238750" h="4286250">
                  <a:moveTo>
                    <a:pt x="5238750" y="3632339"/>
                  </a:moveTo>
                  <a:lnTo>
                    <a:pt x="5229225" y="3632339"/>
                  </a:lnTo>
                  <a:lnTo>
                    <a:pt x="5229225" y="3660914"/>
                  </a:lnTo>
                  <a:lnTo>
                    <a:pt x="5238750" y="3660914"/>
                  </a:lnTo>
                  <a:lnTo>
                    <a:pt x="5238750" y="3632339"/>
                  </a:lnTo>
                  <a:close/>
                </a:path>
                <a:path w="5238750" h="4286250">
                  <a:moveTo>
                    <a:pt x="5238750" y="3584765"/>
                  </a:moveTo>
                  <a:lnTo>
                    <a:pt x="5229225" y="3584765"/>
                  </a:lnTo>
                  <a:lnTo>
                    <a:pt x="5229225" y="3613340"/>
                  </a:lnTo>
                  <a:lnTo>
                    <a:pt x="5238750" y="3613340"/>
                  </a:lnTo>
                  <a:lnTo>
                    <a:pt x="5238750" y="3584765"/>
                  </a:lnTo>
                  <a:close/>
                </a:path>
                <a:path w="5238750" h="4286250">
                  <a:moveTo>
                    <a:pt x="5238750" y="3537191"/>
                  </a:moveTo>
                  <a:lnTo>
                    <a:pt x="5229225" y="3537191"/>
                  </a:lnTo>
                  <a:lnTo>
                    <a:pt x="5229225" y="3565766"/>
                  </a:lnTo>
                  <a:lnTo>
                    <a:pt x="5238750" y="3565766"/>
                  </a:lnTo>
                  <a:lnTo>
                    <a:pt x="5238750" y="3537191"/>
                  </a:lnTo>
                  <a:close/>
                </a:path>
                <a:path w="5238750" h="4286250">
                  <a:moveTo>
                    <a:pt x="5238750" y="3489617"/>
                  </a:moveTo>
                  <a:lnTo>
                    <a:pt x="5229225" y="3489617"/>
                  </a:lnTo>
                  <a:lnTo>
                    <a:pt x="5229225" y="3518192"/>
                  </a:lnTo>
                  <a:lnTo>
                    <a:pt x="5238750" y="3518192"/>
                  </a:lnTo>
                  <a:lnTo>
                    <a:pt x="5238750" y="3489617"/>
                  </a:lnTo>
                  <a:close/>
                </a:path>
                <a:path w="5238750" h="4286250">
                  <a:moveTo>
                    <a:pt x="5238750" y="3442030"/>
                  </a:moveTo>
                  <a:lnTo>
                    <a:pt x="5229225" y="3442030"/>
                  </a:lnTo>
                  <a:lnTo>
                    <a:pt x="5229225" y="3470605"/>
                  </a:lnTo>
                  <a:lnTo>
                    <a:pt x="5238750" y="3470605"/>
                  </a:lnTo>
                  <a:lnTo>
                    <a:pt x="5238750" y="3442030"/>
                  </a:lnTo>
                  <a:close/>
                </a:path>
                <a:path w="5238750" h="4286250">
                  <a:moveTo>
                    <a:pt x="5238750" y="3394456"/>
                  </a:moveTo>
                  <a:lnTo>
                    <a:pt x="5229225" y="3394456"/>
                  </a:lnTo>
                  <a:lnTo>
                    <a:pt x="5229225" y="3423031"/>
                  </a:lnTo>
                  <a:lnTo>
                    <a:pt x="5238750" y="3423031"/>
                  </a:lnTo>
                  <a:lnTo>
                    <a:pt x="5238750" y="3394456"/>
                  </a:lnTo>
                  <a:close/>
                </a:path>
                <a:path w="5238750" h="4286250">
                  <a:moveTo>
                    <a:pt x="5238750" y="3346881"/>
                  </a:moveTo>
                  <a:lnTo>
                    <a:pt x="5229225" y="3346881"/>
                  </a:lnTo>
                  <a:lnTo>
                    <a:pt x="5229225" y="3375456"/>
                  </a:lnTo>
                  <a:lnTo>
                    <a:pt x="5238750" y="3375456"/>
                  </a:lnTo>
                  <a:lnTo>
                    <a:pt x="5238750" y="3346881"/>
                  </a:lnTo>
                  <a:close/>
                </a:path>
                <a:path w="5238750" h="4286250">
                  <a:moveTo>
                    <a:pt x="5238750" y="3299307"/>
                  </a:moveTo>
                  <a:lnTo>
                    <a:pt x="5229225" y="3299307"/>
                  </a:lnTo>
                  <a:lnTo>
                    <a:pt x="5229225" y="3327882"/>
                  </a:lnTo>
                  <a:lnTo>
                    <a:pt x="5238750" y="3327882"/>
                  </a:lnTo>
                  <a:lnTo>
                    <a:pt x="5238750" y="3299307"/>
                  </a:lnTo>
                  <a:close/>
                </a:path>
                <a:path w="5238750" h="4286250">
                  <a:moveTo>
                    <a:pt x="5238750" y="3251720"/>
                  </a:moveTo>
                  <a:lnTo>
                    <a:pt x="5229225" y="3251720"/>
                  </a:lnTo>
                  <a:lnTo>
                    <a:pt x="5229225" y="3280295"/>
                  </a:lnTo>
                  <a:lnTo>
                    <a:pt x="5238750" y="3280295"/>
                  </a:lnTo>
                  <a:lnTo>
                    <a:pt x="5238750" y="3251720"/>
                  </a:lnTo>
                  <a:close/>
                </a:path>
                <a:path w="5238750" h="4286250">
                  <a:moveTo>
                    <a:pt x="5238750" y="3204146"/>
                  </a:moveTo>
                  <a:lnTo>
                    <a:pt x="5229225" y="3204146"/>
                  </a:lnTo>
                  <a:lnTo>
                    <a:pt x="5229225" y="3232721"/>
                  </a:lnTo>
                  <a:lnTo>
                    <a:pt x="5238750" y="3232721"/>
                  </a:lnTo>
                  <a:lnTo>
                    <a:pt x="5238750" y="3204146"/>
                  </a:lnTo>
                  <a:close/>
                </a:path>
                <a:path w="5238750" h="4286250">
                  <a:moveTo>
                    <a:pt x="5238750" y="3156572"/>
                  </a:moveTo>
                  <a:lnTo>
                    <a:pt x="5229225" y="3156572"/>
                  </a:lnTo>
                  <a:lnTo>
                    <a:pt x="5229225" y="3185147"/>
                  </a:lnTo>
                  <a:lnTo>
                    <a:pt x="5238750" y="3185147"/>
                  </a:lnTo>
                  <a:lnTo>
                    <a:pt x="5238750" y="3156572"/>
                  </a:lnTo>
                  <a:close/>
                </a:path>
                <a:path w="5238750" h="4286250">
                  <a:moveTo>
                    <a:pt x="5238750" y="3108998"/>
                  </a:moveTo>
                  <a:lnTo>
                    <a:pt x="5229225" y="3108998"/>
                  </a:lnTo>
                  <a:lnTo>
                    <a:pt x="5229225" y="3137573"/>
                  </a:lnTo>
                  <a:lnTo>
                    <a:pt x="5238750" y="3137573"/>
                  </a:lnTo>
                  <a:lnTo>
                    <a:pt x="5238750" y="3108998"/>
                  </a:lnTo>
                  <a:close/>
                </a:path>
                <a:path w="5238750" h="4286250">
                  <a:moveTo>
                    <a:pt x="5238750" y="3061424"/>
                  </a:moveTo>
                  <a:lnTo>
                    <a:pt x="5229225" y="3061424"/>
                  </a:lnTo>
                  <a:lnTo>
                    <a:pt x="5229225" y="3089999"/>
                  </a:lnTo>
                  <a:lnTo>
                    <a:pt x="5238750" y="3089999"/>
                  </a:lnTo>
                  <a:lnTo>
                    <a:pt x="5238750" y="3061424"/>
                  </a:lnTo>
                  <a:close/>
                </a:path>
                <a:path w="5238750" h="4286250">
                  <a:moveTo>
                    <a:pt x="5238750" y="3013837"/>
                  </a:moveTo>
                  <a:lnTo>
                    <a:pt x="5229225" y="3013837"/>
                  </a:lnTo>
                  <a:lnTo>
                    <a:pt x="5229225" y="3042412"/>
                  </a:lnTo>
                  <a:lnTo>
                    <a:pt x="5238750" y="3042412"/>
                  </a:lnTo>
                  <a:lnTo>
                    <a:pt x="5238750" y="3013837"/>
                  </a:lnTo>
                  <a:close/>
                </a:path>
                <a:path w="5238750" h="4286250">
                  <a:moveTo>
                    <a:pt x="5238750" y="2966262"/>
                  </a:moveTo>
                  <a:lnTo>
                    <a:pt x="5229225" y="2966262"/>
                  </a:lnTo>
                  <a:lnTo>
                    <a:pt x="5229225" y="2994837"/>
                  </a:lnTo>
                  <a:lnTo>
                    <a:pt x="5238750" y="2994837"/>
                  </a:lnTo>
                  <a:lnTo>
                    <a:pt x="5238750" y="2966262"/>
                  </a:lnTo>
                  <a:close/>
                </a:path>
                <a:path w="5238750" h="4286250">
                  <a:moveTo>
                    <a:pt x="5238750" y="2918688"/>
                  </a:moveTo>
                  <a:lnTo>
                    <a:pt x="5229225" y="2918688"/>
                  </a:lnTo>
                  <a:lnTo>
                    <a:pt x="5229225" y="2947263"/>
                  </a:lnTo>
                  <a:lnTo>
                    <a:pt x="5238750" y="2947263"/>
                  </a:lnTo>
                  <a:lnTo>
                    <a:pt x="5238750" y="2918688"/>
                  </a:lnTo>
                  <a:close/>
                </a:path>
                <a:path w="5238750" h="4286250">
                  <a:moveTo>
                    <a:pt x="5238750" y="2871114"/>
                  </a:moveTo>
                  <a:lnTo>
                    <a:pt x="5229225" y="2871114"/>
                  </a:lnTo>
                  <a:lnTo>
                    <a:pt x="5229225" y="2899689"/>
                  </a:lnTo>
                  <a:lnTo>
                    <a:pt x="5238750" y="2899689"/>
                  </a:lnTo>
                  <a:lnTo>
                    <a:pt x="5238750" y="2871114"/>
                  </a:lnTo>
                  <a:close/>
                </a:path>
                <a:path w="5238750" h="4286250">
                  <a:moveTo>
                    <a:pt x="5238750" y="2823540"/>
                  </a:moveTo>
                  <a:lnTo>
                    <a:pt x="5229225" y="2823540"/>
                  </a:lnTo>
                  <a:lnTo>
                    <a:pt x="5229225" y="2852115"/>
                  </a:lnTo>
                  <a:lnTo>
                    <a:pt x="5238750" y="2852115"/>
                  </a:lnTo>
                  <a:lnTo>
                    <a:pt x="5238750" y="2823540"/>
                  </a:lnTo>
                  <a:close/>
                </a:path>
                <a:path w="5238750" h="4286250">
                  <a:moveTo>
                    <a:pt x="5238750" y="2775953"/>
                  </a:moveTo>
                  <a:lnTo>
                    <a:pt x="5229225" y="2775953"/>
                  </a:lnTo>
                  <a:lnTo>
                    <a:pt x="5229225" y="2804528"/>
                  </a:lnTo>
                  <a:lnTo>
                    <a:pt x="5238750" y="2804528"/>
                  </a:lnTo>
                  <a:lnTo>
                    <a:pt x="5238750" y="2775953"/>
                  </a:lnTo>
                  <a:close/>
                </a:path>
                <a:path w="5238750" h="4286250">
                  <a:moveTo>
                    <a:pt x="5238750" y="2728379"/>
                  </a:moveTo>
                  <a:lnTo>
                    <a:pt x="5229225" y="2728379"/>
                  </a:lnTo>
                  <a:lnTo>
                    <a:pt x="5229225" y="2756954"/>
                  </a:lnTo>
                  <a:lnTo>
                    <a:pt x="5238750" y="2756954"/>
                  </a:lnTo>
                  <a:lnTo>
                    <a:pt x="5238750" y="2728379"/>
                  </a:lnTo>
                  <a:close/>
                </a:path>
                <a:path w="5238750" h="4286250">
                  <a:moveTo>
                    <a:pt x="5238750" y="2680805"/>
                  </a:moveTo>
                  <a:lnTo>
                    <a:pt x="5229225" y="2680805"/>
                  </a:lnTo>
                  <a:lnTo>
                    <a:pt x="5229225" y="2709380"/>
                  </a:lnTo>
                  <a:lnTo>
                    <a:pt x="5238750" y="2709380"/>
                  </a:lnTo>
                  <a:lnTo>
                    <a:pt x="5238750" y="2680805"/>
                  </a:lnTo>
                  <a:close/>
                </a:path>
                <a:path w="5238750" h="4286250">
                  <a:moveTo>
                    <a:pt x="5238750" y="2633230"/>
                  </a:moveTo>
                  <a:lnTo>
                    <a:pt x="5229225" y="2633230"/>
                  </a:lnTo>
                  <a:lnTo>
                    <a:pt x="5229225" y="2661805"/>
                  </a:lnTo>
                  <a:lnTo>
                    <a:pt x="5238750" y="2661805"/>
                  </a:lnTo>
                  <a:lnTo>
                    <a:pt x="5238750" y="2633230"/>
                  </a:lnTo>
                  <a:close/>
                </a:path>
                <a:path w="5238750" h="4286250">
                  <a:moveTo>
                    <a:pt x="5238750" y="2585656"/>
                  </a:moveTo>
                  <a:lnTo>
                    <a:pt x="5229225" y="2585656"/>
                  </a:lnTo>
                  <a:lnTo>
                    <a:pt x="5229225" y="2614231"/>
                  </a:lnTo>
                  <a:lnTo>
                    <a:pt x="5238750" y="2614231"/>
                  </a:lnTo>
                  <a:lnTo>
                    <a:pt x="5238750" y="2585656"/>
                  </a:lnTo>
                  <a:close/>
                </a:path>
                <a:path w="5238750" h="4286250">
                  <a:moveTo>
                    <a:pt x="5238750" y="2538069"/>
                  </a:moveTo>
                  <a:lnTo>
                    <a:pt x="5229225" y="2538069"/>
                  </a:lnTo>
                  <a:lnTo>
                    <a:pt x="5229225" y="2566644"/>
                  </a:lnTo>
                  <a:lnTo>
                    <a:pt x="5238750" y="2566644"/>
                  </a:lnTo>
                  <a:lnTo>
                    <a:pt x="5238750" y="2538069"/>
                  </a:lnTo>
                  <a:close/>
                </a:path>
                <a:path w="5238750" h="4286250">
                  <a:moveTo>
                    <a:pt x="5238750" y="2490495"/>
                  </a:moveTo>
                  <a:lnTo>
                    <a:pt x="5229225" y="2490495"/>
                  </a:lnTo>
                  <a:lnTo>
                    <a:pt x="5229225" y="2519070"/>
                  </a:lnTo>
                  <a:lnTo>
                    <a:pt x="5238750" y="2519070"/>
                  </a:lnTo>
                  <a:lnTo>
                    <a:pt x="5238750" y="2490495"/>
                  </a:lnTo>
                  <a:close/>
                </a:path>
                <a:path w="5238750" h="4286250">
                  <a:moveTo>
                    <a:pt x="5238750" y="2442921"/>
                  </a:moveTo>
                  <a:lnTo>
                    <a:pt x="5229225" y="2442921"/>
                  </a:lnTo>
                  <a:lnTo>
                    <a:pt x="5229225" y="2471496"/>
                  </a:lnTo>
                  <a:lnTo>
                    <a:pt x="5238750" y="2471496"/>
                  </a:lnTo>
                  <a:lnTo>
                    <a:pt x="5238750" y="2442921"/>
                  </a:lnTo>
                  <a:close/>
                </a:path>
                <a:path w="5238750" h="4286250">
                  <a:moveTo>
                    <a:pt x="5238750" y="2395347"/>
                  </a:moveTo>
                  <a:lnTo>
                    <a:pt x="5229225" y="2395347"/>
                  </a:lnTo>
                  <a:lnTo>
                    <a:pt x="5229225" y="2423922"/>
                  </a:lnTo>
                  <a:lnTo>
                    <a:pt x="5238750" y="2423922"/>
                  </a:lnTo>
                  <a:lnTo>
                    <a:pt x="5238750" y="2395347"/>
                  </a:lnTo>
                  <a:close/>
                </a:path>
                <a:path w="5238750" h="4286250">
                  <a:moveTo>
                    <a:pt x="5238750" y="2347760"/>
                  </a:moveTo>
                  <a:lnTo>
                    <a:pt x="5229225" y="2347760"/>
                  </a:lnTo>
                  <a:lnTo>
                    <a:pt x="5229225" y="2376335"/>
                  </a:lnTo>
                  <a:lnTo>
                    <a:pt x="5238750" y="2376335"/>
                  </a:lnTo>
                  <a:lnTo>
                    <a:pt x="5238750" y="2347760"/>
                  </a:lnTo>
                  <a:close/>
                </a:path>
                <a:path w="5238750" h="4286250">
                  <a:moveTo>
                    <a:pt x="5238750" y="2300186"/>
                  </a:moveTo>
                  <a:lnTo>
                    <a:pt x="5229225" y="2300186"/>
                  </a:lnTo>
                  <a:lnTo>
                    <a:pt x="5229225" y="2328761"/>
                  </a:lnTo>
                  <a:lnTo>
                    <a:pt x="5238750" y="2328761"/>
                  </a:lnTo>
                  <a:lnTo>
                    <a:pt x="5238750" y="2300186"/>
                  </a:lnTo>
                  <a:close/>
                </a:path>
                <a:path w="5238750" h="4286250">
                  <a:moveTo>
                    <a:pt x="5238750" y="2252611"/>
                  </a:moveTo>
                  <a:lnTo>
                    <a:pt x="5229225" y="2252611"/>
                  </a:lnTo>
                  <a:lnTo>
                    <a:pt x="5229225" y="2281186"/>
                  </a:lnTo>
                  <a:lnTo>
                    <a:pt x="5238750" y="2281186"/>
                  </a:lnTo>
                  <a:lnTo>
                    <a:pt x="5238750" y="2252611"/>
                  </a:lnTo>
                  <a:close/>
                </a:path>
                <a:path w="5238750" h="4286250">
                  <a:moveTo>
                    <a:pt x="5238750" y="2205037"/>
                  </a:moveTo>
                  <a:lnTo>
                    <a:pt x="5229225" y="2205037"/>
                  </a:lnTo>
                  <a:lnTo>
                    <a:pt x="5229225" y="2233612"/>
                  </a:lnTo>
                  <a:lnTo>
                    <a:pt x="5238750" y="2233612"/>
                  </a:lnTo>
                  <a:lnTo>
                    <a:pt x="5238750" y="2205037"/>
                  </a:lnTo>
                  <a:close/>
                </a:path>
                <a:path w="5238750" h="4286250">
                  <a:moveTo>
                    <a:pt x="5238750" y="2157463"/>
                  </a:moveTo>
                  <a:lnTo>
                    <a:pt x="5229225" y="2157463"/>
                  </a:lnTo>
                  <a:lnTo>
                    <a:pt x="5229225" y="2186038"/>
                  </a:lnTo>
                  <a:lnTo>
                    <a:pt x="5238750" y="2186038"/>
                  </a:lnTo>
                  <a:lnTo>
                    <a:pt x="5238750" y="2157463"/>
                  </a:lnTo>
                  <a:close/>
                </a:path>
                <a:path w="5238750" h="4286250">
                  <a:moveTo>
                    <a:pt x="5238750" y="2109876"/>
                  </a:moveTo>
                  <a:lnTo>
                    <a:pt x="5229225" y="2109876"/>
                  </a:lnTo>
                  <a:lnTo>
                    <a:pt x="5229225" y="2138451"/>
                  </a:lnTo>
                  <a:lnTo>
                    <a:pt x="5238750" y="2138451"/>
                  </a:lnTo>
                  <a:lnTo>
                    <a:pt x="5238750" y="2109876"/>
                  </a:lnTo>
                  <a:close/>
                </a:path>
                <a:path w="5238750" h="4286250">
                  <a:moveTo>
                    <a:pt x="5238750" y="2062302"/>
                  </a:moveTo>
                  <a:lnTo>
                    <a:pt x="5229225" y="2062302"/>
                  </a:lnTo>
                  <a:lnTo>
                    <a:pt x="5229225" y="2090877"/>
                  </a:lnTo>
                  <a:lnTo>
                    <a:pt x="5238750" y="2090877"/>
                  </a:lnTo>
                  <a:lnTo>
                    <a:pt x="5238750" y="2062302"/>
                  </a:lnTo>
                  <a:close/>
                </a:path>
                <a:path w="5238750" h="4286250">
                  <a:moveTo>
                    <a:pt x="5238750" y="2014728"/>
                  </a:moveTo>
                  <a:lnTo>
                    <a:pt x="5229225" y="2014728"/>
                  </a:lnTo>
                  <a:lnTo>
                    <a:pt x="5229225" y="2043303"/>
                  </a:lnTo>
                  <a:lnTo>
                    <a:pt x="5238750" y="2043303"/>
                  </a:lnTo>
                  <a:lnTo>
                    <a:pt x="5238750" y="2014728"/>
                  </a:lnTo>
                  <a:close/>
                </a:path>
                <a:path w="5238750" h="4286250">
                  <a:moveTo>
                    <a:pt x="5238750" y="1967153"/>
                  </a:moveTo>
                  <a:lnTo>
                    <a:pt x="5229225" y="1967153"/>
                  </a:lnTo>
                  <a:lnTo>
                    <a:pt x="5229225" y="1995728"/>
                  </a:lnTo>
                  <a:lnTo>
                    <a:pt x="5238750" y="1995728"/>
                  </a:lnTo>
                  <a:lnTo>
                    <a:pt x="5238750" y="1967153"/>
                  </a:lnTo>
                  <a:close/>
                </a:path>
                <a:path w="5238750" h="4286250">
                  <a:moveTo>
                    <a:pt x="5238750" y="1919579"/>
                  </a:moveTo>
                  <a:lnTo>
                    <a:pt x="5229225" y="1919579"/>
                  </a:lnTo>
                  <a:lnTo>
                    <a:pt x="5229225" y="1948154"/>
                  </a:lnTo>
                  <a:lnTo>
                    <a:pt x="5238750" y="1948154"/>
                  </a:lnTo>
                  <a:lnTo>
                    <a:pt x="5238750" y="1919579"/>
                  </a:lnTo>
                  <a:close/>
                </a:path>
                <a:path w="5238750" h="4286250">
                  <a:moveTo>
                    <a:pt x="5238750" y="1871992"/>
                  </a:moveTo>
                  <a:lnTo>
                    <a:pt x="5229225" y="1871992"/>
                  </a:lnTo>
                  <a:lnTo>
                    <a:pt x="5229225" y="1900567"/>
                  </a:lnTo>
                  <a:lnTo>
                    <a:pt x="5238750" y="1900567"/>
                  </a:lnTo>
                  <a:lnTo>
                    <a:pt x="5238750" y="1871992"/>
                  </a:lnTo>
                  <a:close/>
                </a:path>
                <a:path w="5238750" h="4286250">
                  <a:moveTo>
                    <a:pt x="5238750" y="1824418"/>
                  </a:moveTo>
                  <a:lnTo>
                    <a:pt x="5229225" y="1824418"/>
                  </a:lnTo>
                  <a:lnTo>
                    <a:pt x="5229225" y="1852993"/>
                  </a:lnTo>
                  <a:lnTo>
                    <a:pt x="5238750" y="1852993"/>
                  </a:lnTo>
                  <a:lnTo>
                    <a:pt x="5238750" y="1824418"/>
                  </a:lnTo>
                  <a:close/>
                </a:path>
                <a:path w="5238750" h="4286250">
                  <a:moveTo>
                    <a:pt x="5238750" y="1776844"/>
                  </a:moveTo>
                  <a:lnTo>
                    <a:pt x="5229225" y="1776844"/>
                  </a:lnTo>
                  <a:lnTo>
                    <a:pt x="5229225" y="1805419"/>
                  </a:lnTo>
                  <a:lnTo>
                    <a:pt x="5238750" y="1805419"/>
                  </a:lnTo>
                  <a:lnTo>
                    <a:pt x="5238750" y="1776844"/>
                  </a:lnTo>
                  <a:close/>
                </a:path>
                <a:path w="5238750" h="4286250">
                  <a:moveTo>
                    <a:pt x="5238750" y="1729270"/>
                  </a:moveTo>
                  <a:lnTo>
                    <a:pt x="5229225" y="1729270"/>
                  </a:lnTo>
                  <a:lnTo>
                    <a:pt x="5229225" y="1757845"/>
                  </a:lnTo>
                  <a:lnTo>
                    <a:pt x="5238750" y="1757845"/>
                  </a:lnTo>
                  <a:lnTo>
                    <a:pt x="5238750" y="1729270"/>
                  </a:lnTo>
                  <a:close/>
                </a:path>
                <a:path w="5238750" h="4286250">
                  <a:moveTo>
                    <a:pt x="5238750" y="1681695"/>
                  </a:moveTo>
                  <a:lnTo>
                    <a:pt x="5229225" y="1681695"/>
                  </a:lnTo>
                  <a:lnTo>
                    <a:pt x="5229225" y="1710270"/>
                  </a:lnTo>
                  <a:lnTo>
                    <a:pt x="5238750" y="1710270"/>
                  </a:lnTo>
                  <a:lnTo>
                    <a:pt x="5238750" y="1681695"/>
                  </a:lnTo>
                  <a:close/>
                </a:path>
                <a:path w="5238750" h="4286250">
                  <a:moveTo>
                    <a:pt x="5238750" y="1634109"/>
                  </a:moveTo>
                  <a:lnTo>
                    <a:pt x="5229225" y="1634109"/>
                  </a:lnTo>
                  <a:lnTo>
                    <a:pt x="5229225" y="1662684"/>
                  </a:lnTo>
                  <a:lnTo>
                    <a:pt x="5238750" y="1662684"/>
                  </a:lnTo>
                  <a:lnTo>
                    <a:pt x="5238750" y="1634109"/>
                  </a:lnTo>
                  <a:close/>
                </a:path>
                <a:path w="5238750" h="4286250">
                  <a:moveTo>
                    <a:pt x="5238750" y="1586534"/>
                  </a:moveTo>
                  <a:lnTo>
                    <a:pt x="5229225" y="1586534"/>
                  </a:lnTo>
                  <a:lnTo>
                    <a:pt x="5229225" y="1615109"/>
                  </a:lnTo>
                  <a:lnTo>
                    <a:pt x="5238750" y="1615109"/>
                  </a:lnTo>
                  <a:lnTo>
                    <a:pt x="5238750" y="1586534"/>
                  </a:lnTo>
                  <a:close/>
                </a:path>
                <a:path w="5238750" h="4286250">
                  <a:moveTo>
                    <a:pt x="5238750" y="1538960"/>
                  </a:moveTo>
                  <a:lnTo>
                    <a:pt x="5229225" y="1538960"/>
                  </a:lnTo>
                  <a:lnTo>
                    <a:pt x="5229225" y="1567535"/>
                  </a:lnTo>
                  <a:lnTo>
                    <a:pt x="5238750" y="1567535"/>
                  </a:lnTo>
                  <a:lnTo>
                    <a:pt x="5238750" y="1538960"/>
                  </a:lnTo>
                  <a:close/>
                </a:path>
                <a:path w="5238750" h="4286250">
                  <a:moveTo>
                    <a:pt x="5238750" y="1491386"/>
                  </a:moveTo>
                  <a:lnTo>
                    <a:pt x="5229225" y="1491386"/>
                  </a:lnTo>
                  <a:lnTo>
                    <a:pt x="5229225" y="1519961"/>
                  </a:lnTo>
                  <a:lnTo>
                    <a:pt x="5238750" y="1519961"/>
                  </a:lnTo>
                  <a:lnTo>
                    <a:pt x="5238750" y="1491386"/>
                  </a:lnTo>
                  <a:close/>
                </a:path>
                <a:path w="5238750" h="4286250">
                  <a:moveTo>
                    <a:pt x="5238750" y="1443799"/>
                  </a:moveTo>
                  <a:lnTo>
                    <a:pt x="5229225" y="1443799"/>
                  </a:lnTo>
                  <a:lnTo>
                    <a:pt x="5229225" y="1472374"/>
                  </a:lnTo>
                  <a:lnTo>
                    <a:pt x="5238750" y="1472374"/>
                  </a:lnTo>
                  <a:lnTo>
                    <a:pt x="5238750" y="1443799"/>
                  </a:lnTo>
                  <a:close/>
                </a:path>
                <a:path w="5238750" h="4286250">
                  <a:moveTo>
                    <a:pt x="5238750" y="1396225"/>
                  </a:moveTo>
                  <a:lnTo>
                    <a:pt x="5229225" y="1396225"/>
                  </a:lnTo>
                  <a:lnTo>
                    <a:pt x="5229225" y="1424800"/>
                  </a:lnTo>
                  <a:lnTo>
                    <a:pt x="5238750" y="1424800"/>
                  </a:lnTo>
                  <a:lnTo>
                    <a:pt x="5238750" y="1396225"/>
                  </a:lnTo>
                  <a:close/>
                </a:path>
                <a:path w="5238750" h="4286250">
                  <a:moveTo>
                    <a:pt x="5238750" y="1348651"/>
                  </a:moveTo>
                  <a:lnTo>
                    <a:pt x="5229225" y="1348651"/>
                  </a:lnTo>
                  <a:lnTo>
                    <a:pt x="5229225" y="1377226"/>
                  </a:lnTo>
                  <a:lnTo>
                    <a:pt x="5238750" y="1377226"/>
                  </a:lnTo>
                  <a:lnTo>
                    <a:pt x="5238750" y="1348651"/>
                  </a:lnTo>
                  <a:close/>
                </a:path>
                <a:path w="5238750" h="4286250">
                  <a:moveTo>
                    <a:pt x="5238750" y="1301076"/>
                  </a:moveTo>
                  <a:lnTo>
                    <a:pt x="5229225" y="1301076"/>
                  </a:lnTo>
                  <a:lnTo>
                    <a:pt x="5229225" y="1329651"/>
                  </a:lnTo>
                  <a:lnTo>
                    <a:pt x="5238750" y="1329651"/>
                  </a:lnTo>
                  <a:lnTo>
                    <a:pt x="5238750" y="1301076"/>
                  </a:lnTo>
                  <a:close/>
                </a:path>
                <a:path w="5238750" h="4286250">
                  <a:moveTo>
                    <a:pt x="5238750" y="1253502"/>
                  </a:moveTo>
                  <a:lnTo>
                    <a:pt x="5229225" y="1253502"/>
                  </a:lnTo>
                  <a:lnTo>
                    <a:pt x="5229225" y="1282077"/>
                  </a:lnTo>
                  <a:lnTo>
                    <a:pt x="5238750" y="1282077"/>
                  </a:lnTo>
                  <a:lnTo>
                    <a:pt x="5238750" y="1253502"/>
                  </a:lnTo>
                  <a:close/>
                </a:path>
                <a:path w="5238750" h="4286250">
                  <a:moveTo>
                    <a:pt x="5238750" y="1205915"/>
                  </a:moveTo>
                  <a:lnTo>
                    <a:pt x="5229225" y="1205915"/>
                  </a:lnTo>
                  <a:lnTo>
                    <a:pt x="5229225" y="1234490"/>
                  </a:lnTo>
                  <a:lnTo>
                    <a:pt x="5238750" y="1234490"/>
                  </a:lnTo>
                  <a:lnTo>
                    <a:pt x="5238750" y="1205915"/>
                  </a:lnTo>
                  <a:close/>
                </a:path>
                <a:path w="5238750" h="4286250">
                  <a:moveTo>
                    <a:pt x="5238750" y="1158341"/>
                  </a:moveTo>
                  <a:lnTo>
                    <a:pt x="5229225" y="1158341"/>
                  </a:lnTo>
                  <a:lnTo>
                    <a:pt x="5229225" y="1186916"/>
                  </a:lnTo>
                  <a:lnTo>
                    <a:pt x="5238750" y="1186916"/>
                  </a:lnTo>
                  <a:lnTo>
                    <a:pt x="5238750" y="1158341"/>
                  </a:lnTo>
                  <a:close/>
                </a:path>
                <a:path w="5238750" h="4286250">
                  <a:moveTo>
                    <a:pt x="5238750" y="1110767"/>
                  </a:moveTo>
                  <a:lnTo>
                    <a:pt x="5229225" y="1110767"/>
                  </a:lnTo>
                  <a:lnTo>
                    <a:pt x="5229225" y="1139342"/>
                  </a:lnTo>
                  <a:lnTo>
                    <a:pt x="5238750" y="1139342"/>
                  </a:lnTo>
                  <a:lnTo>
                    <a:pt x="5238750" y="1110767"/>
                  </a:lnTo>
                  <a:close/>
                </a:path>
                <a:path w="5238750" h="4286250">
                  <a:moveTo>
                    <a:pt x="5238750" y="1063193"/>
                  </a:moveTo>
                  <a:lnTo>
                    <a:pt x="5229225" y="1063193"/>
                  </a:lnTo>
                  <a:lnTo>
                    <a:pt x="5229225" y="1091768"/>
                  </a:lnTo>
                  <a:lnTo>
                    <a:pt x="5238750" y="1091768"/>
                  </a:lnTo>
                  <a:lnTo>
                    <a:pt x="5238750" y="1063193"/>
                  </a:lnTo>
                  <a:close/>
                </a:path>
                <a:path w="5238750" h="4286250">
                  <a:moveTo>
                    <a:pt x="5238750" y="1015619"/>
                  </a:moveTo>
                  <a:lnTo>
                    <a:pt x="5229225" y="1015619"/>
                  </a:lnTo>
                  <a:lnTo>
                    <a:pt x="5229225" y="1044194"/>
                  </a:lnTo>
                  <a:lnTo>
                    <a:pt x="5238750" y="1044194"/>
                  </a:lnTo>
                  <a:lnTo>
                    <a:pt x="5238750" y="1015619"/>
                  </a:lnTo>
                  <a:close/>
                </a:path>
                <a:path w="5238750" h="4286250">
                  <a:moveTo>
                    <a:pt x="5238750" y="968032"/>
                  </a:moveTo>
                  <a:lnTo>
                    <a:pt x="5229225" y="968032"/>
                  </a:lnTo>
                  <a:lnTo>
                    <a:pt x="5229225" y="996607"/>
                  </a:lnTo>
                  <a:lnTo>
                    <a:pt x="5238750" y="996607"/>
                  </a:lnTo>
                  <a:lnTo>
                    <a:pt x="5238750" y="968032"/>
                  </a:lnTo>
                  <a:close/>
                </a:path>
                <a:path w="5238750" h="4286250">
                  <a:moveTo>
                    <a:pt x="5238750" y="920457"/>
                  </a:moveTo>
                  <a:lnTo>
                    <a:pt x="5229225" y="920457"/>
                  </a:lnTo>
                  <a:lnTo>
                    <a:pt x="5229225" y="949032"/>
                  </a:lnTo>
                  <a:lnTo>
                    <a:pt x="5238750" y="949032"/>
                  </a:lnTo>
                  <a:lnTo>
                    <a:pt x="5238750" y="920457"/>
                  </a:lnTo>
                  <a:close/>
                </a:path>
                <a:path w="5238750" h="4286250">
                  <a:moveTo>
                    <a:pt x="5238750" y="872883"/>
                  </a:moveTo>
                  <a:lnTo>
                    <a:pt x="5229225" y="872883"/>
                  </a:lnTo>
                  <a:lnTo>
                    <a:pt x="5229225" y="901458"/>
                  </a:lnTo>
                  <a:lnTo>
                    <a:pt x="5238750" y="901458"/>
                  </a:lnTo>
                  <a:lnTo>
                    <a:pt x="5238750" y="872883"/>
                  </a:lnTo>
                  <a:close/>
                </a:path>
                <a:path w="5238750" h="4286250">
                  <a:moveTo>
                    <a:pt x="5238750" y="825309"/>
                  </a:moveTo>
                  <a:lnTo>
                    <a:pt x="5229225" y="825309"/>
                  </a:lnTo>
                  <a:lnTo>
                    <a:pt x="5229225" y="853884"/>
                  </a:lnTo>
                  <a:lnTo>
                    <a:pt x="5238750" y="853884"/>
                  </a:lnTo>
                  <a:lnTo>
                    <a:pt x="5238750" y="825309"/>
                  </a:lnTo>
                  <a:close/>
                </a:path>
                <a:path w="5238750" h="4286250">
                  <a:moveTo>
                    <a:pt x="5238750" y="777722"/>
                  </a:moveTo>
                  <a:lnTo>
                    <a:pt x="5229225" y="777722"/>
                  </a:lnTo>
                  <a:lnTo>
                    <a:pt x="5229225" y="806297"/>
                  </a:lnTo>
                  <a:lnTo>
                    <a:pt x="5238750" y="806297"/>
                  </a:lnTo>
                  <a:lnTo>
                    <a:pt x="5238750" y="777722"/>
                  </a:lnTo>
                  <a:close/>
                </a:path>
                <a:path w="5238750" h="4286250">
                  <a:moveTo>
                    <a:pt x="5238750" y="730148"/>
                  </a:moveTo>
                  <a:lnTo>
                    <a:pt x="5229225" y="730148"/>
                  </a:lnTo>
                  <a:lnTo>
                    <a:pt x="5229225" y="758723"/>
                  </a:lnTo>
                  <a:lnTo>
                    <a:pt x="5238750" y="758723"/>
                  </a:lnTo>
                  <a:lnTo>
                    <a:pt x="5238750" y="730148"/>
                  </a:lnTo>
                  <a:close/>
                </a:path>
                <a:path w="5238750" h="4286250">
                  <a:moveTo>
                    <a:pt x="5238750" y="682574"/>
                  </a:moveTo>
                  <a:lnTo>
                    <a:pt x="5229225" y="682574"/>
                  </a:lnTo>
                  <a:lnTo>
                    <a:pt x="5229225" y="711149"/>
                  </a:lnTo>
                  <a:lnTo>
                    <a:pt x="5238750" y="711149"/>
                  </a:lnTo>
                  <a:lnTo>
                    <a:pt x="5238750" y="682574"/>
                  </a:lnTo>
                  <a:close/>
                </a:path>
                <a:path w="5238750" h="4286250">
                  <a:moveTo>
                    <a:pt x="5238750" y="635000"/>
                  </a:moveTo>
                  <a:lnTo>
                    <a:pt x="5229225" y="635000"/>
                  </a:lnTo>
                  <a:lnTo>
                    <a:pt x="5229225" y="663575"/>
                  </a:lnTo>
                  <a:lnTo>
                    <a:pt x="5238750" y="663575"/>
                  </a:lnTo>
                  <a:lnTo>
                    <a:pt x="5238750" y="635000"/>
                  </a:lnTo>
                  <a:close/>
                </a:path>
                <a:path w="5238750" h="4286250">
                  <a:moveTo>
                    <a:pt x="5238750" y="587425"/>
                  </a:moveTo>
                  <a:lnTo>
                    <a:pt x="5229225" y="587425"/>
                  </a:lnTo>
                  <a:lnTo>
                    <a:pt x="5229225" y="616000"/>
                  </a:lnTo>
                  <a:lnTo>
                    <a:pt x="5238750" y="616000"/>
                  </a:lnTo>
                  <a:lnTo>
                    <a:pt x="5238750" y="587425"/>
                  </a:lnTo>
                  <a:close/>
                </a:path>
                <a:path w="5238750" h="4286250">
                  <a:moveTo>
                    <a:pt x="5238750" y="539838"/>
                  </a:moveTo>
                  <a:lnTo>
                    <a:pt x="5229225" y="539838"/>
                  </a:lnTo>
                  <a:lnTo>
                    <a:pt x="5229225" y="568413"/>
                  </a:lnTo>
                  <a:lnTo>
                    <a:pt x="5238750" y="568413"/>
                  </a:lnTo>
                  <a:lnTo>
                    <a:pt x="5238750" y="539838"/>
                  </a:lnTo>
                  <a:close/>
                </a:path>
                <a:path w="5238750" h="4286250">
                  <a:moveTo>
                    <a:pt x="5238750" y="492264"/>
                  </a:moveTo>
                  <a:lnTo>
                    <a:pt x="5229225" y="492264"/>
                  </a:lnTo>
                  <a:lnTo>
                    <a:pt x="5229225" y="520839"/>
                  </a:lnTo>
                  <a:lnTo>
                    <a:pt x="5238750" y="520839"/>
                  </a:lnTo>
                  <a:lnTo>
                    <a:pt x="5238750" y="492264"/>
                  </a:lnTo>
                  <a:close/>
                </a:path>
                <a:path w="5238750" h="4286250">
                  <a:moveTo>
                    <a:pt x="5238750" y="444690"/>
                  </a:moveTo>
                  <a:lnTo>
                    <a:pt x="5229225" y="444690"/>
                  </a:lnTo>
                  <a:lnTo>
                    <a:pt x="5229225" y="473265"/>
                  </a:lnTo>
                  <a:lnTo>
                    <a:pt x="5238750" y="473265"/>
                  </a:lnTo>
                  <a:lnTo>
                    <a:pt x="5238750" y="444690"/>
                  </a:lnTo>
                  <a:close/>
                </a:path>
                <a:path w="5238750" h="4286250">
                  <a:moveTo>
                    <a:pt x="5238750" y="397116"/>
                  </a:moveTo>
                  <a:lnTo>
                    <a:pt x="5229225" y="397116"/>
                  </a:lnTo>
                  <a:lnTo>
                    <a:pt x="5229225" y="425691"/>
                  </a:lnTo>
                  <a:lnTo>
                    <a:pt x="5238750" y="425691"/>
                  </a:lnTo>
                  <a:lnTo>
                    <a:pt x="5238750" y="397116"/>
                  </a:lnTo>
                  <a:close/>
                </a:path>
                <a:path w="5238750" h="4286250">
                  <a:moveTo>
                    <a:pt x="5238750" y="349542"/>
                  </a:moveTo>
                  <a:lnTo>
                    <a:pt x="5229225" y="349542"/>
                  </a:lnTo>
                  <a:lnTo>
                    <a:pt x="5229225" y="378117"/>
                  </a:lnTo>
                  <a:lnTo>
                    <a:pt x="5238750" y="378117"/>
                  </a:lnTo>
                  <a:lnTo>
                    <a:pt x="5238750" y="349542"/>
                  </a:lnTo>
                  <a:close/>
                </a:path>
                <a:path w="5238750" h="4286250">
                  <a:moveTo>
                    <a:pt x="5238750" y="301955"/>
                  </a:moveTo>
                  <a:lnTo>
                    <a:pt x="5229225" y="301955"/>
                  </a:lnTo>
                  <a:lnTo>
                    <a:pt x="5229225" y="330530"/>
                  </a:lnTo>
                  <a:lnTo>
                    <a:pt x="5238750" y="330530"/>
                  </a:lnTo>
                  <a:lnTo>
                    <a:pt x="5238750" y="301955"/>
                  </a:lnTo>
                  <a:close/>
                </a:path>
                <a:path w="5238750" h="4286250">
                  <a:moveTo>
                    <a:pt x="5238750" y="254381"/>
                  </a:moveTo>
                  <a:lnTo>
                    <a:pt x="5229225" y="254381"/>
                  </a:lnTo>
                  <a:lnTo>
                    <a:pt x="5229225" y="282956"/>
                  </a:lnTo>
                  <a:lnTo>
                    <a:pt x="5238750" y="282956"/>
                  </a:lnTo>
                  <a:lnTo>
                    <a:pt x="5238750" y="254381"/>
                  </a:lnTo>
                  <a:close/>
                </a:path>
                <a:path w="5238750" h="4286250">
                  <a:moveTo>
                    <a:pt x="5238750" y="206806"/>
                  </a:moveTo>
                  <a:lnTo>
                    <a:pt x="5229225" y="206806"/>
                  </a:lnTo>
                  <a:lnTo>
                    <a:pt x="5229225" y="235381"/>
                  </a:lnTo>
                  <a:lnTo>
                    <a:pt x="5238750" y="235381"/>
                  </a:lnTo>
                  <a:lnTo>
                    <a:pt x="5238750" y="206806"/>
                  </a:lnTo>
                  <a:close/>
                </a:path>
                <a:path w="5238750" h="4286250">
                  <a:moveTo>
                    <a:pt x="5238750" y="159232"/>
                  </a:moveTo>
                  <a:lnTo>
                    <a:pt x="5229225" y="159232"/>
                  </a:lnTo>
                  <a:lnTo>
                    <a:pt x="5229225" y="187807"/>
                  </a:lnTo>
                  <a:lnTo>
                    <a:pt x="5238750" y="187807"/>
                  </a:lnTo>
                  <a:lnTo>
                    <a:pt x="5238750" y="159232"/>
                  </a:lnTo>
                  <a:close/>
                </a:path>
                <a:path w="5238750" h="4286250">
                  <a:moveTo>
                    <a:pt x="5238750" y="140220"/>
                  </a:moveTo>
                  <a:lnTo>
                    <a:pt x="5238635" y="111798"/>
                  </a:lnTo>
                  <a:lnTo>
                    <a:pt x="5229123" y="112001"/>
                  </a:lnTo>
                  <a:lnTo>
                    <a:pt x="5229225" y="140220"/>
                  </a:lnTo>
                  <a:lnTo>
                    <a:pt x="5238750" y="14022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86824" y="1819274"/>
              <a:ext cx="609600" cy="5334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362775" y="2554882"/>
            <a:ext cx="365823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spc="-140" dirty="0">
                <a:solidFill>
                  <a:srgbClr val="1D3A8A"/>
                </a:solidFill>
                <a:latin typeface="Arial"/>
                <a:cs typeface="Arial"/>
              </a:rPr>
              <a:t>L'Analogie</a:t>
            </a:r>
            <a:r>
              <a:rPr sz="1900" b="1" spc="-110" dirty="0">
                <a:solidFill>
                  <a:srgbClr val="1D3A8A"/>
                </a:solidFill>
                <a:latin typeface="Arial"/>
                <a:cs typeface="Arial"/>
              </a:rPr>
              <a:t> de</a:t>
            </a:r>
            <a:r>
              <a:rPr sz="1900" b="1" spc="-105" dirty="0">
                <a:solidFill>
                  <a:srgbClr val="1D3A8A"/>
                </a:solidFill>
                <a:latin typeface="Arial"/>
                <a:cs typeface="Arial"/>
              </a:rPr>
              <a:t> la </a:t>
            </a:r>
            <a:r>
              <a:rPr sz="1900" b="1" spc="-125" dirty="0">
                <a:solidFill>
                  <a:srgbClr val="1D3A8A"/>
                </a:solidFill>
                <a:latin typeface="Arial"/>
                <a:cs typeface="Arial"/>
              </a:rPr>
              <a:t>Chaîne</a:t>
            </a:r>
            <a:r>
              <a:rPr sz="1900" b="1" spc="-105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900" b="1" spc="-110" dirty="0">
                <a:solidFill>
                  <a:srgbClr val="1D3A8A"/>
                </a:solidFill>
                <a:latin typeface="Arial"/>
                <a:cs typeface="Arial"/>
              </a:rPr>
              <a:t>de </a:t>
            </a:r>
            <a:r>
              <a:rPr sz="1900" b="1" spc="-70" dirty="0">
                <a:solidFill>
                  <a:srgbClr val="1D3A8A"/>
                </a:solidFill>
                <a:latin typeface="Arial"/>
                <a:cs typeface="Arial"/>
              </a:rPr>
              <a:t>Montage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210424" y="3181349"/>
            <a:ext cx="762000" cy="571500"/>
            <a:chOff x="7210424" y="3181349"/>
            <a:chExt cx="762000" cy="571500"/>
          </a:xfrm>
        </p:grpSpPr>
        <p:sp>
          <p:nvSpPr>
            <p:cNvPr id="34" name="object 34"/>
            <p:cNvSpPr/>
            <p:nvPr/>
          </p:nvSpPr>
          <p:spPr>
            <a:xfrm>
              <a:off x="7219949" y="3190874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680653" y="552449"/>
                  </a:moveTo>
                  <a:lnTo>
                    <a:pt x="62297" y="552449"/>
                  </a:lnTo>
                  <a:lnTo>
                    <a:pt x="57961" y="552022"/>
                  </a:lnTo>
                  <a:lnTo>
                    <a:pt x="22624" y="536016"/>
                  </a:lnTo>
                  <a:lnTo>
                    <a:pt x="2135" y="503075"/>
                  </a:lnTo>
                  <a:lnTo>
                    <a:pt x="0" y="490152"/>
                  </a:lnTo>
                  <a:lnTo>
                    <a:pt x="0" y="4857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680653" y="0"/>
                  </a:lnTo>
                  <a:lnTo>
                    <a:pt x="716957" y="13668"/>
                  </a:lnTo>
                  <a:lnTo>
                    <a:pt x="739550" y="45203"/>
                  </a:lnTo>
                  <a:lnTo>
                    <a:pt x="742950" y="62296"/>
                  </a:lnTo>
                  <a:lnTo>
                    <a:pt x="742950" y="490152"/>
                  </a:lnTo>
                  <a:lnTo>
                    <a:pt x="729280" y="526457"/>
                  </a:lnTo>
                  <a:lnTo>
                    <a:pt x="697745" y="549049"/>
                  </a:lnTo>
                  <a:lnTo>
                    <a:pt x="684988" y="552022"/>
                  </a:lnTo>
                  <a:lnTo>
                    <a:pt x="680653" y="552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219949" y="3190874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6432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676275" y="0"/>
                  </a:lnTo>
                  <a:lnTo>
                    <a:pt x="680653" y="0"/>
                  </a:lnTo>
                  <a:lnTo>
                    <a:pt x="684988" y="427"/>
                  </a:lnTo>
                  <a:lnTo>
                    <a:pt x="689282" y="1281"/>
                  </a:lnTo>
                  <a:lnTo>
                    <a:pt x="693576" y="2135"/>
                  </a:lnTo>
                  <a:lnTo>
                    <a:pt x="697745" y="3399"/>
                  </a:lnTo>
                  <a:lnTo>
                    <a:pt x="701790" y="5075"/>
                  </a:lnTo>
                  <a:lnTo>
                    <a:pt x="705834" y="6750"/>
                  </a:lnTo>
                  <a:lnTo>
                    <a:pt x="709677" y="8804"/>
                  </a:lnTo>
                  <a:lnTo>
                    <a:pt x="713317" y="11236"/>
                  </a:lnTo>
                  <a:lnTo>
                    <a:pt x="716957" y="13668"/>
                  </a:lnTo>
                  <a:lnTo>
                    <a:pt x="731712" y="29631"/>
                  </a:lnTo>
                  <a:lnTo>
                    <a:pt x="734144" y="33272"/>
                  </a:lnTo>
                  <a:lnTo>
                    <a:pt x="736198" y="37114"/>
                  </a:lnTo>
                  <a:lnTo>
                    <a:pt x="737874" y="41159"/>
                  </a:lnTo>
                  <a:lnTo>
                    <a:pt x="739550" y="45203"/>
                  </a:lnTo>
                  <a:lnTo>
                    <a:pt x="740814" y="49372"/>
                  </a:lnTo>
                  <a:lnTo>
                    <a:pt x="741668" y="53666"/>
                  </a:lnTo>
                  <a:lnTo>
                    <a:pt x="742523" y="57960"/>
                  </a:lnTo>
                  <a:lnTo>
                    <a:pt x="742950" y="62296"/>
                  </a:lnTo>
                  <a:lnTo>
                    <a:pt x="742950" y="66674"/>
                  </a:lnTo>
                  <a:lnTo>
                    <a:pt x="742950" y="485774"/>
                  </a:lnTo>
                  <a:lnTo>
                    <a:pt x="742950" y="490152"/>
                  </a:lnTo>
                  <a:lnTo>
                    <a:pt x="742523" y="494488"/>
                  </a:lnTo>
                  <a:lnTo>
                    <a:pt x="741669" y="498782"/>
                  </a:lnTo>
                  <a:lnTo>
                    <a:pt x="740815" y="503075"/>
                  </a:lnTo>
                  <a:lnTo>
                    <a:pt x="739550" y="507245"/>
                  </a:lnTo>
                  <a:lnTo>
                    <a:pt x="737874" y="511289"/>
                  </a:lnTo>
                  <a:lnTo>
                    <a:pt x="736198" y="515334"/>
                  </a:lnTo>
                  <a:lnTo>
                    <a:pt x="713317" y="541212"/>
                  </a:lnTo>
                  <a:lnTo>
                    <a:pt x="709677" y="543644"/>
                  </a:lnTo>
                  <a:lnTo>
                    <a:pt x="705834" y="545698"/>
                  </a:lnTo>
                  <a:lnTo>
                    <a:pt x="701790" y="547373"/>
                  </a:lnTo>
                  <a:lnTo>
                    <a:pt x="697745" y="549049"/>
                  </a:lnTo>
                  <a:lnTo>
                    <a:pt x="693576" y="550314"/>
                  </a:lnTo>
                  <a:lnTo>
                    <a:pt x="689282" y="551168"/>
                  </a:lnTo>
                  <a:lnTo>
                    <a:pt x="684988" y="552022"/>
                  </a:lnTo>
                  <a:lnTo>
                    <a:pt x="680653" y="552449"/>
                  </a:lnTo>
                  <a:lnTo>
                    <a:pt x="676275" y="552449"/>
                  </a:lnTo>
                  <a:lnTo>
                    <a:pt x="66675" y="552449"/>
                  </a:lnTo>
                  <a:lnTo>
                    <a:pt x="62297" y="552449"/>
                  </a:lnTo>
                  <a:lnTo>
                    <a:pt x="57961" y="552022"/>
                  </a:lnTo>
                  <a:lnTo>
                    <a:pt x="53667" y="551168"/>
                  </a:lnTo>
                  <a:lnTo>
                    <a:pt x="49374" y="550314"/>
                  </a:lnTo>
                  <a:lnTo>
                    <a:pt x="45204" y="549049"/>
                  </a:lnTo>
                  <a:lnTo>
                    <a:pt x="41159" y="547373"/>
                  </a:lnTo>
                  <a:lnTo>
                    <a:pt x="37115" y="545698"/>
                  </a:lnTo>
                  <a:lnTo>
                    <a:pt x="19529" y="532920"/>
                  </a:lnTo>
                  <a:lnTo>
                    <a:pt x="16432" y="529825"/>
                  </a:lnTo>
                  <a:lnTo>
                    <a:pt x="426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356078" y="3261756"/>
            <a:ext cx="5207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>
              <a:lnSpc>
                <a:spcPct val="1071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465469"/>
                </a:solidFill>
                <a:latin typeface="Arial"/>
                <a:cs typeface="Arial"/>
              </a:rPr>
              <a:t>Matière </a:t>
            </a:r>
            <a:r>
              <a:rPr sz="1050" b="1" spc="-85" dirty="0">
                <a:solidFill>
                  <a:srgbClr val="465469"/>
                </a:solidFill>
                <a:latin typeface="Arial"/>
                <a:cs typeface="Arial"/>
              </a:rPr>
              <a:t>Première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064103" y="3181349"/>
            <a:ext cx="975360" cy="571500"/>
            <a:chOff x="8064103" y="3181349"/>
            <a:chExt cx="975360" cy="571500"/>
          </a:xfrm>
        </p:grpSpPr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64103" y="3413124"/>
              <a:ext cx="117475" cy="1016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286749" y="3190874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680652" y="552449"/>
                  </a:moveTo>
                  <a:lnTo>
                    <a:pt x="62297" y="552449"/>
                  </a:lnTo>
                  <a:lnTo>
                    <a:pt x="57960" y="552022"/>
                  </a:lnTo>
                  <a:lnTo>
                    <a:pt x="22624" y="536016"/>
                  </a:lnTo>
                  <a:lnTo>
                    <a:pt x="2134" y="503075"/>
                  </a:lnTo>
                  <a:lnTo>
                    <a:pt x="0" y="490152"/>
                  </a:lnTo>
                  <a:lnTo>
                    <a:pt x="0" y="4857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680652" y="0"/>
                  </a:lnTo>
                  <a:lnTo>
                    <a:pt x="716956" y="13668"/>
                  </a:lnTo>
                  <a:lnTo>
                    <a:pt x="739548" y="45203"/>
                  </a:lnTo>
                  <a:lnTo>
                    <a:pt x="742949" y="62296"/>
                  </a:lnTo>
                  <a:lnTo>
                    <a:pt x="742949" y="490152"/>
                  </a:lnTo>
                  <a:lnTo>
                    <a:pt x="729280" y="526457"/>
                  </a:lnTo>
                  <a:lnTo>
                    <a:pt x="697745" y="549049"/>
                  </a:lnTo>
                  <a:lnTo>
                    <a:pt x="684988" y="552022"/>
                  </a:lnTo>
                  <a:lnTo>
                    <a:pt x="680652" y="5524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286749" y="3190874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6"/>
                  </a:lnTo>
                  <a:lnTo>
                    <a:pt x="2134" y="49372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2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676275" y="0"/>
                  </a:lnTo>
                  <a:lnTo>
                    <a:pt x="680652" y="0"/>
                  </a:lnTo>
                  <a:lnTo>
                    <a:pt x="684988" y="427"/>
                  </a:lnTo>
                  <a:lnTo>
                    <a:pt x="689282" y="1281"/>
                  </a:lnTo>
                  <a:lnTo>
                    <a:pt x="693575" y="2135"/>
                  </a:lnTo>
                  <a:lnTo>
                    <a:pt x="697745" y="3399"/>
                  </a:lnTo>
                  <a:lnTo>
                    <a:pt x="701789" y="5075"/>
                  </a:lnTo>
                  <a:lnTo>
                    <a:pt x="705834" y="6750"/>
                  </a:lnTo>
                  <a:lnTo>
                    <a:pt x="709676" y="8804"/>
                  </a:lnTo>
                  <a:lnTo>
                    <a:pt x="713316" y="11236"/>
                  </a:lnTo>
                  <a:lnTo>
                    <a:pt x="716956" y="13668"/>
                  </a:lnTo>
                  <a:lnTo>
                    <a:pt x="720325" y="16432"/>
                  </a:lnTo>
                  <a:lnTo>
                    <a:pt x="723420" y="19528"/>
                  </a:lnTo>
                  <a:lnTo>
                    <a:pt x="726516" y="22623"/>
                  </a:lnTo>
                  <a:lnTo>
                    <a:pt x="729280" y="25991"/>
                  </a:lnTo>
                  <a:lnTo>
                    <a:pt x="731712" y="29631"/>
                  </a:lnTo>
                  <a:lnTo>
                    <a:pt x="734144" y="33272"/>
                  </a:lnTo>
                  <a:lnTo>
                    <a:pt x="742950" y="66674"/>
                  </a:lnTo>
                  <a:lnTo>
                    <a:pt x="742950" y="485774"/>
                  </a:lnTo>
                  <a:lnTo>
                    <a:pt x="731712" y="522816"/>
                  </a:lnTo>
                  <a:lnTo>
                    <a:pt x="713316" y="541212"/>
                  </a:lnTo>
                  <a:lnTo>
                    <a:pt x="709676" y="543644"/>
                  </a:lnTo>
                  <a:lnTo>
                    <a:pt x="705834" y="545698"/>
                  </a:lnTo>
                  <a:lnTo>
                    <a:pt x="701789" y="547373"/>
                  </a:lnTo>
                  <a:lnTo>
                    <a:pt x="697745" y="549049"/>
                  </a:lnTo>
                  <a:lnTo>
                    <a:pt x="693575" y="550314"/>
                  </a:lnTo>
                  <a:lnTo>
                    <a:pt x="689282" y="551168"/>
                  </a:lnTo>
                  <a:lnTo>
                    <a:pt x="684988" y="552022"/>
                  </a:lnTo>
                  <a:lnTo>
                    <a:pt x="680652" y="552449"/>
                  </a:lnTo>
                  <a:lnTo>
                    <a:pt x="676275" y="552449"/>
                  </a:lnTo>
                  <a:lnTo>
                    <a:pt x="66675" y="552449"/>
                  </a:lnTo>
                  <a:lnTo>
                    <a:pt x="62297" y="552449"/>
                  </a:lnTo>
                  <a:lnTo>
                    <a:pt x="57960" y="552022"/>
                  </a:lnTo>
                  <a:lnTo>
                    <a:pt x="53667" y="551168"/>
                  </a:lnTo>
                  <a:lnTo>
                    <a:pt x="49372" y="550314"/>
                  </a:lnTo>
                  <a:lnTo>
                    <a:pt x="45203" y="549049"/>
                  </a:lnTo>
                  <a:lnTo>
                    <a:pt x="41159" y="547373"/>
                  </a:lnTo>
                  <a:lnTo>
                    <a:pt x="37114" y="545698"/>
                  </a:lnTo>
                  <a:lnTo>
                    <a:pt x="33271" y="543644"/>
                  </a:lnTo>
                  <a:lnTo>
                    <a:pt x="29631" y="541212"/>
                  </a:lnTo>
                  <a:lnTo>
                    <a:pt x="25992" y="538780"/>
                  </a:lnTo>
                  <a:lnTo>
                    <a:pt x="5075" y="511289"/>
                  </a:lnTo>
                  <a:lnTo>
                    <a:pt x="3399" y="507245"/>
                  </a:lnTo>
                  <a:lnTo>
                    <a:pt x="2134" y="503075"/>
                  </a:lnTo>
                  <a:lnTo>
                    <a:pt x="1280" y="498782"/>
                  </a:lnTo>
                  <a:lnTo>
                    <a:pt x="426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481814" y="3261756"/>
            <a:ext cx="35052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 marR="5080" indent="-46355">
              <a:lnSpc>
                <a:spcPct val="107100"/>
              </a:lnSpc>
              <a:spcBef>
                <a:spcPts val="100"/>
              </a:spcBef>
            </a:pPr>
            <a:r>
              <a:rPr sz="1050" b="1" spc="-70" dirty="0">
                <a:solidFill>
                  <a:srgbClr val="3B81F5"/>
                </a:solidFill>
                <a:latin typeface="Arial"/>
                <a:cs typeface="Arial"/>
              </a:rPr>
              <a:t>Filtrer </a:t>
            </a:r>
            <a:r>
              <a:rPr sz="1050" b="1" spc="-10" dirty="0">
                <a:solidFill>
                  <a:srgbClr val="3B81F5"/>
                </a:solidFill>
                <a:latin typeface="Arial"/>
                <a:cs typeface="Arial"/>
              </a:rPr>
              <a:t>(Tri)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133284" y="3181349"/>
            <a:ext cx="972819" cy="571500"/>
            <a:chOff x="9133284" y="3181349"/>
            <a:chExt cx="972819" cy="571500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33284" y="3413124"/>
              <a:ext cx="117475" cy="1016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353549" y="3190874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680653" y="552449"/>
                  </a:moveTo>
                  <a:lnTo>
                    <a:pt x="62297" y="552449"/>
                  </a:lnTo>
                  <a:lnTo>
                    <a:pt x="57961" y="552022"/>
                  </a:lnTo>
                  <a:lnTo>
                    <a:pt x="22624" y="536016"/>
                  </a:lnTo>
                  <a:lnTo>
                    <a:pt x="2135" y="503075"/>
                  </a:lnTo>
                  <a:lnTo>
                    <a:pt x="0" y="490152"/>
                  </a:lnTo>
                  <a:lnTo>
                    <a:pt x="0" y="4857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680653" y="0"/>
                  </a:lnTo>
                  <a:lnTo>
                    <a:pt x="716957" y="13668"/>
                  </a:lnTo>
                  <a:lnTo>
                    <a:pt x="739549" y="45203"/>
                  </a:lnTo>
                  <a:lnTo>
                    <a:pt x="742950" y="62296"/>
                  </a:lnTo>
                  <a:lnTo>
                    <a:pt x="742950" y="490152"/>
                  </a:lnTo>
                  <a:lnTo>
                    <a:pt x="729281" y="526457"/>
                  </a:lnTo>
                  <a:lnTo>
                    <a:pt x="697745" y="549049"/>
                  </a:lnTo>
                  <a:lnTo>
                    <a:pt x="684988" y="552022"/>
                  </a:lnTo>
                  <a:lnTo>
                    <a:pt x="680653" y="5524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353549" y="3190874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6"/>
                  </a:lnTo>
                  <a:lnTo>
                    <a:pt x="2135" y="49372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7" y="29631"/>
                  </a:lnTo>
                  <a:lnTo>
                    <a:pt x="13668" y="25991"/>
                  </a:lnTo>
                  <a:lnTo>
                    <a:pt x="16433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3" y="13668"/>
                  </a:lnTo>
                  <a:lnTo>
                    <a:pt x="29633" y="11236"/>
                  </a:lnTo>
                  <a:lnTo>
                    <a:pt x="33272" y="8804"/>
                  </a:lnTo>
                  <a:lnTo>
                    <a:pt x="37115" y="6750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676275" y="0"/>
                  </a:lnTo>
                  <a:lnTo>
                    <a:pt x="680653" y="0"/>
                  </a:lnTo>
                  <a:lnTo>
                    <a:pt x="684988" y="427"/>
                  </a:lnTo>
                  <a:lnTo>
                    <a:pt x="689282" y="1281"/>
                  </a:lnTo>
                  <a:lnTo>
                    <a:pt x="693576" y="2135"/>
                  </a:lnTo>
                  <a:lnTo>
                    <a:pt x="697745" y="3399"/>
                  </a:lnTo>
                  <a:lnTo>
                    <a:pt x="701790" y="5075"/>
                  </a:lnTo>
                  <a:lnTo>
                    <a:pt x="705835" y="6750"/>
                  </a:lnTo>
                  <a:lnTo>
                    <a:pt x="723421" y="19528"/>
                  </a:lnTo>
                  <a:lnTo>
                    <a:pt x="726517" y="22623"/>
                  </a:lnTo>
                  <a:lnTo>
                    <a:pt x="729281" y="25991"/>
                  </a:lnTo>
                  <a:lnTo>
                    <a:pt x="731712" y="29631"/>
                  </a:lnTo>
                  <a:lnTo>
                    <a:pt x="734145" y="33272"/>
                  </a:lnTo>
                  <a:lnTo>
                    <a:pt x="736198" y="37114"/>
                  </a:lnTo>
                  <a:lnTo>
                    <a:pt x="737874" y="41159"/>
                  </a:lnTo>
                  <a:lnTo>
                    <a:pt x="739549" y="45203"/>
                  </a:lnTo>
                  <a:lnTo>
                    <a:pt x="740813" y="49372"/>
                  </a:lnTo>
                  <a:lnTo>
                    <a:pt x="741668" y="53666"/>
                  </a:lnTo>
                  <a:lnTo>
                    <a:pt x="742522" y="57960"/>
                  </a:lnTo>
                  <a:lnTo>
                    <a:pt x="742950" y="62296"/>
                  </a:lnTo>
                  <a:lnTo>
                    <a:pt x="742950" y="66674"/>
                  </a:lnTo>
                  <a:lnTo>
                    <a:pt x="742950" y="485774"/>
                  </a:lnTo>
                  <a:lnTo>
                    <a:pt x="742950" y="490152"/>
                  </a:lnTo>
                  <a:lnTo>
                    <a:pt x="742522" y="494488"/>
                  </a:lnTo>
                  <a:lnTo>
                    <a:pt x="731712" y="522816"/>
                  </a:lnTo>
                  <a:lnTo>
                    <a:pt x="729281" y="526457"/>
                  </a:lnTo>
                  <a:lnTo>
                    <a:pt x="701790" y="547373"/>
                  </a:lnTo>
                  <a:lnTo>
                    <a:pt x="697745" y="549049"/>
                  </a:lnTo>
                  <a:lnTo>
                    <a:pt x="693576" y="550314"/>
                  </a:lnTo>
                  <a:lnTo>
                    <a:pt x="689282" y="551168"/>
                  </a:lnTo>
                  <a:lnTo>
                    <a:pt x="684988" y="552022"/>
                  </a:lnTo>
                  <a:lnTo>
                    <a:pt x="680653" y="552449"/>
                  </a:lnTo>
                  <a:lnTo>
                    <a:pt x="676275" y="552449"/>
                  </a:lnTo>
                  <a:lnTo>
                    <a:pt x="66675" y="552449"/>
                  </a:lnTo>
                  <a:lnTo>
                    <a:pt x="62297" y="552449"/>
                  </a:lnTo>
                  <a:lnTo>
                    <a:pt x="57961" y="552022"/>
                  </a:lnTo>
                  <a:lnTo>
                    <a:pt x="53667" y="551168"/>
                  </a:lnTo>
                  <a:lnTo>
                    <a:pt x="49373" y="550314"/>
                  </a:lnTo>
                  <a:lnTo>
                    <a:pt x="45204" y="549049"/>
                  </a:lnTo>
                  <a:lnTo>
                    <a:pt x="41159" y="547373"/>
                  </a:lnTo>
                  <a:lnTo>
                    <a:pt x="37115" y="545698"/>
                  </a:lnTo>
                  <a:lnTo>
                    <a:pt x="33272" y="543644"/>
                  </a:lnTo>
                  <a:lnTo>
                    <a:pt x="29633" y="541212"/>
                  </a:lnTo>
                  <a:lnTo>
                    <a:pt x="25993" y="538780"/>
                  </a:lnTo>
                  <a:lnTo>
                    <a:pt x="3399" y="507245"/>
                  </a:lnTo>
                  <a:lnTo>
                    <a:pt x="1281" y="498782"/>
                  </a:lnTo>
                  <a:lnTo>
                    <a:pt x="427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502328" y="3261756"/>
            <a:ext cx="4476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marR="5080" indent="-47625">
              <a:lnSpc>
                <a:spcPct val="107100"/>
              </a:lnSpc>
              <a:spcBef>
                <a:spcPts val="100"/>
              </a:spcBef>
            </a:pPr>
            <a:r>
              <a:rPr sz="1050" b="1" spc="-90" dirty="0">
                <a:solidFill>
                  <a:srgbClr val="3B81F5"/>
                </a:solidFill>
                <a:latin typeface="Arial"/>
                <a:cs typeface="Arial"/>
              </a:rPr>
              <a:t>Peindre </a:t>
            </a:r>
            <a:r>
              <a:rPr sz="1050" b="1" spc="-10" dirty="0">
                <a:solidFill>
                  <a:srgbClr val="3B81F5"/>
                </a:solidFill>
                <a:latin typeface="Arial"/>
                <a:cs typeface="Arial"/>
              </a:rPr>
              <a:t>(Map)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202464" y="3181349"/>
            <a:ext cx="970915" cy="571500"/>
            <a:chOff x="10202464" y="3181349"/>
            <a:chExt cx="970915" cy="571500"/>
          </a:xfrm>
        </p:grpSpPr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02464" y="3413124"/>
              <a:ext cx="117475" cy="10160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0420347" y="3190874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680653" y="552449"/>
                  </a:moveTo>
                  <a:lnTo>
                    <a:pt x="62298" y="552449"/>
                  </a:lnTo>
                  <a:lnTo>
                    <a:pt x="57961" y="552022"/>
                  </a:lnTo>
                  <a:lnTo>
                    <a:pt x="22624" y="536016"/>
                  </a:lnTo>
                  <a:lnTo>
                    <a:pt x="2135" y="503075"/>
                  </a:lnTo>
                  <a:lnTo>
                    <a:pt x="0" y="490152"/>
                  </a:lnTo>
                  <a:lnTo>
                    <a:pt x="1" y="485774"/>
                  </a:lnTo>
                  <a:lnTo>
                    <a:pt x="0" y="62296"/>
                  </a:lnTo>
                  <a:lnTo>
                    <a:pt x="13667" y="25991"/>
                  </a:lnTo>
                  <a:lnTo>
                    <a:pt x="45204" y="3399"/>
                  </a:lnTo>
                  <a:lnTo>
                    <a:pt x="62298" y="0"/>
                  </a:lnTo>
                  <a:lnTo>
                    <a:pt x="680653" y="0"/>
                  </a:lnTo>
                  <a:lnTo>
                    <a:pt x="716958" y="13668"/>
                  </a:lnTo>
                  <a:lnTo>
                    <a:pt x="739550" y="45203"/>
                  </a:lnTo>
                  <a:lnTo>
                    <a:pt x="742949" y="62296"/>
                  </a:lnTo>
                  <a:lnTo>
                    <a:pt x="742949" y="490152"/>
                  </a:lnTo>
                  <a:lnTo>
                    <a:pt x="729280" y="526457"/>
                  </a:lnTo>
                  <a:lnTo>
                    <a:pt x="697745" y="549049"/>
                  </a:lnTo>
                  <a:lnTo>
                    <a:pt x="684989" y="552022"/>
                  </a:lnTo>
                  <a:lnTo>
                    <a:pt x="680653" y="552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420347" y="3190874"/>
              <a:ext cx="742950" cy="552450"/>
            </a:xfrm>
            <a:custGeom>
              <a:avLst/>
              <a:gdLst/>
              <a:ahLst/>
              <a:cxnLst/>
              <a:rect l="l" t="t" r="r" b="b"/>
              <a:pathLst>
                <a:path w="742950" h="552450">
                  <a:moveTo>
                    <a:pt x="1" y="485774"/>
                  </a:moveTo>
                  <a:lnTo>
                    <a:pt x="1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1" y="53666"/>
                  </a:lnTo>
                  <a:lnTo>
                    <a:pt x="2135" y="49372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1"/>
                  </a:lnTo>
                  <a:lnTo>
                    <a:pt x="13667" y="25991"/>
                  </a:lnTo>
                  <a:lnTo>
                    <a:pt x="16432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3" y="6750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8" y="0"/>
                  </a:lnTo>
                  <a:lnTo>
                    <a:pt x="66676" y="0"/>
                  </a:lnTo>
                  <a:lnTo>
                    <a:pt x="676276" y="0"/>
                  </a:lnTo>
                  <a:lnTo>
                    <a:pt x="680653" y="0"/>
                  </a:lnTo>
                  <a:lnTo>
                    <a:pt x="684989" y="427"/>
                  </a:lnTo>
                  <a:lnTo>
                    <a:pt x="689283" y="1281"/>
                  </a:lnTo>
                  <a:lnTo>
                    <a:pt x="693577" y="2135"/>
                  </a:lnTo>
                  <a:lnTo>
                    <a:pt x="697745" y="3399"/>
                  </a:lnTo>
                  <a:lnTo>
                    <a:pt x="701789" y="5075"/>
                  </a:lnTo>
                  <a:lnTo>
                    <a:pt x="705834" y="6750"/>
                  </a:lnTo>
                  <a:lnTo>
                    <a:pt x="709676" y="8804"/>
                  </a:lnTo>
                  <a:lnTo>
                    <a:pt x="713316" y="11236"/>
                  </a:lnTo>
                  <a:lnTo>
                    <a:pt x="716958" y="13668"/>
                  </a:lnTo>
                  <a:lnTo>
                    <a:pt x="720326" y="16432"/>
                  </a:lnTo>
                  <a:lnTo>
                    <a:pt x="723422" y="19528"/>
                  </a:lnTo>
                  <a:lnTo>
                    <a:pt x="726517" y="22623"/>
                  </a:lnTo>
                  <a:lnTo>
                    <a:pt x="729280" y="25991"/>
                  </a:lnTo>
                  <a:lnTo>
                    <a:pt x="731712" y="29631"/>
                  </a:lnTo>
                  <a:lnTo>
                    <a:pt x="734144" y="33272"/>
                  </a:lnTo>
                  <a:lnTo>
                    <a:pt x="736199" y="37114"/>
                  </a:lnTo>
                  <a:lnTo>
                    <a:pt x="737874" y="41159"/>
                  </a:lnTo>
                  <a:lnTo>
                    <a:pt x="739550" y="45203"/>
                  </a:lnTo>
                  <a:lnTo>
                    <a:pt x="740813" y="49372"/>
                  </a:lnTo>
                  <a:lnTo>
                    <a:pt x="741668" y="53666"/>
                  </a:lnTo>
                  <a:lnTo>
                    <a:pt x="742522" y="57960"/>
                  </a:lnTo>
                  <a:lnTo>
                    <a:pt x="742949" y="62296"/>
                  </a:lnTo>
                  <a:lnTo>
                    <a:pt x="742951" y="66674"/>
                  </a:lnTo>
                  <a:lnTo>
                    <a:pt x="742951" y="485774"/>
                  </a:lnTo>
                  <a:lnTo>
                    <a:pt x="731712" y="522816"/>
                  </a:lnTo>
                  <a:lnTo>
                    <a:pt x="729280" y="526457"/>
                  </a:lnTo>
                  <a:lnTo>
                    <a:pt x="713316" y="541212"/>
                  </a:lnTo>
                  <a:lnTo>
                    <a:pt x="709676" y="543644"/>
                  </a:lnTo>
                  <a:lnTo>
                    <a:pt x="705834" y="545698"/>
                  </a:lnTo>
                  <a:lnTo>
                    <a:pt x="701789" y="547373"/>
                  </a:lnTo>
                  <a:lnTo>
                    <a:pt x="697745" y="549049"/>
                  </a:lnTo>
                  <a:lnTo>
                    <a:pt x="693577" y="550314"/>
                  </a:lnTo>
                  <a:lnTo>
                    <a:pt x="689283" y="551168"/>
                  </a:lnTo>
                  <a:lnTo>
                    <a:pt x="684989" y="552022"/>
                  </a:lnTo>
                  <a:lnTo>
                    <a:pt x="680653" y="552449"/>
                  </a:lnTo>
                  <a:lnTo>
                    <a:pt x="676276" y="552449"/>
                  </a:lnTo>
                  <a:lnTo>
                    <a:pt x="66676" y="552449"/>
                  </a:lnTo>
                  <a:lnTo>
                    <a:pt x="62298" y="552449"/>
                  </a:lnTo>
                  <a:lnTo>
                    <a:pt x="57961" y="552022"/>
                  </a:lnTo>
                  <a:lnTo>
                    <a:pt x="53667" y="551168"/>
                  </a:lnTo>
                  <a:lnTo>
                    <a:pt x="49373" y="550314"/>
                  </a:lnTo>
                  <a:lnTo>
                    <a:pt x="45204" y="549049"/>
                  </a:lnTo>
                  <a:lnTo>
                    <a:pt x="41159" y="547373"/>
                  </a:lnTo>
                  <a:lnTo>
                    <a:pt x="37113" y="545698"/>
                  </a:lnTo>
                  <a:lnTo>
                    <a:pt x="33271" y="543644"/>
                  </a:lnTo>
                  <a:lnTo>
                    <a:pt x="29631" y="541212"/>
                  </a:lnTo>
                  <a:lnTo>
                    <a:pt x="25991" y="538780"/>
                  </a:lnTo>
                  <a:lnTo>
                    <a:pt x="22624" y="536016"/>
                  </a:lnTo>
                  <a:lnTo>
                    <a:pt x="19529" y="532920"/>
                  </a:lnTo>
                  <a:lnTo>
                    <a:pt x="16432" y="529825"/>
                  </a:lnTo>
                  <a:lnTo>
                    <a:pt x="13667" y="526457"/>
                  </a:lnTo>
                  <a:lnTo>
                    <a:pt x="11236" y="522816"/>
                  </a:lnTo>
                  <a:lnTo>
                    <a:pt x="8804" y="519176"/>
                  </a:lnTo>
                  <a:lnTo>
                    <a:pt x="1281" y="498782"/>
                  </a:lnTo>
                  <a:lnTo>
                    <a:pt x="426" y="494488"/>
                  </a:lnTo>
                  <a:lnTo>
                    <a:pt x="0" y="490152"/>
                  </a:lnTo>
                  <a:lnTo>
                    <a:pt x="1" y="485774"/>
                  </a:lnTo>
                  <a:close/>
                </a:path>
              </a:pathLst>
            </a:custGeom>
            <a:ln w="19049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0583712" y="3261756"/>
            <a:ext cx="42354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 marR="5080" indent="-100965">
              <a:lnSpc>
                <a:spcPct val="107100"/>
              </a:lnSpc>
              <a:spcBef>
                <a:spcPts val="100"/>
              </a:spcBef>
            </a:pPr>
            <a:r>
              <a:rPr sz="1050" b="1" spc="-90" dirty="0">
                <a:solidFill>
                  <a:srgbClr val="465469"/>
                </a:solidFill>
                <a:latin typeface="Arial"/>
                <a:cs typeface="Arial"/>
              </a:rPr>
              <a:t>Produit </a:t>
            </a:r>
            <a:r>
              <a:rPr sz="1050" b="1" spc="-20" dirty="0">
                <a:solidFill>
                  <a:srgbClr val="465469"/>
                </a:solidFill>
                <a:latin typeface="Arial"/>
                <a:cs typeface="Arial"/>
              </a:rPr>
              <a:t>Fini</a:t>
            </a:r>
            <a:endParaRPr sz="10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152481" y="3999586"/>
            <a:ext cx="4078604" cy="66357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065" marR="5080" indent="-635" algn="ctr">
              <a:lnSpc>
                <a:spcPct val="117200"/>
              </a:lnSpc>
              <a:spcBef>
                <a:spcPts val="60"/>
              </a:spcBef>
            </a:pPr>
            <a:r>
              <a:rPr sz="1200" spc="-70" dirty="0">
                <a:solidFill>
                  <a:srgbClr val="64738B"/>
                </a:solidFill>
                <a:latin typeface="Arial"/>
                <a:cs typeface="Arial"/>
              </a:rPr>
              <a:t>Les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données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(étudiants)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entrent,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passent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par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Arial"/>
                <a:cs typeface="Arial"/>
              </a:rPr>
              <a:t>des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stations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4738B"/>
                </a:solidFill>
                <a:latin typeface="Arial"/>
                <a:cs typeface="Arial"/>
              </a:rPr>
              <a:t>de 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travail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(opérations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intermédiaires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4738B"/>
                </a:solidFill>
                <a:latin typeface="Arial"/>
                <a:cs typeface="Arial"/>
              </a:rPr>
              <a:t>: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filtrer, </a:t>
            </a:r>
            <a:r>
              <a:rPr sz="1200" spc="-35" dirty="0">
                <a:solidFill>
                  <a:srgbClr val="64738B"/>
                </a:solidFill>
                <a:latin typeface="Arial"/>
                <a:cs typeface="Arial"/>
              </a:rPr>
              <a:t>transformer),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sz="1200" spc="-1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4738B"/>
                </a:solidFill>
                <a:latin typeface="Arial"/>
                <a:cs typeface="Arial"/>
              </a:rPr>
              <a:t>sortent </a:t>
            </a:r>
            <a:r>
              <a:rPr sz="1200" spc="-55" dirty="0">
                <a:solidFill>
                  <a:srgbClr val="64738B"/>
                </a:solidFill>
                <a:latin typeface="Arial"/>
                <a:cs typeface="Arial"/>
              </a:rPr>
              <a:t>assemblées</a:t>
            </a:r>
            <a:r>
              <a:rPr sz="1200" spc="-2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64738B"/>
                </a:solidFill>
                <a:latin typeface="Arial"/>
                <a:cs typeface="Arial"/>
              </a:rPr>
              <a:t>(opération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4738B"/>
                </a:solidFill>
                <a:latin typeface="Arial"/>
                <a:cs typeface="Arial"/>
              </a:rPr>
              <a:t>terminale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4738B"/>
                </a:solidFill>
                <a:latin typeface="Arial"/>
                <a:cs typeface="Arial"/>
              </a:rPr>
              <a:t>: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64738B"/>
                </a:solidFill>
                <a:latin typeface="Arial"/>
                <a:cs typeface="Arial"/>
              </a:rPr>
              <a:t>liste,</a:t>
            </a:r>
            <a:r>
              <a:rPr sz="1200" spc="-2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4738B"/>
                </a:solidFill>
                <a:latin typeface="Arial"/>
                <a:cs typeface="Arial"/>
              </a:rPr>
              <a:t>nombre).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208738" y="4733011"/>
            <a:ext cx="396621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6370" marR="5080" indent="-1424305">
              <a:lnSpc>
                <a:spcPct val="114599"/>
              </a:lnSpc>
              <a:spcBef>
                <a:spcPts val="95"/>
              </a:spcBef>
            </a:pPr>
            <a:r>
              <a:rPr sz="1200" spc="-85" dirty="0">
                <a:solidFill>
                  <a:srgbClr val="3B81F5"/>
                </a:solidFill>
                <a:latin typeface="Arial"/>
                <a:cs typeface="Arial"/>
              </a:rPr>
              <a:t>La</a:t>
            </a:r>
            <a:r>
              <a:rPr sz="1200" spc="-40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3B81F5"/>
                </a:solidFill>
                <a:latin typeface="Arial"/>
                <a:cs typeface="Arial"/>
              </a:rPr>
              <a:t>chaîne</a:t>
            </a:r>
            <a:r>
              <a:rPr sz="1200" spc="-40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3B81F5"/>
                </a:solidFill>
                <a:latin typeface="Arial"/>
                <a:cs typeface="Arial"/>
              </a:rPr>
              <a:t>ne</a:t>
            </a:r>
            <a:r>
              <a:rPr sz="1200" spc="-40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3B81F5"/>
                </a:solidFill>
                <a:latin typeface="Arial"/>
                <a:cs typeface="Arial"/>
              </a:rPr>
              <a:t>démarre</a:t>
            </a:r>
            <a:r>
              <a:rPr sz="1200" spc="-35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3B81F5"/>
                </a:solidFill>
                <a:latin typeface="Arial"/>
                <a:cs typeface="Arial"/>
              </a:rPr>
              <a:t>que</a:t>
            </a:r>
            <a:r>
              <a:rPr sz="1200" spc="-40" dirty="0">
                <a:solidFill>
                  <a:srgbClr val="3B81F5"/>
                </a:solidFill>
                <a:latin typeface="Arial"/>
                <a:cs typeface="Arial"/>
              </a:rPr>
              <a:t> quand on </a:t>
            </a:r>
            <a:r>
              <a:rPr sz="1200" spc="-50" dirty="0">
                <a:solidFill>
                  <a:srgbClr val="3B81F5"/>
                </a:solidFill>
                <a:latin typeface="Arial"/>
                <a:cs typeface="Arial"/>
              </a:rPr>
              <a:t>demande</a:t>
            </a:r>
            <a:r>
              <a:rPr sz="1200" spc="-35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3B81F5"/>
                </a:solidFill>
                <a:latin typeface="Arial"/>
                <a:cs typeface="Arial"/>
              </a:rPr>
              <a:t>le</a:t>
            </a:r>
            <a:r>
              <a:rPr sz="1200" spc="-40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B81F5"/>
                </a:solidFill>
                <a:latin typeface="Arial"/>
                <a:cs typeface="Arial"/>
              </a:rPr>
              <a:t>produit</a:t>
            </a:r>
            <a:r>
              <a:rPr sz="1200" spc="-40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B81F5"/>
                </a:solidFill>
                <a:latin typeface="Arial"/>
                <a:cs typeface="Arial"/>
              </a:rPr>
              <a:t>final</a:t>
            </a:r>
            <a:r>
              <a:rPr sz="1200" spc="-40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3B81F5"/>
                </a:solidFill>
                <a:latin typeface="Arial"/>
                <a:cs typeface="Arial"/>
              </a:rPr>
              <a:t>! </a:t>
            </a:r>
            <a:r>
              <a:rPr sz="1200" spc="-40" dirty="0">
                <a:solidFill>
                  <a:srgbClr val="3B81F5"/>
                </a:solidFill>
                <a:latin typeface="Arial"/>
                <a:cs typeface="Arial"/>
              </a:rPr>
              <a:t>(Lazy</a:t>
            </a:r>
            <a:r>
              <a:rPr sz="1200" spc="-45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B81F5"/>
                </a:solidFill>
                <a:latin typeface="Arial"/>
                <a:cs typeface="Arial"/>
              </a:rPr>
              <a:t>evaluation)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095624" y="6143624"/>
            <a:ext cx="2914650" cy="352425"/>
            <a:chOff x="3095624" y="6143624"/>
            <a:chExt cx="2914650" cy="352425"/>
          </a:xfrm>
        </p:grpSpPr>
        <p:sp>
          <p:nvSpPr>
            <p:cNvPr id="55" name="object 55"/>
            <p:cNvSpPr/>
            <p:nvPr/>
          </p:nvSpPr>
          <p:spPr>
            <a:xfrm>
              <a:off x="3100387" y="6148387"/>
              <a:ext cx="2905125" cy="342900"/>
            </a:xfrm>
            <a:custGeom>
              <a:avLst/>
              <a:gdLst/>
              <a:ahLst/>
              <a:cxnLst/>
              <a:rect l="l" t="t" r="r" b="b"/>
              <a:pathLst>
                <a:path w="2905125" h="342900">
                  <a:moveTo>
                    <a:pt x="2733674" y="342899"/>
                  </a:moveTo>
                  <a:lnTo>
                    <a:pt x="171449" y="342899"/>
                  </a:lnTo>
                  <a:lnTo>
                    <a:pt x="163026" y="342694"/>
                  </a:lnTo>
                  <a:lnTo>
                    <a:pt x="121679" y="335518"/>
                  </a:lnTo>
                  <a:lnTo>
                    <a:pt x="83314" y="318512"/>
                  </a:lnTo>
                  <a:lnTo>
                    <a:pt x="50216" y="292683"/>
                  </a:lnTo>
                  <a:lnTo>
                    <a:pt x="24386" y="259583"/>
                  </a:lnTo>
                  <a:lnTo>
                    <a:pt x="7380" y="221219"/>
                  </a:lnTo>
                  <a:lnTo>
                    <a:pt x="205" y="179872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3"/>
                  </a:lnTo>
                  <a:lnTo>
                    <a:pt x="50216" y="50216"/>
                  </a:lnTo>
                  <a:lnTo>
                    <a:pt x="83314" y="24385"/>
                  </a:lnTo>
                  <a:lnTo>
                    <a:pt x="121679" y="7380"/>
                  </a:lnTo>
                  <a:lnTo>
                    <a:pt x="163026" y="205"/>
                  </a:lnTo>
                  <a:lnTo>
                    <a:pt x="171449" y="0"/>
                  </a:lnTo>
                  <a:lnTo>
                    <a:pt x="2733674" y="0"/>
                  </a:lnTo>
                  <a:lnTo>
                    <a:pt x="2775343" y="5139"/>
                  </a:lnTo>
                  <a:lnTo>
                    <a:pt x="2814496" y="20241"/>
                  </a:lnTo>
                  <a:lnTo>
                    <a:pt x="2848806" y="44405"/>
                  </a:lnTo>
                  <a:lnTo>
                    <a:pt x="2876229" y="76195"/>
                  </a:lnTo>
                  <a:lnTo>
                    <a:pt x="2895105" y="113698"/>
                  </a:lnTo>
                  <a:lnTo>
                    <a:pt x="2904300" y="154644"/>
                  </a:lnTo>
                  <a:lnTo>
                    <a:pt x="2905124" y="171449"/>
                  </a:lnTo>
                  <a:lnTo>
                    <a:pt x="2904918" y="179872"/>
                  </a:lnTo>
                  <a:lnTo>
                    <a:pt x="2897743" y="221219"/>
                  </a:lnTo>
                  <a:lnTo>
                    <a:pt x="2880737" y="259583"/>
                  </a:lnTo>
                  <a:lnTo>
                    <a:pt x="2854908" y="292683"/>
                  </a:lnTo>
                  <a:lnTo>
                    <a:pt x="2821809" y="318512"/>
                  </a:lnTo>
                  <a:lnTo>
                    <a:pt x="2783444" y="335518"/>
                  </a:lnTo>
                  <a:lnTo>
                    <a:pt x="2742097" y="342694"/>
                  </a:lnTo>
                  <a:lnTo>
                    <a:pt x="2733674" y="3428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00387" y="6148387"/>
              <a:ext cx="2905125" cy="342900"/>
            </a:xfrm>
            <a:custGeom>
              <a:avLst/>
              <a:gdLst/>
              <a:ahLst/>
              <a:cxnLst/>
              <a:rect l="l" t="t" r="r" b="b"/>
              <a:pathLst>
                <a:path w="2905125" h="342900">
                  <a:moveTo>
                    <a:pt x="0" y="171449"/>
                  </a:moveTo>
                  <a:lnTo>
                    <a:pt x="5139" y="129780"/>
                  </a:lnTo>
                  <a:lnTo>
                    <a:pt x="20242" y="90626"/>
                  </a:lnTo>
                  <a:lnTo>
                    <a:pt x="44406" y="56317"/>
                  </a:lnTo>
                  <a:lnTo>
                    <a:pt x="76197" y="28893"/>
                  </a:lnTo>
                  <a:lnTo>
                    <a:pt x="113699" y="10017"/>
                  </a:lnTo>
                  <a:lnTo>
                    <a:pt x="154644" y="823"/>
                  </a:lnTo>
                  <a:lnTo>
                    <a:pt x="171449" y="0"/>
                  </a:lnTo>
                  <a:lnTo>
                    <a:pt x="2733674" y="0"/>
                  </a:lnTo>
                  <a:lnTo>
                    <a:pt x="2775343" y="5139"/>
                  </a:lnTo>
                  <a:lnTo>
                    <a:pt x="2814496" y="20241"/>
                  </a:lnTo>
                  <a:lnTo>
                    <a:pt x="2848806" y="44405"/>
                  </a:lnTo>
                  <a:lnTo>
                    <a:pt x="2876229" y="76195"/>
                  </a:lnTo>
                  <a:lnTo>
                    <a:pt x="2895105" y="113698"/>
                  </a:lnTo>
                  <a:lnTo>
                    <a:pt x="2904300" y="154644"/>
                  </a:lnTo>
                  <a:lnTo>
                    <a:pt x="2905124" y="171449"/>
                  </a:lnTo>
                  <a:lnTo>
                    <a:pt x="2904918" y="179872"/>
                  </a:lnTo>
                  <a:lnTo>
                    <a:pt x="2897743" y="221219"/>
                  </a:lnTo>
                  <a:lnTo>
                    <a:pt x="2880737" y="259583"/>
                  </a:lnTo>
                  <a:lnTo>
                    <a:pt x="2854908" y="292683"/>
                  </a:lnTo>
                  <a:lnTo>
                    <a:pt x="2821809" y="318512"/>
                  </a:lnTo>
                  <a:lnTo>
                    <a:pt x="2783444" y="335518"/>
                  </a:lnTo>
                  <a:lnTo>
                    <a:pt x="2742097" y="342694"/>
                  </a:lnTo>
                  <a:lnTo>
                    <a:pt x="2733674" y="342899"/>
                  </a:lnTo>
                  <a:lnTo>
                    <a:pt x="171449" y="342899"/>
                  </a:lnTo>
                  <a:lnTo>
                    <a:pt x="129780" y="337759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4"/>
                  </a:lnTo>
                  <a:lnTo>
                    <a:pt x="0" y="171449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59633" y="6251574"/>
              <a:ext cx="155575" cy="130175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3477914" y="6206826"/>
            <a:ext cx="238696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5" dirty="0">
                <a:solidFill>
                  <a:srgbClr val="465469"/>
                </a:solidFill>
                <a:latin typeface="Arial"/>
                <a:cs typeface="Arial"/>
              </a:rPr>
              <a:t>Impératif</a:t>
            </a:r>
            <a:r>
              <a:rPr sz="1100" b="1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100" b="1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b="1" spc="-80" dirty="0">
                <a:solidFill>
                  <a:srgbClr val="465469"/>
                </a:solidFill>
                <a:latin typeface="Arial"/>
                <a:cs typeface="Arial"/>
              </a:rPr>
              <a:t>Boucles</a:t>
            </a:r>
            <a:r>
              <a:rPr sz="1100" b="1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465469"/>
                </a:solidFill>
                <a:latin typeface="Arial"/>
                <a:cs typeface="Arial"/>
              </a:rPr>
              <a:t>for/while</a:t>
            </a:r>
            <a:r>
              <a:rPr sz="1100" b="1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465469"/>
                </a:solidFill>
                <a:latin typeface="Arial"/>
                <a:cs typeface="Arial"/>
              </a:rPr>
              <a:t>complexes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200774" y="6143624"/>
            <a:ext cx="2895600" cy="352425"/>
            <a:chOff x="6200774" y="6143624"/>
            <a:chExt cx="2895600" cy="352425"/>
          </a:xfrm>
        </p:grpSpPr>
        <p:sp>
          <p:nvSpPr>
            <p:cNvPr id="60" name="object 60"/>
            <p:cNvSpPr/>
            <p:nvPr/>
          </p:nvSpPr>
          <p:spPr>
            <a:xfrm>
              <a:off x="6205537" y="6148387"/>
              <a:ext cx="2886075" cy="342900"/>
            </a:xfrm>
            <a:custGeom>
              <a:avLst/>
              <a:gdLst/>
              <a:ahLst/>
              <a:cxnLst/>
              <a:rect l="l" t="t" r="r" b="b"/>
              <a:pathLst>
                <a:path w="2886075" h="342900">
                  <a:moveTo>
                    <a:pt x="2714624" y="342899"/>
                  </a:moveTo>
                  <a:lnTo>
                    <a:pt x="171449" y="342899"/>
                  </a:lnTo>
                  <a:lnTo>
                    <a:pt x="163026" y="342694"/>
                  </a:lnTo>
                  <a:lnTo>
                    <a:pt x="121679" y="335518"/>
                  </a:lnTo>
                  <a:lnTo>
                    <a:pt x="83314" y="318512"/>
                  </a:lnTo>
                  <a:lnTo>
                    <a:pt x="50216" y="292683"/>
                  </a:lnTo>
                  <a:lnTo>
                    <a:pt x="24385" y="259583"/>
                  </a:lnTo>
                  <a:lnTo>
                    <a:pt x="7379" y="221219"/>
                  </a:lnTo>
                  <a:lnTo>
                    <a:pt x="205" y="179872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79" y="121679"/>
                  </a:lnTo>
                  <a:lnTo>
                    <a:pt x="24384" y="83313"/>
                  </a:lnTo>
                  <a:lnTo>
                    <a:pt x="50216" y="50216"/>
                  </a:lnTo>
                  <a:lnTo>
                    <a:pt x="83314" y="24385"/>
                  </a:lnTo>
                  <a:lnTo>
                    <a:pt x="121679" y="7380"/>
                  </a:lnTo>
                  <a:lnTo>
                    <a:pt x="163026" y="205"/>
                  </a:lnTo>
                  <a:lnTo>
                    <a:pt x="171449" y="0"/>
                  </a:lnTo>
                  <a:lnTo>
                    <a:pt x="2714624" y="0"/>
                  </a:lnTo>
                  <a:lnTo>
                    <a:pt x="2756293" y="5139"/>
                  </a:lnTo>
                  <a:lnTo>
                    <a:pt x="2795445" y="20241"/>
                  </a:lnTo>
                  <a:lnTo>
                    <a:pt x="2829755" y="44405"/>
                  </a:lnTo>
                  <a:lnTo>
                    <a:pt x="2857178" y="76195"/>
                  </a:lnTo>
                  <a:lnTo>
                    <a:pt x="2876056" y="113698"/>
                  </a:lnTo>
                  <a:lnTo>
                    <a:pt x="2885251" y="154644"/>
                  </a:lnTo>
                  <a:lnTo>
                    <a:pt x="2886074" y="171449"/>
                  </a:lnTo>
                  <a:lnTo>
                    <a:pt x="2885868" y="179872"/>
                  </a:lnTo>
                  <a:lnTo>
                    <a:pt x="2878693" y="221219"/>
                  </a:lnTo>
                  <a:lnTo>
                    <a:pt x="2861687" y="259583"/>
                  </a:lnTo>
                  <a:lnTo>
                    <a:pt x="2835857" y="292683"/>
                  </a:lnTo>
                  <a:lnTo>
                    <a:pt x="2802758" y="318512"/>
                  </a:lnTo>
                  <a:lnTo>
                    <a:pt x="2764393" y="335518"/>
                  </a:lnTo>
                  <a:lnTo>
                    <a:pt x="2723047" y="342694"/>
                  </a:lnTo>
                  <a:lnTo>
                    <a:pt x="2714624" y="3428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205537" y="6148387"/>
              <a:ext cx="2886075" cy="342900"/>
            </a:xfrm>
            <a:custGeom>
              <a:avLst/>
              <a:gdLst/>
              <a:ahLst/>
              <a:cxnLst/>
              <a:rect l="l" t="t" r="r" b="b"/>
              <a:pathLst>
                <a:path w="2886075" h="342900">
                  <a:moveTo>
                    <a:pt x="0" y="171449"/>
                  </a:moveTo>
                  <a:lnTo>
                    <a:pt x="5138" y="129780"/>
                  </a:lnTo>
                  <a:lnTo>
                    <a:pt x="20241" y="90626"/>
                  </a:lnTo>
                  <a:lnTo>
                    <a:pt x="44405" y="56317"/>
                  </a:lnTo>
                  <a:lnTo>
                    <a:pt x="76197" y="28893"/>
                  </a:lnTo>
                  <a:lnTo>
                    <a:pt x="113698" y="10017"/>
                  </a:lnTo>
                  <a:lnTo>
                    <a:pt x="154644" y="823"/>
                  </a:lnTo>
                  <a:lnTo>
                    <a:pt x="171449" y="0"/>
                  </a:lnTo>
                  <a:lnTo>
                    <a:pt x="2714624" y="0"/>
                  </a:lnTo>
                  <a:lnTo>
                    <a:pt x="2756293" y="5139"/>
                  </a:lnTo>
                  <a:lnTo>
                    <a:pt x="2795445" y="20241"/>
                  </a:lnTo>
                  <a:lnTo>
                    <a:pt x="2829755" y="44405"/>
                  </a:lnTo>
                  <a:lnTo>
                    <a:pt x="2857178" y="76195"/>
                  </a:lnTo>
                  <a:lnTo>
                    <a:pt x="2876056" y="113698"/>
                  </a:lnTo>
                  <a:lnTo>
                    <a:pt x="2885251" y="154644"/>
                  </a:lnTo>
                  <a:lnTo>
                    <a:pt x="2886074" y="171449"/>
                  </a:lnTo>
                  <a:lnTo>
                    <a:pt x="2885868" y="179872"/>
                  </a:lnTo>
                  <a:lnTo>
                    <a:pt x="2878693" y="221219"/>
                  </a:lnTo>
                  <a:lnTo>
                    <a:pt x="2861687" y="259583"/>
                  </a:lnTo>
                  <a:lnTo>
                    <a:pt x="2835857" y="292683"/>
                  </a:lnTo>
                  <a:lnTo>
                    <a:pt x="2802758" y="318512"/>
                  </a:lnTo>
                  <a:lnTo>
                    <a:pt x="2764393" y="335518"/>
                  </a:lnTo>
                  <a:lnTo>
                    <a:pt x="2723047" y="342694"/>
                  </a:lnTo>
                  <a:lnTo>
                    <a:pt x="2714624" y="342899"/>
                  </a:lnTo>
                  <a:lnTo>
                    <a:pt x="171449" y="342899"/>
                  </a:lnTo>
                  <a:lnTo>
                    <a:pt x="129780" y="337759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3" y="266701"/>
                  </a:lnTo>
                  <a:lnTo>
                    <a:pt x="10016" y="229200"/>
                  </a:lnTo>
                  <a:lnTo>
                    <a:pt x="823" y="188254"/>
                  </a:lnTo>
                  <a:lnTo>
                    <a:pt x="0" y="171449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66420" y="6251574"/>
              <a:ext cx="123825" cy="127000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6553745" y="6206826"/>
            <a:ext cx="239141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465469"/>
                </a:solidFill>
                <a:latin typeface="Arial"/>
                <a:cs typeface="Arial"/>
              </a:rPr>
              <a:t>Déclaratif</a:t>
            </a:r>
            <a:r>
              <a:rPr sz="110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100" b="1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465469"/>
                </a:solidFill>
                <a:latin typeface="Arial"/>
                <a:cs typeface="Arial"/>
              </a:rPr>
              <a:t>Pipeline</a:t>
            </a:r>
            <a:r>
              <a:rPr sz="1100" b="1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465469"/>
                </a:solidFill>
                <a:latin typeface="Arial"/>
                <a:cs typeface="Arial"/>
              </a:rPr>
              <a:t>fluide</a:t>
            </a:r>
            <a:r>
              <a:rPr sz="1100" b="1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465469"/>
                </a:solidFill>
                <a:latin typeface="Arial"/>
                <a:cs typeface="Arial"/>
              </a:rPr>
              <a:t>.filter().map()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65" name="object 65"/>
            <p:cNvSpPr/>
            <p:nvPr/>
          </p:nvSpPr>
          <p:spPr>
            <a:xfrm>
              <a:off x="8343899" y="6800849"/>
              <a:ext cx="3848100" cy="57150"/>
            </a:xfrm>
            <a:custGeom>
              <a:avLst/>
              <a:gdLst/>
              <a:ahLst/>
              <a:cxnLst/>
              <a:rect l="l" t="t" r="r" b="b"/>
              <a:pathLst>
                <a:path w="3848100" h="57150">
                  <a:moveTo>
                    <a:pt x="0" y="57149"/>
                  </a:moveTo>
                  <a:lnTo>
                    <a:pt x="3848099" y="57149"/>
                  </a:lnTo>
                  <a:lnTo>
                    <a:pt x="38480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0" y="6800849"/>
              <a:ext cx="8343900" cy="57150"/>
            </a:xfrm>
            <a:custGeom>
              <a:avLst/>
              <a:gdLst/>
              <a:ahLst/>
              <a:cxnLst/>
              <a:rect l="l" t="t" r="r" b="b"/>
              <a:pathLst>
                <a:path w="8343900" h="57150">
                  <a:moveTo>
                    <a:pt x="83438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8343899" y="0"/>
                  </a:lnTo>
                  <a:lnTo>
                    <a:pt x="834389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39/57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Anatomie</a:t>
            </a:r>
            <a:r>
              <a:rPr spc="-145" dirty="0"/>
              <a:t> </a:t>
            </a:r>
            <a:r>
              <a:rPr spc="-110" dirty="0"/>
              <a:t>d'un</a:t>
            </a:r>
            <a:r>
              <a:rPr spc="-140" dirty="0"/>
              <a:t> </a:t>
            </a:r>
            <a:r>
              <a:rPr spc="-160" dirty="0"/>
              <a:t>Pipeline</a:t>
            </a:r>
            <a:r>
              <a:rPr spc="-145" dirty="0"/>
              <a:t> </a:t>
            </a:r>
            <a:r>
              <a:rPr spc="-135" dirty="0"/>
              <a:t>Stream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848" y="2993136"/>
            <a:ext cx="7775575" cy="1594485"/>
            <a:chOff x="307848" y="2993136"/>
            <a:chExt cx="7775575" cy="1594485"/>
          </a:xfrm>
        </p:grpSpPr>
        <p:sp>
          <p:nvSpPr>
            <p:cNvPr id="4" name="object 4"/>
            <p:cNvSpPr/>
            <p:nvPr/>
          </p:nvSpPr>
          <p:spPr>
            <a:xfrm>
              <a:off x="307848" y="2993136"/>
              <a:ext cx="7775575" cy="1594485"/>
            </a:xfrm>
            <a:custGeom>
              <a:avLst/>
              <a:gdLst/>
              <a:ahLst/>
              <a:cxnLst/>
              <a:rect l="l" t="t" r="r" b="b"/>
              <a:pathLst>
                <a:path w="7775575" h="1594485">
                  <a:moveTo>
                    <a:pt x="7775448" y="1594104"/>
                  </a:moveTo>
                  <a:lnTo>
                    <a:pt x="0" y="1594104"/>
                  </a:lnTo>
                  <a:lnTo>
                    <a:pt x="0" y="0"/>
                  </a:lnTo>
                  <a:lnTo>
                    <a:pt x="7775448" y="0"/>
                  </a:lnTo>
                  <a:lnTo>
                    <a:pt x="7775448" y="45338"/>
                  </a:lnTo>
                  <a:lnTo>
                    <a:pt x="130301" y="45338"/>
                  </a:lnTo>
                  <a:lnTo>
                    <a:pt x="120799" y="46210"/>
                  </a:lnTo>
                  <a:lnTo>
                    <a:pt x="86164" y="74680"/>
                  </a:lnTo>
                  <a:lnTo>
                    <a:pt x="82676" y="92963"/>
                  </a:lnTo>
                  <a:lnTo>
                    <a:pt x="82676" y="1426463"/>
                  </a:lnTo>
                  <a:lnTo>
                    <a:pt x="103961" y="1466242"/>
                  </a:lnTo>
                  <a:lnTo>
                    <a:pt x="130301" y="1474088"/>
                  </a:lnTo>
                  <a:lnTo>
                    <a:pt x="7775448" y="1474088"/>
                  </a:lnTo>
                  <a:lnTo>
                    <a:pt x="7775448" y="1594104"/>
                  </a:lnTo>
                  <a:close/>
                </a:path>
                <a:path w="7775575" h="1594485">
                  <a:moveTo>
                    <a:pt x="7775448" y="1474088"/>
                  </a:moveTo>
                  <a:lnTo>
                    <a:pt x="7645526" y="1474088"/>
                  </a:lnTo>
                  <a:lnTo>
                    <a:pt x="7655028" y="1473216"/>
                  </a:lnTo>
                  <a:lnTo>
                    <a:pt x="7663808" y="1470601"/>
                  </a:lnTo>
                  <a:lnTo>
                    <a:pt x="7692279" y="1435965"/>
                  </a:lnTo>
                  <a:lnTo>
                    <a:pt x="7693151" y="1426463"/>
                  </a:lnTo>
                  <a:lnTo>
                    <a:pt x="7693151" y="92963"/>
                  </a:lnTo>
                  <a:lnTo>
                    <a:pt x="7671866" y="53184"/>
                  </a:lnTo>
                  <a:lnTo>
                    <a:pt x="7645526" y="45338"/>
                  </a:lnTo>
                  <a:lnTo>
                    <a:pt x="7775448" y="45338"/>
                  </a:lnTo>
                  <a:lnTo>
                    <a:pt x="7775448" y="14740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0049" y="3028949"/>
              <a:ext cx="7610475" cy="1447800"/>
            </a:xfrm>
            <a:custGeom>
              <a:avLst/>
              <a:gdLst/>
              <a:ahLst/>
              <a:cxnLst/>
              <a:rect l="l" t="t" r="r" b="b"/>
              <a:pathLst>
                <a:path w="7610475" h="1447800">
                  <a:moveTo>
                    <a:pt x="7557077" y="1447799"/>
                  </a:moveTo>
                  <a:lnTo>
                    <a:pt x="33047" y="1447799"/>
                  </a:lnTo>
                  <a:lnTo>
                    <a:pt x="28187" y="1446349"/>
                  </a:lnTo>
                  <a:lnTo>
                    <a:pt x="966" y="1405518"/>
                  </a:lnTo>
                  <a:lnTo>
                    <a:pt x="0" y="1398228"/>
                  </a:lnTo>
                  <a:lnTo>
                    <a:pt x="0" y="13906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7557077" y="0"/>
                  </a:lnTo>
                  <a:lnTo>
                    <a:pt x="7596388" y="19392"/>
                  </a:lnTo>
                  <a:lnTo>
                    <a:pt x="7610473" y="53397"/>
                  </a:lnTo>
                  <a:lnTo>
                    <a:pt x="7610473" y="1394402"/>
                  </a:lnTo>
                  <a:lnTo>
                    <a:pt x="7591081" y="1433714"/>
                  </a:lnTo>
                  <a:lnTo>
                    <a:pt x="7560793" y="1447433"/>
                  </a:lnTo>
                  <a:lnTo>
                    <a:pt x="7557077" y="1447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0999" y="3028949"/>
              <a:ext cx="52069" cy="1447800"/>
            </a:xfrm>
            <a:custGeom>
              <a:avLst/>
              <a:gdLst/>
              <a:ahLst/>
              <a:cxnLst/>
              <a:rect l="l" t="t" r="r" b="b"/>
              <a:pathLst>
                <a:path w="52070" h="1447800">
                  <a:moveTo>
                    <a:pt x="51889" y="1447799"/>
                  </a:moveTo>
                  <a:lnTo>
                    <a:pt x="49571" y="1447799"/>
                  </a:lnTo>
                  <a:lnTo>
                    <a:pt x="42281" y="1446349"/>
                  </a:lnTo>
                  <a:lnTo>
                    <a:pt x="7250" y="1419521"/>
                  </a:lnTo>
                  <a:lnTo>
                    <a:pt x="0" y="13982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1390649"/>
                  </a:lnTo>
                  <a:lnTo>
                    <a:pt x="43679" y="1431060"/>
                  </a:lnTo>
                  <a:lnTo>
                    <a:pt x="47399" y="1442219"/>
                  </a:lnTo>
                  <a:lnTo>
                    <a:pt x="51889" y="14477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1424" y="3457574"/>
              <a:ext cx="361950" cy="180975"/>
            </a:xfrm>
            <a:custGeom>
              <a:avLst/>
              <a:gdLst/>
              <a:ahLst/>
              <a:cxnLst/>
              <a:rect l="l" t="t" r="r" b="b"/>
              <a:pathLst>
                <a:path w="361950" h="180975">
                  <a:moveTo>
                    <a:pt x="328902" y="180974"/>
                  </a:moveTo>
                  <a:lnTo>
                    <a:pt x="33047" y="180974"/>
                  </a:lnTo>
                  <a:lnTo>
                    <a:pt x="28187" y="180007"/>
                  </a:lnTo>
                  <a:lnTo>
                    <a:pt x="966" y="152787"/>
                  </a:lnTo>
                  <a:lnTo>
                    <a:pt x="0" y="147927"/>
                  </a:lnTo>
                  <a:lnTo>
                    <a:pt x="0" y="1428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28902" y="0"/>
                  </a:lnTo>
                  <a:lnTo>
                    <a:pt x="360982" y="28187"/>
                  </a:lnTo>
                  <a:lnTo>
                    <a:pt x="361949" y="33047"/>
                  </a:lnTo>
                  <a:lnTo>
                    <a:pt x="361949" y="147927"/>
                  </a:lnTo>
                  <a:lnTo>
                    <a:pt x="333762" y="180007"/>
                  </a:lnTo>
                  <a:lnTo>
                    <a:pt x="328902" y="180974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6186" y="3462337"/>
              <a:ext cx="352425" cy="171450"/>
            </a:xfrm>
            <a:custGeom>
              <a:avLst/>
              <a:gdLst/>
              <a:ahLst/>
              <a:cxnLst/>
              <a:rect l="l" t="t" r="r" b="b"/>
              <a:pathLst>
                <a:path w="352425" h="171450">
                  <a:moveTo>
                    <a:pt x="0" y="1381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319087" y="0"/>
                  </a:lnTo>
                  <a:lnTo>
                    <a:pt x="323508" y="0"/>
                  </a:lnTo>
                  <a:lnTo>
                    <a:pt x="327760" y="845"/>
                  </a:lnTo>
                  <a:lnTo>
                    <a:pt x="331845" y="2537"/>
                  </a:lnTo>
                  <a:lnTo>
                    <a:pt x="335929" y="4229"/>
                  </a:lnTo>
                  <a:lnTo>
                    <a:pt x="339534" y="6637"/>
                  </a:lnTo>
                  <a:lnTo>
                    <a:pt x="342660" y="9764"/>
                  </a:lnTo>
                  <a:lnTo>
                    <a:pt x="345786" y="12889"/>
                  </a:lnTo>
                  <a:lnTo>
                    <a:pt x="352425" y="33337"/>
                  </a:lnTo>
                  <a:lnTo>
                    <a:pt x="352425" y="138112"/>
                  </a:lnTo>
                  <a:lnTo>
                    <a:pt x="331845" y="168911"/>
                  </a:lnTo>
                  <a:lnTo>
                    <a:pt x="327760" y="170603"/>
                  </a:lnTo>
                  <a:lnTo>
                    <a:pt x="323508" y="171449"/>
                  </a:lnTo>
                  <a:lnTo>
                    <a:pt x="319087" y="171449"/>
                  </a:lnTo>
                  <a:lnTo>
                    <a:pt x="33337" y="171449"/>
                  </a:lnTo>
                  <a:lnTo>
                    <a:pt x="28916" y="171449"/>
                  </a:lnTo>
                  <a:lnTo>
                    <a:pt x="24664" y="170603"/>
                  </a:lnTo>
                  <a:lnTo>
                    <a:pt x="20579" y="168911"/>
                  </a:lnTo>
                  <a:lnTo>
                    <a:pt x="16495" y="167220"/>
                  </a:lnTo>
                  <a:lnTo>
                    <a:pt x="12890" y="164811"/>
                  </a:lnTo>
                  <a:lnTo>
                    <a:pt x="9764" y="161685"/>
                  </a:lnTo>
                  <a:lnTo>
                    <a:pt x="6638" y="158559"/>
                  </a:lnTo>
                  <a:lnTo>
                    <a:pt x="4229" y="154953"/>
                  </a:lnTo>
                  <a:lnTo>
                    <a:pt x="2537" y="150869"/>
                  </a:lnTo>
                  <a:lnTo>
                    <a:pt x="845" y="146785"/>
                  </a:lnTo>
                  <a:lnTo>
                    <a:pt x="0" y="142532"/>
                  </a:lnTo>
                  <a:lnTo>
                    <a:pt x="0" y="138112"/>
                  </a:lnTo>
                  <a:close/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831828" y="3474402"/>
            <a:ext cx="25400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b="1" spc="-65" dirty="0">
                <a:solidFill>
                  <a:srgbClr val="15803C"/>
                </a:solidFill>
                <a:latin typeface="Times New Roman"/>
                <a:cs typeface="Times New Roman"/>
              </a:rPr>
              <a:t>LAZY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57624" y="3676649"/>
            <a:ext cx="361950" cy="180975"/>
            <a:chOff x="3857624" y="3676649"/>
            <a:chExt cx="361950" cy="180975"/>
          </a:xfrm>
        </p:grpSpPr>
        <p:sp>
          <p:nvSpPr>
            <p:cNvPr id="11" name="object 11"/>
            <p:cNvSpPr/>
            <p:nvPr/>
          </p:nvSpPr>
          <p:spPr>
            <a:xfrm>
              <a:off x="3857624" y="3676649"/>
              <a:ext cx="361950" cy="180975"/>
            </a:xfrm>
            <a:custGeom>
              <a:avLst/>
              <a:gdLst/>
              <a:ahLst/>
              <a:cxnLst/>
              <a:rect l="l" t="t" r="r" b="b"/>
              <a:pathLst>
                <a:path w="361950" h="180975">
                  <a:moveTo>
                    <a:pt x="328902" y="180974"/>
                  </a:moveTo>
                  <a:lnTo>
                    <a:pt x="33047" y="180974"/>
                  </a:lnTo>
                  <a:lnTo>
                    <a:pt x="28187" y="180007"/>
                  </a:lnTo>
                  <a:lnTo>
                    <a:pt x="966" y="152786"/>
                  </a:lnTo>
                  <a:lnTo>
                    <a:pt x="0" y="147927"/>
                  </a:lnTo>
                  <a:lnTo>
                    <a:pt x="0" y="1428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28902" y="0"/>
                  </a:lnTo>
                  <a:lnTo>
                    <a:pt x="360983" y="28187"/>
                  </a:lnTo>
                  <a:lnTo>
                    <a:pt x="361949" y="33047"/>
                  </a:lnTo>
                  <a:lnTo>
                    <a:pt x="361949" y="147927"/>
                  </a:lnTo>
                  <a:lnTo>
                    <a:pt x="333762" y="180007"/>
                  </a:lnTo>
                  <a:lnTo>
                    <a:pt x="328902" y="180974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62386" y="3681412"/>
              <a:ext cx="352425" cy="171450"/>
            </a:xfrm>
            <a:custGeom>
              <a:avLst/>
              <a:gdLst/>
              <a:ahLst/>
              <a:cxnLst/>
              <a:rect l="l" t="t" r="r" b="b"/>
              <a:pathLst>
                <a:path w="352425" h="171450">
                  <a:moveTo>
                    <a:pt x="0" y="1381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319087" y="0"/>
                  </a:lnTo>
                  <a:lnTo>
                    <a:pt x="323508" y="0"/>
                  </a:lnTo>
                  <a:lnTo>
                    <a:pt x="327760" y="845"/>
                  </a:lnTo>
                  <a:lnTo>
                    <a:pt x="331844" y="2537"/>
                  </a:lnTo>
                  <a:lnTo>
                    <a:pt x="335929" y="4229"/>
                  </a:lnTo>
                  <a:lnTo>
                    <a:pt x="339534" y="6637"/>
                  </a:lnTo>
                  <a:lnTo>
                    <a:pt x="342660" y="9763"/>
                  </a:lnTo>
                  <a:lnTo>
                    <a:pt x="345786" y="12889"/>
                  </a:lnTo>
                  <a:lnTo>
                    <a:pt x="352425" y="33337"/>
                  </a:lnTo>
                  <a:lnTo>
                    <a:pt x="352425" y="138112"/>
                  </a:lnTo>
                  <a:lnTo>
                    <a:pt x="331844" y="168911"/>
                  </a:lnTo>
                  <a:lnTo>
                    <a:pt x="327760" y="170603"/>
                  </a:lnTo>
                  <a:lnTo>
                    <a:pt x="323508" y="171449"/>
                  </a:lnTo>
                  <a:lnTo>
                    <a:pt x="319087" y="171449"/>
                  </a:lnTo>
                  <a:lnTo>
                    <a:pt x="33337" y="171449"/>
                  </a:lnTo>
                  <a:lnTo>
                    <a:pt x="9764" y="161685"/>
                  </a:lnTo>
                  <a:lnTo>
                    <a:pt x="6638" y="158559"/>
                  </a:lnTo>
                  <a:lnTo>
                    <a:pt x="4229" y="154954"/>
                  </a:lnTo>
                  <a:lnTo>
                    <a:pt x="2537" y="150869"/>
                  </a:lnTo>
                  <a:lnTo>
                    <a:pt x="845" y="146785"/>
                  </a:lnTo>
                  <a:lnTo>
                    <a:pt x="0" y="142532"/>
                  </a:lnTo>
                  <a:lnTo>
                    <a:pt x="0" y="138112"/>
                  </a:lnTo>
                  <a:close/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11897" y="3693477"/>
            <a:ext cx="25400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b="1" spc="-65" dirty="0">
                <a:solidFill>
                  <a:srgbClr val="15803C"/>
                </a:solidFill>
                <a:latin typeface="Times New Roman"/>
                <a:cs typeface="Times New Roman"/>
              </a:rPr>
              <a:t>LAZY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57624" y="3886199"/>
            <a:ext cx="361950" cy="180975"/>
            <a:chOff x="3857624" y="3886199"/>
            <a:chExt cx="361950" cy="180975"/>
          </a:xfrm>
        </p:grpSpPr>
        <p:sp>
          <p:nvSpPr>
            <p:cNvPr id="15" name="object 15"/>
            <p:cNvSpPr/>
            <p:nvPr/>
          </p:nvSpPr>
          <p:spPr>
            <a:xfrm>
              <a:off x="3857624" y="3886199"/>
              <a:ext cx="361950" cy="180975"/>
            </a:xfrm>
            <a:custGeom>
              <a:avLst/>
              <a:gdLst/>
              <a:ahLst/>
              <a:cxnLst/>
              <a:rect l="l" t="t" r="r" b="b"/>
              <a:pathLst>
                <a:path w="361950" h="180975">
                  <a:moveTo>
                    <a:pt x="328902" y="180974"/>
                  </a:moveTo>
                  <a:lnTo>
                    <a:pt x="33047" y="180974"/>
                  </a:lnTo>
                  <a:lnTo>
                    <a:pt x="28187" y="180007"/>
                  </a:lnTo>
                  <a:lnTo>
                    <a:pt x="966" y="152786"/>
                  </a:lnTo>
                  <a:lnTo>
                    <a:pt x="0" y="147927"/>
                  </a:lnTo>
                  <a:lnTo>
                    <a:pt x="0" y="1428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28902" y="0"/>
                  </a:lnTo>
                  <a:lnTo>
                    <a:pt x="360983" y="28187"/>
                  </a:lnTo>
                  <a:lnTo>
                    <a:pt x="361949" y="33047"/>
                  </a:lnTo>
                  <a:lnTo>
                    <a:pt x="361949" y="147927"/>
                  </a:lnTo>
                  <a:lnTo>
                    <a:pt x="333762" y="180007"/>
                  </a:lnTo>
                  <a:lnTo>
                    <a:pt x="328902" y="180974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62386" y="3890962"/>
              <a:ext cx="352425" cy="171450"/>
            </a:xfrm>
            <a:custGeom>
              <a:avLst/>
              <a:gdLst/>
              <a:ahLst/>
              <a:cxnLst/>
              <a:rect l="l" t="t" r="r" b="b"/>
              <a:pathLst>
                <a:path w="352425" h="171450">
                  <a:moveTo>
                    <a:pt x="0" y="1381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319087" y="0"/>
                  </a:lnTo>
                  <a:lnTo>
                    <a:pt x="323508" y="0"/>
                  </a:lnTo>
                  <a:lnTo>
                    <a:pt x="327760" y="845"/>
                  </a:lnTo>
                  <a:lnTo>
                    <a:pt x="331844" y="2537"/>
                  </a:lnTo>
                  <a:lnTo>
                    <a:pt x="335929" y="4229"/>
                  </a:lnTo>
                  <a:lnTo>
                    <a:pt x="339534" y="6637"/>
                  </a:lnTo>
                  <a:lnTo>
                    <a:pt x="342660" y="9764"/>
                  </a:lnTo>
                  <a:lnTo>
                    <a:pt x="345786" y="12889"/>
                  </a:lnTo>
                  <a:lnTo>
                    <a:pt x="352425" y="33337"/>
                  </a:lnTo>
                  <a:lnTo>
                    <a:pt x="352425" y="138112"/>
                  </a:lnTo>
                  <a:lnTo>
                    <a:pt x="331844" y="168911"/>
                  </a:lnTo>
                  <a:lnTo>
                    <a:pt x="327760" y="170603"/>
                  </a:lnTo>
                  <a:lnTo>
                    <a:pt x="323508" y="171449"/>
                  </a:lnTo>
                  <a:lnTo>
                    <a:pt x="319087" y="171449"/>
                  </a:lnTo>
                  <a:lnTo>
                    <a:pt x="33337" y="171449"/>
                  </a:lnTo>
                  <a:lnTo>
                    <a:pt x="28916" y="171449"/>
                  </a:lnTo>
                  <a:lnTo>
                    <a:pt x="24664" y="170603"/>
                  </a:lnTo>
                  <a:lnTo>
                    <a:pt x="20579" y="168911"/>
                  </a:lnTo>
                  <a:lnTo>
                    <a:pt x="16495" y="167220"/>
                  </a:lnTo>
                  <a:lnTo>
                    <a:pt x="0" y="142533"/>
                  </a:lnTo>
                  <a:lnTo>
                    <a:pt x="0" y="138112"/>
                  </a:lnTo>
                  <a:close/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11897" y="3903027"/>
            <a:ext cx="25400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b="1" spc="-65" dirty="0">
                <a:solidFill>
                  <a:srgbClr val="15803C"/>
                </a:solidFill>
                <a:latin typeface="Times New Roman"/>
                <a:cs typeface="Times New Roman"/>
              </a:rPr>
              <a:t>LAZY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6899" y="3178670"/>
            <a:ext cx="3066415" cy="10922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50" b="1" spc="145" dirty="0">
                <a:solidFill>
                  <a:srgbClr val="2562EB"/>
                </a:solidFill>
                <a:latin typeface="Times New Roman"/>
                <a:cs typeface="Times New Roman"/>
              </a:rPr>
              <a:t>List</a:t>
            </a:r>
            <a:r>
              <a:rPr sz="1000" spc="145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b="1" spc="145" dirty="0">
                <a:solidFill>
                  <a:srgbClr val="2562EB"/>
                </a:solidFill>
                <a:latin typeface="Times New Roman"/>
                <a:cs typeface="Times New Roman"/>
              </a:rPr>
              <a:t>String</a:t>
            </a:r>
            <a:r>
              <a:rPr sz="1150" spc="145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1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noms</a:t>
            </a:r>
            <a:r>
              <a:rPr sz="11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1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155" dirty="0">
                <a:solidFill>
                  <a:srgbClr val="334054"/>
                </a:solidFill>
                <a:latin typeface="Times New Roman"/>
                <a:cs typeface="Times New Roman"/>
              </a:rPr>
              <a:t>etudiants</a:t>
            </a:r>
            <a:r>
              <a:rPr sz="1050" b="1" spc="155" dirty="0">
                <a:solidFill>
                  <a:srgbClr val="DA2677"/>
                </a:solidFill>
                <a:latin typeface="Times New Roman"/>
                <a:cs typeface="Times New Roman"/>
              </a:rPr>
              <a:t>.stream</a:t>
            </a:r>
            <a:r>
              <a:rPr sz="1150" spc="15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1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  <a:tabLst>
                <a:tab pos="880110" algn="l"/>
                <a:tab pos="2320290" algn="l"/>
              </a:tabLst>
            </a:pPr>
            <a:r>
              <a:rPr sz="1050" b="1" spc="240" dirty="0">
                <a:solidFill>
                  <a:srgbClr val="DA2677"/>
                </a:solidFill>
                <a:latin typeface="Times New Roman"/>
                <a:cs typeface="Times New Roman"/>
              </a:rPr>
              <a:t>.filter</a:t>
            </a:r>
            <a:r>
              <a:rPr sz="1150" spc="240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1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95" dirty="0">
                <a:solidFill>
                  <a:srgbClr val="334054"/>
                </a:solidFill>
                <a:latin typeface="Times New Roman"/>
                <a:cs typeface="Times New Roman"/>
              </a:rPr>
              <a:t>e.getMoyenne()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000" spc="6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00" spc="3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90" dirty="0">
                <a:solidFill>
                  <a:srgbClr val="334054"/>
                </a:solidFill>
                <a:latin typeface="Times New Roman"/>
                <a:cs typeface="Times New Roman"/>
              </a:rPr>
              <a:t>10)</a:t>
            </a:r>
            <a:endParaRPr sz="115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345"/>
              </a:spcBef>
            </a:pPr>
            <a:r>
              <a:rPr sz="1050" b="1" spc="125" dirty="0">
                <a:solidFill>
                  <a:srgbClr val="DA2677"/>
                </a:solidFill>
                <a:latin typeface="Times New Roman"/>
                <a:cs typeface="Times New Roman"/>
              </a:rPr>
              <a:t>.map</a:t>
            </a:r>
            <a:r>
              <a:rPr sz="1150" spc="125" dirty="0">
                <a:solidFill>
                  <a:srgbClr val="334054"/>
                </a:solidFill>
                <a:latin typeface="Times New Roman"/>
                <a:cs typeface="Times New Roman"/>
              </a:rPr>
              <a:t>(Etudiant</a:t>
            </a:r>
            <a:r>
              <a:rPr sz="11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65" dirty="0">
                <a:solidFill>
                  <a:srgbClr val="334054"/>
                </a:solidFill>
                <a:latin typeface="Times New Roman"/>
                <a:cs typeface="Times New Roman"/>
              </a:rPr>
              <a:t>:getNom)</a:t>
            </a:r>
            <a:endParaRPr sz="115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270"/>
              </a:spcBef>
            </a:pPr>
            <a:r>
              <a:rPr sz="1050" b="1" spc="190" dirty="0">
                <a:solidFill>
                  <a:srgbClr val="DA2677"/>
                </a:solidFill>
                <a:latin typeface="Times New Roman"/>
                <a:cs typeface="Times New Roman"/>
              </a:rPr>
              <a:t>.sorted</a:t>
            </a:r>
            <a:r>
              <a:rPr sz="1150" spc="19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15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345"/>
              </a:spcBef>
            </a:pPr>
            <a:r>
              <a:rPr sz="1050" b="1" spc="195" dirty="0">
                <a:solidFill>
                  <a:srgbClr val="DA2677"/>
                </a:solidFill>
                <a:latin typeface="Times New Roman"/>
                <a:cs typeface="Times New Roman"/>
              </a:rPr>
              <a:t>.collect</a:t>
            </a:r>
            <a:r>
              <a:rPr sz="1150" spc="195" dirty="0">
                <a:solidFill>
                  <a:srgbClr val="334054"/>
                </a:solidFill>
                <a:latin typeface="Times New Roman"/>
                <a:cs typeface="Times New Roman"/>
              </a:rPr>
              <a:t>(Collectors.toList());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57624" y="4105274"/>
            <a:ext cx="304800" cy="180975"/>
            <a:chOff x="3857624" y="4105274"/>
            <a:chExt cx="304800" cy="180975"/>
          </a:xfrm>
        </p:grpSpPr>
        <p:sp>
          <p:nvSpPr>
            <p:cNvPr id="20" name="object 20"/>
            <p:cNvSpPr/>
            <p:nvPr/>
          </p:nvSpPr>
          <p:spPr>
            <a:xfrm>
              <a:off x="3857624" y="4105274"/>
              <a:ext cx="304800" cy="180975"/>
            </a:xfrm>
            <a:custGeom>
              <a:avLst/>
              <a:gdLst/>
              <a:ahLst/>
              <a:cxnLst/>
              <a:rect l="l" t="t" r="r" b="b"/>
              <a:pathLst>
                <a:path w="304800" h="180975">
                  <a:moveTo>
                    <a:pt x="271752" y="180974"/>
                  </a:moveTo>
                  <a:lnTo>
                    <a:pt x="33047" y="180974"/>
                  </a:lnTo>
                  <a:lnTo>
                    <a:pt x="28187" y="180007"/>
                  </a:lnTo>
                  <a:lnTo>
                    <a:pt x="966" y="152786"/>
                  </a:lnTo>
                  <a:lnTo>
                    <a:pt x="0" y="147927"/>
                  </a:lnTo>
                  <a:lnTo>
                    <a:pt x="0" y="1428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2" y="0"/>
                  </a:lnTo>
                  <a:lnTo>
                    <a:pt x="303833" y="28187"/>
                  </a:lnTo>
                  <a:lnTo>
                    <a:pt x="304799" y="33047"/>
                  </a:lnTo>
                  <a:lnTo>
                    <a:pt x="304799" y="147927"/>
                  </a:lnTo>
                  <a:lnTo>
                    <a:pt x="276612" y="180007"/>
                  </a:lnTo>
                  <a:lnTo>
                    <a:pt x="271752" y="180974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62386" y="4110037"/>
              <a:ext cx="295275" cy="171450"/>
            </a:xfrm>
            <a:custGeom>
              <a:avLst/>
              <a:gdLst/>
              <a:ahLst/>
              <a:cxnLst/>
              <a:rect l="l" t="t" r="r" b="b"/>
              <a:pathLst>
                <a:path w="295275" h="171450">
                  <a:moveTo>
                    <a:pt x="0" y="1381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261937" y="0"/>
                  </a:lnTo>
                  <a:lnTo>
                    <a:pt x="266358" y="0"/>
                  </a:lnTo>
                  <a:lnTo>
                    <a:pt x="270610" y="845"/>
                  </a:lnTo>
                  <a:lnTo>
                    <a:pt x="274694" y="2537"/>
                  </a:lnTo>
                  <a:lnTo>
                    <a:pt x="278779" y="4229"/>
                  </a:lnTo>
                  <a:lnTo>
                    <a:pt x="282384" y="6637"/>
                  </a:lnTo>
                  <a:lnTo>
                    <a:pt x="285510" y="9764"/>
                  </a:lnTo>
                  <a:lnTo>
                    <a:pt x="288636" y="12889"/>
                  </a:lnTo>
                  <a:lnTo>
                    <a:pt x="295275" y="33337"/>
                  </a:lnTo>
                  <a:lnTo>
                    <a:pt x="295275" y="138112"/>
                  </a:lnTo>
                  <a:lnTo>
                    <a:pt x="274694" y="168911"/>
                  </a:lnTo>
                  <a:lnTo>
                    <a:pt x="270610" y="170603"/>
                  </a:lnTo>
                  <a:lnTo>
                    <a:pt x="266358" y="171449"/>
                  </a:lnTo>
                  <a:lnTo>
                    <a:pt x="261937" y="171449"/>
                  </a:lnTo>
                  <a:lnTo>
                    <a:pt x="33337" y="171449"/>
                  </a:lnTo>
                  <a:lnTo>
                    <a:pt x="9764" y="161685"/>
                  </a:lnTo>
                  <a:lnTo>
                    <a:pt x="6638" y="158559"/>
                  </a:lnTo>
                  <a:lnTo>
                    <a:pt x="4229" y="154954"/>
                  </a:lnTo>
                  <a:lnTo>
                    <a:pt x="2537" y="150869"/>
                  </a:lnTo>
                  <a:lnTo>
                    <a:pt x="845" y="146785"/>
                  </a:lnTo>
                  <a:lnTo>
                    <a:pt x="0" y="142532"/>
                  </a:lnTo>
                  <a:lnTo>
                    <a:pt x="0" y="138112"/>
                  </a:lnTo>
                  <a:close/>
                </a:path>
              </a:pathLst>
            </a:custGeom>
            <a:ln w="9524">
              <a:solidFill>
                <a:srgbClr val="FED6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911748" y="4122102"/>
            <a:ext cx="19685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b="1" spc="-25" dirty="0">
                <a:solidFill>
                  <a:srgbClr val="C2400C"/>
                </a:solidFill>
                <a:latin typeface="Times New Roman"/>
                <a:cs typeface="Times New Roman"/>
              </a:rPr>
              <a:t>GO!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201024" y="3276599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285749" y="9524"/>
                </a:moveTo>
                <a:lnTo>
                  <a:pt x="0" y="9524"/>
                </a:lnTo>
                <a:lnTo>
                  <a:pt x="0" y="0"/>
                </a:lnTo>
                <a:lnTo>
                  <a:pt x="285749" y="0"/>
                </a:lnTo>
                <a:lnTo>
                  <a:pt x="285749" y="9524"/>
                </a:lnTo>
                <a:close/>
              </a:path>
            </a:pathLst>
          </a:custGeom>
          <a:solidFill>
            <a:srgbClr val="CBD5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572450" y="3158827"/>
            <a:ext cx="201295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45" dirty="0">
                <a:solidFill>
                  <a:srgbClr val="64738B"/>
                </a:solidFill>
                <a:latin typeface="Arial"/>
                <a:cs typeface="Arial"/>
              </a:rPr>
              <a:t>Crée </a:t>
            </a:r>
            <a:r>
              <a:rPr sz="1100" spc="-20" dirty="0">
                <a:solidFill>
                  <a:srgbClr val="64738B"/>
                </a:solidFill>
                <a:latin typeface="Arial"/>
                <a:cs typeface="Arial"/>
              </a:rPr>
              <a:t>le</a:t>
            </a:r>
            <a:r>
              <a:rPr sz="11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4738B"/>
                </a:solidFill>
                <a:latin typeface="Arial"/>
                <a:cs typeface="Arial"/>
              </a:rPr>
              <a:t>flux</a:t>
            </a:r>
            <a:r>
              <a:rPr sz="11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64738B"/>
                </a:solidFill>
                <a:latin typeface="Arial"/>
                <a:cs typeface="Arial"/>
              </a:rPr>
              <a:t>(vue</a:t>
            </a:r>
            <a:r>
              <a:rPr sz="11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64738B"/>
                </a:solidFill>
                <a:latin typeface="Arial"/>
                <a:cs typeface="Arial"/>
              </a:rPr>
              <a:t>sur</a:t>
            </a:r>
            <a:r>
              <a:rPr sz="11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64738B"/>
                </a:solidFill>
                <a:latin typeface="Arial"/>
                <a:cs typeface="Arial"/>
              </a:rPr>
              <a:t>les</a:t>
            </a:r>
            <a:r>
              <a:rPr sz="11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4738B"/>
                </a:solidFill>
                <a:latin typeface="Arial"/>
                <a:cs typeface="Arial"/>
              </a:rPr>
              <a:t>données)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201024" y="3581399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285749" y="9524"/>
                </a:moveTo>
                <a:lnTo>
                  <a:pt x="0" y="9524"/>
                </a:lnTo>
                <a:lnTo>
                  <a:pt x="0" y="0"/>
                </a:lnTo>
                <a:lnTo>
                  <a:pt x="285749" y="0"/>
                </a:lnTo>
                <a:lnTo>
                  <a:pt x="285749" y="9524"/>
                </a:lnTo>
                <a:close/>
              </a:path>
            </a:pathLst>
          </a:custGeom>
          <a:solidFill>
            <a:srgbClr val="CBD5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572450" y="3463627"/>
            <a:ext cx="150685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solidFill>
                  <a:srgbClr val="64738B"/>
                </a:solidFill>
                <a:latin typeface="Arial"/>
                <a:cs typeface="Arial"/>
              </a:rPr>
              <a:t>Définit</a:t>
            </a:r>
            <a:r>
              <a:rPr sz="11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64738B"/>
                </a:solidFill>
                <a:latin typeface="Arial"/>
                <a:cs typeface="Arial"/>
              </a:rPr>
              <a:t>le</a:t>
            </a:r>
            <a:r>
              <a:rPr sz="11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4738B"/>
                </a:solidFill>
                <a:latin typeface="Arial"/>
                <a:cs typeface="Arial"/>
              </a:rPr>
              <a:t>filtre</a:t>
            </a:r>
            <a:r>
              <a:rPr sz="11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4738B"/>
                </a:solidFill>
                <a:latin typeface="Arial"/>
                <a:cs typeface="Arial"/>
              </a:rPr>
              <a:t>(attente...)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201024" y="3886199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285749" y="9524"/>
                </a:moveTo>
                <a:lnTo>
                  <a:pt x="0" y="9524"/>
                </a:lnTo>
                <a:lnTo>
                  <a:pt x="0" y="0"/>
                </a:lnTo>
                <a:lnTo>
                  <a:pt x="285749" y="0"/>
                </a:lnTo>
                <a:lnTo>
                  <a:pt x="285749" y="9524"/>
                </a:lnTo>
                <a:close/>
              </a:path>
            </a:pathLst>
          </a:custGeom>
          <a:solidFill>
            <a:srgbClr val="CBD5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572450" y="3768427"/>
            <a:ext cx="210439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solidFill>
                  <a:srgbClr val="64738B"/>
                </a:solidFill>
                <a:latin typeface="Arial"/>
                <a:cs typeface="Arial"/>
              </a:rPr>
              <a:t>Définit</a:t>
            </a:r>
            <a:r>
              <a:rPr sz="11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64738B"/>
                </a:solidFill>
                <a:latin typeface="Arial"/>
                <a:cs typeface="Arial"/>
              </a:rPr>
              <a:t>la</a:t>
            </a:r>
            <a:r>
              <a:rPr sz="110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64738B"/>
                </a:solidFill>
                <a:latin typeface="Arial"/>
                <a:cs typeface="Arial"/>
              </a:rPr>
              <a:t>transformation</a:t>
            </a:r>
            <a:r>
              <a:rPr sz="1100" spc="-2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4738B"/>
                </a:solidFill>
                <a:latin typeface="Arial"/>
                <a:cs typeface="Arial"/>
              </a:rPr>
              <a:t>(attente...)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01024" y="4190999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285749" y="9524"/>
                </a:moveTo>
                <a:lnTo>
                  <a:pt x="0" y="9524"/>
                </a:lnTo>
                <a:lnTo>
                  <a:pt x="0" y="0"/>
                </a:lnTo>
                <a:lnTo>
                  <a:pt x="285749" y="0"/>
                </a:lnTo>
                <a:lnTo>
                  <a:pt x="285749" y="9524"/>
                </a:lnTo>
                <a:close/>
              </a:path>
            </a:pathLst>
          </a:custGeom>
          <a:solidFill>
            <a:srgbClr val="CBD5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572450" y="4073227"/>
            <a:ext cx="135699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solidFill>
                  <a:srgbClr val="64738B"/>
                </a:solidFill>
                <a:latin typeface="Arial"/>
                <a:cs typeface="Arial"/>
              </a:rPr>
              <a:t>Définit</a:t>
            </a:r>
            <a:r>
              <a:rPr sz="1100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64738B"/>
                </a:solidFill>
                <a:latin typeface="Arial"/>
                <a:cs typeface="Arial"/>
              </a:rPr>
              <a:t>le</a:t>
            </a:r>
            <a:r>
              <a:rPr sz="1100" spc="-4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4738B"/>
                </a:solidFill>
                <a:latin typeface="Arial"/>
                <a:cs typeface="Arial"/>
              </a:rPr>
              <a:t>tri</a:t>
            </a:r>
            <a:r>
              <a:rPr sz="1100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4738B"/>
                </a:solidFill>
                <a:latin typeface="Arial"/>
                <a:cs typeface="Arial"/>
              </a:rPr>
              <a:t>(attente...)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201024" y="4495799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285749" y="9524"/>
                </a:moveTo>
                <a:lnTo>
                  <a:pt x="0" y="9524"/>
                </a:lnTo>
                <a:lnTo>
                  <a:pt x="0" y="0"/>
                </a:lnTo>
                <a:lnTo>
                  <a:pt x="285749" y="0"/>
                </a:lnTo>
                <a:lnTo>
                  <a:pt x="285749" y="9524"/>
                </a:lnTo>
                <a:close/>
              </a:path>
            </a:pathLst>
          </a:custGeom>
          <a:solidFill>
            <a:srgbClr val="CBD5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572450" y="4372767"/>
            <a:ext cx="198437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-125" dirty="0">
                <a:solidFill>
                  <a:srgbClr val="C2400C"/>
                </a:solidFill>
                <a:latin typeface="Arial"/>
                <a:cs typeface="Arial"/>
              </a:rPr>
              <a:t>ASPIRATION</a:t>
            </a:r>
            <a:r>
              <a:rPr sz="1150" b="1" spc="-50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C2400C"/>
                </a:solidFill>
                <a:latin typeface="Arial"/>
                <a:cs typeface="Arial"/>
              </a:rPr>
              <a:t>!</a:t>
            </a:r>
            <a:r>
              <a:rPr sz="1100" b="1" spc="-30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1150" b="1" spc="-100" dirty="0">
                <a:solidFill>
                  <a:srgbClr val="C2400C"/>
                </a:solidFill>
                <a:latin typeface="Arial"/>
                <a:cs typeface="Arial"/>
              </a:rPr>
              <a:t>Tout</a:t>
            </a:r>
            <a:r>
              <a:rPr sz="1150" b="1" spc="-50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1150" b="1" spc="-70" dirty="0">
                <a:solidFill>
                  <a:srgbClr val="C2400C"/>
                </a:solidFill>
                <a:latin typeface="Arial"/>
                <a:cs typeface="Arial"/>
              </a:rPr>
              <a:t>s</a:t>
            </a:r>
            <a:r>
              <a:rPr sz="1100" b="1" spc="-70" dirty="0">
                <a:solidFill>
                  <a:srgbClr val="C2400C"/>
                </a:solidFill>
                <a:latin typeface="Arial"/>
                <a:cs typeface="Arial"/>
              </a:rPr>
              <a:t>'</a:t>
            </a:r>
            <a:r>
              <a:rPr sz="1150" b="1" spc="-70" dirty="0">
                <a:solidFill>
                  <a:srgbClr val="C2400C"/>
                </a:solidFill>
                <a:latin typeface="Arial"/>
                <a:cs typeface="Arial"/>
              </a:rPr>
              <a:t>exécute</a:t>
            </a:r>
            <a:r>
              <a:rPr sz="1150" b="1" spc="-45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C2400C"/>
                </a:solidFill>
                <a:latin typeface="Arial"/>
                <a:cs typeface="Arial"/>
              </a:rPr>
              <a:t>ici</a:t>
            </a:r>
            <a:r>
              <a:rPr sz="1100" b="1" spc="-20" dirty="0">
                <a:solidFill>
                  <a:srgbClr val="C2400C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07848" y="993648"/>
            <a:ext cx="3862070" cy="1859280"/>
            <a:chOff x="307848" y="993648"/>
            <a:chExt cx="3862070" cy="1859280"/>
          </a:xfrm>
        </p:grpSpPr>
        <p:sp>
          <p:nvSpPr>
            <p:cNvPr id="34" name="object 34"/>
            <p:cNvSpPr/>
            <p:nvPr/>
          </p:nvSpPr>
          <p:spPr>
            <a:xfrm>
              <a:off x="307848" y="993648"/>
              <a:ext cx="3862070" cy="1859280"/>
            </a:xfrm>
            <a:custGeom>
              <a:avLst/>
              <a:gdLst/>
              <a:ahLst/>
              <a:cxnLst/>
              <a:rect l="l" t="t" r="r" b="b"/>
              <a:pathLst>
                <a:path w="3862070" h="1859280">
                  <a:moveTo>
                    <a:pt x="3861816" y="1859280"/>
                  </a:moveTo>
                  <a:lnTo>
                    <a:pt x="0" y="1859280"/>
                  </a:lnTo>
                  <a:lnTo>
                    <a:pt x="0" y="0"/>
                  </a:lnTo>
                  <a:lnTo>
                    <a:pt x="3861816" y="0"/>
                  </a:lnTo>
                  <a:lnTo>
                    <a:pt x="3861816" y="44576"/>
                  </a:lnTo>
                  <a:lnTo>
                    <a:pt x="187451" y="44576"/>
                  </a:lnTo>
                  <a:lnTo>
                    <a:pt x="177130" y="45075"/>
                  </a:lnTo>
                  <a:lnTo>
                    <a:pt x="138011" y="56962"/>
                  </a:lnTo>
                  <a:lnTo>
                    <a:pt x="106418" y="82915"/>
                  </a:lnTo>
                  <a:lnTo>
                    <a:pt x="87163" y="118982"/>
                  </a:lnTo>
                  <a:lnTo>
                    <a:pt x="82676" y="149351"/>
                  </a:lnTo>
                  <a:lnTo>
                    <a:pt x="82676" y="1635251"/>
                  </a:lnTo>
                  <a:lnTo>
                    <a:pt x="90652" y="1675347"/>
                  </a:lnTo>
                  <a:lnTo>
                    <a:pt x="113364" y="1709338"/>
                  </a:lnTo>
                  <a:lnTo>
                    <a:pt x="147356" y="1732050"/>
                  </a:lnTo>
                  <a:lnTo>
                    <a:pt x="187451" y="1740026"/>
                  </a:lnTo>
                  <a:lnTo>
                    <a:pt x="3861816" y="1740026"/>
                  </a:lnTo>
                  <a:lnTo>
                    <a:pt x="3861816" y="1859280"/>
                  </a:lnTo>
                  <a:close/>
                </a:path>
                <a:path w="3862070" h="1859280">
                  <a:moveTo>
                    <a:pt x="3861816" y="1740026"/>
                  </a:moveTo>
                  <a:lnTo>
                    <a:pt x="3673601" y="1740026"/>
                  </a:lnTo>
                  <a:lnTo>
                    <a:pt x="3683923" y="1739528"/>
                  </a:lnTo>
                  <a:lnTo>
                    <a:pt x="3694046" y="1738032"/>
                  </a:lnTo>
                  <a:lnTo>
                    <a:pt x="3731822" y="1722385"/>
                  </a:lnTo>
                  <a:lnTo>
                    <a:pt x="3760735" y="1693472"/>
                  </a:lnTo>
                  <a:lnTo>
                    <a:pt x="3776383" y="1655695"/>
                  </a:lnTo>
                  <a:lnTo>
                    <a:pt x="3778376" y="1635251"/>
                  </a:lnTo>
                  <a:lnTo>
                    <a:pt x="3778376" y="149351"/>
                  </a:lnTo>
                  <a:lnTo>
                    <a:pt x="3770401" y="109256"/>
                  </a:lnTo>
                  <a:lnTo>
                    <a:pt x="3747688" y="75264"/>
                  </a:lnTo>
                  <a:lnTo>
                    <a:pt x="3713697" y="52552"/>
                  </a:lnTo>
                  <a:lnTo>
                    <a:pt x="3673601" y="44576"/>
                  </a:lnTo>
                  <a:lnTo>
                    <a:pt x="3861816" y="44576"/>
                  </a:lnTo>
                  <a:lnTo>
                    <a:pt x="3861816" y="174002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0524" y="1038225"/>
              <a:ext cx="3695700" cy="1695450"/>
            </a:xfrm>
            <a:custGeom>
              <a:avLst/>
              <a:gdLst/>
              <a:ahLst/>
              <a:cxnLst/>
              <a:rect l="l" t="t" r="r" b="b"/>
              <a:pathLst>
                <a:path w="3695700" h="1695450">
                  <a:moveTo>
                    <a:pt x="3597804" y="1695449"/>
                  </a:moveTo>
                  <a:lnTo>
                    <a:pt x="97895" y="1695449"/>
                  </a:lnTo>
                  <a:lnTo>
                    <a:pt x="91081" y="1694778"/>
                  </a:lnTo>
                  <a:lnTo>
                    <a:pt x="52285" y="1681613"/>
                  </a:lnTo>
                  <a:lnTo>
                    <a:pt x="21479" y="1654604"/>
                  </a:lnTo>
                  <a:lnTo>
                    <a:pt x="3355" y="1617862"/>
                  </a:lnTo>
                  <a:lnTo>
                    <a:pt x="0" y="1597554"/>
                  </a:lnTo>
                  <a:lnTo>
                    <a:pt x="0" y="1590674"/>
                  </a:lnTo>
                  <a:lnTo>
                    <a:pt x="0" y="97895"/>
                  </a:lnTo>
                  <a:lnTo>
                    <a:pt x="10608" y="58323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3597804" y="0"/>
                  </a:lnTo>
                  <a:lnTo>
                    <a:pt x="3637375" y="10608"/>
                  </a:lnTo>
                  <a:lnTo>
                    <a:pt x="3669876" y="35552"/>
                  </a:lnTo>
                  <a:lnTo>
                    <a:pt x="3690356" y="71035"/>
                  </a:lnTo>
                  <a:lnTo>
                    <a:pt x="3695699" y="97895"/>
                  </a:lnTo>
                  <a:lnTo>
                    <a:pt x="3695699" y="1597554"/>
                  </a:lnTo>
                  <a:lnTo>
                    <a:pt x="3685091" y="1637126"/>
                  </a:lnTo>
                  <a:lnTo>
                    <a:pt x="3660147" y="1669626"/>
                  </a:lnTo>
                  <a:lnTo>
                    <a:pt x="3624664" y="1690106"/>
                  </a:lnTo>
                  <a:lnTo>
                    <a:pt x="3604617" y="1694778"/>
                  </a:lnTo>
                  <a:lnTo>
                    <a:pt x="3597804" y="16954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0524" y="1038224"/>
              <a:ext cx="3695700" cy="1695450"/>
            </a:xfrm>
            <a:custGeom>
              <a:avLst/>
              <a:gdLst/>
              <a:ahLst/>
              <a:cxnLst/>
              <a:rect l="l" t="t" r="r" b="b"/>
              <a:pathLst>
                <a:path w="3695700" h="1695450">
                  <a:moveTo>
                    <a:pt x="0" y="15906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13835" y="52285"/>
                  </a:lnTo>
                  <a:lnTo>
                    <a:pt x="30687" y="30687"/>
                  </a:lnTo>
                  <a:lnTo>
                    <a:pt x="35552" y="25823"/>
                  </a:lnTo>
                  <a:lnTo>
                    <a:pt x="64679" y="7975"/>
                  </a:lnTo>
                  <a:lnTo>
                    <a:pt x="71035" y="5342"/>
                  </a:lnTo>
                  <a:lnTo>
                    <a:pt x="77586" y="3355"/>
                  </a:lnTo>
                  <a:lnTo>
                    <a:pt x="84334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3590924" y="0"/>
                  </a:lnTo>
                  <a:lnTo>
                    <a:pt x="3631020" y="7975"/>
                  </a:lnTo>
                  <a:lnTo>
                    <a:pt x="3665011" y="30687"/>
                  </a:lnTo>
                  <a:lnTo>
                    <a:pt x="3678041" y="46565"/>
                  </a:lnTo>
                  <a:lnTo>
                    <a:pt x="3681863" y="52285"/>
                  </a:lnTo>
                  <a:lnTo>
                    <a:pt x="3685091" y="58323"/>
                  </a:lnTo>
                  <a:lnTo>
                    <a:pt x="3687723" y="64679"/>
                  </a:lnTo>
                  <a:lnTo>
                    <a:pt x="3690356" y="71035"/>
                  </a:lnTo>
                  <a:lnTo>
                    <a:pt x="3692343" y="77586"/>
                  </a:lnTo>
                  <a:lnTo>
                    <a:pt x="3693685" y="84334"/>
                  </a:lnTo>
                  <a:lnTo>
                    <a:pt x="3695028" y="91081"/>
                  </a:lnTo>
                  <a:lnTo>
                    <a:pt x="3695699" y="97895"/>
                  </a:lnTo>
                  <a:lnTo>
                    <a:pt x="3695699" y="104774"/>
                  </a:lnTo>
                  <a:lnTo>
                    <a:pt x="3695699" y="1590674"/>
                  </a:lnTo>
                  <a:lnTo>
                    <a:pt x="3695699" y="1597554"/>
                  </a:lnTo>
                  <a:lnTo>
                    <a:pt x="3695028" y="1604367"/>
                  </a:lnTo>
                  <a:lnTo>
                    <a:pt x="3693685" y="1611115"/>
                  </a:lnTo>
                  <a:lnTo>
                    <a:pt x="3692343" y="1617862"/>
                  </a:lnTo>
                  <a:lnTo>
                    <a:pt x="3690356" y="1624414"/>
                  </a:lnTo>
                  <a:lnTo>
                    <a:pt x="3687723" y="1630770"/>
                  </a:lnTo>
                  <a:lnTo>
                    <a:pt x="3685091" y="1637126"/>
                  </a:lnTo>
                  <a:lnTo>
                    <a:pt x="3681863" y="1643164"/>
                  </a:lnTo>
                  <a:lnTo>
                    <a:pt x="3678041" y="1648884"/>
                  </a:lnTo>
                  <a:lnTo>
                    <a:pt x="3674219" y="1654604"/>
                  </a:lnTo>
                  <a:lnTo>
                    <a:pt x="3643413" y="1681613"/>
                  </a:lnTo>
                  <a:lnTo>
                    <a:pt x="3604617" y="1694778"/>
                  </a:lnTo>
                  <a:lnTo>
                    <a:pt x="3590924" y="1695449"/>
                  </a:lnTo>
                  <a:lnTo>
                    <a:pt x="104775" y="1695449"/>
                  </a:lnTo>
                  <a:lnTo>
                    <a:pt x="64679" y="1687473"/>
                  </a:lnTo>
                  <a:lnTo>
                    <a:pt x="58323" y="1684841"/>
                  </a:lnTo>
                  <a:lnTo>
                    <a:pt x="30687" y="1664761"/>
                  </a:lnTo>
                  <a:lnTo>
                    <a:pt x="25823" y="1659897"/>
                  </a:lnTo>
                  <a:lnTo>
                    <a:pt x="7975" y="1630770"/>
                  </a:lnTo>
                  <a:lnTo>
                    <a:pt x="5342" y="1624414"/>
                  </a:lnTo>
                  <a:lnTo>
                    <a:pt x="3355" y="1617862"/>
                  </a:lnTo>
                  <a:lnTo>
                    <a:pt x="2013" y="1611115"/>
                  </a:lnTo>
                  <a:lnTo>
                    <a:pt x="671" y="1604367"/>
                  </a:lnTo>
                  <a:lnTo>
                    <a:pt x="0" y="1597554"/>
                  </a:lnTo>
                  <a:lnTo>
                    <a:pt x="0" y="1590674"/>
                  </a:lnTo>
                  <a:close/>
                </a:path>
              </a:pathLst>
            </a:custGeom>
            <a:ln w="19049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98904" y="1203960"/>
              <a:ext cx="680085" cy="585470"/>
            </a:xfrm>
            <a:custGeom>
              <a:avLst/>
              <a:gdLst/>
              <a:ahLst/>
              <a:cxnLst/>
              <a:rect l="l" t="t" r="r" b="b"/>
              <a:pathLst>
                <a:path w="680085" h="585469">
                  <a:moveTo>
                    <a:pt x="679704" y="585216"/>
                  </a:moveTo>
                  <a:lnTo>
                    <a:pt x="0" y="585216"/>
                  </a:lnTo>
                  <a:lnTo>
                    <a:pt x="0" y="0"/>
                  </a:lnTo>
                  <a:lnTo>
                    <a:pt x="679704" y="0"/>
                  </a:lnTo>
                  <a:lnTo>
                    <a:pt x="679704" y="43814"/>
                  </a:lnTo>
                  <a:lnTo>
                    <a:pt x="339470" y="43814"/>
                  </a:lnTo>
                  <a:lnTo>
                    <a:pt x="325900" y="44087"/>
                  </a:lnTo>
                  <a:lnTo>
                    <a:pt x="285582" y="48172"/>
                  </a:lnTo>
                  <a:lnTo>
                    <a:pt x="246428" y="57067"/>
                  </a:lnTo>
                  <a:lnTo>
                    <a:pt x="209257" y="70594"/>
                  </a:lnTo>
                  <a:lnTo>
                    <a:pt x="174909" y="88456"/>
                  </a:lnTo>
                  <a:lnTo>
                    <a:pt x="134789" y="118318"/>
                  </a:lnTo>
                  <a:lnTo>
                    <a:pt x="102534" y="154033"/>
                  </a:lnTo>
                  <a:lnTo>
                    <a:pt x="79385" y="194229"/>
                  </a:lnTo>
                  <a:lnTo>
                    <a:pt x="66231" y="237361"/>
                  </a:lnTo>
                  <a:lnTo>
                    <a:pt x="63245" y="270628"/>
                  </a:lnTo>
                  <a:lnTo>
                    <a:pt x="63245" y="274200"/>
                  </a:lnTo>
                  <a:lnTo>
                    <a:pt x="68553" y="318449"/>
                  </a:lnTo>
                  <a:lnTo>
                    <a:pt x="84272" y="360998"/>
                  </a:lnTo>
                  <a:lnTo>
                    <a:pt x="109798" y="400211"/>
                  </a:lnTo>
                  <a:lnTo>
                    <a:pt x="144150" y="434582"/>
                  </a:lnTo>
                  <a:lnTo>
                    <a:pt x="186008" y="462789"/>
                  </a:lnTo>
                  <a:lnTo>
                    <a:pt x="221353" y="479233"/>
                  </a:lnTo>
                  <a:lnTo>
                    <a:pt x="259285" y="491250"/>
                  </a:lnTo>
                  <a:lnTo>
                    <a:pt x="298956" y="498563"/>
                  </a:lnTo>
                  <a:lnTo>
                    <a:pt x="339470" y="501014"/>
                  </a:lnTo>
                  <a:lnTo>
                    <a:pt x="679704" y="501014"/>
                  </a:lnTo>
                  <a:lnTo>
                    <a:pt x="679704" y="585216"/>
                  </a:lnTo>
                  <a:close/>
                </a:path>
                <a:path w="680085" h="585469">
                  <a:moveTo>
                    <a:pt x="679704" y="501014"/>
                  </a:moveTo>
                  <a:lnTo>
                    <a:pt x="339470" y="501014"/>
                  </a:lnTo>
                  <a:lnTo>
                    <a:pt x="353041" y="500742"/>
                  </a:lnTo>
                  <a:lnTo>
                    <a:pt x="366545" y="499925"/>
                  </a:lnTo>
                  <a:lnTo>
                    <a:pt x="406604" y="494215"/>
                  </a:lnTo>
                  <a:lnTo>
                    <a:pt x="445177" y="483749"/>
                  </a:lnTo>
                  <a:lnTo>
                    <a:pt x="481465" y="468753"/>
                  </a:lnTo>
                  <a:lnTo>
                    <a:pt x="514707" y="449532"/>
                  </a:lnTo>
                  <a:lnTo>
                    <a:pt x="552997" y="418091"/>
                  </a:lnTo>
                  <a:lnTo>
                    <a:pt x="583082" y="381121"/>
                  </a:lnTo>
                  <a:lnTo>
                    <a:pt x="603804" y="340042"/>
                  </a:lnTo>
                  <a:lnTo>
                    <a:pt x="614368" y="296432"/>
                  </a:lnTo>
                  <a:lnTo>
                    <a:pt x="615695" y="274200"/>
                  </a:lnTo>
                  <a:lnTo>
                    <a:pt x="615695" y="270628"/>
                  </a:lnTo>
                  <a:lnTo>
                    <a:pt x="610387" y="226379"/>
                  </a:lnTo>
                  <a:lnTo>
                    <a:pt x="594669" y="183830"/>
                  </a:lnTo>
                  <a:lnTo>
                    <a:pt x="569143" y="144617"/>
                  </a:lnTo>
                  <a:lnTo>
                    <a:pt x="534791" y="110246"/>
                  </a:lnTo>
                  <a:lnTo>
                    <a:pt x="492932" y="82039"/>
                  </a:lnTo>
                  <a:lnTo>
                    <a:pt x="457587" y="65595"/>
                  </a:lnTo>
                  <a:lnTo>
                    <a:pt x="419655" y="53578"/>
                  </a:lnTo>
                  <a:lnTo>
                    <a:pt x="379985" y="46266"/>
                  </a:lnTo>
                  <a:lnTo>
                    <a:pt x="339470" y="43814"/>
                  </a:lnTo>
                  <a:lnTo>
                    <a:pt x="679704" y="43814"/>
                  </a:lnTo>
                  <a:lnTo>
                    <a:pt x="679704" y="50101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52624" y="1238321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292764" y="476107"/>
                  </a:moveTo>
                  <a:lnTo>
                    <a:pt x="278735" y="476107"/>
                  </a:lnTo>
                  <a:lnTo>
                    <a:pt x="264731" y="475538"/>
                  </a:lnTo>
                  <a:lnTo>
                    <a:pt x="223139" y="470436"/>
                  </a:lnTo>
                  <a:lnTo>
                    <a:pt x="182911" y="460343"/>
                  </a:lnTo>
                  <a:lnTo>
                    <a:pt x="144902" y="445474"/>
                  </a:lnTo>
                  <a:lnTo>
                    <a:pt x="109949" y="426158"/>
                  </a:lnTo>
                  <a:lnTo>
                    <a:pt x="78794" y="402803"/>
                  </a:lnTo>
                  <a:lnTo>
                    <a:pt x="42958" y="364706"/>
                  </a:lnTo>
                  <a:lnTo>
                    <a:pt x="18169" y="323131"/>
                  </a:lnTo>
                  <a:lnTo>
                    <a:pt x="3664" y="278355"/>
                  </a:lnTo>
                  <a:lnTo>
                    <a:pt x="0" y="247580"/>
                  </a:lnTo>
                  <a:lnTo>
                    <a:pt x="0" y="239839"/>
                  </a:lnTo>
                  <a:lnTo>
                    <a:pt x="0" y="228527"/>
                  </a:lnTo>
                  <a:lnTo>
                    <a:pt x="7316" y="182568"/>
                  </a:lnTo>
                  <a:lnTo>
                    <a:pt x="25332" y="138673"/>
                  </a:lnTo>
                  <a:lnTo>
                    <a:pt x="53357" y="98529"/>
                  </a:lnTo>
                  <a:lnTo>
                    <a:pt x="88715" y="65098"/>
                  </a:lnTo>
                  <a:lnTo>
                    <a:pt x="121210" y="43041"/>
                  </a:lnTo>
                  <a:lnTo>
                    <a:pt x="157275" y="25163"/>
                  </a:lnTo>
                  <a:lnTo>
                    <a:pt x="196113" y="11857"/>
                  </a:lnTo>
                  <a:lnTo>
                    <a:pt x="236899" y="3407"/>
                  </a:lnTo>
                  <a:lnTo>
                    <a:pt x="278735" y="0"/>
                  </a:lnTo>
                  <a:lnTo>
                    <a:pt x="292764" y="0"/>
                  </a:lnTo>
                  <a:lnTo>
                    <a:pt x="334600" y="3407"/>
                  </a:lnTo>
                  <a:lnTo>
                    <a:pt x="375386" y="11857"/>
                  </a:lnTo>
                  <a:lnTo>
                    <a:pt x="414224" y="25163"/>
                  </a:lnTo>
                  <a:lnTo>
                    <a:pt x="450288" y="43041"/>
                  </a:lnTo>
                  <a:lnTo>
                    <a:pt x="482784" y="65098"/>
                  </a:lnTo>
                  <a:lnTo>
                    <a:pt x="512574" y="92319"/>
                  </a:lnTo>
                  <a:lnTo>
                    <a:pt x="542170" y="131684"/>
                  </a:lnTo>
                  <a:lnTo>
                    <a:pt x="561912" y="175069"/>
                  </a:lnTo>
                  <a:lnTo>
                    <a:pt x="571041" y="220805"/>
                  </a:lnTo>
                  <a:lnTo>
                    <a:pt x="571499" y="228527"/>
                  </a:lnTo>
                  <a:lnTo>
                    <a:pt x="571499" y="247580"/>
                  </a:lnTo>
                  <a:lnTo>
                    <a:pt x="564183" y="293538"/>
                  </a:lnTo>
                  <a:lnTo>
                    <a:pt x="546166" y="337433"/>
                  </a:lnTo>
                  <a:lnTo>
                    <a:pt x="518143" y="377578"/>
                  </a:lnTo>
                  <a:lnTo>
                    <a:pt x="482784" y="411008"/>
                  </a:lnTo>
                  <a:lnTo>
                    <a:pt x="450288" y="433066"/>
                  </a:lnTo>
                  <a:lnTo>
                    <a:pt x="414224" y="450944"/>
                  </a:lnTo>
                  <a:lnTo>
                    <a:pt x="375386" y="464249"/>
                  </a:lnTo>
                  <a:lnTo>
                    <a:pt x="334600" y="472699"/>
                  </a:lnTo>
                  <a:lnTo>
                    <a:pt x="306768" y="475538"/>
                  </a:lnTo>
                  <a:lnTo>
                    <a:pt x="292764" y="476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5024" y="1323974"/>
              <a:ext cx="266700" cy="3048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399381" y="1697662"/>
            <a:ext cx="1678305" cy="83946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155"/>
              </a:spcBef>
            </a:pPr>
            <a:r>
              <a:rPr sz="1550" b="1" spc="-105" dirty="0">
                <a:solidFill>
                  <a:srgbClr val="1D40AF"/>
                </a:solidFill>
                <a:latin typeface="Arial"/>
                <a:cs typeface="Arial"/>
              </a:rPr>
              <a:t>1.</a:t>
            </a:r>
            <a:r>
              <a:rPr sz="1550" b="1" spc="-1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D40AF"/>
                </a:solidFill>
                <a:latin typeface="Arial"/>
                <a:cs typeface="Arial"/>
              </a:rPr>
              <a:t>SOURCE</a:t>
            </a:r>
            <a:endParaRPr sz="1600">
              <a:latin typeface="Arial"/>
              <a:cs typeface="Arial"/>
            </a:endParaRPr>
          </a:p>
          <a:p>
            <a:pPr marL="62230" marR="5080" indent="-50165">
              <a:lnSpc>
                <a:spcPct val="102299"/>
              </a:lnSpc>
              <a:spcBef>
                <a:spcPts val="725"/>
              </a:spcBef>
            </a:pPr>
            <a:r>
              <a:rPr sz="1100" spc="-20" dirty="0">
                <a:solidFill>
                  <a:srgbClr val="465469"/>
                </a:solidFill>
                <a:latin typeface="Arial"/>
                <a:cs typeface="Arial"/>
              </a:rPr>
              <a:t>D'où</a:t>
            </a:r>
            <a:r>
              <a:rPr sz="11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465469"/>
                </a:solidFill>
                <a:latin typeface="Arial"/>
                <a:cs typeface="Arial"/>
              </a:rPr>
              <a:t>viennent</a:t>
            </a:r>
            <a:r>
              <a:rPr sz="11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sz="11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465469"/>
                </a:solidFill>
                <a:latin typeface="Arial"/>
                <a:cs typeface="Arial"/>
              </a:rPr>
              <a:t>données</a:t>
            </a:r>
            <a:r>
              <a:rPr sz="11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465469"/>
                </a:solidFill>
                <a:latin typeface="Arial"/>
                <a:cs typeface="Arial"/>
              </a:rPr>
              <a:t>? </a:t>
            </a:r>
            <a:r>
              <a:rPr sz="1100" spc="-30" dirty="0">
                <a:solidFill>
                  <a:srgbClr val="465469"/>
                </a:solidFill>
                <a:latin typeface="Arial"/>
                <a:cs typeface="Arial"/>
              </a:rPr>
              <a:t>(Collection,</a:t>
            </a:r>
            <a:r>
              <a:rPr sz="1100" spc="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465469"/>
                </a:solidFill>
                <a:latin typeface="Arial"/>
                <a:cs typeface="Arial"/>
              </a:rPr>
              <a:t>Tableau,</a:t>
            </a:r>
            <a:r>
              <a:rPr sz="1100" spc="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65469"/>
                </a:solidFill>
                <a:latin typeface="Arial"/>
                <a:cs typeface="Arial"/>
              </a:rPr>
              <a:t>I/O...)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166616" y="993648"/>
            <a:ext cx="3858895" cy="1859280"/>
            <a:chOff x="4166616" y="993648"/>
            <a:chExt cx="3858895" cy="1859280"/>
          </a:xfrm>
        </p:grpSpPr>
        <p:sp>
          <p:nvSpPr>
            <p:cNvPr id="42" name="object 42"/>
            <p:cNvSpPr/>
            <p:nvPr/>
          </p:nvSpPr>
          <p:spPr>
            <a:xfrm>
              <a:off x="4166616" y="993648"/>
              <a:ext cx="3858895" cy="1859280"/>
            </a:xfrm>
            <a:custGeom>
              <a:avLst/>
              <a:gdLst/>
              <a:ahLst/>
              <a:cxnLst/>
              <a:rect l="l" t="t" r="r" b="b"/>
              <a:pathLst>
                <a:path w="3858895" h="1859280">
                  <a:moveTo>
                    <a:pt x="3858768" y="1859280"/>
                  </a:moveTo>
                  <a:lnTo>
                    <a:pt x="0" y="1859280"/>
                  </a:lnTo>
                  <a:lnTo>
                    <a:pt x="0" y="0"/>
                  </a:lnTo>
                  <a:lnTo>
                    <a:pt x="3858768" y="0"/>
                  </a:lnTo>
                  <a:lnTo>
                    <a:pt x="3858768" y="44576"/>
                  </a:lnTo>
                  <a:lnTo>
                    <a:pt x="186308" y="44576"/>
                  </a:lnTo>
                  <a:lnTo>
                    <a:pt x="175987" y="45075"/>
                  </a:lnTo>
                  <a:lnTo>
                    <a:pt x="136867" y="56962"/>
                  </a:lnTo>
                  <a:lnTo>
                    <a:pt x="105275" y="82915"/>
                  </a:lnTo>
                  <a:lnTo>
                    <a:pt x="86019" y="118982"/>
                  </a:lnTo>
                  <a:lnTo>
                    <a:pt x="81533" y="149351"/>
                  </a:lnTo>
                  <a:lnTo>
                    <a:pt x="81533" y="1635251"/>
                  </a:lnTo>
                  <a:lnTo>
                    <a:pt x="89508" y="1675347"/>
                  </a:lnTo>
                  <a:lnTo>
                    <a:pt x="112221" y="1709338"/>
                  </a:lnTo>
                  <a:lnTo>
                    <a:pt x="146212" y="1732050"/>
                  </a:lnTo>
                  <a:lnTo>
                    <a:pt x="186308" y="1740026"/>
                  </a:lnTo>
                  <a:lnTo>
                    <a:pt x="3858768" y="1740026"/>
                  </a:lnTo>
                  <a:lnTo>
                    <a:pt x="3858768" y="1859280"/>
                  </a:lnTo>
                  <a:close/>
                </a:path>
                <a:path w="3858895" h="1859280">
                  <a:moveTo>
                    <a:pt x="3858768" y="1740026"/>
                  </a:moveTo>
                  <a:lnTo>
                    <a:pt x="3672458" y="1740026"/>
                  </a:lnTo>
                  <a:lnTo>
                    <a:pt x="3682779" y="1739528"/>
                  </a:lnTo>
                  <a:lnTo>
                    <a:pt x="3692902" y="1738032"/>
                  </a:lnTo>
                  <a:lnTo>
                    <a:pt x="3730678" y="1722385"/>
                  </a:lnTo>
                  <a:lnTo>
                    <a:pt x="3759591" y="1693472"/>
                  </a:lnTo>
                  <a:lnTo>
                    <a:pt x="3775238" y="1655695"/>
                  </a:lnTo>
                  <a:lnTo>
                    <a:pt x="3777233" y="1635251"/>
                  </a:lnTo>
                  <a:lnTo>
                    <a:pt x="3777233" y="149351"/>
                  </a:lnTo>
                  <a:lnTo>
                    <a:pt x="3769257" y="109256"/>
                  </a:lnTo>
                  <a:lnTo>
                    <a:pt x="3746545" y="75264"/>
                  </a:lnTo>
                  <a:lnTo>
                    <a:pt x="3712553" y="52552"/>
                  </a:lnTo>
                  <a:lnTo>
                    <a:pt x="3672458" y="44576"/>
                  </a:lnTo>
                  <a:lnTo>
                    <a:pt x="3858768" y="44576"/>
                  </a:lnTo>
                  <a:lnTo>
                    <a:pt x="3858768" y="174002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238625" y="1028700"/>
              <a:ext cx="3714750" cy="1714500"/>
            </a:xfrm>
            <a:custGeom>
              <a:avLst/>
              <a:gdLst/>
              <a:ahLst/>
              <a:cxnLst/>
              <a:rect l="l" t="t" r="r" b="b"/>
              <a:pathLst>
                <a:path w="3714750" h="1714500">
                  <a:moveTo>
                    <a:pt x="3600450" y="1714499"/>
                  </a:moveTo>
                  <a:lnTo>
                    <a:pt x="114299" y="1714499"/>
                  </a:lnTo>
                  <a:lnTo>
                    <a:pt x="103040" y="1713956"/>
                  </a:lnTo>
                  <a:lnTo>
                    <a:pt x="60364" y="1700987"/>
                  </a:lnTo>
                  <a:lnTo>
                    <a:pt x="25899" y="1672675"/>
                  </a:lnTo>
                  <a:lnTo>
                    <a:pt x="4893" y="1633329"/>
                  </a:lnTo>
                  <a:lnTo>
                    <a:pt x="0" y="114298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3600449" y="0"/>
                  </a:lnTo>
                  <a:lnTo>
                    <a:pt x="3644188" y="8700"/>
                  </a:lnTo>
                  <a:lnTo>
                    <a:pt x="3681270" y="33477"/>
                  </a:lnTo>
                  <a:lnTo>
                    <a:pt x="3706047" y="70559"/>
                  </a:lnTo>
                  <a:lnTo>
                    <a:pt x="3714749" y="114298"/>
                  </a:lnTo>
                  <a:lnTo>
                    <a:pt x="3714749" y="1600201"/>
                  </a:lnTo>
                  <a:lnTo>
                    <a:pt x="3706047" y="1643940"/>
                  </a:lnTo>
                  <a:lnTo>
                    <a:pt x="3681270" y="1681022"/>
                  </a:lnTo>
                  <a:lnTo>
                    <a:pt x="3644188" y="1705799"/>
                  </a:lnTo>
                  <a:lnTo>
                    <a:pt x="3600450" y="17144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238612" y="1028699"/>
              <a:ext cx="3714750" cy="1714500"/>
            </a:xfrm>
            <a:custGeom>
              <a:avLst/>
              <a:gdLst/>
              <a:ahLst/>
              <a:cxnLst/>
              <a:rect l="l" t="t" r="r" b="b"/>
              <a:pathLst>
                <a:path w="3714750" h="1714500">
                  <a:moveTo>
                    <a:pt x="19050" y="1522183"/>
                  </a:moveTo>
                  <a:lnTo>
                    <a:pt x="0" y="1522183"/>
                  </a:lnTo>
                  <a:lnTo>
                    <a:pt x="0" y="1579333"/>
                  </a:lnTo>
                  <a:lnTo>
                    <a:pt x="19050" y="1579333"/>
                  </a:lnTo>
                  <a:lnTo>
                    <a:pt x="19050" y="1522183"/>
                  </a:lnTo>
                  <a:close/>
                </a:path>
                <a:path w="3714750" h="1714500">
                  <a:moveTo>
                    <a:pt x="19050" y="1426756"/>
                  </a:moveTo>
                  <a:lnTo>
                    <a:pt x="0" y="1426756"/>
                  </a:lnTo>
                  <a:lnTo>
                    <a:pt x="0" y="1483906"/>
                  </a:lnTo>
                  <a:lnTo>
                    <a:pt x="19050" y="1483906"/>
                  </a:lnTo>
                  <a:lnTo>
                    <a:pt x="19050" y="1426756"/>
                  </a:lnTo>
                  <a:close/>
                </a:path>
                <a:path w="3714750" h="1714500">
                  <a:moveTo>
                    <a:pt x="19050" y="1331341"/>
                  </a:moveTo>
                  <a:lnTo>
                    <a:pt x="0" y="1331341"/>
                  </a:lnTo>
                  <a:lnTo>
                    <a:pt x="0" y="1388491"/>
                  </a:lnTo>
                  <a:lnTo>
                    <a:pt x="19050" y="1388491"/>
                  </a:lnTo>
                  <a:lnTo>
                    <a:pt x="19050" y="1331341"/>
                  </a:lnTo>
                  <a:close/>
                </a:path>
                <a:path w="3714750" h="1714500">
                  <a:moveTo>
                    <a:pt x="19050" y="1235913"/>
                  </a:moveTo>
                  <a:lnTo>
                    <a:pt x="0" y="1235913"/>
                  </a:lnTo>
                  <a:lnTo>
                    <a:pt x="0" y="1293063"/>
                  </a:lnTo>
                  <a:lnTo>
                    <a:pt x="19050" y="1293063"/>
                  </a:lnTo>
                  <a:lnTo>
                    <a:pt x="19050" y="1235913"/>
                  </a:lnTo>
                  <a:close/>
                </a:path>
                <a:path w="3714750" h="1714500">
                  <a:moveTo>
                    <a:pt x="19050" y="1140498"/>
                  </a:moveTo>
                  <a:lnTo>
                    <a:pt x="0" y="1140498"/>
                  </a:lnTo>
                  <a:lnTo>
                    <a:pt x="0" y="1197648"/>
                  </a:lnTo>
                  <a:lnTo>
                    <a:pt x="19050" y="1197648"/>
                  </a:lnTo>
                  <a:lnTo>
                    <a:pt x="19050" y="1140498"/>
                  </a:lnTo>
                  <a:close/>
                </a:path>
                <a:path w="3714750" h="1714500">
                  <a:moveTo>
                    <a:pt x="19050" y="1045070"/>
                  </a:moveTo>
                  <a:lnTo>
                    <a:pt x="0" y="1045070"/>
                  </a:lnTo>
                  <a:lnTo>
                    <a:pt x="0" y="1102220"/>
                  </a:lnTo>
                  <a:lnTo>
                    <a:pt x="19050" y="1102220"/>
                  </a:lnTo>
                  <a:lnTo>
                    <a:pt x="19050" y="1045070"/>
                  </a:lnTo>
                  <a:close/>
                </a:path>
                <a:path w="3714750" h="1714500">
                  <a:moveTo>
                    <a:pt x="19050" y="949655"/>
                  </a:moveTo>
                  <a:lnTo>
                    <a:pt x="0" y="949655"/>
                  </a:lnTo>
                  <a:lnTo>
                    <a:pt x="0" y="1006805"/>
                  </a:lnTo>
                  <a:lnTo>
                    <a:pt x="19050" y="1006805"/>
                  </a:lnTo>
                  <a:lnTo>
                    <a:pt x="19050" y="949655"/>
                  </a:lnTo>
                  <a:close/>
                </a:path>
                <a:path w="3714750" h="1714500">
                  <a:moveTo>
                    <a:pt x="19050" y="854227"/>
                  </a:moveTo>
                  <a:lnTo>
                    <a:pt x="0" y="854227"/>
                  </a:lnTo>
                  <a:lnTo>
                    <a:pt x="0" y="911377"/>
                  </a:lnTo>
                  <a:lnTo>
                    <a:pt x="19050" y="911377"/>
                  </a:lnTo>
                  <a:lnTo>
                    <a:pt x="19050" y="854227"/>
                  </a:lnTo>
                  <a:close/>
                </a:path>
                <a:path w="3714750" h="1714500">
                  <a:moveTo>
                    <a:pt x="19050" y="758812"/>
                  </a:moveTo>
                  <a:lnTo>
                    <a:pt x="0" y="758812"/>
                  </a:lnTo>
                  <a:lnTo>
                    <a:pt x="0" y="815962"/>
                  </a:lnTo>
                  <a:lnTo>
                    <a:pt x="19050" y="815962"/>
                  </a:lnTo>
                  <a:lnTo>
                    <a:pt x="19050" y="758812"/>
                  </a:lnTo>
                  <a:close/>
                </a:path>
                <a:path w="3714750" h="1714500">
                  <a:moveTo>
                    <a:pt x="19050" y="663384"/>
                  </a:moveTo>
                  <a:lnTo>
                    <a:pt x="0" y="663384"/>
                  </a:lnTo>
                  <a:lnTo>
                    <a:pt x="0" y="720534"/>
                  </a:lnTo>
                  <a:lnTo>
                    <a:pt x="19050" y="720534"/>
                  </a:lnTo>
                  <a:lnTo>
                    <a:pt x="19050" y="663384"/>
                  </a:lnTo>
                  <a:close/>
                </a:path>
                <a:path w="3714750" h="1714500">
                  <a:moveTo>
                    <a:pt x="19050" y="567969"/>
                  </a:moveTo>
                  <a:lnTo>
                    <a:pt x="0" y="567969"/>
                  </a:lnTo>
                  <a:lnTo>
                    <a:pt x="0" y="625119"/>
                  </a:lnTo>
                  <a:lnTo>
                    <a:pt x="19050" y="625119"/>
                  </a:lnTo>
                  <a:lnTo>
                    <a:pt x="19050" y="567969"/>
                  </a:lnTo>
                  <a:close/>
                </a:path>
                <a:path w="3714750" h="1714500">
                  <a:moveTo>
                    <a:pt x="19050" y="472541"/>
                  </a:moveTo>
                  <a:lnTo>
                    <a:pt x="0" y="472541"/>
                  </a:lnTo>
                  <a:lnTo>
                    <a:pt x="0" y="529691"/>
                  </a:lnTo>
                  <a:lnTo>
                    <a:pt x="19050" y="529691"/>
                  </a:lnTo>
                  <a:lnTo>
                    <a:pt x="19050" y="472541"/>
                  </a:lnTo>
                  <a:close/>
                </a:path>
                <a:path w="3714750" h="1714500">
                  <a:moveTo>
                    <a:pt x="19050" y="377126"/>
                  </a:moveTo>
                  <a:lnTo>
                    <a:pt x="0" y="377126"/>
                  </a:lnTo>
                  <a:lnTo>
                    <a:pt x="0" y="434276"/>
                  </a:lnTo>
                  <a:lnTo>
                    <a:pt x="19050" y="434276"/>
                  </a:lnTo>
                  <a:lnTo>
                    <a:pt x="19050" y="377126"/>
                  </a:lnTo>
                  <a:close/>
                </a:path>
                <a:path w="3714750" h="1714500">
                  <a:moveTo>
                    <a:pt x="19050" y="281698"/>
                  </a:moveTo>
                  <a:lnTo>
                    <a:pt x="0" y="281698"/>
                  </a:lnTo>
                  <a:lnTo>
                    <a:pt x="0" y="338848"/>
                  </a:lnTo>
                  <a:lnTo>
                    <a:pt x="19050" y="338848"/>
                  </a:lnTo>
                  <a:lnTo>
                    <a:pt x="19050" y="281698"/>
                  </a:lnTo>
                  <a:close/>
                </a:path>
                <a:path w="3714750" h="1714500">
                  <a:moveTo>
                    <a:pt x="19050" y="186283"/>
                  </a:moveTo>
                  <a:lnTo>
                    <a:pt x="0" y="186283"/>
                  </a:lnTo>
                  <a:lnTo>
                    <a:pt x="0" y="243433"/>
                  </a:lnTo>
                  <a:lnTo>
                    <a:pt x="19050" y="243433"/>
                  </a:lnTo>
                  <a:lnTo>
                    <a:pt x="19050" y="186283"/>
                  </a:lnTo>
                  <a:close/>
                </a:path>
                <a:path w="3714750" h="1714500">
                  <a:moveTo>
                    <a:pt x="21412" y="93548"/>
                  </a:moveTo>
                  <a:lnTo>
                    <a:pt x="2832" y="89395"/>
                  </a:lnTo>
                  <a:lnTo>
                    <a:pt x="2184" y="91998"/>
                  </a:lnTo>
                  <a:lnTo>
                    <a:pt x="546" y="103047"/>
                  </a:lnTo>
                  <a:lnTo>
                    <a:pt x="0" y="114300"/>
                  </a:lnTo>
                  <a:lnTo>
                    <a:pt x="0" y="148005"/>
                  </a:lnTo>
                  <a:lnTo>
                    <a:pt x="19050" y="148005"/>
                  </a:lnTo>
                  <a:lnTo>
                    <a:pt x="19050" y="114300"/>
                  </a:lnTo>
                  <a:lnTo>
                    <a:pt x="19507" y="104927"/>
                  </a:lnTo>
                  <a:lnTo>
                    <a:pt x="20866" y="95719"/>
                  </a:lnTo>
                  <a:lnTo>
                    <a:pt x="21412" y="93548"/>
                  </a:lnTo>
                  <a:close/>
                </a:path>
                <a:path w="3714750" h="1714500">
                  <a:moveTo>
                    <a:pt x="42456" y="1662607"/>
                  </a:moveTo>
                  <a:lnTo>
                    <a:pt x="23139" y="1627809"/>
                  </a:lnTo>
                  <a:lnTo>
                    <a:pt x="20383" y="1615516"/>
                  </a:lnTo>
                  <a:lnTo>
                    <a:pt x="1600" y="1618576"/>
                  </a:lnTo>
                  <a:lnTo>
                    <a:pt x="19253" y="1663725"/>
                  </a:lnTo>
                  <a:lnTo>
                    <a:pt x="28092" y="1675091"/>
                  </a:lnTo>
                  <a:lnTo>
                    <a:pt x="42456" y="1662607"/>
                  </a:lnTo>
                  <a:close/>
                </a:path>
                <a:path w="3714750" h="1714500">
                  <a:moveTo>
                    <a:pt x="74853" y="27724"/>
                  </a:moveTo>
                  <a:lnTo>
                    <a:pt x="66967" y="10401"/>
                  </a:lnTo>
                  <a:lnTo>
                    <a:pt x="60375" y="13512"/>
                  </a:lnTo>
                  <a:lnTo>
                    <a:pt x="50787" y="19253"/>
                  </a:lnTo>
                  <a:lnTo>
                    <a:pt x="41833" y="25908"/>
                  </a:lnTo>
                  <a:lnTo>
                    <a:pt x="33489" y="33489"/>
                  </a:lnTo>
                  <a:lnTo>
                    <a:pt x="25908" y="41833"/>
                  </a:lnTo>
                  <a:lnTo>
                    <a:pt x="19367" y="50647"/>
                  </a:lnTo>
                  <a:lnTo>
                    <a:pt x="35191" y="61252"/>
                  </a:lnTo>
                  <a:lnTo>
                    <a:pt x="40640" y="53911"/>
                  </a:lnTo>
                  <a:lnTo>
                    <a:pt x="46951" y="46951"/>
                  </a:lnTo>
                  <a:lnTo>
                    <a:pt x="53911" y="40640"/>
                  </a:lnTo>
                  <a:lnTo>
                    <a:pt x="61379" y="35090"/>
                  </a:lnTo>
                  <a:lnTo>
                    <a:pt x="69354" y="30314"/>
                  </a:lnTo>
                  <a:lnTo>
                    <a:pt x="74853" y="27724"/>
                  </a:lnTo>
                  <a:close/>
                </a:path>
                <a:path w="3714750" h="1714500">
                  <a:moveTo>
                    <a:pt x="120751" y="1695450"/>
                  </a:moveTo>
                  <a:lnTo>
                    <a:pt x="114300" y="1695450"/>
                  </a:lnTo>
                  <a:lnTo>
                    <a:pt x="104927" y="1695005"/>
                  </a:lnTo>
                  <a:lnTo>
                    <a:pt x="95719" y="1693646"/>
                  </a:lnTo>
                  <a:lnTo>
                    <a:pt x="86702" y="1691373"/>
                  </a:lnTo>
                  <a:lnTo>
                    <a:pt x="77851" y="1688211"/>
                  </a:lnTo>
                  <a:lnTo>
                    <a:pt x="69913" y="1684451"/>
                  </a:lnTo>
                  <a:lnTo>
                    <a:pt x="61036" y="1701304"/>
                  </a:lnTo>
                  <a:lnTo>
                    <a:pt x="103047" y="1713966"/>
                  </a:lnTo>
                  <a:lnTo>
                    <a:pt x="114300" y="1714500"/>
                  </a:lnTo>
                  <a:lnTo>
                    <a:pt x="120751" y="1714500"/>
                  </a:lnTo>
                  <a:lnTo>
                    <a:pt x="120751" y="1695450"/>
                  </a:lnTo>
                  <a:close/>
                </a:path>
                <a:path w="3714750" h="1714500">
                  <a:moveTo>
                    <a:pt x="171450" y="0"/>
                  </a:moveTo>
                  <a:lnTo>
                    <a:pt x="114300" y="0"/>
                  </a:lnTo>
                  <a:lnTo>
                    <a:pt x="107670" y="330"/>
                  </a:lnTo>
                  <a:lnTo>
                    <a:pt x="108775" y="19329"/>
                  </a:lnTo>
                  <a:lnTo>
                    <a:pt x="114300" y="19050"/>
                  </a:lnTo>
                  <a:lnTo>
                    <a:pt x="171450" y="19050"/>
                  </a:lnTo>
                  <a:lnTo>
                    <a:pt x="171450" y="0"/>
                  </a:lnTo>
                  <a:close/>
                </a:path>
                <a:path w="3714750" h="1714500">
                  <a:moveTo>
                    <a:pt x="216179" y="1695450"/>
                  </a:moveTo>
                  <a:lnTo>
                    <a:pt x="159029" y="1695450"/>
                  </a:lnTo>
                  <a:lnTo>
                    <a:pt x="159029" y="1714500"/>
                  </a:lnTo>
                  <a:lnTo>
                    <a:pt x="216179" y="1714500"/>
                  </a:lnTo>
                  <a:lnTo>
                    <a:pt x="216179" y="1695450"/>
                  </a:lnTo>
                  <a:close/>
                </a:path>
                <a:path w="3714750" h="1714500">
                  <a:moveTo>
                    <a:pt x="266877" y="0"/>
                  </a:moveTo>
                  <a:lnTo>
                    <a:pt x="209727" y="0"/>
                  </a:lnTo>
                  <a:lnTo>
                    <a:pt x="209727" y="19050"/>
                  </a:lnTo>
                  <a:lnTo>
                    <a:pt x="266877" y="19050"/>
                  </a:lnTo>
                  <a:lnTo>
                    <a:pt x="266877" y="0"/>
                  </a:lnTo>
                  <a:close/>
                </a:path>
                <a:path w="3714750" h="1714500">
                  <a:moveTo>
                    <a:pt x="311594" y="1695450"/>
                  </a:moveTo>
                  <a:lnTo>
                    <a:pt x="254444" y="1695450"/>
                  </a:lnTo>
                  <a:lnTo>
                    <a:pt x="254444" y="1714500"/>
                  </a:lnTo>
                  <a:lnTo>
                    <a:pt x="311594" y="1714500"/>
                  </a:lnTo>
                  <a:lnTo>
                    <a:pt x="311594" y="1695450"/>
                  </a:lnTo>
                  <a:close/>
                </a:path>
                <a:path w="3714750" h="1714500">
                  <a:moveTo>
                    <a:pt x="362305" y="0"/>
                  </a:moveTo>
                  <a:lnTo>
                    <a:pt x="305155" y="0"/>
                  </a:lnTo>
                  <a:lnTo>
                    <a:pt x="305155" y="19050"/>
                  </a:lnTo>
                  <a:lnTo>
                    <a:pt x="362305" y="19050"/>
                  </a:lnTo>
                  <a:lnTo>
                    <a:pt x="362305" y="0"/>
                  </a:lnTo>
                  <a:close/>
                </a:path>
                <a:path w="3714750" h="1714500">
                  <a:moveTo>
                    <a:pt x="407022" y="1695450"/>
                  </a:moveTo>
                  <a:lnTo>
                    <a:pt x="349872" y="1695450"/>
                  </a:lnTo>
                  <a:lnTo>
                    <a:pt x="349872" y="1714500"/>
                  </a:lnTo>
                  <a:lnTo>
                    <a:pt x="407022" y="1714500"/>
                  </a:lnTo>
                  <a:lnTo>
                    <a:pt x="407022" y="1695450"/>
                  </a:lnTo>
                  <a:close/>
                </a:path>
                <a:path w="3714750" h="1714500">
                  <a:moveTo>
                    <a:pt x="457720" y="0"/>
                  </a:moveTo>
                  <a:lnTo>
                    <a:pt x="400570" y="0"/>
                  </a:lnTo>
                  <a:lnTo>
                    <a:pt x="400570" y="19050"/>
                  </a:lnTo>
                  <a:lnTo>
                    <a:pt x="457720" y="19050"/>
                  </a:lnTo>
                  <a:lnTo>
                    <a:pt x="457720" y="0"/>
                  </a:lnTo>
                  <a:close/>
                </a:path>
                <a:path w="3714750" h="1714500">
                  <a:moveTo>
                    <a:pt x="502437" y="1695450"/>
                  </a:moveTo>
                  <a:lnTo>
                    <a:pt x="445287" y="1695450"/>
                  </a:lnTo>
                  <a:lnTo>
                    <a:pt x="445287" y="1714500"/>
                  </a:lnTo>
                  <a:lnTo>
                    <a:pt x="502437" y="1714500"/>
                  </a:lnTo>
                  <a:lnTo>
                    <a:pt x="502437" y="1695450"/>
                  </a:lnTo>
                  <a:close/>
                </a:path>
                <a:path w="3714750" h="1714500">
                  <a:moveTo>
                    <a:pt x="553148" y="0"/>
                  </a:moveTo>
                  <a:lnTo>
                    <a:pt x="495998" y="0"/>
                  </a:lnTo>
                  <a:lnTo>
                    <a:pt x="495998" y="19050"/>
                  </a:lnTo>
                  <a:lnTo>
                    <a:pt x="553148" y="19050"/>
                  </a:lnTo>
                  <a:lnTo>
                    <a:pt x="553148" y="0"/>
                  </a:lnTo>
                  <a:close/>
                </a:path>
                <a:path w="3714750" h="1714500">
                  <a:moveTo>
                    <a:pt x="597865" y="1695450"/>
                  </a:moveTo>
                  <a:lnTo>
                    <a:pt x="540715" y="1695450"/>
                  </a:lnTo>
                  <a:lnTo>
                    <a:pt x="540715" y="1714500"/>
                  </a:lnTo>
                  <a:lnTo>
                    <a:pt x="597865" y="1714500"/>
                  </a:lnTo>
                  <a:lnTo>
                    <a:pt x="597865" y="1695450"/>
                  </a:lnTo>
                  <a:close/>
                </a:path>
                <a:path w="3714750" h="1714500">
                  <a:moveTo>
                    <a:pt x="648563" y="0"/>
                  </a:moveTo>
                  <a:lnTo>
                    <a:pt x="591413" y="0"/>
                  </a:lnTo>
                  <a:lnTo>
                    <a:pt x="591413" y="19050"/>
                  </a:lnTo>
                  <a:lnTo>
                    <a:pt x="648563" y="19050"/>
                  </a:lnTo>
                  <a:lnTo>
                    <a:pt x="648563" y="0"/>
                  </a:lnTo>
                  <a:close/>
                </a:path>
                <a:path w="3714750" h="1714500">
                  <a:moveTo>
                    <a:pt x="693280" y="1695450"/>
                  </a:moveTo>
                  <a:lnTo>
                    <a:pt x="636130" y="1695450"/>
                  </a:lnTo>
                  <a:lnTo>
                    <a:pt x="636130" y="1714500"/>
                  </a:lnTo>
                  <a:lnTo>
                    <a:pt x="693280" y="1714500"/>
                  </a:lnTo>
                  <a:lnTo>
                    <a:pt x="693280" y="1695450"/>
                  </a:lnTo>
                  <a:close/>
                </a:path>
                <a:path w="3714750" h="1714500">
                  <a:moveTo>
                    <a:pt x="743991" y="0"/>
                  </a:moveTo>
                  <a:lnTo>
                    <a:pt x="686841" y="0"/>
                  </a:lnTo>
                  <a:lnTo>
                    <a:pt x="686841" y="19050"/>
                  </a:lnTo>
                  <a:lnTo>
                    <a:pt x="743991" y="19050"/>
                  </a:lnTo>
                  <a:lnTo>
                    <a:pt x="743991" y="0"/>
                  </a:lnTo>
                  <a:close/>
                </a:path>
                <a:path w="3714750" h="1714500">
                  <a:moveTo>
                    <a:pt x="788708" y="1695450"/>
                  </a:moveTo>
                  <a:lnTo>
                    <a:pt x="731558" y="1695450"/>
                  </a:lnTo>
                  <a:lnTo>
                    <a:pt x="731558" y="1714500"/>
                  </a:lnTo>
                  <a:lnTo>
                    <a:pt x="788708" y="1714500"/>
                  </a:lnTo>
                  <a:lnTo>
                    <a:pt x="788708" y="1695450"/>
                  </a:lnTo>
                  <a:close/>
                </a:path>
                <a:path w="3714750" h="1714500">
                  <a:moveTo>
                    <a:pt x="839406" y="0"/>
                  </a:moveTo>
                  <a:lnTo>
                    <a:pt x="782256" y="0"/>
                  </a:lnTo>
                  <a:lnTo>
                    <a:pt x="782256" y="19050"/>
                  </a:lnTo>
                  <a:lnTo>
                    <a:pt x="839406" y="19050"/>
                  </a:lnTo>
                  <a:lnTo>
                    <a:pt x="839406" y="0"/>
                  </a:lnTo>
                  <a:close/>
                </a:path>
                <a:path w="3714750" h="1714500">
                  <a:moveTo>
                    <a:pt x="884123" y="1695450"/>
                  </a:moveTo>
                  <a:lnTo>
                    <a:pt x="826973" y="1695450"/>
                  </a:lnTo>
                  <a:lnTo>
                    <a:pt x="826973" y="1714500"/>
                  </a:lnTo>
                  <a:lnTo>
                    <a:pt x="884123" y="1714500"/>
                  </a:lnTo>
                  <a:lnTo>
                    <a:pt x="884123" y="1695450"/>
                  </a:lnTo>
                  <a:close/>
                </a:path>
                <a:path w="3714750" h="1714500">
                  <a:moveTo>
                    <a:pt x="934834" y="0"/>
                  </a:moveTo>
                  <a:lnTo>
                    <a:pt x="877684" y="0"/>
                  </a:lnTo>
                  <a:lnTo>
                    <a:pt x="877684" y="19050"/>
                  </a:lnTo>
                  <a:lnTo>
                    <a:pt x="934834" y="19050"/>
                  </a:lnTo>
                  <a:lnTo>
                    <a:pt x="934834" y="0"/>
                  </a:lnTo>
                  <a:close/>
                </a:path>
                <a:path w="3714750" h="1714500">
                  <a:moveTo>
                    <a:pt x="979551" y="1695450"/>
                  </a:moveTo>
                  <a:lnTo>
                    <a:pt x="922401" y="1695450"/>
                  </a:lnTo>
                  <a:lnTo>
                    <a:pt x="922401" y="1714500"/>
                  </a:lnTo>
                  <a:lnTo>
                    <a:pt x="979551" y="1714500"/>
                  </a:lnTo>
                  <a:lnTo>
                    <a:pt x="979551" y="1695450"/>
                  </a:lnTo>
                  <a:close/>
                </a:path>
                <a:path w="3714750" h="1714500">
                  <a:moveTo>
                    <a:pt x="1030249" y="0"/>
                  </a:moveTo>
                  <a:lnTo>
                    <a:pt x="973099" y="0"/>
                  </a:lnTo>
                  <a:lnTo>
                    <a:pt x="973099" y="19050"/>
                  </a:lnTo>
                  <a:lnTo>
                    <a:pt x="1030249" y="19050"/>
                  </a:lnTo>
                  <a:lnTo>
                    <a:pt x="1030249" y="0"/>
                  </a:lnTo>
                  <a:close/>
                </a:path>
                <a:path w="3714750" h="1714500">
                  <a:moveTo>
                    <a:pt x="1074978" y="1695450"/>
                  </a:moveTo>
                  <a:lnTo>
                    <a:pt x="1017828" y="1695450"/>
                  </a:lnTo>
                  <a:lnTo>
                    <a:pt x="1017828" y="1714500"/>
                  </a:lnTo>
                  <a:lnTo>
                    <a:pt x="1074978" y="1714500"/>
                  </a:lnTo>
                  <a:lnTo>
                    <a:pt x="1074978" y="1695450"/>
                  </a:lnTo>
                  <a:close/>
                </a:path>
                <a:path w="3714750" h="1714500">
                  <a:moveTo>
                    <a:pt x="1125677" y="0"/>
                  </a:moveTo>
                  <a:lnTo>
                    <a:pt x="1068527" y="0"/>
                  </a:lnTo>
                  <a:lnTo>
                    <a:pt x="1068527" y="19050"/>
                  </a:lnTo>
                  <a:lnTo>
                    <a:pt x="1125677" y="19050"/>
                  </a:lnTo>
                  <a:lnTo>
                    <a:pt x="1125677" y="0"/>
                  </a:lnTo>
                  <a:close/>
                </a:path>
                <a:path w="3714750" h="1714500">
                  <a:moveTo>
                    <a:pt x="1170393" y="1695450"/>
                  </a:moveTo>
                  <a:lnTo>
                    <a:pt x="1113243" y="1695450"/>
                  </a:lnTo>
                  <a:lnTo>
                    <a:pt x="1113243" y="1714500"/>
                  </a:lnTo>
                  <a:lnTo>
                    <a:pt x="1170393" y="1714500"/>
                  </a:lnTo>
                  <a:lnTo>
                    <a:pt x="1170393" y="1695450"/>
                  </a:lnTo>
                  <a:close/>
                </a:path>
                <a:path w="3714750" h="1714500">
                  <a:moveTo>
                    <a:pt x="1221092" y="0"/>
                  </a:moveTo>
                  <a:lnTo>
                    <a:pt x="1163942" y="0"/>
                  </a:lnTo>
                  <a:lnTo>
                    <a:pt x="1163942" y="19050"/>
                  </a:lnTo>
                  <a:lnTo>
                    <a:pt x="1221092" y="19050"/>
                  </a:lnTo>
                  <a:lnTo>
                    <a:pt x="1221092" y="0"/>
                  </a:lnTo>
                  <a:close/>
                </a:path>
                <a:path w="3714750" h="1714500">
                  <a:moveTo>
                    <a:pt x="1265821" y="1695450"/>
                  </a:moveTo>
                  <a:lnTo>
                    <a:pt x="1208671" y="1695450"/>
                  </a:lnTo>
                  <a:lnTo>
                    <a:pt x="1208671" y="1714500"/>
                  </a:lnTo>
                  <a:lnTo>
                    <a:pt x="1265821" y="1714500"/>
                  </a:lnTo>
                  <a:lnTo>
                    <a:pt x="1265821" y="1695450"/>
                  </a:lnTo>
                  <a:close/>
                </a:path>
                <a:path w="3714750" h="1714500">
                  <a:moveTo>
                    <a:pt x="1316520" y="0"/>
                  </a:moveTo>
                  <a:lnTo>
                    <a:pt x="1259370" y="0"/>
                  </a:lnTo>
                  <a:lnTo>
                    <a:pt x="1259370" y="19050"/>
                  </a:lnTo>
                  <a:lnTo>
                    <a:pt x="1316520" y="19050"/>
                  </a:lnTo>
                  <a:lnTo>
                    <a:pt x="1316520" y="0"/>
                  </a:lnTo>
                  <a:close/>
                </a:path>
                <a:path w="3714750" h="1714500">
                  <a:moveTo>
                    <a:pt x="1361236" y="1695450"/>
                  </a:moveTo>
                  <a:lnTo>
                    <a:pt x="1304086" y="1695450"/>
                  </a:lnTo>
                  <a:lnTo>
                    <a:pt x="1304086" y="1714500"/>
                  </a:lnTo>
                  <a:lnTo>
                    <a:pt x="1361236" y="1714500"/>
                  </a:lnTo>
                  <a:lnTo>
                    <a:pt x="1361236" y="1695450"/>
                  </a:lnTo>
                  <a:close/>
                </a:path>
                <a:path w="3714750" h="1714500">
                  <a:moveTo>
                    <a:pt x="1411935" y="0"/>
                  </a:moveTo>
                  <a:lnTo>
                    <a:pt x="1354785" y="0"/>
                  </a:lnTo>
                  <a:lnTo>
                    <a:pt x="1354785" y="19050"/>
                  </a:lnTo>
                  <a:lnTo>
                    <a:pt x="1411935" y="19050"/>
                  </a:lnTo>
                  <a:lnTo>
                    <a:pt x="1411935" y="0"/>
                  </a:lnTo>
                  <a:close/>
                </a:path>
                <a:path w="3714750" h="1714500">
                  <a:moveTo>
                    <a:pt x="1456664" y="1695450"/>
                  </a:moveTo>
                  <a:lnTo>
                    <a:pt x="1399514" y="1695450"/>
                  </a:lnTo>
                  <a:lnTo>
                    <a:pt x="1399514" y="1714500"/>
                  </a:lnTo>
                  <a:lnTo>
                    <a:pt x="1456664" y="1714500"/>
                  </a:lnTo>
                  <a:lnTo>
                    <a:pt x="1456664" y="1695450"/>
                  </a:lnTo>
                  <a:close/>
                </a:path>
                <a:path w="3714750" h="1714500">
                  <a:moveTo>
                    <a:pt x="1507363" y="0"/>
                  </a:moveTo>
                  <a:lnTo>
                    <a:pt x="1450213" y="0"/>
                  </a:lnTo>
                  <a:lnTo>
                    <a:pt x="1450213" y="19050"/>
                  </a:lnTo>
                  <a:lnTo>
                    <a:pt x="1507363" y="19050"/>
                  </a:lnTo>
                  <a:lnTo>
                    <a:pt x="1507363" y="0"/>
                  </a:lnTo>
                  <a:close/>
                </a:path>
                <a:path w="3714750" h="1714500">
                  <a:moveTo>
                    <a:pt x="1552079" y="1695450"/>
                  </a:moveTo>
                  <a:lnTo>
                    <a:pt x="1494929" y="1695450"/>
                  </a:lnTo>
                  <a:lnTo>
                    <a:pt x="1494929" y="1714500"/>
                  </a:lnTo>
                  <a:lnTo>
                    <a:pt x="1552079" y="1714500"/>
                  </a:lnTo>
                  <a:lnTo>
                    <a:pt x="1552079" y="1695450"/>
                  </a:lnTo>
                  <a:close/>
                </a:path>
                <a:path w="3714750" h="1714500">
                  <a:moveTo>
                    <a:pt x="1602778" y="0"/>
                  </a:moveTo>
                  <a:lnTo>
                    <a:pt x="1545628" y="0"/>
                  </a:lnTo>
                  <a:lnTo>
                    <a:pt x="1545628" y="19050"/>
                  </a:lnTo>
                  <a:lnTo>
                    <a:pt x="1602778" y="19050"/>
                  </a:lnTo>
                  <a:lnTo>
                    <a:pt x="1602778" y="0"/>
                  </a:lnTo>
                  <a:close/>
                </a:path>
                <a:path w="3714750" h="1714500">
                  <a:moveTo>
                    <a:pt x="1647507" y="1695450"/>
                  </a:moveTo>
                  <a:lnTo>
                    <a:pt x="1590357" y="1695450"/>
                  </a:lnTo>
                  <a:lnTo>
                    <a:pt x="1590357" y="1714500"/>
                  </a:lnTo>
                  <a:lnTo>
                    <a:pt x="1647507" y="1714500"/>
                  </a:lnTo>
                  <a:lnTo>
                    <a:pt x="1647507" y="1695450"/>
                  </a:lnTo>
                  <a:close/>
                </a:path>
                <a:path w="3714750" h="1714500">
                  <a:moveTo>
                    <a:pt x="1698205" y="0"/>
                  </a:moveTo>
                  <a:lnTo>
                    <a:pt x="1641055" y="0"/>
                  </a:lnTo>
                  <a:lnTo>
                    <a:pt x="1641055" y="19050"/>
                  </a:lnTo>
                  <a:lnTo>
                    <a:pt x="1698205" y="19050"/>
                  </a:lnTo>
                  <a:lnTo>
                    <a:pt x="1698205" y="0"/>
                  </a:lnTo>
                  <a:close/>
                </a:path>
                <a:path w="3714750" h="1714500">
                  <a:moveTo>
                    <a:pt x="1742922" y="1695450"/>
                  </a:moveTo>
                  <a:lnTo>
                    <a:pt x="1685772" y="1695450"/>
                  </a:lnTo>
                  <a:lnTo>
                    <a:pt x="1685772" y="1714500"/>
                  </a:lnTo>
                  <a:lnTo>
                    <a:pt x="1742922" y="1714500"/>
                  </a:lnTo>
                  <a:lnTo>
                    <a:pt x="1742922" y="1695450"/>
                  </a:lnTo>
                  <a:close/>
                </a:path>
                <a:path w="3714750" h="1714500">
                  <a:moveTo>
                    <a:pt x="1793621" y="0"/>
                  </a:moveTo>
                  <a:lnTo>
                    <a:pt x="1736471" y="0"/>
                  </a:lnTo>
                  <a:lnTo>
                    <a:pt x="1736471" y="19050"/>
                  </a:lnTo>
                  <a:lnTo>
                    <a:pt x="1793621" y="19050"/>
                  </a:lnTo>
                  <a:lnTo>
                    <a:pt x="1793621" y="0"/>
                  </a:lnTo>
                  <a:close/>
                </a:path>
                <a:path w="3714750" h="1714500">
                  <a:moveTo>
                    <a:pt x="1838350" y="1695450"/>
                  </a:moveTo>
                  <a:lnTo>
                    <a:pt x="1781200" y="1695450"/>
                  </a:lnTo>
                  <a:lnTo>
                    <a:pt x="1781200" y="1714500"/>
                  </a:lnTo>
                  <a:lnTo>
                    <a:pt x="1838350" y="1714500"/>
                  </a:lnTo>
                  <a:lnTo>
                    <a:pt x="1838350" y="1695450"/>
                  </a:lnTo>
                  <a:close/>
                </a:path>
                <a:path w="3714750" h="1714500">
                  <a:moveTo>
                    <a:pt x="1889048" y="0"/>
                  </a:moveTo>
                  <a:lnTo>
                    <a:pt x="1831898" y="0"/>
                  </a:lnTo>
                  <a:lnTo>
                    <a:pt x="1831898" y="19050"/>
                  </a:lnTo>
                  <a:lnTo>
                    <a:pt x="1889048" y="19050"/>
                  </a:lnTo>
                  <a:lnTo>
                    <a:pt x="1889048" y="0"/>
                  </a:lnTo>
                  <a:close/>
                </a:path>
                <a:path w="3714750" h="1714500">
                  <a:moveTo>
                    <a:pt x="1933765" y="1695450"/>
                  </a:moveTo>
                  <a:lnTo>
                    <a:pt x="1876615" y="1695450"/>
                  </a:lnTo>
                  <a:lnTo>
                    <a:pt x="1876615" y="1714500"/>
                  </a:lnTo>
                  <a:lnTo>
                    <a:pt x="1933765" y="1714500"/>
                  </a:lnTo>
                  <a:lnTo>
                    <a:pt x="1933765" y="1695450"/>
                  </a:lnTo>
                  <a:close/>
                </a:path>
                <a:path w="3714750" h="1714500">
                  <a:moveTo>
                    <a:pt x="1984463" y="0"/>
                  </a:moveTo>
                  <a:lnTo>
                    <a:pt x="1927313" y="0"/>
                  </a:lnTo>
                  <a:lnTo>
                    <a:pt x="1927313" y="19050"/>
                  </a:lnTo>
                  <a:lnTo>
                    <a:pt x="1984463" y="19050"/>
                  </a:lnTo>
                  <a:lnTo>
                    <a:pt x="1984463" y="0"/>
                  </a:lnTo>
                  <a:close/>
                </a:path>
                <a:path w="3714750" h="1714500">
                  <a:moveTo>
                    <a:pt x="2029193" y="1695450"/>
                  </a:moveTo>
                  <a:lnTo>
                    <a:pt x="1972043" y="1695450"/>
                  </a:lnTo>
                  <a:lnTo>
                    <a:pt x="1972043" y="1714500"/>
                  </a:lnTo>
                  <a:lnTo>
                    <a:pt x="2029193" y="1714500"/>
                  </a:lnTo>
                  <a:lnTo>
                    <a:pt x="2029193" y="1695450"/>
                  </a:lnTo>
                  <a:close/>
                </a:path>
                <a:path w="3714750" h="1714500">
                  <a:moveTo>
                    <a:pt x="2079891" y="0"/>
                  </a:moveTo>
                  <a:lnTo>
                    <a:pt x="2022741" y="0"/>
                  </a:lnTo>
                  <a:lnTo>
                    <a:pt x="2022741" y="19050"/>
                  </a:lnTo>
                  <a:lnTo>
                    <a:pt x="2079891" y="19050"/>
                  </a:lnTo>
                  <a:lnTo>
                    <a:pt x="2079891" y="0"/>
                  </a:lnTo>
                  <a:close/>
                </a:path>
                <a:path w="3714750" h="1714500">
                  <a:moveTo>
                    <a:pt x="2124608" y="1695450"/>
                  </a:moveTo>
                  <a:lnTo>
                    <a:pt x="2067458" y="1695450"/>
                  </a:lnTo>
                  <a:lnTo>
                    <a:pt x="2067458" y="1714500"/>
                  </a:lnTo>
                  <a:lnTo>
                    <a:pt x="2124608" y="1714500"/>
                  </a:lnTo>
                  <a:lnTo>
                    <a:pt x="2124608" y="1695450"/>
                  </a:lnTo>
                  <a:close/>
                </a:path>
                <a:path w="3714750" h="1714500">
                  <a:moveTo>
                    <a:pt x="2175306" y="0"/>
                  </a:moveTo>
                  <a:lnTo>
                    <a:pt x="2118156" y="0"/>
                  </a:lnTo>
                  <a:lnTo>
                    <a:pt x="2118156" y="19050"/>
                  </a:lnTo>
                  <a:lnTo>
                    <a:pt x="2175306" y="19050"/>
                  </a:lnTo>
                  <a:lnTo>
                    <a:pt x="2175306" y="0"/>
                  </a:lnTo>
                  <a:close/>
                </a:path>
                <a:path w="3714750" h="1714500">
                  <a:moveTo>
                    <a:pt x="2220036" y="1695450"/>
                  </a:moveTo>
                  <a:lnTo>
                    <a:pt x="2162886" y="1695450"/>
                  </a:lnTo>
                  <a:lnTo>
                    <a:pt x="2162886" y="1714500"/>
                  </a:lnTo>
                  <a:lnTo>
                    <a:pt x="2220036" y="1714500"/>
                  </a:lnTo>
                  <a:lnTo>
                    <a:pt x="2220036" y="1695450"/>
                  </a:lnTo>
                  <a:close/>
                </a:path>
                <a:path w="3714750" h="1714500">
                  <a:moveTo>
                    <a:pt x="2270734" y="0"/>
                  </a:moveTo>
                  <a:lnTo>
                    <a:pt x="2213584" y="0"/>
                  </a:lnTo>
                  <a:lnTo>
                    <a:pt x="2213584" y="19050"/>
                  </a:lnTo>
                  <a:lnTo>
                    <a:pt x="2270734" y="19050"/>
                  </a:lnTo>
                  <a:lnTo>
                    <a:pt x="2270734" y="0"/>
                  </a:lnTo>
                  <a:close/>
                </a:path>
                <a:path w="3714750" h="1714500">
                  <a:moveTo>
                    <a:pt x="2315451" y="1695450"/>
                  </a:moveTo>
                  <a:lnTo>
                    <a:pt x="2258301" y="1695450"/>
                  </a:lnTo>
                  <a:lnTo>
                    <a:pt x="2258301" y="1714500"/>
                  </a:lnTo>
                  <a:lnTo>
                    <a:pt x="2315451" y="1714500"/>
                  </a:lnTo>
                  <a:lnTo>
                    <a:pt x="2315451" y="1695450"/>
                  </a:lnTo>
                  <a:close/>
                </a:path>
                <a:path w="3714750" h="1714500">
                  <a:moveTo>
                    <a:pt x="2366149" y="0"/>
                  </a:moveTo>
                  <a:lnTo>
                    <a:pt x="2308999" y="0"/>
                  </a:lnTo>
                  <a:lnTo>
                    <a:pt x="2308999" y="19050"/>
                  </a:lnTo>
                  <a:lnTo>
                    <a:pt x="2366149" y="19050"/>
                  </a:lnTo>
                  <a:lnTo>
                    <a:pt x="2366149" y="0"/>
                  </a:lnTo>
                  <a:close/>
                </a:path>
                <a:path w="3714750" h="1714500">
                  <a:moveTo>
                    <a:pt x="2410879" y="1695450"/>
                  </a:moveTo>
                  <a:lnTo>
                    <a:pt x="2353729" y="1695450"/>
                  </a:lnTo>
                  <a:lnTo>
                    <a:pt x="2353729" y="1714500"/>
                  </a:lnTo>
                  <a:lnTo>
                    <a:pt x="2410879" y="1714500"/>
                  </a:lnTo>
                  <a:lnTo>
                    <a:pt x="2410879" y="1695450"/>
                  </a:lnTo>
                  <a:close/>
                </a:path>
                <a:path w="3714750" h="1714500">
                  <a:moveTo>
                    <a:pt x="2461577" y="0"/>
                  </a:moveTo>
                  <a:lnTo>
                    <a:pt x="2404427" y="0"/>
                  </a:lnTo>
                  <a:lnTo>
                    <a:pt x="2404427" y="19050"/>
                  </a:lnTo>
                  <a:lnTo>
                    <a:pt x="2461577" y="19050"/>
                  </a:lnTo>
                  <a:lnTo>
                    <a:pt x="2461577" y="0"/>
                  </a:lnTo>
                  <a:close/>
                </a:path>
                <a:path w="3714750" h="1714500">
                  <a:moveTo>
                    <a:pt x="2506294" y="1695450"/>
                  </a:moveTo>
                  <a:lnTo>
                    <a:pt x="2449144" y="1695450"/>
                  </a:lnTo>
                  <a:lnTo>
                    <a:pt x="2449144" y="1714500"/>
                  </a:lnTo>
                  <a:lnTo>
                    <a:pt x="2506294" y="1714500"/>
                  </a:lnTo>
                  <a:lnTo>
                    <a:pt x="2506294" y="1695450"/>
                  </a:lnTo>
                  <a:close/>
                </a:path>
                <a:path w="3714750" h="1714500">
                  <a:moveTo>
                    <a:pt x="2556992" y="0"/>
                  </a:moveTo>
                  <a:lnTo>
                    <a:pt x="2499842" y="0"/>
                  </a:lnTo>
                  <a:lnTo>
                    <a:pt x="2499842" y="19050"/>
                  </a:lnTo>
                  <a:lnTo>
                    <a:pt x="2556992" y="19050"/>
                  </a:lnTo>
                  <a:lnTo>
                    <a:pt x="2556992" y="0"/>
                  </a:lnTo>
                  <a:close/>
                </a:path>
                <a:path w="3714750" h="1714500">
                  <a:moveTo>
                    <a:pt x="2601722" y="1695450"/>
                  </a:moveTo>
                  <a:lnTo>
                    <a:pt x="2544572" y="1695450"/>
                  </a:lnTo>
                  <a:lnTo>
                    <a:pt x="2544572" y="1714500"/>
                  </a:lnTo>
                  <a:lnTo>
                    <a:pt x="2601722" y="1714500"/>
                  </a:lnTo>
                  <a:lnTo>
                    <a:pt x="2601722" y="1695450"/>
                  </a:lnTo>
                  <a:close/>
                </a:path>
                <a:path w="3714750" h="1714500">
                  <a:moveTo>
                    <a:pt x="2652420" y="0"/>
                  </a:moveTo>
                  <a:lnTo>
                    <a:pt x="2595270" y="0"/>
                  </a:lnTo>
                  <a:lnTo>
                    <a:pt x="2595270" y="19050"/>
                  </a:lnTo>
                  <a:lnTo>
                    <a:pt x="2652420" y="19050"/>
                  </a:lnTo>
                  <a:lnTo>
                    <a:pt x="2652420" y="0"/>
                  </a:lnTo>
                  <a:close/>
                </a:path>
                <a:path w="3714750" h="1714500">
                  <a:moveTo>
                    <a:pt x="2697137" y="1695450"/>
                  </a:moveTo>
                  <a:lnTo>
                    <a:pt x="2639987" y="1695450"/>
                  </a:lnTo>
                  <a:lnTo>
                    <a:pt x="2639987" y="1714500"/>
                  </a:lnTo>
                  <a:lnTo>
                    <a:pt x="2697137" y="1714500"/>
                  </a:lnTo>
                  <a:lnTo>
                    <a:pt x="2697137" y="1695450"/>
                  </a:lnTo>
                  <a:close/>
                </a:path>
                <a:path w="3714750" h="1714500">
                  <a:moveTo>
                    <a:pt x="2747835" y="0"/>
                  </a:moveTo>
                  <a:lnTo>
                    <a:pt x="2690685" y="0"/>
                  </a:lnTo>
                  <a:lnTo>
                    <a:pt x="2690685" y="19050"/>
                  </a:lnTo>
                  <a:lnTo>
                    <a:pt x="2747835" y="19050"/>
                  </a:lnTo>
                  <a:lnTo>
                    <a:pt x="2747835" y="0"/>
                  </a:lnTo>
                  <a:close/>
                </a:path>
                <a:path w="3714750" h="1714500">
                  <a:moveTo>
                    <a:pt x="2792565" y="1695450"/>
                  </a:moveTo>
                  <a:lnTo>
                    <a:pt x="2735415" y="1695450"/>
                  </a:lnTo>
                  <a:lnTo>
                    <a:pt x="2735415" y="1714500"/>
                  </a:lnTo>
                  <a:lnTo>
                    <a:pt x="2792565" y="1714500"/>
                  </a:lnTo>
                  <a:lnTo>
                    <a:pt x="2792565" y="1695450"/>
                  </a:lnTo>
                  <a:close/>
                </a:path>
                <a:path w="3714750" h="1714500">
                  <a:moveTo>
                    <a:pt x="2843263" y="0"/>
                  </a:moveTo>
                  <a:lnTo>
                    <a:pt x="2786113" y="0"/>
                  </a:lnTo>
                  <a:lnTo>
                    <a:pt x="2786113" y="19050"/>
                  </a:lnTo>
                  <a:lnTo>
                    <a:pt x="2843263" y="19050"/>
                  </a:lnTo>
                  <a:lnTo>
                    <a:pt x="2843263" y="0"/>
                  </a:lnTo>
                  <a:close/>
                </a:path>
                <a:path w="3714750" h="1714500">
                  <a:moveTo>
                    <a:pt x="2887980" y="1695450"/>
                  </a:moveTo>
                  <a:lnTo>
                    <a:pt x="2830830" y="1695450"/>
                  </a:lnTo>
                  <a:lnTo>
                    <a:pt x="2830830" y="1714500"/>
                  </a:lnTo>
                  <a:lnTo>
                    <a:pt x="2887980" y="1714500"/>
                  </a:lnTo>
                  <a:lnTo>
                    <a:pt x="2887980" y="1695450"/>
                  </a:lnTo>
                  <a:close/>
                </a:path>
                <a:path w="3714750" h="1714500">
                  <a:moveTo>
                    <a:pt x="2938678" y="0"/>
                  </a:moveTo>
                  <a:lnTo>
                    <a:pt x="2881528" y="0"/>
                  </a:lnTo>
                  <a:lnTo>
                    <a:pt x="2881528" y="19050"/>
                  </a:lnTo>
                  <a:lnTo>
                    <a:pt x="2938678" y="19050"/>
                  </a:lnTo>
                  <a:lnTo>
                    <a:pt x="2938678" y="0"/>
                  </a:lnTo>
                  <a:close/>
                </a:path>
                <a:path w="3714750" h="1714500">
                  <a:moveTo>
                    <a:pt x="2983407" y="1695450"/>
                  </a:moveTo>
                  <a:lnTo>
                    <a:pt x="2926257" y="1695450"/>
                  </a:lnTo>
                  <a:lnTo>
                    <a:pt x="2926257" y="1714500"/>
                  </a:lnTo>
                  <a:lnTo>
                    <a:pt x="2983407" y="1714500"/>
                  </a:lnTo>
                  <a:lnTo>
                    <a:pt x="2983407" y="1695450"/>
                  </a:lnTo>
                  <a:close/>
                </a:path>
                <a:path w="3714750" h="1714500">
                  <a:moveTo>
                    <a:pt x="3034106" y="0"/>
                  </a:moveTo>
                  <a:lnTo>
                    <a:pt x="2976956" y="0"/>
                  </a:lnTo>
                  <a:lnTo>
                    <a:pt x="2976956" y="19050"/>
                  </a:lnTo>
                  <a:lnTo>
                    <a:pt x="3034106" y="19050"/>
                  </a:lnTo>
                  <a:lnTo>
                    <a:pt x="3034106" y="0"/>
                  </a:lnTo>
                  <a:close/>
                </a:path>
                <a:path w="3714750" h="1714500">
                  <a:moveTo>
                    <a:pt x="3078823" y="1695450"/>
                  </a:moveTo>
                  <a:lnTo>
                    <a:pt x="3021673" y="1695450"/>
                  </a:lnTo>
                  <a:lnTo>
                    <a:pt x="3021673" y="1714500"/>
                  </a:lnTo>
                  <a:lnTo>
                    <a:pt x="3078823" y="1714500"/>
                  </a:lnTo>
                  <a:lnTo>
                    <a:pt x="3078823" y="1695450"/>
                  </a:lnTo>
                  <a:close/>
                </a:path>
                <a:path w="3714750" h="1714500">
                  <a:moveTo>
                    <a:pt x="3129521" y="0"/>
                  </a:moveTo>
                  <a:lnTo>
                    <a:pt x="3072371" y="0"/>
                  </a:lnTo>
                  <a:lnTo>
                    <a:pt x="3072371" y="19050"/>
                  </a:lnTo>
                  <a:lnTo>
                    <a:pt x="3129521" y="19050"/>
                  </a:lnTo>
                  <a:lnTo>
                    <a:pt x="3129521" y="0"/>
                  </a:lnTo>
                  <a:close/>
                </a:path>
                <a:path w="3714750" h="1714500">
                  <a:moveTo>
                    <a:pt x="3174250" y="1695450"/>
                  </a:moveTo>
                  <a:lnTo>
                    <a:pt x="3117100" y="1695450"/>
                  </a:lnTo>
                  <a:lnTo>
                    <a:pt x="3117100" y="1714500"/>
                  </a:lnTo>
                  <a:lnTo>
                    <a:pt x="3174250" y="1714500"/>
                  </a:lnTo>
                  <a:lnTo>
                    <a:pt x="3174250" y="1695450"/>
                  </a:lnTo>
                  <a:close/>
                </a:path>
                <a:path w="3714750" h="1714500">
                  <a:moveTo>
                    <a:pt x="3224949" y="0"/>
                  </a:moveTo>
                  <a:lnTo>
                    <a:pt x="3167799" y="0"/>
                  </a:lnTo>
                  <a:lnTo>
                    <a:pt x="3167799" y="19050"/>
                  </a:lnTo>
                  <a:lnTo>
                    <a:pt x="3224949" y="19050"/>
                  </a:lnTo>
                  <a:lnTo>
                    <a:pt x="3224949" y="0"/>
                  </a:lnTo>
                  <a:close/>
                </a:path>
                <a:path w="3714750" h="1714500">
                  <a:moveTo>
                    <a:pt x="3269665" y="1695450"/>
                  </a:moveTo>
                  <a:lnTo>
                    <a:pt x="3212515" y="1695450"/>
                  </a:lnTo>
                  <a:lnTo>
                    <a:pt x="3212515" y="1714500"/>
                  </a:lnTo>
                  <a:lnTo>
                    <a:pt x="3269665" y="1714500"/>
                  </a:lnTo>
                  <a:lnTo>
                    <a:pt x="3269665" y="1695450"/>
                  </a:lnTo>
                  <a:close/>
                </a:path>
                <a:path w="3714750" h="1714500">
                  <a:moveTo>
                    <a:pt x="3320364" y="0"/>
                  </a:moveTo>
                  <a:lnTo>
                    <a:pt x="3263214" y="0"/>
                  </a:lnTo>
                  <a:lnTo>
                    <a:pt x="3263214" y="19050"/>
                  </a:lnTo>
                  <a:lnTo>
                    <a:pt x="3320364" y="19050"/>
                  </a:lnTo>
                  <a:lnTo>
                    <a:pt x="3320364" y="0"/>
                  </a:lnTo>
                  <a:close/>
                </a:path>
                <a:path w="3714750" h="1714500">
                  <a:moveTo>
                    <a:pt x="3365093" y="1695450"/>
                  </a:moveTo>
                  <a:lnTo>
                    <a:pt x="3307943" y="1695450"/>
                  </a:lnTo>
                  <a:lnTo>
                    <a:pt x="3307943" y="1714500"/>
                  </a:lnTo>
                  <a:lnTo>
                    <a:pt x="3365093" y="1714500"/>
                  </a:lnTo>
                  <a:lnTo>
                    <a:pt x="3365093" y="1695450"/>
                  </a:lnTo>
                  <a:close/>
                </a:path>
                <a:path w="3714750" h="1714500">
                  <a:moveTo>
                    <a:pt x="3415792" y="0"/>
                  </a:moveTo>
                  <a:lnTo>
                    <a:pt x="3358642" y="0"/>
                  </a:lnTo>
                  <a:lnTo>
                    <a:pt x="3358642" y="19050"/>
                  </a:lnTo>
                  <a:lnTo>
                    <a:pt x="3415792" y="19050"/>
                  </a:lnTo>
                  <a:lnTo>
                    <a:pt x="3415792" y="0"/>
                  </a:lnTo>
                  <a:close/>
                </a:path>
                <a:path w="3714750" h="1714500">
                  <a:moveTo>
                    <a:pt x="3460508" y="1695450"/>
                  </a:moveTo>
                  <a:lnTo>
                    <a:pt x="3403358" y="1695450"/>
                  </a:lnTo>
                  <a:lnTo>
                    <a:pt x="3403358" y="1714500"/>
                  </a:lnTo>
                  <a:lnTo>
                    <a:pt x="3460508" y="1714500"/>
                  </a:lnTo>
                  <a:lnTo>
                    <a:pt x="3460508" y="1695450"/>
                  </a:lnTo>
                  <a:close/>
                </a:path>
                <a:path w="3714750" h="1714500">
                  <a:moveTo>
                    <a:pt x="3511207" y="0"/>
                  </a:moveTo>
                  <a:lnTo>
                    <a:pt x="3454057" y="0"/>
                  </a:lnTo>
                  <a:lnTo>
                    <a:pt x="3454057" y="19050"/>
                  </a:lnTo>
                  <a:lnTo>
                    <a:pt x="3511207" y="19050"/>
                  </a:lnTo>
                  <a:lnTo>
                    <a:pt x="3511207" y="0"/>
                  </a:lnTo>
                  <a:close/>
                </a:path>
                <a:path w="3714750" h="1714500">
                  <a:moveTo>
                    <a:pt x="3555936" y="1695450"/>
                  </a:moveTo>
                  <a:lnTo>
                    <a:pt x="3498786" y="1695450"/>
                  </a:lnTo>
                  <a:lnTo>
                    <a:pt x="3498786" y="1714500"/>
                  </a:lnTo>
                  <a:lnTo>
                    <a:pt x="3555936" y="1714500"/>
                  </a:lnTo>
                  <a:lnTo>
                    <a:pt x="3555936" y="1695450"/>
                  </a:lnTo>
                  <a:close/>
                </a:path>
                <a:path w="3714750" h="1714500">
                  <a:moveTo>
                    <a:pt x="3606876" y="317"/>
                  </a:moveTo>
                  <a:lnTo>
                    <a:pt x="3600450" y="0"/>
                  </a:lnTo>
                  <a:lnTo>
                    <a:pt x="3549485" y="0"/>
                  </a:lnTo>
                  <a:lnTo>
                    <a:pt x="3549485" y="19050"/>
                  </a:lnTo>
                  <a:lnTo>
                    <a:pt x="3600450" y="19050"/>
                  </a:lnTo>
                  <a:lnTo>
                    <a:pt x="3605809" y="19316"/>
                  </a:lnTo>
                  <a:lnTo>
                    <a:pt x="3606876" y="317"/>
                  </a:lnTo>
                  <a:close/>
                </a:path>
                <a:path w="3714750" h="1714500">
                  <a:moveTo>
                    <a:pt x="3653929" y="1701215"/>
                  </a:moveTo>
                  <a:lnTo>
                    <a:pt x="3645014" y="1684375"/>
                  </a:lnTo>
                  <a:lnTo>
                    <a:pt x="3636911" y="1688211"/>
                  </a:lnTo>
                  <a:lnTo>
                    <a:pt x="3628059" y="1691373"/>
                  </a:lnTo>
                  <a:lnTo>
                    <a:pt x="3619042" y="1693646"/>
                  </a:lnTo>
                  <a:lnTo>
                    <a:pt x="3609835" y="1695005"/>
                  </a:lnTo>
                  <a:lnTo>
                    <a:pt x="3600450" y="1695450"/>
                  </a:lnTo>
                  <a:lnTo>
                    <a:pt x="3594201" y="1695450"/>
                  </a:lnTo>
                  <a:lnTo>
                    <a:pt x="3594201" y="1714500"/>
                  </a:lnTo>
                  <a:lnTo>
                    <a:pt x="3600462" y="1714500"/>
                  </a:lnTo>
                  <a:lnTo>
                    <a:pt x="3611715" y="1713966"/>
                  </a:lnTo>
                  <a:lnTo>
                    <a:pt x="3622764" y="1712328"/>
                  </a:lnTo>
                  <a:lnTo>
                    <a:pt x="3633584" y="1709610"/>
                  </a:lnTo>
                  <a:lnTo>
                    <a:pt x="3644201" y="1705800"/>
                  </a:lnTo>
                  <a:lnTo>
                    <a:pt x="3653929" y="1701215"/>
                  </a:lnTo>
                  <a:close/>
                </a:path>
                <a:path w="3714750" h="1714500">
                  <a:moveTo>
                    <a:pt x="3695268" y="50469"/>
                  </a:moveTo>
                  <a:lnTo>
                    <a:pt x="3663962" y="19253"/>
                  </a:lnTo>
                  <a:lnTo>
                    <a:pt x="3647605" y="10312"/>
                  </a:lnTo>
                  <a:lnTo>
                    <a:pt x="3639743" y="27647"/>
                  </a:lnTo>
                  <a:lnTo>
                    <a:pt x="3645395" y="30314"/>
                  </a:lnTo>
                  <a:lnTo>
                    <a:pt x="3653383" y="35090"/>
                  </a:lnTo>
                  <a:lnTo>
                    <a:pt x="3660851" y="40640"/>
                  </a:lnTo>
                  <a:lnTo>
                    <a:pt x="3667810" y="46951"/>
                  </a:lnTo>
                  <a:lnTo>
                    <a:pt x="3674122" y="53911"/>
                  </a:lnTo>
                  <a:lnTo>
                    <a:pt x="3679469" y="61099"/>
                  </a:lnTo>
                  <a:lnTo>
                    <a:pt x="3695268" y="50469"/>
                  </a:lnTo>
                  <a:close/>
                </a:path>
                <a:path w="3714750" h="1714500">
                  <a:moveTo>
                    <a:pt x="3713188" y="1618361"/>
                  </a:moveTo>
                  <a:lnTo>
                    <a:pt x="3694404" y="1615338"/>
                  </a:lnTo>
                  <a:lnTo>
                    <a:pt x="3693896" y="1618792"/>
                  </a:lnTo>
                  <a:lnTo>
                    <a:pt x="3691623" y="1627809"/>
                  </a:lnTo>
                  <a:lnTo>
                    <a:pt x="3672433" y="1662468"/>
                  </a:lnTo>
                  <a:lnTo>
                    <a:pt x="3686822" y="1674914"/>
                  </a:lnTo>
                  <a:lnTo>
                    <a:pt x="3709860" y="1633334"/>
                  </a:lnTo>
                  <a:lnTo>
                    <a:pt x="3712578" y="1622513"/>
                  </a:lnTo>
                  <a:lnTo>
                    <a:pt x="3713188" y="1618361"/>
                  </a:lnTo>
                  <a:close/>
                </a:path>
                <a:path w="3714750" h="1714500">
                  <a:moveTo>
                    <a:pt x="3714750" y="1521980"/>
                  </a:moveTo>
                  <a:lnTo>
                    <a:pt x="3695700" y="1521980"/>
                  </a:lnTo>
                  <a:lnTo>
                    <a:pt x="3695700" y="1579130"/>
                  </a:lnTo>
                  <a:lnTo>
                    <a:pt x="3714750" y="1579130"/>
                  </a:lnTo>
                  <a:lnTo>
                    <a:pt x="3714750" y="1521980"/>
                  </a:lnTo>
                  <a:close/>
                </a:path>
                <a:path w="3714750" h="1714500">
                  <a:moveTo>
                    <a:pt x="3714750" y="1426565"/>
                  </a:moveTo>
                  <a:lnTo>
                    <a:pt x="3695700" y="1426565"/>
                  </a:lnTo>
                  <a:lnTo>
                    <a:pt x="3695700" y="1483715"/>
                  </a:lnTo>
                  <a:lnTo>
                    <a:pt x="3714750" y="1483715"/>
                  </a:lnTo>
                  <a:lnTo>
                    <a:pt x="3714750" y="1426565"/>
                  </a:lnTo>
                  <a:close/>
                </a:path>
                <a:path w="3714750" h="1714500">
                  <a:moveTo>
                    <a:pt x="3714750" y="1331137"/>
                  </a:moveTo>
                  <a:lnTo>
                    <a:pt x="3695700" y="1331137"/>
                  </a:lnTo>
                  <a:lnTo>
                    <a:pt x="3695700" y="1388287"/>
                  </a:lnTo>
                  <a:lnTo>
                    <a:pt x="3714750" y="1388287"/>
                  </a:lnTo>
                  <a:lnTo>
                    <a:pt x="3714750" y="1331137"/>
                  </a:lnTo>
                  <a:close/>
                </a:path>
                <a:path w="3714750" h="1714500">
                  <a:moveTo>
                    <a:pt x="3714750" y="1235722"/>
                  </a:moveTo>
                  <a:lnTo>
                    <a:pt x="3695700" y="1235722"/>
                  </a:lnTo>
                  <a:lnTo>
                    <a:pt x="3695700" y="1292872"/>
                  </a:lnTo>
                  <a:lnTo>
                    <a:pt x="3714750" y="1292872"/>
                  </a:lnTo>
                  <a:lnTo>
                    <a:pt x="3714750" y="1235722"/>
                  </a:lnTo>
                  <a:close/>
                </a:path>
                <a:path w="3714750" h="1714500">
                  <a:moveTo>
                    <a:pt x="3714750" y="1140294"/>
                  </a:moveTo>
                  <a:lnTo>
                    <a:pt x="3695700" y="1140294"/>
                  </a:lnTo>
                  <a:lnTo>
                    <a:pt x="3695700" y="1197444"/>
                  </a:lnTo>
                  <a:lnTo>
                    <a:pt x="3714750" y="1197444"/>
                  </a:lnTo>
                  <a:lnTo>
                    <a:pt x="3714750" y="1140294"/>
                  </a:lnTo>
                  <a:close/>
                </a:path>
                <a:path w="3714750" h="1714500">
                  <a:moveTo>
                    <a:pt x="3714750" y="1044879"/>
                  </a:moveTo>
                  <a:lnTo>
                    <a:pt x="3695700" y="1044879"/>
                  </a:lnTo>
                  <a:lnTo>
                    <a:pt x="3695700" y="1102029"/>
                  </a:lnTo>
                  <a:lnTo>
                    <a:pt x="3714750" y="1102029"/>
                  </a:lnTo>
                  <a:lnTo>
                    <a:pt x="3714750" y="1044879"/>
                  </a:lnTo>
                  <a:close/>
                </a:path>
                <a:path w="3714750" h="1714500">
                  <a:moveTo>
                    <a:pt x="3714750" y="949452"/>
                  </a:moveTo>
                  <a:lnTo>
                    <a:pt x="3695700" y="949452"/>
                  </a:lnTo>
                  <a:lnTo>
                    <a:pt x="3695700" y="1006602"/>
                  </a:lnTo>
                  <a:lnTo>
                    <a:pt x="3714750" y="1006602"/>
                  </a:lnTo>
                  <a:lnTo>
                    <a:pt x="3714750" y="949452"/>
                  </a:lnTo>
                  <a:close/>
                </a:path>
                <a:path w="3714750" h="1714500">
                  <a:moveTo>
                    <a:pt x="3714750" y="854036"/>
                  </a:moveTo>
                  <a:lnTo>
                    <a:pt x="3695700" y="854036"/>
                  </a:lnTo>
                  <a:lnTo>
                    <a:pt x="3695700" y="911186"/>
                  </a:lnTo>
                  <a:lnTo>
                    <a:pt x="3714750" y="911186"/>
                  </a:lnTo>
                  <a:lnTo>
                    <a:pt x="3714750" y="854036"/>
                  </a:lnTo>
                  <a:close/>
                </a:path>
                <a:path w="3714750" h="1714500">
                  <a:moveTo>
                    <a:pt x="3714750" y="758609"/>
                  </a:moveTo>
                  <a:lnTo>
                    <a:pt x="3695700" y="758609"/>
                  </a:lnTo>
                  <a:lnTo>
                    <a:pt x="3695700" y="815759"/>
                  </a:lnTo>
                  <a:lnTo>
                    <a:pt x="3714750" y="815759"/>
                  </a:lnTo>
                  <a:lnTo>
                    <a:pt x="3714750" y="758609"/>
                  </a:lnTo>
                  <a:close/>
                </a:path>
                <a:path w="3714750" h="1714500">
                  <a:moveTo>
                    <a:pt x="3714750" y="663194"/>
                  </a:moveTo>
                  <a:lnTo>
                    <a:pt x="3695700" y="663194"/>
                  </a:lnTo>
                  <a:lnTo>
                    <a:pt x="3695700" y="720344"/>
                  </a:lnTo>
                  <a:lnTo>
                    <a:pt x="3714750" y="720344"/>
                  </a:lnTo>
                  <a:lnTo>
                    <a:pt x="3714750" y="663194"/>
                  </a:lnTo>
                  <a:close/>
                </a:path>
                <a:path w="3714750" h="1714500">
                  <a:moveTo>
                    <a:pt x="3714750" y="567766"/>
                  </a:moveTo>
                  <a:lnTo>
                    <a:pt x="3695700" y="567766"/>
                  </a:lnTo>
                  <a:lnTo>
                    <a:pt x="3695700" y="624916"/>
                  </a:lnTo>
                  <a:lnTo>
                    <a:pt x="3714750" y="624916"/>
                  </a:lnTo>
                  <a:lnTo>
                    <a:pt x="3714750" y="567766"/>
                  </a:lnTo>
                  <a:close/>
                </a:path>
                <a:path w="3714750" h="1714500">
                  <a:moveTo>
                    <a:pt x="3714750" y="472351"/>
                  </a:moveTo>
                  <a:lnTo>
                    <a:pt x="3695700" y="472351"/>
                  </a:lnTo>
                  <a:lnTo>
                    <a:pt x="3695700" y="529501"/>
                  </a:lnTo>
                  <a:lnTo>
                    <a:pt x="3714750" y="529501"/>
                  </a:lnTo>
                  <a:lnTo>
                    <a:pt x="3714750" y="472351"/>
                  </a:lnTo>
                  <a:close/>
                </a:path>
                <a:path w="3714750" h="1714500">
                  <a:moveTo>
                    <a:pt x="3714750" y="376923"/>
                  </a:moveTo>
                  <a:lnTo>
                    <a:pt x="3695700" y="376923"/>
                  </a:lnTo>
                  <a:lnTo>
                    <a:pt x="3695700" y="434073"/>
                  </a:lnTo>
                  <a:lnTo>
                    <a:pt x="3714750" y="434073"/>
                  </a:lnTo>
                  <a:lnTo>
                    <a:pt x="3714750" y="376923"/>
                  </a:lnTo>
                  <a:close/>
                </a:path>
                <a:path w="3714750" h="1714500">
                  <a:moveTo>
                    <a:pt x="3714750" y="281495"/>
                  </a:moveTo>
                  <a:lnTo>
                    <a:pt x="3695700" y="281495"/>
                  </a:lnTo>
                  <a:lnTo>
                    <a:pt x="3695700" y="338645"/>
                  </a:lnTo>
                  <a:lnTo>
                    <a:pt x="3714750" y="338645"/>
                  </a:lnTo>
                  <a:lnTo>
                    <a:pt x="3714750" y="281495"/>
                  </a:lnTo>
                  <a:close/>
                </a:path>
                <a:path w="3714750" h="1714500">
                  <a:moveTo>
                    <a:pt x="3714750" y="186080"/>
                  </a:moveTo>
                  <a:lnTo>
                    <a:pt x="3695700" y="186080"/>
                  </a:lnTo>
                  <a:lnTo>
                    <a:pt x="3695700" y="243230"/>
                  </a:lnTo>
                  <a:lnTo>
                    <a:pt x="3714750" y="243230"/>
                  </a:lnTo>
                  <a:lnTo>
                    <a:pt x="3714750" y="186080"/>
                  </a:lnTo>
                  <a:close/>
                </a:path>
                <a:path w="3714750" h="1714500">
                  <a:moveTo>
                    <a:pt x="3714750" y="114300"/>
                  </a:moveTo>
                  <a:lnTo>
                    <a:pt x="3714216" y="103047"/>
                  </a:lnTo>
                  <a:lnTo>
                    <a:pt x="3712578" y="91998"/>
                  </a:lnTo>
                  <a:lnTo>
                    <a:pt x="3711867" y="89179"/>
                  </a:lnTo>
                  <a:lnTo>
                    <a:pt x="3693299" y="93357"/>
                  </a:lnTo>
                  <a:lnTo>
                    <a:pt x="3693896" y="95719"/>
                  </a:lnTo>
                  <a:lnTo>
                    <a:pt x="3695255" y="104927"/>
                  </a:lnTo>
                  <a:lnTo>
                    <a:pt x="3695700" y="114300"/>
                  </a:lnTo>
                  <a:lnTo>
                    <a:pt x="3695700" y="147802"/>
                  </a:lnTo>
                  <a:lnTo>
                    <a:pt x="3714750" y="147802"/>
                  </a:lnTo>
                  <a:lnTo>
                    <a:pt x="3714750" y="114300"/>
                  </a:lnTo>
                  <a:close/>
                </a:path>
              </a:pathLst>
            </a:custGeom>
            <a:solidFill>
              <a:srgbClr val="86EF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54624" y="1203960"/>
              <a:ext cx="683260" cy="411480"/>
            </a:xfrm>
            <a:custGeom>
              <a:avLst/>
              <a:gdLst/>
              <a:ahLst/>
              <a:cxnLst/>
              <a:rect l="l" t="t" r="r" b="b"/>
              <a:pathLst>
                <a:path w="683260" h="411480">
                  <a:moveTo>
                    <a:pt x="682752" y="411480"/>
                  </a:moveTo>
                  <a:lnTo>
                    <a:pt x="0" y="411480"/>
                  </a:lnTo>
                  <a:lnTo>
                    <a:pt x="0" y="0"/>
                  </a:lnTo>
                  <a:lnTo>
                    <a:pt x="682752" y="0"/>
                  </a:lnTo>
                  <a:lnTo>
                    <a:pt x="682752" y="43814"/>
                  </a:lnTo>
                  <a:lnTo>
                    <a:pt x="341375" y="43814"/>
                  </a:lnTo>
                  <a:lnTo>
                    <a:pt x="327805" y="43986"/>
                  </a:lnTo>
                  <a:lnTo>
                    <a:pt x="287485" y="46560"/>
                  </a:lnTo>
                  <a:lnTo>
                    <a:pt x="248331" y="52162"/>
                  </a:lnTo>
                  <a:lnTo>
                    <a:pt x="211161" y="60683"/>
                  </a:lnTo>
                  <a:lnTo>
                    <a:pt x="166137" y="76244"/>
                  </a:lnTo>
                  <a:lnTo>
                    <a:pt x="127847" y="96049"/>
                  </a:lnTo>
                  <a:lnTo>
                    <a:pt x="91675" y="125594"/>
                  </a:lnTo>
                  <a:lnTo>
                    <a:pt x="70457" y="158816"/>
                  </a:lnTo>
                  <a:lnTo>
                    <a:pt x="65150" y="186689"/>
                  </a:lnTo>
                  <a:lnTo>
                    <a:pt x="65482" y="193708"/>
                  </a:lnTo>
                  <a:lnTo>
                    <a:pt x="81289" y="234815"/>
                  </a:lnTo>
                  <a:lnTo>
                    <a:pt x="111701" y="266066"/>
                  </a:lnTo>
                  <a:lnTo>
                    <a:pt x="146054" y="287717"/>
                  </a:lnTo>
                  <a:lnTo>
                    <a:pt x="187912" y="305485"/>
                  </a:lnTo>
                  <a:lnTo>
                    <a:pt x="235667" y="318688"/>
                  </a:lnTo>
                  <a:lnTo>
                    <a:pt x="274241" y="325281"/>
                  </a:lnTo>
                  <a:lnTo>
                    <a:pt x="314300" y="328878"/>
                  </a:lnTo>
                  <a:lnTo>
                    <a:pt x="341375" y="329564"/>
                  </a:lnTo>
                  <a:lnTo>
                    <a:pt x="682752" y="329564"/>
                  </a:lnTo>
                  <a:lnTo>
                    <a:pt x="682752" y="411480"/>
                  </a:lnTo>
                  <a:close/>
                </a:path>
                <a:path w="683260" h="411480">
                  <a:moveTo>
                    <a:pt x="682752" y="329564"/>
                  </a:moveTo>
                  <a:lnTo>
                    <a:pt x="341375" y="329564"/>
                  </a:lnTo>
                  <a:lnTo>
                    <a:pt x="354945" y="329393"/>
                  </a:lnTo>
                  <a:lnTo>
                    <a:pt x="368450" y="328878"/>
                  </a:lnTo>
                  <a:lnTo>
                    <a:pt x="408508" y="325281"/>
                  </a:lnTo>
                  <a:lnTo>
                    <a:pt x="447080" y="318688"/>
                  </a:lnTo>
                  <a:lnTo>
                    <a:pt x="494837" y="305485"/>
                  </a:lnTo>
                  <a:lnTo>
                    <a:pt x="536695" y="287717"/>
                  </a:lnTo>
                  <a:lnTo>
                    <a:pt x="571047" y="266066"/>
                  </a:lnTo>
                  <a:lnTo>
                    <a:pt x="601460" y="234814"/>
                  </a:lnTo>
                  <a:lnTo>
                    <a:pt x="617268" y="193708"/>
                  </a:lnTo>
                  <a:lnTo>
                    <a:pt x="617600" y="186689"/>
                  </a:lnTo>
                  <a:lnTo>
                    <a:pt x="617268" y="179670"/>
                  </a:lnTo>
                  <a:lnTo>
                    <a:pt x="601459" y="138564"/>
                  </a:lnTo>
                  <a:lnTo>
                    <a:pt x="571047" y="107312"/>
                  </a:lnTo>
                  <a:lnTo>
                    <a:pt x="536695" y="85661"/>
                  </a:lnTo>
                  <a:lnTo>
                    <a:pt x="494836" y="67893"/>
                  </a:lnTo>
                  <a:lnTo>
                    <a:pt x="447081" y="54690"/>
                  </a:lnTo>
                  <a:lnTo>
                    <a:pt x="408508" y="48097"/>
                  </a:lnTo>
                  <a:lnTo>
                    <a:pt x="368450" y="44501"/>
                  </a:lnTo>
                  <a:lnTo>
                    <a:pt x="341375" y="43814"/>
                  </a:lnTo>
                  <a:lnTo>
                    <a:pt x="682752" y="43814"/>
                  </a:lnTo>
                  <a:lnTo>
                    <a:pt x="682752" y="32956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10250" y="1238295"/>
              <a:ext cx="571500" cy="304800"/>
            </a:xfrm>
            <a:custGeom>
              <a:avLst/>
              <a:gdLst/>
              <a:ahLst/>
              <a:cxnLst/>
              <a:rect l="l" t="t" r="r" b="b"/>
              <a:pathLst>
                <a:path w="571500" h="304800">
                  <a:moveTo>
                    <a:pt x="278734" y="304708"/>
                  </a:moveTo>
                  <a:lnTo>
                    <a:pt x="236899" y="302510"/>
                  </a:lnTo>
                  <a:lnTo>
                    <a:pt x="196113" y="297061"/>
                  </a:lnTo>
                  <a:lnTo>
                    <a:pt x="157274" y="288481"/>
                  </a:lnTo>
                  <a:lnTo>
                    <a:pt x="119213" y="276296"/>
                  </a:lnTo>
                  <a:lnTo>
                    <a:pt x="77076" y="256587"/>
                  </a:lnTo>
                  <a:lnTo>
                    <a:pt x="42957" y="232872"/>
                  </a:lnTo>
                  <a:lnTo>
                    <a:pt x="15020" y="201369"/>
                  </a:lnTo>
                  <a:lnTo>
                    <a:pt x="458" y="162324"/>
                  </a:lnTo>
                  <a:lnTo>
                    <a:pt x="0" y="157345"/>
                  </a:lnTo>
                  <a:lnTo>
                    <a:pt x="0" y="147362"/>
                  </a:lnTo>
                  <a:lnTo>
                    <a:pt x="15020" y="103338"/>
                  </a:lnTo>
                  <a:lnTo>
                    <a:pt x="42957" y="71835"/>
                  </a:lnTo>
                  <a:lnTo>
                    <a:pt x="77076" y="48120"/>
                  </a:lnTo>
                  <a:lnTo>
                    <a:pt x="111705" y="31380"/>
                  </a:lnTo>
                  <a:lnTo>
                    <a:pt x="163575" y="14585"/>
                  </a:lnTo>
                  <a:lnTo>
                    <a:pt x="209538" y="5474"/>
                  </a:lnTo>
                  <a:lnTo>
                    <a:pt x="250768" y="1100"/>
                  </a:lnTo>
                  <a:lnTo>
                    <a:pt x="292764" y="0"/>
                  </a:lnTo>
                  <a:lnTo>
                    <a:pt x="313758" y="687"/>
                  </a:lnTo>
                  <a:lnTo>
                    <a:pt x="355181" y="4521"/>
                  </a:lnTo>
                  <a:lnTo>
                    <a:pt x="401548" y="13028"/>
                  </a:lnTo>
                  <a:lnTo>
                    <a:pt x="452284" y="28411"/>
                  </a:lnTo>
                  <a:lnTo>
                    <a:pt x="494422" y="48120"/>
                  </a:lnTo>
                  <a:lnTo>
                    <a:pt x="528540" y="71835"/>
                  </a:lnTo>
                  <a:lnTo>
                    <a:pt x="556478" y="103338"/>
                  </a:lnTo>
                  <a:lnTo>
                    <a:pt x="571040" y="142383"/>
                  </a:lnTo>
                  <a:lnTo>
                    <a:pt x="571499" y="147362"/>
                  </a:lnTo>
                  <a:lnTo>
                    <a:pt x="571499" y="152354"/>
                  </a:lnTo>
                  <a:lnTo>
                    <a:pt x="571499" y="157345"/>
                  </a:lnTo>
                  <a:lnTo>
                    <a:pt x="556478" y="201369"/>
                  </a:lnTo>
                  <a:lnTo>
                    <a:pt x="528540" y="232872"/>
                  </a:lnTo>
                  <a:lnTo>
                    <a:pt x="494422" y="256587"/>
                  </a:lnTo>
                  <a:lnTo>
                    <a:pt x="459792" y="273327"/>
                  </a:lnTo>
                  <a:lnTo>
                    <a:pt x="407922" y="290121"/>
                  </a:lnTo>
                  <a:lnTo>
                    <a:pt x="361960" y="299233"/>
                  </a:lnTo>
                  <a:lnTo>
                    <a:pt x="320730" y="303607"/>
                  </a:lnTo>
                  <a:lnTo>
                    <a:pt x="299770" y="304570"/>
                  </a:lnTo>
                  <a:lnTo>
                    <a:pt x="278734" y="304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5499" y="1241424"/>
              <a:ext cx="377825" cy="301625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4519116" y="1526212"/>
            <a:ext cx="3154045" cy="101091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155"/>
              </a:spcBef>
            </a:pPr>
            <a:r>
              <a:rPr sz="1550" b="1" dirty="0">
                <a:solidFill>
                  <a:srgbClr val="15803C"/>
                </a:solidFill>
                <a:latin typeface="Arial"/>
                <a:cs typeface="Arial"/>
              </a:rPr>
              <a:t>2.</a:t>
            </a:r>
            <a:r>
              <a:rPr sz="1550" b="1" spc="50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600" b="1" spc="-140" dirty="0">
                <a:solidFill>
                  <a:srgbClr val="15803C"/>
                </a:solidFill>
                <a:latin typeface="Arial"/>
                <a:cs typeface="Arial"/>
              </a:rPr>
              <a:t>OPÉRATIONS</a:t>
            </a:r>
            <a:r>
              <a:rPr sz="1600" b="1" spc="95" dirty="0">
                <a:solidFill>
                  <a:srgbClr val="15803C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15803C"/>
                </a:solidFill>
                <a:latin typeface="Arial"/>
                <a:cs typeface="Arial"/>
              </a:rPr>
              <a:t>INTERMÉDIAIRES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1310"/>
              </a:lnSpc>
              <a:spcBef>
                <a:spcPts val="755"/>
              </a:spcBef>
            </a:pPr>
            <a:r>
              <a:rPr sz="1100" spc="-35" dirty="0">
                <a:solidFill>
                  <a:srgbClr val="465469"/>
                </a:solidFill>
                <a:latin typeface="Arial"/>
                <a:cs typeface="Arial"/>
              </a:rPr>
              <a:t>Transforment</a:t>
            </a:r>
            <a:r>
              <a:rPr sz="11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1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465469"/>
                </a:solidFill>
                <a:latin typeface="Arial"/>
                <a:cs typeface="Arial"/>
              </a:rPr>
              <a:t>flux.</a:t>
            </a:r>
            <a:endParaRPr sz="1100">
              <a:latin typeface="Arial"/>
              <a:cs typeface="Arial"/>
            </a:endParaRPr>
          </a:p>
          <a:p>
            <a:pPr marL="12700" marR="5080" algn="ctr">
              <a:lnSpc>
                <a:spcPts val="1350"/>
              </a:lnSpc>
              <a:spcBef>
                <a:spcPts val="60"/>
              </a:spcBef>
            </a:pPr>
            <a:r>
              <a:rPr sz="1150" b="1" spc="-155" dirty="0">
                <a:solidFill>
                  <a:srgbClr val="465469"/>
                </a:solidFill>
                <a:latin typeface="Arial"/>
                <a:cs typeface="Arial"/>
              </a:rPr>
              <a:t>PARESSEUX</a:t>
            </a:r>
            <a:r>
              <a:rPr sz="115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465469"/>
                </a:solidFill>
                <a:latin typeface="Arial"/>
                <a:cs typeface="Arial"/>
              </a:rPr>
              <a:t>(</a:t>
            </a:r>
            <a:r>
              <a:rPr sz="1150" b="1" spc="-65" dirty="0">
                <a:solidFill>
                  <a:srgbClr val="465469"/>
                </a:solidFill>
                <a:latin typeface="Arial"/>
                <a:cs typeface="Arial"/>
              </a:rPr>
              <a:t>LAZY</a:t>
            </a:r>
            <a:r>
              <a:rPr sz="1100" b="1" spc="-65" dirty="0">
                <a:solidFill>
                  <a:srgbClr val="465469"/>
                </a:solidFill>
                <a:latin typeface="Arial"/>
                <a:cs typeface="Arial"/>
              </a:rPr>
              <a:t>)</a:t>
            </a:r>
            <a:r>
              <a:rPr sz="1100" b="1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1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465469"/>
                </a:solidFill>
                <a:latin typeface="Arial"/>
                <a:cs typeface="Arial"/>
              </a:rPr>
              <a:t>ne</a:t>
            </a:r>
            <a:r>
              <a:rPr sz="11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65469"/>
                </a:solidFill>
                <a:latin typeface="Arial"/>
                <a:cs typeface="Arial"/>
              </a:rPr>
              <a:t>font</a:t>
            </a:r>
            <a:r>
              <a:rPr sz="11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465469"/>
                </a:solidFill>
                <a:latin typeface="Arial"/>
                <a:cs typeface="Arial"/>
              </a:rPr>
              <a:t>rien</a:t>
            </a:r>
            <a:r>
              <a:rPr sz="11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465469"/>
                </a:solidFill>
                <a:latin typeface="Arial"/>
                <a:cs typeface="Arial"/>
              </a:rPr>
              <a:t>tant</a:t>
            </a:r>
            <a:r>
              <a:rPr sz="11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465469"/>
                </a:solidFill>
                <a:latin typeface="Arial"/>
                <a:cs typeface="Arial"/>
              </a:rPr>
              <a:t>que</a:t>
            </a:r>
            <a:r>
              <a:rPr sz="11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1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465469"/>
                </a:solidFill>
                <a:latin typeface="Arial"/>
                <a:cs typeface="Arial"/>
              </a:rPr>
              <a:t>terminal </a:t>
            </a:r>
            <a:r>
              <a:rPr sz="1100" spc="-10" dirty="0">
                <a:solidFill>
                  <a:srgbClr val="465469"/>
                </a:solidFill>
                <a:latin typeface="Arial"/>
                <a:cs typeface="Arial"/>
              </a:rPr>
              <a:t>n'est</a:t>
            </a:r>
            <a:r>
              <a:rPr sz="11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465469"/>
                </a:solidFill>
                <a:latin typeface="Arial"/>
                <a:cs typeface="Arial"/>
              </a:rPr>
              <a:t>pas</a:t>
            </a:r>
            <a:r>
              <a:rPr sz="11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65469"/>
                </a:solidFill>
                <a:latin typeface="Arial"/>
                <a:cs typeface="Arial"/>
              </a:rPr>
              <a:t>appelé.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022335" y="993648"/>
            <a:ext cx="3862070" cy="1859280"/>
            <a:chOff x="8022335" y="993648"/>
            <a:chExt cx="3862070" cy="1859280"/>
          </a:xfrm>
        </p:grpSpPr>
        <p:sp>
          <p:nvSpPr>
            <p:cNvPr id="50" name="object 50"/>
            <p:cNvSpPr/>
            <p:nvPr/>
          </p:nvSpPr>
          <p:spPr>
            <a:xfrm>
              <a:off x="8022335" y="993648"/>
              <a:ext cx="3862070" cy="1859280"/>
            </a:xfrm>
            <a:custGeom>
              <a:avLst/>
              <a:gdLst/>
              <a:ahLst/>
              <a:cxnLst/>
              <a:rect l="l" t="t" r="r" b="b"/>
              <a:pathLst>
                <a:path w="3862070" h="1859280">
                  <a:moveTo>
                    <a:pt x="3861816" y="1859280"/>
                  </a:moveTo>
                  <a:lnTo>
                    <a:pt x="0" y="1859280"/>
                  </a:lnTo>
                  <a:lnTo>
                    <a:pt x="0" y="0"/>
                  </a:lnTo>
                  <a:lnTo>
                    <a:pt x="3861816" y="0"/>
                  </a:lnTo>
                  <a:lnTo>
                    <a:pt x="3861816" y="44576"/>
                  </a:lnTo>
                  <a:lnTo>
                    <a:pt x="188213" y="44576"/>
                  </a:lnTo>
                  <a:lnTo>
                    <a:pt x="177892" y="45075"/>
                  </a:lnTo>
                  <a:lnTo>
                    <a:pt x="138771" y="56962"/>
                  </a:lnTo>
                  <a:lnTo>
                    <a:pt x="107179" y="82915"/>
                  </a:lnTo>
                  <a:lnTo>
                    <a:pt x="87923" y="118982"/>
                  </a:lnTo>
                  <a:lnTo>
                    <a:pt x="83438" y="149351"/>
                  </a:lnTo>
                  <a:lnTo>
                    <a:pt x="83438" y="1635251"/>
                  </a:lnTo>
                  <a:lnTo>
                    <a:pt x="91412" y="1675347"/>
                  </a:lnTo>
                  <a:lnTo>
                    <a:pt x="114125" y="1709338"/>
                  </a:lnTo>
                  <a:lnTo>
                    <a:pt x="148117" y="1732050"/>
                  </a:lnTo>
                  <a:lnTo>
                    <a:pt x="188213" y="1740026"/>
                  </a:lnTo>
                  <a:lnTo>
                    <a:pt x="3861816" y="1740026"/>
                  </a:lnTo>
                  <a:lnTo>
                    <a:pt x="3861816" y="1859280"/>
                  </a:lnTo>
                  <a:close/>
                </a:path>
                <a:path w="3862070" h="1859280">
                  <a:moveTo>
                    <a:pt x="3861816" y="1740026"/>
                  </a:moveTo>
                  <a:lnTo>
                    <a:pt x="3674363" y="1740026"/>
                  </a:lnTo>
                  <a:lnTo>
                    <a:pt x="3684684" y="1739528"/>
                  </a:lnTo>
                  <a:lnTo>
                    <a:pt x="3694806" y="1738032"/>
                  </a:lnTo>
                  <a:lnTo>
                    <a:pt x="3732582" y="1722385"/>
                  </a:lnTo>
                  <a:lnTo>
                    <a:pt x="3761496" y="1693472"/>
                  </a:lnTo>
                  <a:lnTo>
                    <a:pt x="3777143" y="1655695"/>
                  </a:lnTo>
                  <a:lnTo>
                    <a:pt x="3779138" y="1635251"/>
                  </a:lnTo>
                  <a:lnTo>
                    <a:pt x="3779138" y="149351"/>
                  </a:lnTo>
                  <a:lnTo>
                    <a:pt x="3771162" y="109256"/>
                  </a:lnTo>
                  <a:lnTo>
                    <a:pt x="3748449" y="75264"/>
                  </a:lnTo>
                  <a:lnTo>
                    <a:pt x="3714457" y="52552"/>
                  </a:lnTo>
                  <a:lnTo>
                    <a:pt x="3674363" y="44576"/>
                  </a:lnTo>
                  <a:lnTo>
                    <a:pt x="3861816" y="44576"/>
                  </a:lnTo>
                  <a:lnTo>
                    <a:pt x="3861816" y="174002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105773" y="1038225"/>
              <a:ext cx="3695700" cy="1695450"/>
            </a:xfrm>
            <a:custGeom>
              <a:avLst/>
              <a:gdLst/>
              <a:ahLst/>
              <a:cxnLst/>
              <a:rect l="l" t="t" r="r" b="b"/>
              <a:pathLst>
                <a:path w="3695700" h="1695450">
                  <a:moveTo>
                    <a:pt x="3597805" y="1695449"/>
                  </a:moveTo>
                  <a:lnTo>
                    <a:pt x="97895" y="1695449"/>
                  </a:lnTo>
                  <a:lnTo>
                    <a:pt x="91081" y="1694778"/>
                  </a:lnTo>
                  <a:lnTo>
                    <a:pt x="52283" y="1681613"/>
                  </a:lnTo>
                  <a:lnTo>
                    <a:pt x="21479" y="1654604"/>
                  </a:lnTo>
                  <a:lnTo>
                    <a:pt x="3354" y="1617862"/>
                  </a:lnTo>
                  <a:lnTo>
                    <a:pt x="0" y="1597554"/>
                  </a:lnTo>
                  <a:lnTo>
                    <a:pt x="0" y="1590674"/>
                  </a:lnTo>
                  <a:lnTo>
                    <a:pt x="0" y="97895"/>
                  </a:lnTo>
                  <a:lnTo>
                    <a:pt x="10608" y="58323"/>
                  </a:lnTo>
                  <a:lnTo>
                    <a:pt x="35551" y="25823"/>
                  </a:lnTo>
                  <a:lnTo>
                    <a:pt x="71034" y="5342"/>
                  </a:lnTo>
                  <a:lnTo>
                    <a:pt x="97895" y="0"/>
                  </a:lnTo>
                  <a:lnTo>
                    <a:pt x="3597805" y="0"/>
                  </a:lnTo>
                  <a:lnTo>
                    <a:pt x="3637375" y="10608"/>
                  </a:lnTo>
                  <a:lnTo>
                    <a:pt x="3669876" y="35552"/>
                  </a:lnTo>
                  <a:lnTo>
                    <a:pt x="3690355" y="71035"/>
                  </a:lnTo>
                  <a:lnTo>
                    <a:pt x="3695699" y="97895"/>
                  </a:lnTo>
                  <a:lnTo>
                    <a:pt x="3695699" y="1597554"/>
                  </a:lnTo>
                  <a:lnTo>
                    <a:pt x="3685090" y="1637126"/>
                  </a:lnTo>
                  <a:lnTo>
                    <a:pt x="3660146" y="1669626"/>
                  </a:lnTo>
                  <a:lnTo>
                    <a:pt x="3624662" y="1690106"/>
                  </a:lnTo>
                  <a:lnTo>
                    <a:pt x="3604617" y="1694778"/>
                  </a:lnTo>
                  <a:lnTo>
                    <a:pt x="3597805" y="169544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05773" y="1038224"/>
              <a:ext cx="3695700" cy="1695450"/>
            </a:xfrm>
            <a:custGeom>
              <a:avLst/>
              <a:gdLst/>
              <a:ahLst/>
              <a:cxnLst/>
              <a:rect l="l" t="t" r="r" b="b"/>
              <a:pathLst>
                <a:path w="3695700" h="1695450">
                  <a:moveTo>
                    <a:pt x="0" y="15906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0" y="91081"/>
                  </a:lnTo>
                  <a:lnTo>
                    <a:pt x="2012" y="84334"/>
                  </a:lnTo>
                  <a:lnTo>
                    <a:pt x="3354" y="77586"/>
                  </a:lnTo>
                  <a:lnTo>
                    <a:pt x="5342" y="71035"/>
                  </a:lnTo>
                  <a:lnTo>
                    <a:pt x="7975" y="64679"/>
                  </a:lnTo>
                  <a:lnTo>
                    <a:pt x="10608" y="58323"/>
                  </a:lnTo>
                  <a:lnTo>
                    <a:pt x="30687" y="30687"/>
                  </a:lnTo>
                  <a:lnTo>
                    <a:pt x="35551" y="25823"/>
                  </a:lnTo>
                  <a:lnTo>
                    <a:pt x="40843" y="21479"/>
                  </a:lnTo>
                  <a:lnTo>
                    <a:pt x="46564" y="17657"/>
                  </a:lnTo>
                  <a:lnTo>
                    <a:pt x="52283" y="13835"/>
                  </a:lnTo>
                  <a:lnTo>
                    <a:pt x="58322" y="10608"/>
                  </a:lnTo>
                  <a:lnTo>
                    <a:pt x="64678" y="7975"/>
                  </a:lnTo>
                  <a:lnTo>
                    <a:pt x="71034" y="5342"/>
                  </a:lnTo>
                  <a:lnTo>
                    <a:pt x="77586" y="3355"/>
                  </a:lnTo>
                  <a:lnTo>
                    <a:pt x="84334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3590925" y="0"/>
                  </a:lnTo>
                  <a:lnTo>
                    <a:pt x="3597805" y="0"/>
                  </a:lnTo>
                  <a:lnTo>
                    <a:pt x="3604617" y="671"/>
                  </a:lnTo>
                  <a:lnTo>
                    <a:pt x="3611364" y="2013"/>
                  </a:lnTo>
                  <a:lnTo>
                    <a:pt x="3618112" y="3355"/>
                  </a:lnTo>
                  <a:lnTo>
                    <a:pt x="3624662" y="5342"/>
                  </a:lnTo>
                  <a:lnTo>
                    <a:pt x="3631019" y="7975"/>
                  </a:lnTo>
                  <a:lnTo>
                    <a:pt x="3637375" y="10608"/>
                  </a:lnTo>
                  <a:lnTo>
                    <a:pt x="3669876" y="35552"/>
                  </a:lnTo>
                  <a:lnTo>
                    <a:pt x="3690355" y="71035"/>
                  </a:lnTo>
                  <a:lnTo>
                    <a:pt x="3693685" y="84334"/>
                  </a:lnTo>
                  <a:lnTo>
                    <a:pt x="3695028" y="91081"/>
                  </a:lnTo>
                  <a:lnTo>
                    <a:pt x="3695699" y="97895"/>
                  </a:lnTo>
                  <a:lnTo>
                    <a:pt x="3695700" y="104774"/>
                  </a:lnTo>
                  <a:lnTo>
                    <a:pt x="3695700" y="1590674"/>
                  </a:lnTo>
                  <a:lnTo>
                    <a:pt x="3695699" y="1597554"/>
                  </a:lnTo>
                  <a:lnTo>
                    <a:pt x="3695028" y="1604367"/>
                  </a:lnTo>
                  <a:lnTo>
                    <a:pt x="3693685" y="1611115"/>
                  </a:lnTo>
                  <a:lnTo>
                    <a:pt x="3692342" y="1617862"/>
                  </a:lnTo>
                  <a:lnTo>
                    <a:pt x="3678040" y="1648884"/>
                  </a:lnTo>
                  <a:lnTo>
                    <a:pt x="3674219" y="1654604"/>
                  </a:lnTo>
                  <a:lnTo>
                    <a:pt x="3643413" y="1681613"/>
                  </a:lnTo>
                  <a:lnTo>
                    <a:pt x="3604617" y="1694778"/>
                  </a:lnTo>
                  <a:lnTo>
                    <a:pt x="3590925" y="1695449"/>
                  </a:lnTo>
                  <a:lnTo>
                    <a:pt x="104775" y="1695449"/>
                  </a:lnTo>
                  <a:lnTo>
                    <a:pt x="64678" y="1687473"/>
                  </a:lnTo>
                  <a:lnTo>
                    <a:pt x="58322" y="1684841"/>
                  </a:lnTo>
                  <a:lnTo>
                    <a:pt x="25823" y="1659897"/>
                  </a:lnTo>
                  <a:lnTo>
                    <a:pt x="7975" y="1630770"/>
                  </a:lnTo>
                  <a:lnTo>
                    <a:pt x="5342" y="1624414"/>
                  </a:lnTo>
                  <a:lnTo>
                    <a:pt x="3354" y="1617862"/>
                  </a:lnTo>
                  <a:lnTo>
                    <a:pt x="2012" y="1611115"/>
                  </a:lnTo>
                  <a:lnTo>
                    <a:pt x="670" y="1604367"/>
                  </a:lnTo>
                  <a:lnTo>
                    <a:pt x="0" y="1597554"/>
                  </a:lnTo>
                  <a:lnTo>
                    <a:pt x="0" y="1590674"/>
                  </a:lnTo>
                  <a:close/>
                </a:path>
              </a:pathLst>
            </a:custGeom>
            <a:ln w="19049">
              <a:solidFill>
                <a:srgbClr val="FDB9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613391" y="1203960"/>
              <a:ext cx="680085" cy="585470"/>
            </a:xfrm>
            <a:custGeom>
              <a:avLst/>
              <a:gdLst/>
              <a:ahLst/>
              <a:cxnLst/>
              <a:rect l="l" t="t" r="r" b="b"/>
              <a:pathLst>
                <a:path w="680084" h="585469">
                  <a:moveTo>
                    <a:pt x="679704" y="585216"/>
                  </a:moveTo>
                  <a:lnTo>
                    <a:pt x="0" y="585216"/>
                  </a:lnTo>
                  <a:lnTo>
                    <a:pt x="0" y="0"/>
                  </a:lnTo>
                  <a:lnTo>
                    <a:pt x="679704" y="0"/>
                  </a:lnTo>
                  <a:lnTo>
                    <a:pt x="679704" y="43814"/>
                  </a:lnTo>
                  <a:lnTo>
                    <a:pt x="340232" y="43814"/>
                  </a:lnTo>
                  <a:lnTo>
                    <a:pt x="326661" y="44087"/>
                  </a:lnTo>
                  <a:lnTo>
                    <a:pt x="286341" y="48172"/>
                  </a:lnTo>
                  <a:lnTo>
                    <a:pt x="247188" y="57067"/>
                  </a:lnTo>
                  <a:lnTo>
                    <a:pt x="210017" y="70594"/>
                  </a:lnTo>
                  <a:lnTo>
                    <a:pt x="175669" y="88456"/>
                  </a:lnTo>
                  <a:lnTo>
                    <a:pt x="135549" y="118318"/>
                  </a:lnTo>
                  <a:lnTo>
                    <a:pt x="103294" y="154033"/>
                  </a:lnTo>
                  <a:lnTo>
                    <a:pt x="80145" y="194229"/>
                  </a:lnTo>
                  <a:lnTo>
                    <a:pt x="66992" y="237361"/>
                  </a:lnTo>
                  <a:lnTo>
                    <a:pt x="64007" y="270628"/>
                  </a:lnTo>
                  <a:lnTo>
                    <a:pt x="64007" y="274200"/>
                  </a:lnTo>
                  <a:lnTo>
                    <a:pt x="69314" y="318449"/>
                  </a:lnTo>
                  <a:lnTo>
                    <a:pt x="85032" y="360998"/>
                  </a:lnTo>
                  <a:lnTo>
                    <a:pt x="110558" y="400211"/>
                  </a:lnTo>
                  <a:lnTo>
                    <a:pt x="144911" y="434582"/>
                  </a:lnTo>
                  <a:lnTo>
                    <a:pt x="186768" y="462789"/>
                  </a:lnTo>
                  <a:lnTo>
                    <a:pt x="222113" y="479233"/>
                  </a:lnTo>
                  <a:lnTo>
                    <a:pt x="260046" y="491250"/>
                  </a:lnTo>
                  <a:lnTo>
                    <a:pt x="299716" y="498563"/>
                  </a:lnTo>
                  <a:lnTo>
                    <a:pt x="340232" y="501014"/>
                  </a:lnTo>
                  <a:lnTo>
                    <a:pt x="679704" y="501014"/>
                  </a:lnTo>
                  <a:lnTo>
                    <a:pt x="679704" y="585216"/>
                  </a:lnTo>
                  <a:close/>
                </a:path>
                <a:path w="680084" h="585469">
                  <a:moveTo>
                    <a:pt x="679704" y="501014"/>
                  </a:moveTo>
                  <a:lnTo>
                    <a:pt x="340232" y="501014"/>
                  </a:lnTo>
                  <a:lnTo>
                    <a:pt x="353802" y="500742"/>
                  </a:lnTo>
                  <a:lnTo>
                    <a:pt x="367306" y="499925"/>
                  </a:lnTo>
                  <a:lnTo>
                    <a:pt x="407364" y="494215"/>
                  </a:lnTo>
                  <a:lnTo>
                    <a:pt x="445937" y="483749"/>
                  </a:lnTo>
                  <a:lnTo>
                    <a:pt x="482225" y="468753"/>
                  </a:lnTo>
                  <a:lnTo>
                    <a:pt x="515468" y="449532"/>
                  </a:lnTo>
                  <a:lnTo>
                    <a:pt x="553758" y="418091"/>
                  </a:lnTo>
                  <a:lnTo>
                    <a:pt x="583842" y="381121"/>
                  </a:lnTo>
                  <a:lnTo>
                    <a:pt x="604564" y="340042"/>
                  </a:lnTo>
                  <a:lnTo>
                    <a:pt x="615129" y="296432"/>
                  </a:lnTo>
                  <a:lnTo>
                    <a:pt x="616457" y="274200"/>
                  </a:lnTo>
                  <a:lnTo>
                    <a:pt x="616457" y="270628"/>
                  </a:lnTo>
                  <a:lnTo>
                    <a:pt x="611148" y="226379"/>
                  </a:lnTo>
                  <a:lnTo>
                    <a:pt x="595429" y="183830"/>
                  </a:lnTo>
                  <a:lnTo>
                    <a:pt x="569904" y="144617"/>
                  </a:lnTo>
                  <a:lnTo>
                    <a:pt x="535552" y="110246"/>
                  </a:lnTo>
                  <a:lnTo>
                    <a:pt x="493692" y="82039"/>
                  </a:lnTo>
                  <a:lnTo>
                    <a:pt x="458347" y="65595"/>
                  </a:lnTo>
                  <a:lnTo>
                    <a:pt x="420416" y="53578"/>
                  </a:lnTo>
                  <a:lnTo>
                    <a:pt x="380746" y="46266"/>
                  </a:lnTo>
                  <a:lnTo>
                    <a:pt x="340232" y="43814"/>
                  </a:lnTo>
                  <a:lnTo>
                    <a:pt x="679704" y="43814"/>
                  </a:lnTo>
                  <a:lnTo>
                    <a:pt x="679704" y="50101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667873" y="1238321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292765" y="476107"/>
                  </a:moveTo>
                  <a:lnTo>
                    <a:pt x="278735" y="476107"/>
                  </a:lnTo>
                  <a:lnTo>
                    <a:pt x="264730" y="475538"/>
                  </a:lnTo>
                  <a:lnTo>
                    <a:pt x="223139" y="470436"/>
                  </a:lnTo>
                  <a:lnTo>
                    <a:pt x="182911" y="460343"/>
                  </a:lnTo>
                  <a:lnTo>
                    <a:pt x="144901" y="445474"/>
                  </a:lnTo>
                  <a:lnTo>
                    <a:pt x="109948" y="426158"/>
                  </a:lnTo>
                  <a:lnTo>
                    <a:pt x="78794" y="402803"/>
                  </a:lnTo>
                  <a:lnTo>
                    <a:pt x="42957" y="364706"/>
                  </a:lnTo>
                  <a:lnTo>
                    <a:pt x="18169" y="323131"/>
                  </a:lnTo>
                  <a:lnTo>
                    <a:pt x="3664" y="278355"/>
                  </a:lnTo>
                  <a:lnTo>
                    <a:pt x="0" y="247580"/>
                  </a:lnTo>
                  <a:lnTo>
                    <a:pt x="0" y="239839"/>
                  </a:lnTo>
                  <a:lnTo>
                    <a:pt x="0" y="228527"/>
                  </a:lnTo>
                  <a:lnTo>
                    <a:pt x="7315" y="182568"/>
                  </a:lnTo>
                  <a:lnTo>
                    <a:pt x="25332" y="138673"/>
                  </a:lnTo>
                  <a:lnTo>
                    <a:pt x="53356" y="98529"/>
                  </a:lnTo>
                  <a:lnTo>
                    <a:pt x="88715" y="65098"/>
                  </a:lnTo>
                  <a:lnTo>
                    <a:pt x="121210" y="43041"/>
                  </a:lnTo>
                  <a:lnTo>
                    <a:pt x="157275" y="25163"/>
                  </a:lnTo>
                  <a:lnTo>
                    <a:pt x="196113" y="11857"/>
                  </a:lnTo>
                  <a:lnTo>
                    <a:pt x="236899" y="3407"/>
                  </a:lnTo>
                  <a:lnTo>
                    <a:pt x="278735" y="0"/>
                  </a:lnTo>
                  <a:lnTo>
                    <a:pt x="292765" y="0"/>
                  </a:lnTo>
                  <a:lnTo>
                    <a:pt x="334600" y="3407"/>
                  </a:lnTo>
                  <a:lnTo>
                    <a:pt x="375385" y="11857"/>
                  </a:lnTo>
                  <a:lnTo>
                    <a:pt x="414223" y="25163"/>
                  </a:lnTo>
                  <a:lnTo>
                    <a:pt x="450289" y="43041"/>
                  </a:lnTo>
                  <a:lnTo>
                    <a:pt x="482784" y="65098"/>
                  </a:lnTo>
                  <a:lnTo>
                    <a:pt x="512573" y="92319"/>
                  </a:lnTo>
                  <a:lnTo>
                    <a:pt x="542169" y="131684"/>
                  </a:lnTo>
                  <a:lnTo>
                    <a:pt x="561912" y="175069"/>
                  </a:lnTo>
                  <a:lnTo>
                    <a:pt x="571041" y="220805"/>
                  </a:lnTo>
                  <a:lnTo>
                    <a:pt x="571501" y="228527"/>
                  </a:lnTo>
                  <a:lnTo>
                    <a:pt x="571501" y="247580"/>
                  </a:lnTo>
                  <a:lnTo>
                    <a:pt x="564182" y="293538"/>
                  </a:lnTo>
                  <a:lnTo>
                    <a:pt x="546165" y="337433"/>
                  </a:lnTo>
                  <a:lnTo>
                    <a:pt x="518141" y="377578"/>
                  </a:lnTo>
                  <a:lnTo>
                    <a:pt x="482784" y="411008"/>
                  </a:lnTo>
                  <a:lnTo>
                    <a:pt x="450289" y="433066"/>
                  </a:lnTo>
                  <a:lnTo>
                    <a:pt x="414224" y="450944"/>
                  </a:lnTo>
                  <a:lnTo>
                    <a:pt x="375387" y="464249"/>
                  </a:lnTo>
                  <a:lnTo>
                    <a:pt x="334601" y="472699"/>
                  </a:lnTo>
                  <a:lnTo>
                    <a:pt x="306770" y="475538"/>
                  </a:lnTo>
                  <a:lnTo>
                    <a:pt x="292765" y="476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0274" y="1323974"/>
              <a:ext cx="266700" cy="30480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8727975" y="1697662"/>
            <a:ext cx="2442845" cy="84074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550" b="1" dirty="0">
                <a:solidFill>
                  <a:srgbClr val="C2400C"/>
                </a:solidFill>
                <a:latin typeface="Arial"/>
                <a:cs typeface="Arial"/>
              </a:rPr>
              <a:t>3.</a:t>
            </a:r>
            <a:r>
              <a:rPr sz="1550" b="1" spc="45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1600" b="1" spc="-140" dirty="0">
                <a:solidFill>
                  <a:srgbClr val="C2400C"/>
                </a:solidFill>
                <a:latin typeface="Arial"/>
                <a:cs typeface="Arial"/>
              </a:rPr>
              <a:t>OPÉRATION</a:t>
            </a:r>
            <a:r>
              <a:rPr sz="1600" b="1" spc="80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1600" b="1" spc="-95" dirty="0">
                <a:solidFill>
                  <a:srgbClr val="C2400C"/>
                </a:solidFill>
                <a:latin typeface="Arial"/>
                <a:cs typeface="Arial"/>
              </a:rPr>
              <a:t>TERMINALE</a:t>
            </a:r>
            <a:endParaRPr sz="1600">
              <a:latin typeface="Arial"/>
              <a:cs typeface="Arial"/>
            </a:endParaRPr>
          </a:p>
          <a:p>
            <a:pPr marL="8255" algn="ctr">
              <a:lnSpc>
                <a:spcPts val="1310"/>
              </a:lnSpc>
              <a:spcBef>
                <a:spcPts val="755"/>
              </a:spcBef>
            </a:pPr>
            <a:r>
              <a:rPr sz="1100" spc="-35" dirty="0">
                <a:solidFill>
                  <a:srgbClr val="465469"/>
                </a:solidFill>
                <a:latin typeface="Arial"/>
                <a:cs typeface="Arial"/>
              </a:rPr>
              <a:t>Produit </a:t>
            </a:r>
            <a:r>
              <a:rPr sz="1100" spc="-20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1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465469"/>
                </a:solidFill>
                <a:latin typeface="Arial"/>
                <a:cs typeface="Arial"/>
              </a:rPr>
              <a:t>résultat</a:t>
            </a:r>
            <a:r>
              <a:rPr sz="11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465469"/>
                </a:solidFill>
                <a:latin typeface="Arial"/>
                <a:cs typeface="Arial"/>
              </a:rPr>
              <a:t>ou </a:t>
            </a:r>
            <a:r>
              <a:rPr sz="1100" dirty="0">
                <a:solidFill>
                  <a:srgbClr val="465469"/>
                </a:solidFill>
                <a:latin typeface="Arial"/>
                <a:cs typeface="Arial"/>
              </a:rPr>
              <a:t>l'effet</a:t>
            </a:r>
            <a:r>
              <a:rPr sz="11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465469"/>
                </a:solidFill>
                <a:latin typeface="Arial"/>
                <a:cs typeface="Arial"/>
              </a:rPr>
              <a:t>de </a:t>
            </a:r>
            <a:r>
              <a:rPr sz="1100" spc="-20" dirty="0">
                <a:solidFill>
                  <a:srgbClr val="465469"/>
                </a:solidFill>
                <a:latin typeface="Arial"/>
                <a:cs typeface="Arial"/>
              </a:rPr>
              <a:t>bord.</a:t>
            </a:r>
            <a:endParaRPr sz="1100">
              <a:latin typeface="Arial"/>
              <a:cs typeface="Arial"/>
            </a:endParaRPr>
          </a:p>
          <a:p>
            <a:pPr marL="8255" algn="ctr">
              <a:lnSpc>
                <a:spcPts val="1370"/>
              </a:lnSpc>
            </a:pPr>
            <a:r>
              <a:rPr sz="1150" b="1" spc="-140" dirty="0">
                <a:solidFill>
                  <a:srgbClr val="465469"/>
                </a:solidFill>
                <a:latin typeface="Arial"/>
                <a:cs typeface="Arial"/>
              </a:rPr>
              <a:t>DÉCLENCHE</a:t>
            </a:r>
            <a:r>
              <a:rPr sz="1150" b="1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65469"/>
                </a:solidFill>
                <a:latin typeface="Arial"/>
                <a:cs typeface="Arial"/>
              </a:rPr>
              <a:t>tout</a:t>
            </a:r>
            <a:r>
              <a:rPr sz="1100" spc="-5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1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465469"/>
                </a:solidFill>
                <a:latin typeface="Arial"/>
                <a:cs typeface="Arial"/>
              </a:rPr>
              <a:t>pipeline</a:t>
            </a:r>
            <a:r>
              <a:rPr sz="11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465469"/>
                </a:solidFill>
                <a:latin typeface="Arial"/>
                <a:cs typeface="Arial"/>
              </a:rPr>
              <a:t>!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58" name="object 58"/>
            <p:cNvSpPr/>
            <p:nvPr/>
          </p:nvSpPr>
          <p:spPr>
            <a:xfrm>
              <a:off x="8543924" y="6800849"/>
              <a:ext cx="3648075" cy="57150"/>
            </a:xfrm>
            <a:custGeom>
              <a:avLst/>
              <a:gdLst/>
              <a:ahLst/>
              <a:cxnLst/>
              <a:rect l="l" t="t" r="r" b="b"/>
              <a:pathLst>
                <a:path w="3648075" h="57150">
                  <a:moveTo>
                    <a:pt x="0" y="57149"/>
                  </a:moveTo>
                  <a:lnTo>
                    <a:pt x="3648074" y="57149"/>
                  </a:lnTo>
                  <a:lnTo>
                    <a:pt x="36480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0" y="6800849"/>
              <a:ext cx="8543925" cy="57150"/>
            </a:xfrm>
            <a:custGeom>
              <a:avLst/>
              <a:gdLst/>
              <a:ahLst/>
              <a:cxnLst/>
              <a:rect l="l" t="t" r="r" b="b"/>
              <a:pathLst>
                <a:path w="8543925" h="57150">
                  <a:moveTo>
                    <a:pt x="85439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8543924" y="0"/>
                  </a:lnTo>
                  <a:lnTo>
                    <a:pt x="85439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4171950" y="1784350"/>
            <a:ext cx="3971925" cy="203200"/>
            <a:chOff x="4171950" y="1784350"/>
            <a:chExt cx="3971925" cy="203200"/>
          </a:xfrm>
        </p:grpSpPr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1950" y="1784350"/>
              <a:ext cx="114300" cy="203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29575" y="1784350"/>
              <a:ext cx="114300" cy="203200"/>
            </a:xfrm>
            <a:prstGeom prst="rect">
              <a:avLst/>
            </a:prstGeom>
          </p:spPr>
        </p:pic>
      </p:grp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40/57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Créer</a:t>
            </a:r>
            <a:r>
              <a:rPr spc="-160" dirty="0"/>
              <a:t> </a:t>
            </a:r>
            <a:r>
              <a:rPr spc="-200" dirty="0"/>
              <a:t>un</a:t>
            </a:r>
            <a:r>
              <a:rPr spc="-155" dirty="0"/>
              <a:t> </a:t>
            </a:r>
            <a:r>
              <a:rPr spc="-175" dirty="0"/>
              <a:t>Stream</a:t>
            </a:r>
            <a:r>
              <a:rPr spc="-155" dirty="0"/>
              <a:t> </a:t>
            </a:r>
            <a:r>
              <a:rPr spc="-120" dirty="0"/>
              <a:t>(sources)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5124449"/>
            <a:ext cx="8572500" cy="752475"/>
            <a:chOff x="1809749" y="5124449"/>
            <a:chExt cx="8572500" cy="752475"/>
          </a:xfrm>
        </p:grpSpPr>
        <p:sp>
          <p:nvSpPr>
            <p:cNvPr id="4" name="object 4"/>
            <p:cNvSpPr/>
            <p:nvPr/>
          </p:nvSpPr>
          <p:spPr>
            <a:xfrm>
              <a:off x="1814512" y="5129212"/>
              <a:ext cx="8562975" cy="742950"/>
            </a:xfrm>
            <a:custGeom>
              <a:avLst/>
              <a:gdLst/>
              <a:ahLst/>
              <a:cxnLst/>
              <a:rect l="l" t="t" r="r" b="b"/>
              <a:pathLst>
                <a:path w="8562975" h="742950">
                  <a:moveTo>
                    <a:pt x="8496227" y="742949"/>
                  </a:moveTo>
                  <a:lnTo>
                    <a:pt x="66746" y="742949"/>
                  </a:lnTo>
                  <a:lnTo>
                    <a:pt x="62101" y="742491"/>
                  </a:lnTo>
                  <a:lnTo>
                    <a:pt x="24240" y="725342"/>
                  </a:lnTo>
                  <a:lnTo>
                    <a:pt x="2287" y="690049"/>
                  </a:lnTo>
                  <a:lnTo>
                    <a:pt x="0" y="676203"/>
                  </a:lnTo>
                  <a:lnTo>
                    <a:pt x="0" y="671512"/>
                  </a:lnTo>
                  <a:lnTo>
                    <a:pt x="0" y="66747"/>
                  </a:lnTo>
                  <a:lnTo>
                    <a:pt x="14645" y="27847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3"/>
                  </a:lnTo>
                  <a:lnTo>
                    <a:pt x="8562973" y="66747"/>
                  </a:lnTo>
                  <a:lnTo>
                    <a:pt x="8562973" y="676203"/>
                  </a:lnTo>
                  <a:lnTo>
                    <a:pt x="8548327" y="715101"/>
                  </a:lnTo>
                  <a:lnTo>
                    <a:pt x="8514540" y="739306"/>
                  </a:lnTo>
                  <a:lnTo>
                    <a:pt x="8500872" y="742491"/>
                  </a:lnTo>
                  <a:lnTo>
                    <a:pt x="8496227" y="74294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5129212"/>
              <a:ext cx="8562975" cy="742950"/>
            </a:xfrm>
            <a:custGeom>
              <a:avLst/>
              <a:gdLst/>
              <a:ahLst/>
              <a:cxnLst/>
              <a:rect l="l" t="t" r="r" b="b"/>
              <a:pathLst>
                <a:path w="8562975" h="742950">
                  <a:moveTo>
                    <a:pt x="0" y="671512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372" y="57501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7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39765" y="7232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31223" y="12038"/>
                  </a:lnTo>
                  <a:lnTo>
                    <a:pt x="8535124" y="14645"/>
                  </a:lnTo>
                  <a:lnTo>
                    <a:pt x="8550933" y="31748"/>
                  </a:lnTo>
                  <a:lnTo>
                    <a:pt x="8553538" y="35648"/>
                  </a:lnTo>
                  <a:lnTo>
                    <a:pt x="8562974" y="71437"/>
                  </a:lnTo>
                  <a:lnTo>
                    <a:pt x="8562974" y="671512"/>
                  </a:lnTo>
                  <a:lnTo>
                    <a:pt x="8562973" y="676203"/>
                  </a:lnTo>
                  <a:lnTo>
                    <a:pt x="8562515" y="680848"/>
                  </a:lnTo>
                  <a:lnTo>
                    <a:pt x="8561599" y="685448"/>
                  </a:lnTo>
                  <a:lnTo>
                    <a:pt x="8560684" y="690049"/>
                  </a:lnTo>
                  <a:lnTo>
                    <a:pt x="8559330" y="694516"/>
                  </a:lnTo>
                  <a:lnTo>
                    <a:pt x="8557535" y="698849"/>
                  </a:lnTo>
                  <a:lnTo>
                    <a:pt x="8555739" y="703183"/>
                  </a:lnTo>
                  <a:lnTo>
                    <a:pt x="8531223" y="730909"/>
                  </a:lnTo>
                  <a:lnTo>
                    <a:pt x="8527324" y="733515"/>
                  </a:lnTo>
                  <a:lnTo>
                    <a:pt x="8491536" y="742949"/>
                  </a:lnTo>
                  <a:lnTo>
                    <a:pt x="71437" y="742949"/>
                  </a:lnTo>
                  <a:lnTo>
                    <a:pt x="31749" y="730909"/>
                  </a:lnTo>
                  <a:lnTo>
                    <a:pt x="27848" y="728303"/>
                  </a:lnTo>
                  <a:lnTo>
                    <a:pt x="24240" y="725342"/>
                  </a:lnTo>
                  <a:lnTo>
                    <a:pt x="20923" y="722026"/>
                  </a:lnTo>
                  <a:lnTo>
                    <a:pt x="17606" y="718709"/>
                  </a:lnTo>
                  <a:lnTo>
                    <a:pt x="5437" y="698849"/>
                  </a:lnTo>
                  <a:lnTo>
                    <a:pt x="3642" y="694516"/>
                  </a:lnTo>
                  <a:lnTo>
                    <a:pt x="2287" y="690049"/>
                  </a:lnTo>
                  <a:lnTo>
                    <a:pt x="1372" y="685448"/>
                  </a:lnTo>
                  <a:lnTo>
                    <a:pt x="457" y="680848"/>
                  </a:lnTo>
                  <a:lnTo>
                    <a:pt x="0" y="676203"/>
                  </a:lnTo>
                  <a:lnTo>
                    <a:pt x="0" y="671512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9774" y="5403849"/>
              <a:ext cx="190500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30449" y="5230514"/>
            <a:ext cx="7433945" cy="46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100"/>
              </a:spcBef>
            </a:pP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Note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993312"/>
                </a:solidFill>
                <a:latin typeface="Arial"/>
                <a:cs typeface="Arial"/>
              </a:rPr>
              <a:t>Une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fois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créé,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Stream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est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"inactif".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Il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ne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commencera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95" dirty="0">
                <a:solidFill>
                  <a:srgbClr val="993312"/>
                </a:solidFill>
                <a:latin typeface="Arial"/>
                <a:cs typeface="Arial"/>
              </a:rPr>
              <a:t>à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traiter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les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données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que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lorsqu'une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b="1" spc="-45" dirty="0">
                <a:solidFill>
                  <a:srgbClr val="993312"/>
                </a:solidFill>
                <a:latin typeface="Arial"/>
                <a:cs typeface="Arial"/>
              </a:rPr>
              <a:t>opération </a:t>
            </a:r>
            <a:r>
              <a:rPr sz="1300" b="1" spc="-75" dirty="0">
                <a:solidFill>
                  <a:srgbClr val="993312"/>
                </a:solidFill>
                <a:latin typeface="Arial"/>
                <a:cs typeface="Arial"/>
              </a:rPr>
              <a:t>terminale</a:t>
            </a:r>
            <a:r>
              <a:rPr sz="1300" b="1" spc="-2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(comme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collect</a:t>
            </a:r>
            <a:r>
              <a:rPr sz="1100" spc="-31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ou</a:t>
            </a:r>
            <a:r>
              <a:rPr sz="1300" spc="-1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forEach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)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sera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appelée.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688592"/>
            <a:ext cx="8717280" cy="3307079"/>
            <a:chOff x="1737360" y="1688592"/>
            <a:chExt cx="8717280" cy="3307079"/>
          </a:xfrm>
        </p:grpSpPr>
        <p:sp>
          <p:nvSpPr>
            <p:cNvPr id="9" name="object 9"/>
            <p:cNvSpPr/>
            <p:nvPr/>
          </p:nvSpPr>
          <p:spPr>
            <a:xfrm>
              <a:off x="1737360" y="1688592"/>
              <a:ext cx="8717280" cy="3307079"/>
            </a:xfrm>
            <a:custGeom>
              <a:avLst/>
              <a:gdLst/>
              <a:ahLst/>
              <a:cxnLst/>
              <a:rect l="l" t="t" r="r" b="b"/>
              <a:pathLst>
                <a:path w="8717280" h="3307079">
                  <a:moveTo>
                    <a:pt x="8717280" y="3307080"/>
                  </a:moveTo>
                  <a:lnTo>
                    <a:pt x="0" y="3307080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4957"/>
                  </a:lnTo>
                  <a:lnTo>
                    <a:pt x="129539" y="44957"/>
                  </a:lnTo>
                  <a:lnTo>
                    <a:pt x="120037" y="45829"/>
                  </a:lnTo>
                  <a:lnTo>
                    <a:pt x="85402" y="74300"/>
                  </a:lnTo>
                  <a:lnTo>
                    <a:pt x="81914" y="92582"/>
                  </a:lnTo>
                  <a:lnTo>
                    <a:pt x="81914" y="3140582"/>
                  </a:lnTo>
                  <a:lnTo>
                    <a:pt x="103199" y="3180361"/>
                  </a:lnTo>
                  <a:lnTo>
                    <a:pt x="129539" y="3188207"/>
                  </a:lnTo>
                  <a:lnTo>
                    <a:pt x="8717280" y="3188207"/>
                  </a:lnTo>
                  <a:lnTo>
                    <a:pt x="8717280" y="3307080"/>
                  </a:lnTo>
                  <a:close/>
                </a:path>
                <a:path w="8717280" h="3307079">
                  <a:moveTo>
                    <a:pt x="8717280" y="3188207"/>
                  </a:moveTo>
                  <a:lnTo>
                    <a:pt x="8587739" y="3188207"/>
                  </a:lnTo>
                  <a:lnTo>
                    <a:pt x="8597241" y="3187335"/>
                  </a:lnTo>
                  <a:lnTo>
                    <a:pt x="8606022" y="3184720"/>
                  </a:lnTo>
                  <a:lnTo>
                    <a:pt x="8634492" y="3150085"/>
                  </a:lnTo>
                  <a:lnTo>
                    <a:pt x="8635364" y="3140582"/>
                  </a:lnTo>
                  <a:lnTo>
                    <a:pt x="8635364" y="92582"/>
                  </a:lnTo>
                  <a:lnTo>
                    <a:pt x="8614080" y="52804"/>
                  </a:lnTo>
                  <a:lnTo>
                    <a:pt x="8587739" y="44957"/>
                  </a:lnTo>
                  <a:lnTo>
                    <a:pt x="8717280" y="44957"/>
                  </a:lnTo>
                  <a:lnTo>
                    <a:pt x="8717280" y="31882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724024"/>
              <a:ext cx="8553450" cy="3162300"/>
            </a:xfrm>
            <a:custGeom>
              <a:avLst/>
              <a:gdLst/>
              <a:ahLst/>
              <a:cxnLst/>
              <a:rect l="l" t="t" r="r" b="b"/>
              <a:pathLst>
                <a:path w="8553450" h="3162300">
                  <a:moveTo>
                    <a:pt x="8500051" y="3162299"/>
                  </a:moveTo>
                  <a:lnTo>
                    <a:pt x="33047" y="3162299"/>
                  </a:lnTo>
                  <a:lnTo>
                    <a:pt x="4833" y="3134020"/>
                  </a:lnTo>
                  <a:lnTo>
                    <a:pt x="0" y="3112728"/>
                  </a:lnTo>
                  <a:lnTo>
                    <a:pt x="0" y="3105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3108902"/>
                  </a:lnTo>
                  <a:lnTo>
                    <a:pt x="8534055" y="3148213"/>
                  </a:lnTo>
                  <a:lnTo>
                    <a:pt x="8503768" y="3161933"/>
                  </a:lnTo>
                  <a:lnTo>
                    <a:pt x="8500051" y="31622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724024"/>
              <a:ext cx="52069" cy="3162300"/>
            </a:xfrm>
            <a:custGeom>
              <a:avLst/>
              <a:gdLst/>
              <a:ahLst/>
              <a:cxnLst/>
              <a:rect l="l" t="t" r="r" b="b"/>
              <a:pathLst>
                <a:path w="52069" h="3162300">
                  <a:moveTo>
                    <a:pt x="51889" y="3162299"/>
                  </a:moveTo>
                  <a:lnTo>
                    <a:pt x="49571" y="3162299"/>
                  </a:lnTo>
                  <a:lnTo>
                    <a:pt x="42281" y="3160849"/>
                  </a:lnTo>
                  <a:lnTo>
                    <a:pt x="7250" y="3134021"/>
                  </a:lnTo>
                  <a:lnTo>
                    <a:pt x="0" y="31127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105149"/>
                  </a:lnTo>
                  <a:lnTo>
                    <a:pt x="43679" y="3145560"/>
                  </a:lnTo>
                  <a:lnTo>
                    <a:pt x="47399" y="3156719"/>
                  </a:lnTo>
                  <a:lnTo>
                    <a:pt x="51889" y="31622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5095" y="1882011"/>
            <a:ext cx="5296535" cy="2808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8460" indent="-292735">
              <a:lnSpc>
                <a:spcPct val="100000"/>
              </a:lnSpc>
              <a:spcBef>
                <a:spcPts val="105"/>
              </a:spcBef>
              <a:buClr>
                <a:srgbClr val="CBD5E1"/>
              </a:buClr>
              <a:buSzPct val="95833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2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200" i="1" spc="2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200" i="1" spc="2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94A2B8"/>
                </a:solidFill>
                <a:latin typeface="Times New Roman"/>
                <a:cs typeface="Times New Roman"/>
              </a:rPr>
              <a:t>À</a:t>
            </a:r>
            <a:r>
              <a:rPr sz="1200" i="1" spc="2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partir</a:t>
            </a:r>
            <a:r>
              <a:rPr sz="1200" i="1" spc="2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d'une</a:t>
            </a:r>
            <a:r>
              <a:rPr sz="1200" i="1" spc="2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Collection</a:t>
            </a:r>
            <a:r>
              <a:rPr sz="1200" i="1" spc="2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(List,</a:t>
            </a:r>
            <a:r>
              <a:rPr sz="1200" i="1" spc="2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Set)</a:t>
            </a:r>
            <a:r>
              <a:rPr sz="1200" i="1" spc="2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→</a:t>
            </a:r>
            <a:r>
              <a:rPr sz="95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-25" dirty="0">
                <a:solidFill>
                  <a:srgbClr val="94A2B8"/>
                </a:solidFill>
                <a:latin typeface="Times New Roman"/>
                <a:cs typeface="Times New Roman"/>
              </a:rPr>
              <a:t>LE</a:t>
            </a:r>
            <a:r>
              <a:rPr sz="1200" i="1" spc="2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-85" dirty="0">
                <a:solidFill>
                  <a:srgbClr val="94A2B8"/>
                </a:solidFill>
                <a:latin typeface="Times New Roman"/>
                <a:cs typeface="Times New Roman"/>
              </a:rPr>
              <a:t>PLUS</a:t>
            </a:r>
            <a:r>
              <a:rPr sz="1200" i="1" spc="2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COURANT</a:t>
            </a:r>
            <a:endParaRPr sz="12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35"/>
              </a:spcBef>
              <a:buClr>
                <a:srgbClr val="CBD5E1"/>
              </a:buClr>
              <a:buAutoNum type="arabicPlain"/>
              <a:tabLst>
                <a:tab pos="304165" algn="l"/>
                <a:tab pos="304800" algn="l"/>
              </a:tabLst>
            </a:pPr>
            <a:r>
              <a:rPr sz="1150" spc="60" dirty="0">
                <a:solidFill>
                  <a:srgbClr val="7C3AEC"/>
                </a:solidFill>
                <a:latin typeface="Times New Roman"/>
                <a:cs typeface="Times New Roman"/>
              </a:rPr>
              <a:t>Stream</a:t>
            </a:r>
            <a:r>
              <a:rPr sz="950" spc="6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150" spc="6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150" spc="6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150" spc="2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70" dirty="0">
                <a:solidFill>
                  <a:srgbClr val="334054"/>
                </a:solidFill>
                <a:latin typeface="Times New Roman"/>
                <a:cs typeface="Times New Roman"/>
              </a:rPr>
              <a:t>s1</a:t>
            </a:r>
            <a:r>
              <a:rPr sz="11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150" spc="28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12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150" spc="12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150" spc="12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150">
              <a:latin typeface="Times New Roman"/>
              <a:cs typeface="Times New Roman"/>
            </a:endParaRPr>
          </a:p>
          <a:p>
            <a:pPr marL="86360" marR="2085975" indent="217804">
              <a:lnSpc>
                <a:spcPct val="103299"/>
              </a:lnSpc>
              <a:spcBef>
                <a:spcPts val="75"/>
              </a:spcBef>
              <a:buClr>
                <a:srgbClr val="CBD5E1"/>
              </a:buClr>
              <a:buAutoNum type="arabicPlain"/>
              <a:tabLst>
                <a:tab pos="304165" algn="l"/>
                <a:tab pos="304800" algn="l"/>
              </a:tabLst>
            </a:pPr>
            <a:r>
              <a:rPr sz="1150" spc="60" dirty="0">
                <a:solidFill>
                  <a:srgbClr val="7C3AEC"/>
                </a:solidFill>
                <a:latin typeface="Times New Roman"/>
                <a:cs typeface="Times New Roman"/>
              </a:rPr>
              <a:t>Stream</a:t>
            </a:r>
            <a:r>
              <a:rPr sz="950" spc="6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150" spc="6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150" spc="6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150" spc="2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70" dirty="0">
                <a:solidFill>
                  <a:srgbClr val="334054"/>
                </a:solidFill>
                <a:latin typeface="Times New Roman"/>
                <a:cs typeface="Times New Roman"/>
              </a:rPr>
              <a:t>s2</a:t>
            </a:r>
            <a:r>
              <a:rPr sz="11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150" spc="28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100" dirty="0">
                <a:solidFill>
                  <a:srgbClr val="334054"/>
                </a:solidFill>
                <a:latin typeface="Times New Roman"/>
                <a:cs typeface="Times New Roman"/>
              </a:rPr>
              <a:t>uniques.</a:t>
            </a:r>
            <a:r>
              <a:rPr sz="1150" spc="10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150" spc="100" dirty="0">
                <a:solidFill>
                  <a:srgbClr val="334054"/>
                </a:solidFill>
                <a:latin typeface="Times New Roman"/>
                <a:cs typeface="Times New Roman"/>
              </a:rPr>
              <a:t>(); </a:t>
            </a:r>
            <a:r>
              <a:rPr sz="1150" spc="-50" dirty="0">
                <a:solidFill>
                  <a:srgbClr val="CBD5E1"/>
                </a:solidFill>
                <a:latin typeface="Times New Roman"/>
                <a:cs typeface="Times New Roman"/>
              </a:rPr>
              <a:t>4</a:t>
            </a:r>
            <a:endParaRPr sz="11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70"/>
              </a:spcBef>
              <a:buClr>
                <a:srgbClr val="CBD5E1"/>
              </a:buClr>
              <a:buSzPct val="95833"/>
              <a:buFont typeface="Times New Roman"/>
              <a:buAutoNum type="arabicPlain" startAt="5"/>
              <a:tabLst>
                <a:tab pos="378460" algn="l"/>
                <a:tab pos="379095" algn="l"/>
              </a:tabLst>
            </a:pPr>
            <a:r>
              <a:rPr sz="12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2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2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94A2B8"/>
                </a:solidFill>
                <a:latin typeface="Times New Roman"/>
                <a:cs typeface="Times New Roman"/>
              </a:rPr>
              <a:t>À</a:t>
            </a:r>
            <a:r>
              <a:rPr sz="12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partir</a:t>
            </a:r>
            <a:r>
              <a:rPr sz="12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94A2B8"/>
                </a:solidFill>
                <a:latin typeface="Times New Roman"/>
                <a:cs typeface="Times New Roman"/>
              </a:rPr>
              <a:t>des</a:t>
            </a:r>
            <a:r>
              <a:rPr sz="12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valeurs</a:t>
            </a:r>
            <a:r>
              <a:rPr sz="12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d'une</a:t>
            </a:r>
            <a:r>
              <a:rPr sz="12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-25" dirty="0">
                <a:solidFill>
                  <a:srgbClr val="94A2B8"/>
                </a:solidFill>
                <a:latin typeface="Times New Roman"/>
                <a:cs typeface="Times New Roman"/>
              </a:rPr>
              <a:t>Map</a:t>
            </a:r>
            <a:endParaRPr sz="12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35"/>
              </a:spcBef>
              <a:buClr>
                <a:srgbClr val="CBD5E1"/>
              </a:buClr>
              <a:buAutoNum type="arabicPlain" startAt="5"/>
              <a:tabLst>
                <a:tab pos="304165" algn="l"/>
                <a:tab pos="304800" algn="l"/>
              </a:tabLst>
            </a:pPr>
            <a:r>
              <a:rPr sz="1150" spc="60" dirty="0">
                <a:solidFill>
                  <a:srgbClr val="7C3AEC"/>
                </a:solidFill>
                <a:latin typeface="Times New Roman"/>
                <a:cs typeface="Times New Roman"/>
              </a:rPr>
              <a:t>Stream</a:t>
            </a:r>
            <a:r>
              <a:rPr sz="950" spc="6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150" spc="6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150" spc="6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150" spc="2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70" dirty="0">
                <a:solidFill>
                  <a:srgbClr val="334054"/>
                </a:solidFill>
                <a:latin typeface="Times New Roman"/>
                <a:cs typeface="Times New Roman"/>
              </a:rPr>
              <a:t>s3</a:t>
            </a:r>
            <a:r>
              <a:rPr sz="11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150" spc="28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110" dirty="0">
                <a:solidFill>
                  <a:srgbClr val="334054"/>
                </a:solidFill>
                <a:latin typeface="Times New Roman"/>
                <a:cs typeface="Times New Roman"/>
              </a:rPr>
              <a:t>index.</a:t>
            </a:r>
            <a:r>
              <a:rPr sz="1150" spc="110" dirty="0">
                <a:solidFill>
                  <a:srgbClr val="DA2677"/>
                </a:solidFill>
                <a:latin typeface="Times New Roman"/>
                <a:cs typeface="Times New Roman"/>
              </a:rPr>
              <a:t>values</a:t>
            </a:r>
            <a:r>
              <a:rPr sz="1150" spc="110" dirty="0">
                <a:solidFill>
                  <a:srgbClr val="334054"/>
                </a:solidFill>
                <a:latin typeface="Times New Roman"/>
                <a:cs typeface="Times New Roman"/>
              </a:rPr>
              <a:t>().</a:t>
            </a:r>
            <a:r>
              <a:rPr sz="1150" spc="11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150" spc="11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150">
              <a:latin typeface="Times New Roman"/>
              <a:cs typeface="Times New Roman"/>
            </a:endParaRPr>
          </a:p>
          <a:p>
            <a:pPr marL="86360">
              <a:lnSpc>
                <a:spcPts val="1375"/>
              </a:lnSpc>
              <a:spcBef>
                <a:spcPts val="120"/>
              </a:spcBef>
            </a:pPr>
            <a:r>
              <a:rPr sz="1150" spc="10" dirty="0">
                <a:solidFill>
                  <a:srgbClr val="CBD5E1"/>
                </a:solidFill>
                <a:latin typeface="Times New Roman"/>
                <a:cs typeface="Times New Roman"/>
              </a:rPr>
              <a:t>7</a:t>
            </a:r>
            <a:endParaRPr sz="1150">
              <a:latin typeface="Times New Roman"/>
              <a:cs typeface="Times New Roman"/>
            </a:endParaRPr>
          </a:p>
          <a:p>
            <a:pPr marL="378460" indent="-292735">
              <a:lnSpc>
                <a:spcPts val="1440"/>
              </a:lnSpc>
              <a:buClr>
                <a:srgbClr val="CBD5E1"/>
              </a:buClr>
              <a:buSzPct val="95833"/>
              <a:buFont typeface="Times New Roman"/>
              <a:buAutoNum type="arabicPlain" startAt="8"/>
              <a:tabLst>
                <a:tab pos="378460" algn="l"/>
                <a:tab pos="379095" algn="l"/>
              </a:tabLst>
            </a:pPr>
            <a:r>
              <a:rPr sz="12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2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3.</a:t>
            </a:r>
            <a:r>
              <a:rPr sz="12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94A2B8"/>
                </a:solidFill>
                <a:latin typeface="Times New Roman"/>
                <a:cs typeface="Times New Roman"/>
              </a:rPr>
              <a:t>À</a:t>
            </a:r>
            <a:r>
              <a:rPr sz="1200" i="1" spc="27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partir</a:t>
            </a:r>
            <a:r>
              <a:rPr sz="12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d'un</a:t>
            </a:r>
            <a:r>
              <a:rPr sz="1200" i="1" spc="27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tableau</a:t>
            </a:r>
            <a:r>
              <a:rPr sz="12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(Arrays.stream)</a:t>
            </a:r>
            <a:endParaRPr sz="1200">
              <a:latin typeface="Times New Roman"/>
              <a:cs typeface="Times New Roman"/>
            </a:endParaRPr>
          </a:p>
          <a:p>
            <a:pPr marL="12700" marR="1788160" indent="291465">
              <a:lnSpc>
                <a:spcPct val="103299"/>
              </a:lnSpc>
              <a:spcBef>
                <a:spcPts val="65"/>
              </a:spcBef>
              <a:buClr>
                <a:srgbClr val="CBD5E1"/>
              </a:buClr>
              <a:buAutoNum type="arabicPlain" startAt="8"/>
              <a:tabLst>
                <a:tab pos="304165" algn="l"/>
                <a:tab pos="304800" algn="l"/>
              </a:tabLst>
            </a:pPr>
            <a:r>
              <a:rPr sz="1150" spc="60" dirty="0">
                <a:solidFill>
                  <a:srgbClr val="7C3AEC"/>
                </a:solidFill>
                <a:latin typeface="Times New Roman"/>
                <a:cs typeface="Times New Roman"/>
              </a:rPr>
              <a:t>Stream</a:t>
            </a:r>
            <a:r>
              <a:rPr sz="950" spc="6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150" spc="6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150" spc="6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150" spc="2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70" dirty="0">
                <a:solidFill>
                  <a:srgbClr val="334054"/>
                </a:solidFill>
                <a:latin typeface="Times New Roman"/>
                <a:cs typeface="Times New Roman"/>
              </a:rPr>
              <a:t>s4</a:t>
            </a:r>
            <a:r>
              <a:rPr sz="11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150" spc="28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65" dirty="0">
                <a:solidFill>
                  <a:srgbClr val="7C3AEC"/>
                </a:solidFill>
                <a:latin typeface="Times New Roman"/>
                <a:cs typeface="Times New Roman"/>
              </a:rPr>
              <a:t>Arrays</a:t>
            </a:r>
            <a:r>
              <a:rPr sz="1150" spc="6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150" spc="65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150" spc="65" dirty="0">
                <a:solidFill>
                  <a:srgbClr val="334054"/>
                </a:solidFill>
                <a:latin typeface="Times New Roman"/>
                <a:cs typeface="Times New Roman"/>
              </a:rPr>
              <a:t>(promo); </a:t>
            </a:r>
            <a:r>
              <a:rPr sz="1150" spc="-25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378460" algn="l"/>
              </a:tabLst>
            </a:pPr>
            <a:r>
              <a:rPr sz="1150" spc="-25" dirty="0">
                <a:solidFill>
                  <a:srgbClr val="CBD5E1"/>
                </a:solidFill>
                <a:latin typeface="Times New Roman"/>
                <a:cs typeface="Times New Roman"/>
              </a:rPr>
              <a:t>11</a:t>
            </a:r>
            <a:r>
              <a:rPr sz="11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2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2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4.</a:t>
            </a:r>
            <a:r>
              <a:rPr sz="12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94A2B8"/>
                </a:solidFill>
                <a:latin typeface="Times New Roman"/>
                <a:cs typeface="Times New Roman"/>
              </a:rPr>
              <a:t>Stream</a:t>
            </a:r>
            <a:r>
              <a:rPr sz="12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2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valeurs</a:t>
            </a:r>
            <a:r>
              <a:rPr sz="12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directes</a:t>
            </a:r>
            <a:r>
              <a:rPr sz="12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(Stream.of)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304165" algn="l"/>
              </a:tabLst>
            </a:pPr>
            <a:r>
              <a:rPr sz="1150" spc="-25" dirty="0">
                <a:solidFill>
                  <a:srgbClr val="CBD5E1"/>
                </a:solidFill>
                <a:latin typeface="Times New Roman"/>
                <a:cs typeface="Times New Roman"/>
              </a:rPr>
              <a:t>12</a:t>
            </a:r>
            <a:r>
              <a:rPr sz="11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150" spc="60" dirty="0">
                <a:solidFill>
                  <a:srgbClr val="7C3AEC"/>
                </a:solidFill>
                <a:latin typeface="Times New Roman"/>
                <a:cs typeface="Times New Roman"/>
              </a:rPr>
              <a:t>Stream</a:t>
            </a:r>
            <a:r>
              <a:rPr sz="950" spc="6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150" spc="60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150" spc="6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1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70" dirty="0">
                <a:solidFill>
                  <a:srgbClr val="334054"/>
                </a:solidFill>
                <a:latin typeface="Times New Roman"/>
                <a:cs typeface="Times New Roman"/>
              </a:rPr>
              <a:t>s5</a:t>
            </a:r>
            <a:r>
              <a:rPr sz="1150" spc="3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150" spc="3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70" dirty="0">
                <a:solidFill>
                  <a:srgbClr val="7C3AEC"/>
                </a:solidFill>
                <a:latin typeface="Times New Roman"/>
                <a:cs typeface="Times New Roman"/>
              </a:rPr>
              <a:t>Stream</a:t>
            </a:r>
            <a:r>
              <a:rPr sz="1150" spc="7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150" spc="70" dirty="0">
                <a:solidFill>
                  <a:srgbClr val="DA2677"/>
                </a:solidFill>
                <a:latin typeface="Times New Roman"/>
                <a:cs typeface="Times New Roman"/>
              </a:rPr>
              <a:t>of</a:t>
            </a:r>
            <a:r>
              <a:rPr sz="1150" spc="7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150" spc="7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150" spc="7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150" spc="3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16A24A"/>
                </a:solidFill>
                <a:latin typeface="Times New Roman"/>
                <a:cs typeface="Times New Roman"/>
              </a:rPr>
              <a:t>"A002"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150" spc="3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45" dirty="0">
                <a:solidFill>
                  <a:srgbClr val="16A24A"/>
                </a:solidFill>
                <a:latin typeface="Times New Roman"/>
                <a:cs typeface="Times New Roman"/>
              </a:rPr>
              <a:t>"A003"</a:t>
            </a:r>
            <a:r>
              <a:rPr sz="1150" spc="45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  <a:spcBef>
                <a:spcPts val="120"/>
              </a:spcBef>
            </a:pPr>
            <a:r>
              <a:rPr sz="1150" spc="-25" dirty="0">
                <a:solidFill>
                  <a:srgbClr val="CBD5E1"/>
                </a:solidFill>
                <a:latin typeface="Times New Roman"/>
                <a:cs typeface="Times New Roman"/>
              </a:rPr>
              <a:t>13</a:t>
            </a:r>
            <a:endParaRPr sz="1150">
              <a:latin typeface="Times New Roman"/>
              <a:cs typeface="Times New Roman"/>
            </a:endParaRPr>
          </a:p>
          <a:p>
            <a:pPr marL="378460" indent="-366395">
              <a:lnSpc>
                <a:spcPts val="1440"/>
              </a:lnSpc>
              <a:buClr>
                <a:srgbClr val="CBD5E1"/>
              </a:buClr>
              <a:buSzPct val="95833"/>
              <a:buFont typeface="Times New Roman"/>
              <a:buAutoNum type="arabicPlain" startAt="14"/>
              <a:tabLst>
                <a:tab pos="378460" algn="l"/>
                <a:tab pos="379095" algn="l"/>
              </a:tabLst>
            </a:pPr>
            <a:r>
              <a:rPr sz="12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2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5.</a:t>
            </a:r>
            <a:r>
              <a:rPr sz="12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94A2B8"/>
                </a:solidFill>
                <a:latin typeface="Times New Roman"/>
                <a:cs typeface="Times New Roman"/>
              </a:rPr>
              <a:t>Stream</a:t>
            </a:r>
            <a:r>
              <a:rPr sz="12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infini</a:t>
            </a:r>
            <a:r>
              <a:rPr sz="12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(generate,</a:t>
            </a:r>
            <a:r>
              <a:rPr sz="12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iterate)</a:t>
            </a:r>
            <a:r>
              <a:rPr sz="12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180" dirty="0">
                <a:solidFill>
                  <a:srgbClr val="94A2B8"/>
                </a:solidFill>
                <a:latin typeface="Times New Roman"/>
                <a:cs typeface="Times New Roman"/>
              </a:rPr>
              <a:t>-</a:t>
            </a:r>
            <a:r>
              <a:rPr sz="12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AVANCÉ</a:t>
            </a:r>
            <a:endParaRPr sz="12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110"/>
              </a:spcBef>
              <a:buClr>
                <a:srgbClr val="CBD5E1"/>
              </a:buClr>
              <a:buAutoNum type="arabicPlain" startAt="14"/>
              <a:tabLst>
                <a:tab pos="304165" algn="l"/>
                <a:tab pos="304800" algn="l"/>
              </a:tabLst>
            </a:pPr>
            <a:r>
              <a:rPr sz="1150" dirty="0">
                <a:solidFill>
                  <a:srgbClr val="7C3AEC"/>
                </a:solidFill>
                <a:latin typeface="Times New Roman"/>
                <a:cs typeface="Times New Roman"/>
              </a:rPr>
              <a:t>Stream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150" dirty="0">
                <a:solidFill>
                  <a:srgbClr val="7C3AEC"/>
                </a:solidFill>
                <a:latin typeface="Times New Roman"/>
                <a:cs typeface="Times New Roman"/>
              </a:rPr>
              <a:t>Double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150" spc="38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140" dirty="0">
                <a:solidFill>
                  <a:srgbClr val="334054"/>
                </a:solidFill>
                <a:latin typeface="Times New Roman"/>
                <a:cs typeface="Times New Roman"/>
              </a:rPr>
              <a:t>aleatoires</a:t>
            </a:r>
            <a:r>
              <a:rPr sz="11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1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150" spc="65" dirty="0">
                <a:solidFill>
                  <a:srgbClr val="7C3AEC"/>
                </a:solidFill>
                <a:latin typeface="Times New Roman"/>
                <a:cs typeface="Times New Roman"/>
              </a:rPr>
              <a:t>Stream</a:t>
            </a:r>
            <a:r>
              <a:rPr sz="1150" spc="6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150" spc="65" dirty="0">
                <a:solidFill>
                  <a:srgbClr val="DA2677"/>
                </a:solidFill>
                <a:latin typeface="Times New Roman"/>
                <a:cs typeface="Times New Roman"/>
              </a:rPr>
              <a:t>generate</a:t>
            </a:r>
            <a:r>
              <a:rPr sz="1150" spc="6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150" spc="65" dirty="0">
                <a:solidFill>
                  <a:srgbClr val="7C3AEC"/>
                </a:solidFill>
                <a:latin typeface="Times New Roman"/>
                <a:cs typeface="Times New Roman"/>
              </a:rPr>
              <a:t>Math</a:t>
            </a:r>
            <a:r>
              <a:rPr sz="1150" spc="39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150" spc="105" dirty="0">
                <a:solidFill>
                  <a:srgbClr val="334054"/>
                </a:solidFill>
                <a:latin typeface="Times New Roman"/>
                <a:cs typeface="Times New Roman"/>
              </a:rPr>
              <a:t>:random).</a:t>
            </a:r>
            <a:r>
              <a:rPr sz="1150" spc="105" dirty="0">
                <a:solidFill>
                  <a:srgbClr val="DA2677"/>
                </a:solidFill>
                <a:latin typeface="Times New Roman"/>
                <a:cs typeface="Times New Roman"/>
              </a:rPr>
              <a:t>limit</a:t>
            </a:r>
            <a:r>
              <a:rPr sz="1150" spc="105" dirty="0">
                <a:solidFill>
                  <a:srgbClr val="334054"/>
                </a:solidFill>
                <a:latin typeface="Times New Roman"/>
                <a:cs typeface="Times New Roman"/>
              </a:rPr>
              <a:t>(5);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058273" y="1724024"/>
            <a:ext cx="1323975" cy="228600"/>
          </a:xfrm>
          <a:custGeom>
            <a:avLst/>
            <a:gdLst/>
            <a:ahLst/>
            <a:cxnLst/>
            <a:rect l="l" t="t" r="r" b="b"/>
            <a:pathLst>
              <a:path w="1323975" h="228600">
                <a:moveTo>
                  <a:pt x="1323975" y="228599"/>
                </a:moveTo>
                <a:lnTo>
                  <a:pt x="53397" y="228599"/>
                </a:lnTo>
                <a:lnTo>
                  <a:pt x="14085" y="209207"/>
                </a:lnTo>
                <a:lnTo>
                  <a:pt x="0" y="175202"/>
                </a:lnTo>
                <a:lnTo>
                  <a:pt x="0" y="171449"/>
                </a:lnTo>
                <a:lnTo>
                  <a:pt x="0" y="0"/>
                </a:lnTo>
                <a:lnTo>
                  <a:pt x="1270577" y="0"/>
                </a:lnTo>
                <a:lnTo>
                  <a:pt x="1274294" y="366"/>
                </a:lnTo>
                <a:lnTo>
                  <a:pt x="1309887" y="19392"/>
                </a:lnTo>
                <a:lnTo>
                  <a:pt x="1323975" y="53397"/>
                </a:lnTo>
                <a:lnTo>
                  <a:pt x="1323975" y="22859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42610" y="1755073"/>
            <a:ext cx="1156970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80" dirty="0">
                <a:solidFill>
                  <a:srgbClr val="64738B"/>
                </a:solidFill>
                <a:latin typeface="Times New Roman"/>
                <a:cs typeface="Times New Roman"/>
              </a:rPr>
              <a:t>StreamSources.java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8762999" y="6800849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0" y="57149"/>
                  </a:moveTo>
                  <a:lnTo>
                    <a:pt x="3428999" y="57149"/>
                  </a:lnTo>
                  <a:lnTo>
                    <a:pt x="34289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8763000" cy="57150"/>
            </a:xfrm>
            <a:custGeom>
              <a:avLst/>
              <a:gdLst/>
              <a:ahLst/>
              <a:cxnLst/>
              <a:rect l="l" t="t" r="r" b="b"/>
              <a:pathLst>
                <a:path w="8763000" h="57150">
                  <a:moveTo>
                    <a:pt x="87629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8762999" y="0"/>
                  </a:lnTo>
                  <a:lnTo>
                    <a:pt x="876299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41/57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600646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filter(Predicate&lt;T&gt;)</a:t>
            </a:r>
            <a:r>
              <a:rPr spc="-140" dirty="0"/>
              <a:t> </a:t>
            </a:r>
            <a:r>
              <a:rPr spc="-130" dirty="0"/>
              <a:t>:</a:t>
            </a:r>
            <a:r>
              <a:rPr spc="-135" dirty="0"/>
              <a:t> </a:t>
            </a:r>
            <a:r>
              <a:rPr spc="-155" dirty="0"/>
              <a:t>garder</a:t>
            </a:r>
            <a:r>
              <a:rPr spc="-135" dirty="0"/>
              <a:t> </a:t>
            </a:r>
            <a:r>
              <a:rPr spc="-130" dirty="0"/>
              <a:t>ce</a:t>
            </a:r>
            <a:r>
              <a:rPr spc="-135" dirty="0"/>
              <a:t> </a:t>
            </a:r>
            <a:r>
              <a:rPr spc="-170" dirty="0"/>
              <a:t>qui</a:t>
            </a:r>
            <a:r>
              <a:rPr spc="-135" dirty="0"/>
              <a:t> </a:t>
            </a:r>
            <a:r>
              <a:rPr spc="-114" dirty="0"/>
              <a:t>compte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6249" y="1028699"/>
            <a:ext cx="266700" cy="266700"/>
            <a:chOff x="476249" y="1028699"/>
            <a:chExt cx="266700" cy="266700"/>
          </a:xfrm>
        </p:grpSpPr>
        <p:sp>
          <p:nvSpPr>
            <p:cNvPr id="4" name="object 4"/>
            <p:cNvSpPr/>
            <p:nvPr/>
          </p:nvSpPr>
          <p:spPr>
            <a:xfrm>
              <a:off x="476249" y="1028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9749" y="1098549"/>
              <a:ext cx="139700" cy="12382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73125" y="1011237"/>
            <a:ext cx="9134475" cy="9988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105" dirty="0">
                <a:solidFill>
                  <a:srgbClr val="334054"/>
                </a:solidFill>
                <a:latin typeface="Arial"/>
                <a:cs typeface="Arial"/>
              </a:rPr>
              <a:t>Rôle</a:t>
            </a:r>
            <a:r>
              <a:rPr sz="1350" b="1" spc="-9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Sélectionner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les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éléments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qui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satisfont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condition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 (retourne </a:t>
            </a:r>
            <a:r>
              <a:rPr sz="1200" spc="-10" dirty="0">
                <a:solidFill>
                  <a:srgbClr val="334054"/>
                </a:solidFill>
                <a:latin typeface="Monaco"/>
                <a:cs typeface="Monaco"/>
              </a:rPr>
              <a:t>true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).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85200"/>
              </a:lnSpc>
            </a:pPr>
            <a:r>
              <a:rPr sz="1350" b="1" spc="-75" dirty="0">
                <a:solidFill>
                  <a:srgbClr val="334054"/>
                </a:solidFill>
                <a:latin typeface="Arial"/>
                <a:cs typeface="Arial"/>
              </a:rPr>
              <a:t>Fonctionnement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334054"/>
                </a:solidFill>
                <a:latin typeface="Arial"/>
                <a:cs typeface="Arial"/>
              </a:rPr>
              <a:t>Prend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Predicate&lt;T&gt;</a:t>
            </a:r>
            <a:r>
              <a:rPr sz="1200" spc="-385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(lambda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T -&gt; boolean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).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334054"/>
                </a:solidFill>
                <a:latin typeface="Arial"/>
                <a:cs typeface="Arial"/>
              </a:rPr>
              <a:t>Si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prédicat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renvoie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false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,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l'élément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est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334054"/>
                </a:solidFill>
                <a:latin typeface="Arial"/>
                <a:cs typeface="Arial"/>
              </a:rPr>
              <a:t>rejeté</a:t>
            </a:r>
            <a:r>
              <a:rPr sz="135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du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flux. </a:t>
            </a:r>
            <a:r>
              <a:rPr sz="1350" b="1" spc="-75" dirty="0">
                <a:solidFill>
                  <a:srgbClr val="334054"/>
                </a:solidFill>
                <a:latin typeface="Arial"/>
                <a:cs typeface="Arial"/>
              </a:rPr>
              <a:t>Analogie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tamis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qui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ne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laisse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passer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que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les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pépites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d'or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(ou les étudiants </a:t>
            </a:r>
            <a:r>
              <a:rPr sz="1350" spc="-55" dirty="0">
                <a:solidFill>
                  <a:srgbClr val="334054"/>
                </a:solidFill>
                <a:latin typeface="Arial"/>
                <a:cs typeface="Arial"/>
              </a:rPr>
              <a:t>admis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!).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6249" y="1409699"/>
            <a:ext cx="266700" cy="266700"/>
            <a:chOff x="476249" y="1409699"/>
            <a:chExt cx="266700" cy="266700"/>
          </a:xfrm>
        </p:grpSpPr>
        <p:sp>
          <p:nvSpPr>
            <p:cNvPr id="8" name="object 8"/>
            <p:cNvSpPr/>
            <p:nvPr/>
          </p:nvSpPr>
          <p:spPr>
            <a:xfrm>
              <a:off x="476249" y="1409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924" y="1473199"/>
              <a:ext cx="133350" cy="13652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76249" y="1790699"/>
            <a:ext cx="266700" cy="266700"/>
            <a:chOff x="476249" y="1790699"/>
            <a:chExt cx="266700" cy="266700"/>
          </a:xfrm>
        </p:grpSpPr>
        <p:sp>
          <p:nvSpPr>
            <p:cNvPr id="11" name="object 11"/>
            <p:cNvSpPr/>
            <p:nvPr/>
          </p:nvSpPr>
          <p:spPr>
            <a:xfrm>
              <a:off x="476249" y="1790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2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259" y="1854199"/>
              <a:ext cx="117475" cy="13652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10274" y="2374899"/>
            <a:ext cx="171450" cy="203200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07848" y="2764536"/>
            <a:ext cx="11576685" cy="3919854"/>
            <a:chOff x="307848" y="2764536"/>
            <a:chExt cx="11576685" cy="3919854"/>
          </a:xfrm>
        </p:grpSpPr>
        <p:sp>
          <p:nvSpPr>
            <p:cNvPr id="15" name="object 15"/>
            <p:cNvSpPr/>
            <p:nvPr/>
          </p:nvSpPr>
          <p:spPr>
            <a:xfrm>
              <a:off x="307848" y="2764536"/>
              <a:ext cx="11576685" cy="3919854"/>
            </a:xfrm>
            <a:custGeom>
              <a:avLst/>
              <a:gdLst/>
              <a:ahLst/>
              <a:cxnLst/>
              <a:rect l="l" t="t" r="r" b="b"/>
              <a:pathLst>
                <a:path w="11576685" h="3919854">
                  <a:moveTo>
                    <a:pt x="11576304" y="3919728"/>
                  </a:moveTo>
                  <a:lnTo>
                    <a:pt x="0" y="3919728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45338"/>
                  </a:lnTo>
                  <a:lnTo>
                    <a:pt x="130301" y="45338"/>
                  </a:lnTo>
                  <a:lnTo>
                    <a:pt x="120799" y="46210"/>
                  </a:lnTo>
                  <a:lnTo>
                    <a:pt x="86164" y="74681"/>
                  </a:lnTo>
                  <a:lnTo>
                    <a:pt x="82676" y="92963"/>
                  </a:lnTo>
                  <a:lnTo>
                    <a:pt x="82676" y="3750563"/>
                  </a:lnTo>
                  <a:lnTo>
                    <a:pt x="103961" y="3790341"/>
                  </a:lnTo>
                  <a:lnTo>
                    <a:pt x="130301" y="3798188"/>
                  </a:lnTo>
                  <a:lnTo>
                    <a:pt x="11576304" y="3798188"/>
                  </a:lnTo>
                  <a:lnTo>
                    <a:pt x="11576304" y="3919728"/>
                  </a:lnTo>
                  <a:close/>
                </a:path>
                <a:path w="11576685" h="3919854">
                  <a:moveTo>
                    <a:pt x="11576304" y="3798188"/>
                  </a:moveTo>
                  <a:lnTo>
                    <a:pt x="11446001" y="3798188"/>
                  </a:lnTo>
                  <a:lnTo>
                    <a:pt x="11455503" y="3797316"/>
                  </a:lnTo>
                  <a:lnTo>
                    <a:pt x="11464283" y="3794700"/>
                  </a:lnTo>
                  <a:lnTo>
                    <a:pt x="11492754" y="3760065"/>
                  </a:lnTo>
                  <a:lnTo>
                    <a:pt x="11493626" y="3750563"/>
                  </a:lnTo>
                  <a:lnTo>
                    <a:pt x="11493626" y="92963"/>
                  </a:lnTo>
                  <a:lnTo>
                    <a:pt x="11472341" y="53184"/>
                  </a:lnTo>
                  <a:lnTo>
                    <a:pt x="11446001" y="45338"/>
                  </a:lnTo>
                  <a:lnTo>
                    <a:pt x="11576304" y="45338"/>
                  </a:lnTo>
                  <a:lnTo>
                    <a:pt x="11576304" y="37981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0049" y="2800349"/>
              <a:ext cx="11410950" cy="3771900"/>
            </a:xfrm>
            <a:custGeom>
              <a:avLst/>
              <a:gdLst/>
              <a:ahLst/>
              <a:cxnLst/>
              <a:rect l="l" t="t" r="r" b="b"/>
              <a:pathLst>
                <a:path w="11410950" h="3771900">
                  <a:moveTo>
                    <a:pt x="11357551" y="3771899"/>
                  </a:moveTo>
                  <a:lnTo>
                    <a:pt x="33047" y="3771899"/>
                  </a:lnTo>
                  <a:lnTo>
                    <a:pt x="28187" y="3770448"/>
                  </a:lnTo>
                  <a:lnTo>
                    <a:pt x="966" y="3729617"/>
                  </a:lnTo>
                  <a:lnTo>
                    <a:pt x="0" y="3722327"/>
                  </a:lnTo>
                  <a:lnTo>
                    <a:pt x="0" y="37147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1357551" y="0"/>
                  </a:lnTo>
                  <a:lnTo>
                    <a:pt x="11396863" y="19392"/>
                  </a:lnTo>
                  <a:lnTo>
                    <a:pt x="11410949" y="53397"/>
                  </a:lnTo>
                  <a:lnTo>
                    <a:pt x="11410949" y="3718501"/>
                  </a:lnTo>
                  <a:lnTo>
                    <a:pt x="11391556" y="3757813"/>
                  </a:lnTo>
                  <a:lnTo>
                    <a:pt x="11361267" y="3771532"/>
                  </a:lnTo>
                  <a:lnTo>
                    <a:pt x="11357551" y="37718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999" y="2800349"/>
              <a:ext cx="52069" cy="3771900"/>
            </a:xfrm>
            <a:custGeom>
              <a:avLst/>
              <a:gdLst/>
              <a:ahLst/>
              <a:cxnLst/>
              <a:rect l="l" t="t" r="r" b="b"/>
              <a:pathLst>
                <a:path w="52070" h="3771900">
                  <a:moveTo>
                    <a:pt x="51889" y="3771899"/>
                  </a:moveTo>
                  <a:lnTo>
                    <a:pt x="49571" y="3771899"/>
                  </a:lnTo>
                  <a:lnTo>
                    <a:pt x="42281" y="3770448"/>
                  </a:lnTo>
                  <a:lnTo>
                    <a:pt x="7250" y="3743620"/>
                  </a:lnTo>
                  <a:lnTo>
                    <a:pt x="0" y="37223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0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714749"/>
                  </a:lnTo>
                  <a:lnTo>
                    <a:pt x="43679" y="3755160"/>
                  </a:lnTo>
                  <a:lnTo>
                    <a:pt x="47399" y="3766319"/>
                  </a:lnTo>
                  <a:lnTo>
                    <a:pt x="51889" y="3771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6899" y="3724574"/>
            <a:ext cx="5077460" cy="4305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395"/>
              </a:spcBef>
              <a:tabLst>
                <a:tab pos="469265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Exemple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1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Garder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uniquement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les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étudiants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5" dirty="0">
                <a:solidFill>
                  <a:srgbClr val="94A2B8"/>
                </a:solidFill>
                <a:latin typeface="Times New Roman"/>
                <a:cs typeface="Times New Roman"/>
              </a:rPr>
              <a:t>admis</a:t>
            </a:r>
            <a:r>
              <a:rPr sz="1100" i="1" spc="3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(moyenne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	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=</a:t>
            </a:r>
            <a:r>
              <a:rPr sz="950" i="1" spc="28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10)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3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admis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33799" y="4181474"/>
            <a:ext cx="771525" cy="219075"/>
          </a:xfrm>
          <a:custGeom>
            <a:avLst/>
            <a:gdLst/>
            <a:ahLst/>
            <a:cxnLst/>
            <a:rect l="l" t="t" r="r" b="b"/>
            <a:pathLst>
              <a:path w="771525" h="219075">
                <a:moveTo>
                  <a:pt x="738477" y="219074"/>
                </a:moveTo>
                <a:lnTo>
                  <a:pt x="33047" y="219074"/>
                </a:lnTo>
                <a:lnTo>
                  <a:pt x="28187" y="218107"/>
                </a:lnTo>
                <a:lnTo>
                  <a:pt x="966" y="190886"/>
                </a:lnTo>
                <a:lnTo>
                  <a:pt x="0" y="186027"/>
                </a:lnTo>
                <a:lnTo>
                  <a:pt x="0" y="1809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38477" y="0"/>
                </a:lnTo>
                <a:lnTo>
                  <a:pt x="770557" y="28187"/>
                </a:lnTo>
                <a:lnTo>
                  <a:pt x="771524" y="33047"/>
                </a:lnTo>
                <a:lnTo>
                  <a:pt x="771524" y="186027"/>
                </a:lnTo>
                <a:lnTo>
                  <a:pt x="743337" y="218107"/>
                </a:lnTo>
                <a:lnTo>
                  <a:pt x="738477" y="219074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95811" y="4193120"/>
            <a:ext cx="64262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b="1" spc="120" dirty="0">
                <a:solidFill>
                  <a:srgbClr val="1D40AF"/>
                </a:solidFill>
                <a:latin typeface="Times New Roman"/>
                <a:cs typeface="Times New Roman"/>
              </a:rPr>
              <a:t>Predicate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4080" y="4129093"/>
            <a:ext cx="2700655" cy="4445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  <a:tabLst>
                <a:tab pos="829944" algn="l"/>
                <a:tab pos="2167255" algn="l"/>
              </a:tabLst>
            </a:pP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225" dirty="0">
                <a:solidFill>
                  <a:srgbClr val="DA2677"/>
                </a:solidFill>
                <a:latin typeface="Times New Roman"/>
                <a:cs typeface="Times New Roman"/>
              </a:rPr>
              <a:t>filter</a:t>
            </a: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e.getMoyenne()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0890B1"/>
                </a:solidFill>
                <a:latin typeface="Times New Roman"/>
                <a:cs typeface="Times New Roman"/>
              </a:rPr>
              <a:t>10.0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collect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8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.toList());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6899" y="4753567"/>
            <a:ext cx="4780280" cy="81089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32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Exemple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2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Filtrer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groupe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(matricule</a:t>
            </a:r>
            <a:r>
              <a:rPr sz="110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commençant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"A")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3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groupeA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315"/>
              </a:spcBef>
              <a:tabLst>
                <a:tab pos="1127125" algn="l"/>
              </a:tabLst>
            </a:pP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225" dirty="0">
                <a:solidFill>
                  <a:srgbClr val="DA2677"/>
                </a:solidFill>
                <a:latin typeface="Times New Roman"/>
                <a:cs typeface="Times New Roman"/>
              </a:rPr>
              <a:t>filter</a:t>
            </a: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e.getMatricule().startsWith(</a:t>
            </a:r>
            <a:r>
              <a:rPr sz="1050" spc="145" dirty="0">
                <a:solidFill>
                  <a:srgbClr val="16A24A"/>
                </a:solidFill>
                <a:latin typeface="Times New Roman"/>
                <a:cs typeface="Times New Roman"/>
              </a:rPr>
              <a:t>"A"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))</a:t>
            </a:r>
            <a:endParaRPr sz="105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315"/>
              </a:spcBef>
            </a:pP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collect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8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.toList());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24" name="object 24"/>
            <p:cNvSpPr/>
            <p:nvPr/>
          </p:nvSpPr>
          <p:spPr>
            <a:xfrm>
              <a:off x="8972549" y="6800849"/>
              <a:ext cx="3219450" cy="57150"/>
            </a:xfrm>
            <a:custGeom>
              <a:avLst/>
              <a:gdLst/>
              <a:ahLst/>
              <a:cxnLst/>
              <a:rect l="l" t="t" r="r" b="b"/>
              <a:pathLst>
                <a:path w="3219450" h="57150">
                  <a:moveTo>
                    <a:pt x="0" y="57149"/>
                  </a:moveTo>
                  <a:lnTo>
                    <a:pt x="3219449" y="57149"/>
                  </a:lnTo>
                  <a:lnTo>
                    <a:pt x="32194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6800849"/>
              <a:ext cx="8972550" cy="57150"/>
            </a:xfrm>
            <a:custGeom>
              <a:avLst/>
              <a:gdLst/>
              <a:ahLst/>
              <a:cxnLst/>
              <a:rect l="l" t="t" r="r" b="b"/>
              <a:pathLst>
                <a:path w="8972550" h="57150">
                  <a:moveTo>
                    <a:pt x="89725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8972549" y="0"/>
                  </a:lnTo>
                  <a:lnTo>
                    <a:pt x="89725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42/57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map(Function&lt;T,R&gt;)</a:t>
            </a:r>
            <a:r>
              <a:rPr spc="-145" dirty="0"/>
              <a:t> </a:t>
            </a:r>
            <a:r>
              <a:rPr spc="-130" dirty="0"/>
              <a:t>:</a:t>
            </a:r>
            <a:r>
              <a:rPr spc="-145" dirty="0"/>
              <a:t> transformer</a:t>
            </a:r>
            <a:r>
              <a:rPr spc="-140" dirty="0"/>
              <a:t> </a:t>
            </a:r>
            <a:r>
              <a:rPr spc="-145" dirty="0"/>
              <a:t>les </a:t>
            </a:r>
            <a:r>
              <a:rPr spc="-130" dirty="0"/>
              <a:t>données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6249" y="1028699"/>
            <a:ext cx="266700" cy="266700"/>
            <a:chOff x="476249" y="1028699"/>
            <a:chExt cx="266700" cy="266700"/>
          </a:xfrm>
        </p:grpSpPr>
        <p:sp>
          <p:nvSpPr>
            <p:cNvPr id="4" name="object 4"/>
            <p:cNvSpPr/>
            <p:nvPr/>
          </p:nvSpPr>
          <p:spPr>
            <a:xfrm>
              <a:off x="476249" y="1028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924" y="1092199"/>
              <a:ext cx="133350" cy="13652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73125" y="1011237"/>
            <a:ext cx="9417685" cy="9988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105" dirty="0">
                <a:solidFill>
                  <a:srgbClr val="334054"/>
                </a:solidFill>
                <a:latin typeface="Arial"/>
                <a:cs typeface="Arial"/>
              </a:rPr>
              <a:t>Rôle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Transformer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chaque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élément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du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flux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en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quelque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chose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d'autre.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85200"/>
              </a:lnSpc>
            </a:pPr>
            <a:r>
              <a:rPr sz="1350" b="1" spc="-75" dirty="0">
                <a:solidFill>
                  <a:srgbClr val="334054"/>
                </a:solidFill>
                <a:latin typeface="Arial"/>
                <a:cs typeface="Arial"/>
              </a:rPr>
              <a:t>Fonctionnement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334054"/>
                </a:solidFill>
                <a:latin typeface="Arial"/>
                <a:cs typeface="Arial"/>
              </a:rPr>
              <a:t>Prend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Function&lt;T,R&gt;</a:t>
            </a:r>
            <a:r>
              <a:rPr sz="1200" spc="-385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(lambda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T</a:t>
            </a:r>
            <a:r>
              <a:rPr sz="1200" spc="-20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-&gt;</a:t>
            </a:r>
            <a:r>
              <a:rPr sz="1200" spc="-25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R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).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L'entrée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est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type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T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,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la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sortie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type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4054"/>
                </a:solidFill>
                <a:latin typeface="Monaco"/>
                <a:cs typeface="Monaco"/>
              </a:rPr>
              <a:t>R</a:t>
            </a:r>
            <a:r>
              <a:rPr sz="1200" spc="-385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(le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type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peut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changer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334054"/>
                </a:solidFill>
                <a:latin typeface="Arial"/>
                <a:cs typeface="Arial"/>
              </a:rPr>
              <a:t>!). </a:t>
            </a:r>
            <a:r>
              <a:rPr sz="1350" b="1" spc="-75" dirty="0">
                <a:solidFill>
                  <a:srgbClr val="334054"/>
                </a:solidFill>
                <a:latin typeface="Arial"/>
                <a:cs typeface="Arial"/>
              </a:rPr>
              <a:t>Analogie</a:t>
            </a:r>
            <a:r>
              <a:rPr sz="1350" b="1" spc="-9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50" b="1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65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machine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qui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reçoit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334054"/>
                </a:solidFill>
                <a:latin typeface="Arial"/>
                <a:cs typeface="Arial"/>
              </a:rPr>
              <a:t>pommes</a:t>
            </a:r>
            <a:r>
              <a:rPr sz="135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sort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34054"/>
                </a:solidFill>
                <a:latin typeface="Arial"/>
                <a:cs typeface="Arial"/>
              </a:rPr>
              <a:t>du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334054"/>
                </a:solidFill>
                <a:latin typeface="Arial"/>
                <a:cs typeface="Arial"/>
              </a:rPr>
              <a:t>jus</a:t>
            </a:r>
            <a:r>
              <a:rPr sz="135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350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4054"/>
                </a:solidFill>
                <a:latin typeface="Arial"/>
                <a:cs typeface="Arial"/>
              </a:rPr>
              <a:t>pomme.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6249" y="1409699"/>
            <a:ext cx="266700" cy="266700"/>
            <a:chOff x="476249" y="1409699"/>
            <a:chExt cx="266700" cy="266700"/>
          </a:xfrm>
        </p:grpSpPr>
        <p:sp>
          <p:nvSpPr>
            <p:cNvPr id="8" name="object 8"/>
            <p:cNvSpPr/>
            <p:nvPr/>
          </p:nvSpPr>
          <p:spPr>
            <a:xfrm>
              <a:off x="476249" y="1409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924" y="1470024"/>
              <a:ext cx="133350" cy="1397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76249" y="1790699"/>
            <a:ext cx="266700" cy="266700"/>
            <a:chOff x="476249" y="1790699"/>
            <a:chExt cx="266700" cy="266700"/>
          </a:xfrm>
        </p:grpSpPr>
        <p:sp>
          <p:nvSpPr>
            <p:cNvPr id="11" name="object 11"/>
            <p:cNvSpPr/>
            <p:nvPr/>
          </p:nvSpPr>
          <p:spPr>
            <a:xfrm>
              <a:off x="476249" y="1790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2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590" y="1851024"/>
              <a:ext cx="152400" cy="13970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10274" y="2374899"/>
            <a:ext cx="171450" cy="203200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07848" y="2764536"/>
            <a:ext cx="11576685" cy="3919854"/>
            <a:chOff x="307848" y="2764536"/>
            <a:chExt cx="11576685" cy="3919854"/>
          </a:xfrm>
        </p:grpSpPr>
        <p:sp>
          <p:nvSpPr>
            <p:cNvPr id="15" name="object 15"/>
            <p:cNvSpPr/>
            <p:nvPr/>
          </p:nvSpPr>
          <p:spPr>
            <a:xfrm>
              <a:off x="307848" y="2764536"/>
              <a:ext cx="11576685" cy="3919854"/>
            </a:xfrm>
            <a:custGeom>
              <a:avLst/>
              <a:gdLst/>
              <a:ahLst/>
              <a:cxnLst/>
              <a:rect l="l" t="t" r="r" b="b"/>
              <a:pathLst>
                <a:path w="11576685" h="3919854">
                  <a:moveTo>
                    <a:pt x="11576304" y="3919728"/>
                  </a:moveTo>
                  <a:lnTo>
                    <a:pt x="0" y="3919728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45338"/>
                  </a:lnTo>
                  <a:lnTo>
                    <a:pt x="130301" y="45338"/>
                  </a:lnTo>
                  <a:lnTo>
                    <a:pt x="120799" y="46210"/>
                  </a:lnTo>
                  <a:lnTo>
                    <a:pt x="86164" y="74681"/>
                  </a:lnTo>
                  <a:lnTo>
                    <a:pt x="82676" y="92963"/>
                  </a:lnTo>
                  <a:lnTo>
                    <a:pt x="82676" y="3750563"/>
                  </a:lnTo>
                  <a:lnTo>
                    <a:pt x="103961" y="3790341"/>
                  </a:lnTo>
                  <a:lnTo>
                    <a:pt x="130301" y="3798188"/>
                  </a:lnTo>
                  <a:lnTo>
                    <a:pt x="11576304" y="3798188"/>
                  </a:lnTo>
                  <a:lnTo>
                    <a:pt x="11576304" y="3919728"/>
                  </a:lnTo>
                  <a:close/>
                </a:path>
                <a:path w="11576685" h="3919854">
                  <a:moveTo>
                    <a:pt x="11576304" y="3798188"/>
                  </a:moveTo>
                  <a:lnTo>
                    <a:pt x="11446001" y="3798188"/>
                  </a:lnTo>
                  <a:lnTo>
                    <a:pt x="11455503" y="3797316"/>
                  </a:lnTo>
                  <a:lnTo>
                    <a:pt x="11464283" y="3794700"/>
                  </a:lnTo>
                  <a:lnTo>
                    <a:pt x="11492754" y="3760065"/>
                  </a:lnTo>
                  <a:lnTo>
                    <a:pt x="11493626" y="3750563"/>
                  </a:lnTo>
                  <a:lnTo>
                    <a:pt x="11493626" y="92963"/>
                  </a:lnTo>
                  <a:lnTo>
                    <a:pt x="11472341" y="53184"/>
                  </a:lnTo>
                  <a:lnTo>
                    <a:pt x="11446001" y="45338"/>
                  </a:lnTo>
                  <a:lnTo>
                    <a:pt x="11576304" y="45338"/>
                  </a:lnTo>
                  <a:lnTo>
                    <a:pt x="11576304" y="37981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0049" y="2800349"/>
              <a:ext cx="11410950" cy="3771900"/>
            </a:xfrm>
            <a:custGeom>
              <a:avLst/>
              <a:gdLst/>
              <a:ahLst/>
              <a:cxnLst/>
              <a:rect l="l" t="t" r="r" b="b"/>
              <a:pathLst>
                <a:path w="11410950" h="3771900">
                  <a:moveTo>
                    <a:pt x="11357551" y="3771899"/>
                  </a:moveTo>
                  <a:lnTo>
                    <a:pt x="33047" y="3771899"/>
                  </a:lnTo>
                  <a:lnTo>
                    <a:pt x="28187" y="3770448"/>
                  </a:lnTo>
                  <a:lnTo>
                    <a:pt x="966" y="3729617"/>
                  </a:lnTo>
                  <a:lnTo>
                    <a:pt x="0" y="3722327"/>
                  </a:lnTo>
                  <a:lnTo>
                    <a:pt x="0" y="37147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1357551" y="0"/>
                  </a:lnTo>
                  <a:lnTo>
                    <a:pt x="11396863" y="19392"/>
                  </a:lnTo>
                  <a:lnTo>
                    <a:pt x="11410949" y="53397"/>
                  </a:lnTo>
                  <a:lnTo>
                    <a:pt x="11410949" y="3718501"/>
                  </a:lnTo>
                  <a:lnTo>
                    <a:pt x="11391556" y="3757813"/>
                  </a:lnTo>
                  <a:lnTo>
                    <a:pt x="11361267" y="3771532"/>
                  </a:lnTo>
                  <a:lnTo>
                    <a:pt x="11357551" y="37718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999" y="2800349"/>
              <a:ext cx="52069" cy="3771900"/>
            </a:xfrm>
            <a:custGeom>
              <a:avLst/>
              <a:gdLst/>
              <a:ahLst/>
              <a:cxnLst/>
              <a:rect l="l" t="t" r="r" b="b"/>
              <a:pathLst>
                <a:path w="52070" h="3771900">
                  <a:moveTo>
                    <a:pt x="51889" y="3771899"/>
                  </a:moveTo>
                  <a:lnTo>
                    <a:pt x="49571" y="3771899"/>
                  </a:lnTo>
                  <a:lnTo>
                    <a:pt x="42281" y="3770448"/>
                  </a:lnTo>
                  <a:lnTo>
                    <a:pt x="7250" y="3743620"/>
                  </a:lnTo>
                  <a:lnTo>
                    <a:pt x="0" y="37223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0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714749"/>
                  </a:lnTo>
                  <a:lnTo>
                    <a:pt x="43679" y="3755160"/>
                  </a:lnTo>
                  <a:lnTo>
                    <a:pt x="47399" y="3766319"/>
                  </a:lnTo>
                  <a:lnTo>
                    <a:pt x="51889" y="3771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4362" y="3481387"/>
              <a:ext cx="1162050" cy="247650"/>
            </a:xfrm>
            <a:custGeom>
              <a:avLst/>
              <a:gdLst/>
              <a:ahLst/>
              <a:cxnLst/>
              <a:rect l="l" t="t" r="r" b="b"/>
              <a:pathLst>
                <a:path w="1162050" h="247650">
                  <a:moveTo>
                    <a:pt x="1133133" y="247649"/>
                  </a:moveTo>
                  <a:lnTo>
                    <a:pt x="28916" y="247649"/>
                  </a:lnTo>
                  <a:lnTo>
                    <a:pt x="24664" y="246803"/>
                  </a:lnTo>
                  <a:lnTo>
                    <a:pt x="0" y="218732"/>
                  </a:lnTo>
                  <a:lnTo>
                    <a:pt x="0" y="21431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133133" y="0"/>
                  </a:lnTo>
                  <a:lnTo>
                    <a:pt x="1162049" y="28916"/>
                  </a:lnTo>
                  <a:lnTo>
                    <a:pt x="1162049" y="218732"/>
                  </a:lnTo>
                  <a:lnTo>
                    <a:pt x="1137385" y="246803"/>
                  </a:lnTo>
                  <a:lnTo>
                    <a:pt x="1133133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4362" y="3481387"/>
              <a:ext cx="1162050" cy="247650"/>
            </a:xfrm>
            <a:custGeom>
              <a:avLst/>
              <a:gdLst/>
              <a:ahLst/>
              <a:cxnLst/>
              <a:rect l="l" t="t" r="r" b="b"/>
              <a:pathLst>
                <a:path w="1162050" h="247650">
                  <a:moveTo>
                    <a:pt x="0" y="2143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128712" y="0"/>
                  </a:lnTo>
                  <a:lnTo>
                    <a:pt x="1133133" y="0"/>
                  </a:lnTo>
                  <a:lnTo>
                    <a:pt x="1137385" y="845"/>
                  </a:lnTo>
                  <a:lnTo>
                    <a:pt x="1162049" y="33337"/>
                  </a:lnTo>
                  <a:lnTo>
                    <a:pt x="1162049" y="214312"/>
                  </a:lnTo>
                  <a:lnTo>
                    <a:pt x="1162049" y="218732"/>
                  </a:lnTo>
                  <a:lnTo>
                    <a:pt x="1161203" y="222985"/>
                  </a:lnTo>
                  <a:lnTo>
                    <a:pt x="1159512" y="227069"/>
                  </a:lnTo>
                  <a:lnTo>
                    <a:pt x="1157820" y="231153"/>
                  </a:lnTo>
                  <a:lnTo>
                    <a:pt x="1141470" y="245111"/>
                  </a:lnTo>
                  <a:lnTo>
                    <a:pt x="1137385" y="246803"/>
                  </a:lnTo>
                  <a:lnTo>
                    <a:pt x="1133133" y="247649"/>
                  </a:lnTo>
                  <a:lnTo>
                    <a:pt x="1128712" y="247649"/>
                  </a:lnTo>
                  <a:lnTo>
                    <a:pt x="33337" y="247649"/>
                  </a:lnTo>
                  <a:lnTo>
                    <a:pt x="845" y="222985"/>
                  </a:lnTo>
                  <a:lnTo>
                    <a:pt x="0" y="218732"/>
                  </a:lnTo>
                  <a:lnTo>
                    <a:pt x="0" y="214312"/>
                  </a:lnTo>
                  <a:close/>
                </a:path>
              </a:pathLst>
            </a:custGeom>
            <a:ln w="9524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8359" y="3552824"/>
              <a:ext cx="111125" cy="952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085974" y="3476624"/>
              <a:ext cx="723900" cy="257175"/>
            </a:xfrm>
            <a:custGeom>
              <a:avLst/>
              <a:gdLst/>
              <a:ahLst/>
              <a:cxnLst/>
              <a:rect l="l" t="t" r="r" b="b"/>
              <a:pathLst>
                <a:path w="723900" h="257175">
                  <a:moveTo>
                    <a:pt x="685800" y="257174"/>
                  </a:moveTo>
                  <a:lnTo>
                    <a:pt x="38099" y="257174"/>
                  </a:lnTo>
                  <a:lnTo>
                    <a:pt x="30498" y="256477"/>
                  </a:lnTo>
                  <a:lnTo>
                    <a:pt x="697" y="226676"/>
                  </a:lnTo>
                  <a:lnTo>
                    <a:pt x="0" y="21907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685799" y="0"/>
                  </a:lnTo>
                  <a:lnTo>
                    <a:pt x="721109" y="23474"/>
                  </a:lnTo>
                  <a:lnTo>
                    <a:pt x="723899" y="38099"/>
                  </a:lnTo>
                  <a:lnTo>
                    <a:pt x="723899" y="219075"/>
                  </a:lnTo>
                  <a:lnTo>
                    <a:pt x="700425" y="254384"/>
                  </a:lnTo>
                  <a:lnTo>
                    <a:pt x="685800" y="25717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85962" y="3476624"/>
              <a:ext cx="723900" cy="257175"/>
            </a:xfrm>
            <a:custGeom>
              <a:avLst/>
              <a:gdLst/>
              <a:ahLst/>
              <a:cxnLst/>
              <a:rect l="l" t="t" r="r" b="b"/>
              <a:pathLst>
                <a:path w="723900" h="257175">
                  <a:moveTo>
                    <a:pt x="9525" y="191643"/>
                  </a:moveTo>
                  <a:lnTo>
                    <a:pt x="0" y="191643"/>
                  </a:lnTo>
                  <a:lnTo>
                    <a:pt x="101" y="220129"/>
                  </a:lnTo>
                  <a:lnTo>
                    <a:pt x="9525" y="219862"/>
                  </a:lnTo>
                  <a:lnTo>
                    <a:pt x="9525" y="191643"/>
                  </a:lnTo>
                  <a:close/>
                </a:path>
                <a:path w="723900" h="257175">
                  <a:moveTo>
                    <a:pt x="9525" y="144487"/>
                  </a:moveTo>
                  <a:lnTo>
                    <a:pt x="0" y="144487"/>
                  </a:lnTo>
                  <a:lnTo>
                    <a:pt x="0" y="173062"/>
                  </a:lnTo>
                  <a:lnTo>
                    <a:pt x="9525" y="173062"/>
                  </a:lnTo>
                  <a:lnTo>
                    <a:pt x="9525" y="144487"/>
                  </a:lnTo>
                  <a:close/>
                </a:path>
                <a:path w="723900" h="257175">
                  <a:moveTo>
                    <a:pt x="9525" y="97345"/>
                  </a:moveTo>
                  <a:lnTo>
                    <a:pt x="0" y="97345"/>
                  </a:lnTo>
                  <a:lnTo>
                    <a:pt x="0" y="125920"/>
                  </a:lnTo>
                  <a:lnTo>
                    <a:pt x="9525" y="125920"/>
                  </a:lnTo>
                  <a:lnTo>
                    <a:pt x="9525" y="97345"/>
                  </a:lnTo>
                  <a:close/>
                </a:path>
                <a:path w="723900" h="257175">
                  <a:moveTo>
                    <a:pt x="9525" y="50190"/>
                  </a:moveTo>
                  <a:lnTo>
                    <a:pt x="0" y="50190"/>
                  </a:lnTo>
                  <a:lnTo>
                    <a:pt x="0" y="78765"/>
                  </a:lnTo>
                  <a:lnTo>
                    <a:pt x="9525" y="78765"/>
                  </a:lnTo>
                  <a:lnTo>
                    <a:pt x="9525" y="50190"/>
                  </a:lnTo>
                  <a:close/>
                </a:path>
                <a:path w="723900" h="257175">
                  <a:moveTo>
                    <a:pt x="21310" y="14490"/>
                  </a:moveTo>
                  <a:lnTo>
                    <a:pt x="16052" y="7099"/>
                  </a:lnTo>
                  <a:lnTo>
                    <a:pt x="11163" y="11163"/>
                  </a:lnTo>
                  <a:lnTo>
                    <a:pt x="6286" y="17030"/>
                  </a:lnTo>
                  <a:lnTo>
                    <a:pt x="2794" y="23482"/>
                  </a:lnTo>
                  <a:lnTo>
                    <a:pt x="698" y="30505"/>
                  </a:lnTo>
                  <a:lnTo>
                    <a:pt x="571" y="31965"/>
                  </a:lnTo>
                  <a:lnTo>
                    <a:pt x="9525" y="33426"/>
                  </a:lnTo>
                  <a:lnTo>
                    <a:pt x="9525" y="30213"/>
                  </a:lnTo>
                  <a:lnTo>
                    <a:pt x="12319" y="23482"/>
                  </a:lnTo>
                  <a:lnTo>
                    <a:pt x="17907" y="17894"/>
                  </a:lnTo>
                  <a:lnTo>
                    <a:pt x="21310" y="14490"/>
                  </a:lnTo>
                  <a:close/>
                </a:path>
                <a:path w="723900" h="257175">
                  <a:moveTo>
                    <a:pt x="30657" y="247650"/>
                  </a:moveTo>
                  <a:lnTo>
                    <a:pt x="30213" y="247650"/>
                  </a:lnTo>
                  <a:lnTo>
                    <a:pt x="23482" y="244868"/>
                  </a:lnTo>
                  <a:lnTo>
                    <a:pt x="18656" y="240042"/>
                  </a:lnTo>
                  <a:lnTo>
                    <a:pt x="17957" y="239509"/>
                  </a:lnTo>
                  <a:lnTo>
                    <a:pt x="17856" y="239331"/>
                  </a:lnTo>
                  <a:lnTo>
                    <a:pt x="17741" y="239128"/>
                  </a:lnTo>
                  <a:lnTo>
                    <a:pt x="12369" y="233756"/>
                  </a:lnTo>
                  <a:lnTo>
                    <a:pt x="5080" y="237921"/>
                  </a:lnTo>
                  <a:lnTo>
                    <a:pt x="6286" y="240157"/>
                  </a:lnTo>
                  <a:lnTo>
                    <a:pt x="11163" y="246024"/>
                  </a:lnTo>
                  <a:lnTo>
                    <a:pt x="17030" y="250901"/>
                  </a:lnTo>
                  <a:lnTo>
                    <a:pt x="23482" y="254393"/>
                  </a:lnTo>
                  <a:lnTo>
                    <a:pt x="28511" y="255892"/>
                  </a:lnTo>
                  <a:lnTo>
                    <a:pt x="30657" y="247650"/>
                  </a:lnTo>
                  <a:close/>
                </a:path>
                <a:path w="723900" h="257175">
                  <a:moveTo>
                    <a:pt x="66675" y="0"/>
                  </a:moveTo>
                  <a:lnTo>
                    <a:pt x="38100" y="0"/>
                  </a:lnTo>
                  <a:lnTo>
                    <a:pt x="33705" y="406"/>
                  </a:lnTo>
                  <a:lnTo>
                    <a:pt x="34772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723900" h="257175">
                  <a:moveTo>
                    <a:pt x="75209" y="247650"/>
                  </a:moveTo>
                  <a:lnTo>
                    <a:pt x="46634" y="247650"/>
                  </a:lnTo>
                  <a:lnTo>
                    <a:pt x="46634" y="257175"/>
                  </a:lnTo>
                  <a:lnTo>
                    <a:pt x="75209" y="257175"/>
                  </a:lnTo>
                  <a:lnTo>
                    <a:pt x="75209" y="247650"/>
                  </a:lnTo>
                  <a:close/>
                </a:path>
                <a:path w="723900" h="257175">
                  <a:moveTo>
                    <a:pt x="113830" y="0"/>
                  </a:moveTo>
                  <a:lnTo>
                    <a:pt x="85255" y="0"/>
                  </a:lnTo>
                  <a:lnTo>
                    <a:pt x="85255" y="9525"/>
                  </a:lnTo>
                  <a:lnTo>
                    <a:pt x="113830" y="9525"/>
                  </a:lnTo>
                  <a:lnTo>
                    <a:pt x="113830" y="0"/>
                  </a:lnTo>
                  <a:close/>
                </a:path>
                <a:path w="723900" h="257175">
                  <a:moveTo>
                    <a:pt x="122364" y="247650"/>
                  </a:moveTo>
                  <a:lnTo>
                    <a:pt x="93789" y="247650"/>
                  </a:lnTo>
                  <a:lnTo>
                    <a:pt x="93789" y="257175"/>
                  </a:lnTo>
                  <a:lnTo>
                    <a:pt x="122364" y="257175"/>
                  </a:lnTo>
                  <a:lnTo>
                    <a:pt x="122364" y="247650"/>
                  </a:lnTo>
                  <a:close/>
                </a:path>
                <a:path w="723900" h="257175">
                  <a:moveTo>
                    <a:pt x="160972" y="0"/>
                  </a:moveTo>
                  <a:lnTo>
                    <a:pt x="132397" y="0"/>
                  </a:lnTo>
                  <a:lnTo>
                    <a:pt x="132397" y="9525"/>
                  </a:lnTo>
                  <a:lnTo>
                    <a:pt x="160972" y="9525"/>
                  </a:lnTo>
                  <a:lnTo>
                    <a:pt x="160972" y="0"/>
                  </a:lnTo>
                  <a:close/>
                </a:path>
                <a:path w="723900" h="257175">
                  <a:moveTo>
                    <a:pt x="169506" y="247650"/>
                  </a:moveTo>
                  <a:lnTo>
                    <a:pt x="140931" y="247650"/>
                  </a:lnTo>
                  <a:lnTo>
                    <a:pt x="140931" y="257175"/>
                  </a:lnTo>
                  <a:lnTo>
                    <a:pt x="169506" y="257175"/>
                  </a:lnTo>
                  <a:lnTo>
                    <a:pt x="169506" y="247650"/>
                  </a:lnTo>
                  <a:close/>
                </a:path>
                <a:path w="723900" h="257175">
                  <a:moveTo>
                    <a:pt x="208127" y="0"/>
                  </a:moveTo>
                  <a:lnTo>
                    <a:pt x="179552" y="0"/>
                  </a:lnTo>
                  <a:lnTo>
                    <a:pt x="179552" y="9525"/>
                  </a:lnTo>
                  <a:lnTo>
                    <a:pt x="208127" y="9525"/>
                  </a:lnTo>
                  <a:lnTo>
                    <a:pt x="208127" y="0"/>
                  </a:lnTo>
                  <a:close/>
                </a:path>
                <a:path w="723900" h="257175">
                  <a:moveTo>
                    <a:pt x="216662" y="247650"/>
                  </a:moveTo>
                  <a:lnTo>
                    <a:pt x="188087" y="247650"/>
                  </a:lnTo>
                  <a:lnTo>
                    <a:pt x="188087" y="257175"/>
                  </a:lnTo>
                  <a:lnTo>
                    <a:pt x="216662" y="257175"/>
                  </a:lnTo>
                  <a:lnTo>
                    <a:pt x="216662" y="247650"/>
                  </a:lnTo>
                  <a:close/>
                </a:path>
                <a:path w="723900" h="257175">
                  <a:moveTo>
                    <a:pt x="255270" y="0"/>
                  </a:moveTo>
                  <a:lnTo>
                    <a:pt x="226695" y="0"/>
                  </a:lnTo>
                  <a:lnTo>
                    <a:pt x="226695" y="9525"/>
                  </a:lnTo>
                  <a:lnTo>
                    <a:pt x="255270" y="9525"/>
                  </a:lnTo>
                  <a:lnTo>
                    <a:pt x="255270" y="0"/>
                  </a:lnTo>
                  <a:close/>
                </a:path>
                <a:path w="723900" h="257175">
                  <a:moveTo>
                    <a:pt x="263804" y="247650"/>
                  </a:moveTo>
                  <a:lnTo>
                    <a:pt x="235229" y="247650"/>
                  </a:lnTo>
                  <a:lnTo>
                    <a:pt x="235229" y="257175"/>
                  </a:lnTo>
                  <a:lnTo>
                    <a:pt x="263804" y="257175"/>
                  </a:lnTo>
                  <a:lnTo>
                    <a:pt x="263804" y="247650"/>
                  </a:lnTo>
                  <a:close/>
                </a:path>
                <a:path w="723900" h="257175">
                  <a:moveTo>
                    <a:pt x="302425" y="0"/>
                  </a:moveTo>
                  <a:lnTo>
                    <a:pt x="273850" y="0"/>
                  </a:lnTo>
                  <a:lnTo>
                    <a:pt x="273850" y="9525"/>
                  </a:lnTo>
                  <a:lnTo>
                    <a:pt x="302425" y="9525"/>
                  </a:lnTo>
                  <a:lnTo>
                    <a:pt x="302425" y="0"/>
                  </a:lnTo>
                  <a:close/>
                </a:path>
                <a:path w="723900" h="257175">
                  <a:moveTo>
                    <a:pt x="310959" y="247650"/>
                  </a:moveTo>
                  <a:lnTo>
                    <a:pt x="282384" y="247650"/>
                  </a:lnTo>
                  <a:lnTo>
                    <a:pt x="282384" y="257175"/>
                  </a:lnTo>
                  <a:lnTo>
                    <a:pt x="310959" y="257175"/>
                  </a:lnTo>
                  <a:lnTo>
                    <a:pt x="310959" y="247650"/>
                  </a:lnTo>
                  <a:close/>
                </a:path>
                <a:path w="723900" h="257175">
                  <a:moveTo>
                    <a:pt x="349567" y="0"/>
                  </a:moveTo>
                  <a:lnTo>
                    <a:pt x="320992" y="0"/>
                  </a:lnTo>
                  <a:lnTo>
                    <a:pt x="320992" y="9525"/>
                  </a:lnTo>
                  <a:lnTo>
                    <a:pt x="349567" y="9525"/>
                  </a:lnTo>
                  <a:lnTo>
                    <a:pt x="349567" y="0"/>
                  </a:lnTo>
                  <a:close/>
                </a:path>
                <a:path w="723900" h="257175">
                  <a:moveTo>
                    <a:pt x="358101" y="247650"/>
                  </a:moveTo>
                  <a:lnTo>
                    <a:pt x="329526" y="247650"/>
                  </a:lnTo>
                  <a:lnTo>
                    <a:pt x="329526" y="257175"/>
                  </a:lnTo>
                  <a:lnTo>
                    <a:pt x="358101" y="257175"/>
                  </a:lnTo>
                  <a:lnTo>
                    <a:pt x="358101" y="247650"/>
                  </a:lnTo>
                  <a:close/>
                </a:path>
                <a:path w="723900" h="257175">
                  <a:moveTo>
                    <a:pt x="396722" y="0"/>
                  </a:moveTo>
                  <a:lnTo>
                    <a:pt x="368147" y="0"/>
                  </a:lnTo>
                  <a:lnTo>
                    <a:pt x="368147" y="9525"/>
                  </a:lnTo>
                  <a:lnTo>
                    <a:pt x="396722" y="9525"/>
                  </a:lnTo>
                  <a:lnTo>
                    <a:pt x="396722" y="0"/>
                  </a:lnTo>
                  <a:close/>
                </a:path>
                <a:path w="723900" h="257175">
                  <a:moveTo>
                    <a:pt x="405257" y="247650"/>
                  </a:moveTo>
                  <a:lnTo>
                    <a:pt x="376682" y="247650"/>
                  </a:lnTo>
                  <a:lnTo>
                    <a:pt x="376682" y="257175"/>
                  </a:lnTo>
                  <a:lnTo>
                    <a:pt x="405257" y="257175"/>
                  </a:lnTo>
                  <a:lnTo>
                    <a:pt x="405257" y="247650"/>
                  </a:lnTo>
                  <a:close/>
                </a:path>
                <a:path w="723900" h="257175">
                  <a:moveTo>
                    <a:pt x="443865" y="0"/>
                  </a:moveTo>
                  <a:lnTo>
                    <a:pt x="415290" y="0"/>
                  </a:lnTo>
                  <a:lnTo>
                    <a:pt x="415290" y="9525"/>
                  </a:lnTo>
                  <a:lnTo>
                    <a:pt x="443865" y="9525"/>
                  </a:lnTo>
                  <a:lnTo>
                    <a:pt x="443865" y="0"/>
                  </a:lnTo>
                  <a:close/>
                </a:path>
                <a:path w="723900" h="257175">
                  <a:moveTo>
                    <a:pt x="452399" y="247650"/>
                  </a:moveTo>
                  <a:lnTo>
                    <a:pt x="423824" y="247650"/>
                  </a:lnTo>
                  <a:lnTo>
                    <a:pt x="423824" y="257175"/>
                  </a:lnTo>
                  <a:lnTo>
                    <a:pt x="452399" y="257175"/>
                  </a:lnTo>
                  <a:lnTo>
                    <a:pt x="452399" y="247650"/>
                  </a:lnTo>
                  <a:close/>
                </a:path>
                <a:path w="723900" h="257175">
                  <a:moveTo>
                    <a:pt x="491020" y="0"/>
                  </a:moveTo>
                  <a:lnTo>
                    <a:pt x="462445" y="0"/>
                  </a:lnTo>
                  <a:lnTo>
                    <a:pt x="462445" y="9525"/>
                  </a:lnTo>
                  <a:lnTo>
                    <a:pt x="491020" y="9525"/>
                  </a:lnTo>
                  <a:lnTo>
                    <a:pt x="491020" y="0"/>
                  </a:lnTo>
                  <a:close/>
                </a:path>
                <a:path w="723900" h="257175">
                  <a:moveTo>
                    <a:pt x="499554" y="247650"/>
                  </a:moveTo>
                  <a:lnTo>
                    <a:pt x="470979" y="247650"/>
                  </a:lnTo>
                  <a:lnTo>
                    <a:pt x="470979" y="257175"/>
                  </a:lnTo>
                  <a:lnTo>
                    <a:pt x="499554" y="257175"/>
                  </a:lnTo>
                  <a:lnTo>
                    <a:pt x="499554" y="247650"/>
                  </a:lnTo>
                  <a:close/>
                </a:path>
                <a:path w="723900" h="257175">
                  <a:moveTo>
                    <a:pt x="538162" y="0"/>
                  </a:moveTo>
                  <a:lnTo>
                    <a:pt x="509587" y="0"/>
                  </a:lnTo>
                  <a:lnTo>
                    <a:pt x="509587" y="9525"/>
                  </a:lnTo>
                  <a:lnTo>
                    <a:pt x="538162" y="9525"/>
                  </a:lnTo>
                  <a:lnTo>
                    <a:pt x="538162" y="0"/>
                  </a:lnTo>
                  <a:close/>
                </a:path>
                <a:path w="723900" h="257175">
                  <a:moveTo>
                    <a:pt x="546696" y="247650"/>
                  </a:moveTo>
                  <a:lnTo>
                    <a:pt x="518121" y="247650"/>
                  </a:lnTo>
                  <a:lnTo>
                    <a:pt x="518121" y="257175"/>
                  </a:lnTo>
                  <a:lnTo>
                    <a:pt x="546696" y="257175"/>
                  </a:lnTo>
                  <a:lnTo>
                    <a:pt x="546696" y="247650"/>
                  </a:lnTo>
                  <a:close/>
                </a:path>
                <a:path w="723900" h="257175">
                  <a:moveTo>
                    <a:pt x="585317" y="0"/>
                  </a:moveTo>
                  <a:lnTo>
                    <a:pt x="556742" y="0"/>
                  </a:lnTo>
                  <a:lnTo>
                    <a:pt x="556742" y="9525"/>
                  </a:lnTo>
                  <a:lnTo>
                    <a:pt x="585317" y="9525"/>
                  </a:lnTo>
                  <a:lnTo>
                    <a:pt x="585317" y="0"/>
                  </a:lnTo>
                  <a:close/>
                </a:path>
                <a:path w="723900" h="257175">
                  <a:moveTo>
                    <a:pt x="593852" y="247650"/>
                  </a:moveTo>
                  <a:lnTo>
                    <a:pt x="565277" y="247650"/>
                  </a:lnTo>
                  <a:lnTo>
                    <a:pt x="565277" y="257175"/>
                  </a:lnTo>
                  <a:lnTo>
                    <a:pt x="593852" y="257175"/>
                  </a:lnTo>
                  <a:lnTo>
                    <a:pt x="593852" y="247650"/>
                  </a:lnTo>
                  <a:close/>
                </a:path>
                <a:path w="723900" h="257175">
                  <a:moveTo>
                    <a:pt x="632460" y="0"/>
                  </a:moveTo>
                  <a:lnTo>
                    <a:pt x="603885" y="0"/>
                  </a:lnTo>
                  <a:lnTo>
                    <a:pt x="603885" y="9525"/>
                  </a:lnTo>
                  <a:lnTo>
                    <a:pt x="632460" y="9525"/>
                  </a:lnTo>
                  <a:lnTo>
                    <a:pt x="632460" y="0"/>
                  </a:lnTo>
                  <a:close/>
                </a:path>
                <a:path w="723900" h="257175">
                  <a:moveTo>
                    <a:pt x="640994" y="247650"/>
                  </a:moveTo>
                  <a:lnTo>
                    <a:pt x="612419" y="247650"/>
                  </a:lnTo>
                  <a:lnTo>
                    <a:pt x="612419" y="257175"/>
                  </a:lnTo>
                  <a:lnTo>
                    <a:pt x="640994" y="257175"/>
                  </a:lnTo>
                  <a:lnTo>
                    <a:pt x="640994" y="247650"/>
                  </a:lnTo>
                  <a:close/>
                </a:path>
                <a:path w="723900" h="257175">
                  <a:moveTo>
                    <a:pt x="679615" y="0"/>
                  </a:moveTo>
                  <a:lnTo>
                    <a:pt x="651040" y="0"/>
                  </a:lnTo>
                  <a:lnTo>
                    <a:pt x="651040" y="9525"/>
                  </a:lnTo>
                  <a:lnTo>
                    <a:pt x="679615" y="9525"/>
                  </a:lnTo>
                  <a:lnTo>
                    <a:pt x="679615" y="0"/>
                  </a:lnTo>
                  <a:close/>
                </a:path>
                <a:path w="723900" h="257175">
                  <a:moveTo>
                    <a:pt x="687984" y="256984"/>
                  </a:moveTo>
                  <a:lnTo>
                    <a:pt x="687451" y="247650"/>
                  </a:lnTo>
                  <a:lnTo>
                    <a:pt x="659574" y="247650"/>
                  </a:lnTo>
                  <a:lnTo>
                    <a:pt x="659574" y="257175"/>
                  </a:lnTo>
                  <a:lnTo>
                    <a:pt x="685812" y="257175"/>
                  </a:lnTo>
                  <a:lnTo>
                    <a:pt x="687984" y="256984"/>
                  </a:lnTo>
                  <a:close/>
                </a:path>
                <a:path w="723900" h="257175">
                  <a:moveTo>
                    <a:pt x="720013" y="21437"/>
                  </a:moveTo>
                  <a:lnTo>
                    <a:pt x="697674" y="1981"/>
                  </a:lnTo>
                  <a:lnTo>
                    <a:pt x="695020" y="10083"/>
                  </a:lnTo>
                  <a:lnTo>
                    <a:pt x="700430" y="12319"/>
                  </a:lnTo>
                  <a:lnTo>
                    <a:pt x="706005" y="17894"/>
                  </a:lnTo>
                  <a:lnTo>
                    <a:pt x="706374" y="18262"/>
                  </a:lnTo>
                  <a:lnTo>
                    <a:pt x="707224" y="19011"/>
                  </a:lnTo>
                  <a:lnTo>
                    <a:pt x="707326" y="19215"/>
                  </a:lnTo>
                  <a:lnTo>
                    <a:pt x="711593" y="23482"/>
                  </a:lnTo>
                  <a:lnTo>
                    <a:pt x="712304" y="25196"/>
                  </a:lnTo>
                  <a:lnTo>
                    <a:pt x="720013" y="21437"/>
                  </a:lnTo>
                  <a:close/>
                </a:path>
                <a:path w="723900" h="257175">
                  <a:moveTo>
                    <a:pt x="722960" y="227507"/>
                  </a:moveTo>
                  <a:lnTo>
                    <a:pt x="714375" y="225564"/>
                  </a:lnTo>
                  <a:lnTo>
                    <a:pt x="714375" y="226974"/>
                  </a:lnTo>
                  <a:lnTo>
                    <a:pt x="711593" y="233705"/>
                  </a:lnTo>
                  <a:lnTo>
                    <a:pt x="707199" y="238099"/>
                  </a:lnTo>
                  <a:lnTo>
                    <a:pt x="706882" y="238544"/>
                  </a:lnTo>
                  <a:lnTo>
                    <a:pt x="706564" y="238734"/>
                  </a:lnTo>
                  <a:lnTo>
                    <a:pt x="706005" y="239280"/>
                  </a:lnTo>
                  <a:lnTo>
                    <a:pt x="701217" y="244081"/>
                  </a:lnTo>
                  <a:lnTo>
                    <a:pt x="705777" y="251498"/>
                  </a:lnTo>
                  <a:lnTo>
                    <a:pt x="706882" y="250901"/>
                  </a:lnTo>
                  <a:lnTo>
                    <a:pt x="712749" y="246024"/>
                  </a:lnTo>
                  <a:lnTo>
                    <a:pt x="717626" y="240157"/>
                  </a:lnTo>
                  <a:lnTo>
                    <a:pt x="721118" y="233705"/>
                  </a:lnTo>
                  <a:lnTo>
                    <a:pt x="722960" y="227507"/>
                  </a:lnTo>
                  <a:close/>
                </a:path>
                <a:path w="723900" h="257175">
                  <a:moveTo>
                    <a:pt x="723900" y="180759"/>
                  </a:moveTo>
                  <a:lnTo>
                    <a:pt x="714375" y="180759"/>
                  </a:lnTo>
                  <a:lnTo>
                    <a:pt x="714375" y="209334"/>
                  </a:lnTo>
                  <a:lnTo>
                    <a:pt x="723900" y="209334"/>
                  </a:lnTo>
                  <a:lnTo>
                    <a:pt x="723900" y="180759"/>
                  </a:lnTo>
                  <a:close/>
                </a:path>
                <a:path w="723900" h="257175">
                  <a:moveTo>
                    <a:pt x="723900" y="133616"/>
                  </a:moveTo>
                  <a:lnTo>
                    <a:pt x="714375" y="133616"/>
                  </a:lnTo>
                  <a:lnTo>
                    <a:pt x="714375" y="162191"/>
                  </a:lnTo>
                  <a:lnTo>
                    <a:pt x="723900" y="162191"/>
                  </a:lnTo>
                  <a:lnTo>
                    <a:pt x="723900" y="133616"/>
                  </a:lnTo>
                  <a:close/>
                </a:path>
                <a:path w="723900" h="257175">
                  <a:moveTo>
                    <a:pt x="723900" y="86461"/>
                  </a:moveTo>
                  <a:lnTo>
                    <a:pt x="714375" y="86461"/>
                  </a:lnTo>
                  <a:lnTo>
                    <a:pt x="714375" y="115036"/>
                  </a:lnTo>
                  <a:lnTo>
                    <a:pt x="723900" y="115036"/>
                  </a:lnTo>
                  <a:lnTo>
                    <a:pt x="723900" y="86461"/>
                  </a:lnTo>
                  <a:close/>
                </a:path>
                <a:path w="723900" h="257175">
                  <a:moveTo>
                    <a:pt x="723900" y="39319"/>
                  </a:moveTo>
                  <a:lnTo>
                    <a:pt x="714375" y="39319"/>
                  </a:lnTo>
                  <a:lnTo>
                    <a:pt x="714375" y="67894"/>
                  </a:lnTo>
                  <a:lnTo>
                    <a:pt x="723900" y="67894"/>
                  </a:lnTo>
                  <a:lnTo>
                    <a:pt x="723900" y="39319"/>
                  </a:lnTo>
                  <a:close/>
                </a:path>
              </a:pathLst>
            </a:custGeom>
            <a:solidFill>
              <a:srgbClr val="16A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96899" y="3490880"/>
            <a:ext cx="3963035" cy="6642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10"/>
              </a:spcBef>
              <a:tabLst>
                <a:tab pos="1551305" algn="l"/>
              </a:tabLst>
            </a:pPr>
            <a:r>
              <a:rPr sz="1050" spc="100" dirty="0">
                <a:solidFill>
                  <a:srgbClr val="64738B"/>
                </a:solidFill>
                <a:latin typeface="Times New Roman"/>
                <a:cs typeface="Times New Roman"/>
              </a:rPr>
              <a:t>Etudiant(A001)</a:t>
            </a:r>
            <a:r>
              <a:rPr sz="1050" dirty="0">
                <a:solidFill>
                  <a:srgbClr val="64738B"/>
                </a:solidFill>
                <a:latin typeface="Times New Roman"/>
                <a:cs typeface="Times New Roman"/>
              </a:rPr>
              <a:t>	</a:t>
            </a:r>
            <a:r>
              <a:rPr sz="1000" b="1" spc="55" dirty="0">
                <a:solidFill>
                  <a:srgbClr val="16A24A"/>
                </a:solidFill>
                <a:latin typeface="Times New Roman"/>
                <a:cs typeface="Times New Roman"/>
              </a:rPr>
              <a:t>"Ndiaye"</a:t>
            </a:r>
            <a:endParaRPr sz="10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  <a:spcBef>
                <a:spcPts val="865"/>
              </a:spcBef>
              <a:tabLst>
                <a:tab pos="328104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Exemple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1</a:t>
            </a:r>
            <a:r>
              <a:rPr sz="1100" i="1" spc="3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Extraire</a:t>
            </a:r>
            <a:r>
              <a:rPr sz="1100" i="1" spc="3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les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noms</a:t>
            </a:r>
            <a:r>
              <a:rPr sz="1100" i="1" spc="3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(Etudiant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	&gt;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String)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35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noms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4080" y="4176680"/>
            <a:ext cx="166052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20" dirty="0">
                <a:solidFill>
                  <a:srgbClr val="DA2677"/>
                </a:solidFill>
                <a:latin typeface="Times New Roman"/>
                <a:cs typeface="Times New Roman"/>
              </a:rPr>
              <a:t>map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5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:getNom)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695574" y="4181474"/>
            <a:ext cx="1866900" cy="219075"/>
          </a:xfrm>
          <a:custGeom>
            <a:avLst/>
            <a:gdLst/>
            <a:ahLst/>
            <a:cxnLst/>
            <a:rect l="l" t="t" r="r" b="b"/>
            <a:pathLst>
              <a:path w="1866900" h="219075">
                <a:moveTo>
                  <a:pt x="1833852" y="219074"/>
                </a:moveTo>
                <a:lnTo>
                  <a:pt x="33047" y="219074"/>
                </a:lnTo>
                <a:lnTo>
                  <a:pt x="28187" y="218107"/>
                </a:lnTo>
                <a:lnTo>
                  <a:pt x="966" y="190886"/>
                </a:lnTo>
                <a:lnTo>
                  <a:pt x="0" y="186027"/>
                </a:lnTo>
                <a:lnTo>
                  <a:pt x="0" y="1809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833852" y="0"/>
                </a:lnTo>
                <a:lnTo>
                  <a:pt x="1865932" y="28187"/>
                </a:lnTo>
                <a:lnTo>
                  <a:pt x="1866899" y="33047"/>
                </a:lnTo>
                <a:lnTo>
                  <a:pt x="1866899" y="186027"/>
                </a:lnTo>
                <a:lnTo>
                  <a:pt x="1838712" y="218107"/>
                </a:lnTo>
                <a:lnTo>
                  <a:pt x="1833852" y="219074"/>
                </a:lnTo>
                <a:close/>
              </a:path>
            </a:pathLst>
          </a:custGeom>
          <a:solidFill>
            <a:srgbClr val="DBF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755800" y="4193120"/>
            <a:ext cx="174053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b="1" spc="105" dirty="0">
                <a:solidFill>
                  <a:srgbClr val="15803C"/>
                </a:solidFill>
                <a:latin typeface="Times New Roman"/>
                <a:cs typeface="Times New Roman"/>
              </a:rPr>
              <a:t>Function</a:t>
            </a:r>
            <a:r>
              <a:rPr sz="850" b="1" spc="105" dirty="0">
                <a:solidFill>
                  <a:srgbClr val="15803C"/>
                </a:solidFill>
                <a:latin typeface="Times New Roman"/>
                <a:cs typeface="Times New Roman"/>
              </a:rPr>
              <a:t>&lt;</a:t>
            </a:r>
            <a:r>
              <a:rPr sz="900" b="1" spc="105" dirty="0">
                <a:solidFill>
                  <a:srgbClr val="15803C"/>
                </a:solidFill>
                <a:latin typeface="Times New Roman"/>
                <a:cs typeface="Times New Roman"/>
              </a:rPr>
              <a:t>Etudiant,String&gt;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9599" y="4800599"/>
            <a:ext cx="2047875" cy="247650"/>
            <a:chOff x="609599" y="4800599"/>
            <a:chExt cx="2047875" cy="247650"/>
          </a:xfrm>
        </p:grpSpPr>
        <p:sp>
          <p:nvSpPr>
            <p:cNvPr id="28" name="object 28"/>
            <p:cNvSpPr/>
            <p:nvPr/>
          </p:nvSpPr>
          <p:spPr>
            <a:xfrm>
              <a:off x="614362" y="4805362"/>
              <a:ext cx="1162050" cy="238125"/>
            </a:xfrm>
            <a:custGeom>
              <a:avLst/>
              <a:gdLst/>
              <a:ahLst/>
              <a:cxnLst/>
              <a:rect l="l" t="t" r="r" b="b"/>
              <a:pathLst>
                <a:path w="1162050" h="238125">
                  <a:moveTo>
                    <a:pt x="1133133" y="238124"/>
                  </a:moveTo>
                  <a:lnTo>
                    <a:pt x="28916" y="238124"/>
                  </a:lnTo>
                  <a:lnTo>
                    <a:pt x="24664" y="237278"/>
                  </a:lnTo>
                  <a:lnTo>
                    <a:pt x="0" y="209208"/>
                  </a:lnTo>
                  <a:lnTo>
                    <a:pt x="0" y="2047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133133" y="0"/>
                  </a:lnTo>
                  <a:lnTo>
                    <a:pt x="1162049" y="28916"/>
                  </a:lnTo>
                  <a:lnTo>
                    <a:pt x="1162049" y="209208"/>
                  </a:lnTo>
                  <a:lnTo>
                    <a:pt x="1137385" y="237278"/>
                  </a:lnTo>
                  <a:lnTo>
                    <a:pt x="1133133" y="238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4362" y="4805362"/>
              <a:ext cx="1162050" cy="238125"/>
            </a:xfrm>
            <a:custGeom>
              <a:avLst/>
              <a:gdLst/>
              <a:ahLst/>
              <a:cxnLst/>
              <a:rect l="l" t="t" r="r" b="b"/>
              <a:pathLst>
                <a:path w="1162050" h="238125">
                  <a:moveTo>
                    <a:pt x="0" y="2047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8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128712" y="0"/>
                  </a:lnTo>
                  <a:lnTo>
                    <a:pt x="1133133" y="0"/>
                  </a:lnTo>
                  <a:lnTo>
                    <a:pt x="1137385" y="845"/>
                  </a:lnTo>
                  <a:lnTo>
                    <a:pt x="1141470" y="2537"/>
                  </a:lnTo>
                  <a:lnTo>
                    <a:pt x="1145554" y="4228"/>
                  </a:lnTo>
                  <a:lnTo>
                    <a:pt x="1149159" y="6637"/>
                  </a:lnTo>
                  <a:lnTo>
                    <a:pt x="1152285" y="9763"/>
                  </a:lnTo>
                  <a:lnTo>
                    <a:pt x="1155411" y="12889"/>
                  </a:lnTo>
                  <a:lnTo>
                    <a:pt x="1162049" y="33337"/>
                  </a:lnTo>
                  <a:lnTo>
                    <a:pt x="1162049" y="204787"/>
                  </a:lnTo>
                  <a:lnTo>
                    <a:pt x="1162049" y="209208"/>
                  </a:lnTo>
                  <a:lnTo>
                    <a:pt x="1161203" y="213460"/>
                  </a:lnTo>
                  <a:lnTo>
                    <a:pt x="1159512" y="217544"/>
                  </a:lnTo>
                  <a:lnTo>
                    <a:pt x="1157820" y="221628"/>
                  </a:lnTo>
                  <a:lnTo>
                    <a:pt x="1128712" y="238124"/>
                  </a:lnTo>
                  <a:lnTo>
                    <a:pt x="33337" y="238124"/>
                  </a:lnTo>
                  <a:lnTo>
                    <a:pt x="9764" y="228360"/>
                  </a:lnTo>
                  <a:lnTo>
                    <a:pt x="6638" y="225234"/>
                  </a:lnTo>
                  <a:lnTo>
                    <a:pt x="4229" y="221628"/>
                  </a:lnTo>
                  <a:lnTo>
                    <a:pt x="2537" y="217544"/>
                  </a:lnTo>
                  <a:lnTo>
                    <a:pt x="845" y="213460"/>
                  </a:lnTo>
                  <a:lnTo>
                    <a:pt x="0" y="209208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8359" y="4867274"/>
              <a:ext cx="111125" cy="9525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085974" y="4800599"/>
              <a:ext cx="571500" cy="247650"/>
            </a:xfrm>
            <a:custGeom>
              <a:avLst/>
              <a:gdLst/>
              <a:ahLst/>
              <a:cxnLst/>
              <a:rect l="l" t="t" r="r" b="b"/>
              <a:pathLst>
                <a:path w="571500" h="247650">
                  <a:moveTo>
                    <a:pt x="533400" y="247649"/>
                  </a:moveTo>
                  <a:lnTo>
                    <a:pt x="38099" y="247649"/>
                  </a:lnTo>
                  <a:lnTo>
                    <a:pt x="30498" y="246952"/>
                  </a:lnTo>
                  <a:lnTo>
                    <a:pt x="697" y="217151"/>
                  </a:lnTo>
                  <a:lnTo>
                    <a:pt x="0" y="209550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533399" y="0"/>
                  </a:lnTo>
                  <a:lnTo>
                    <a:pt x="568710" y="23473"/>
                  </a:lnTo>
                  <a:lnTo>
                    <a:pt x="571499" y="38099"/>
                  </a:lnTo>
                  <a:lnTo>
                    <a:pt x="571499" y="209550"/>
                  </a:lnTo>
                  <a:lnTo>
                    <a:pt x="548025" y="244859"/>
                  </a:lnTo>
                  <a:lnTo>
                    <a:pt x="533400" y="2476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85962" y="4800599"/>
              <a:ext cx="571500" cy="247650"/>
            </a:xfrm>
            <a:custGeom>
              <a:avLst/>
              <a:gdLst/>
              <a:ahLst/>
              <a:cxnLst/>
              <a:rect l="l" t="t" r="r" b="b"/>
              <a:pathLst>
                <a:path w="571500" h="247650">
                  <a:moveTo>
                    <a:pt x="9525" y="145237"/>
                  </a:moveTo>
                  <a:lnTo>
                    <a:pt x="0" y="145237"/>
                  </a:lnTo>
                  <a:lnTo>
                    <a:pt x="0" y="173812"/>
                  </a:lnTo>
                  <a:lnTo>
                    <a:pt x="9525" y="173812"/>
                  </a:lnTo>
                  <a:lnTo>
                    <a:pt x="9525" y="145237"/>
                  </a:lnTo>
                  <a:close/>
                </a:path>
                <a:path w="571500" h="247650">
                  <a:moveTo>
                    <a:pt x="9525" y="97904"/>
                  </a:moveTo>
                  <a:lnTo>
                    <a:pt x="0" y="97904"/>
                  </a:lnTo>
                  <a:lnTo>
                    <a:pt x="0" y="126479"/>
                  </a:lnTo>
                  <a:lnTo>
                    <a:pt x="9525" y="126479"/>
                  </a:lnTo>
                  <a:lnTo>
                    <a:pt x="9525" y="97904"/>
                  </a:lnTo>
                  <a:close/>
                </a:path>
                <a:path w="571500" h="247650">
                  <a:moveTo>
                    <a:pt x="9525" y="50571"/>
                  </a:moveTo>
                  <a:lnTo>
                    <a:pt x="0" y="50571"/>
                  </a:lnTo>
                  <a:lnTo>
                    <a:pt x="0" y="79146"/>
                  </a:lnTo>
                  <a:lnTo>
                    <a:pt x="9525" y="79146"/>
                  </a:lnTo>
                  <a:lnTo>
                    <a:pt x="9525" y="50571"/>
                  </a:lnTo>
                  <a:close/>
                </a:path>
                <a:path w="571500" h="247650">
                  <a:moveTo>
                    <a:pt x="9842" y="218186"/>
                  </a:moveTo>
                  <a:lnTo>
                    <a:pt x="9525" y="217449"/>
                  </a:lnTo>
                  <a:lnTo>
                    <a:pt x="9525" y="192570"/>
                  </a:lnTo>
                  <a:lnTo>
                    <a:pt x="0" y="192570"/>
                  </a:lnTo>
                  <a:lnTo>
                    <a:pt x="0" y="209550"/>
                  </a:lnTo>
                  <a:lnTo>
                    <a:pt x="698" y="217157"/>
                  </a:lnTo>
                  <a:lnTo>
                    <a:pt x="1752" y="220662"/>
                  </a:lnTo>
                  <a:lnTo>
                    <a:pt x="9842" y="218186"/>
                  </a:lnTo>
                  <a:close/>
                </a:path>
                <a:path w="571500" h="247650">
                  <a:moveTo>
                    <a:pt x="21209" y="14592"/>
                  </a:moveTo>
                  <a:lnTo>
                    <a:pt x="15900" y="7226"/>
                  </a:lnTo>
                  <a:lnTo>
                    <a:pt x="11163" y="11163"/>
                  </a:lnTo>
                  <a:lnTo>
                    <a:pt x="6286" y="17030"/>
                  </a:lnTo>
                  <a:lnTo>
                    <a:pt x="2794" y="23482"/>
                  </a:lnTo>
                  <a:lnTo>
                    <a:pt x="698" y="30505"/>
                  </a:lnTo>
                  <a:lnTo>
                    <a:pt x="558" y="32143"/>
                  </a:lnTo>
                  <a:lnTo>
                    <a:pt x="9525" y="33566"/>
                  </a:lnTo>
                  <a:lnTo>
                    <a:pt x="9525" y="30213"/>
                  </a:lnTo>
                  <a:lnTo>
                    <a:pt x="12319" y="23482"/>
                  </a:lnTo>
                  <a:lnTo>
                    <a:pt x="17907" y="17894"/>
                  </a:lnTo>
                  <a:lnTo>
                    <a:pt x="21209" y="14592"/>
                  </a:lnTo>
                  <a:close/>
                </a:path>
                <a:path w="571500" h="247650">
                  <a:moveTo>
                    <a:pt x="38722" y="238125"/>
                  </a:moveTo>
                  <a:lnTo>
                    <a:pt x="30213" y="238125"/>
                  </a:lnTo>
                  <a:lnTo>
                    <a:pt x="23482" y="235343"/>
                  </a:lnTo>
                  <a:lnTo>
                    <a:pt x="18592" y="230454"/>
                  </a:lnTo>
                  <a:lnTo>
                    <a:pt x="12166" y="237324"/>
                  </a:lnTo>
                  <a:lnTo>
                    <a:pt x="17030" y="241376"/>
                  </a:lnTo>
                  <a:lnTo>
                    <a:pt x="23482" y="244868"/>
                  </a:lnTo>
                  <a:lnTo>
                    <a:pt x="30505" y="246964"/>
                  </a:lnTo>
                  <a:lnTo>
                    <a:pt x="38100" y="247650"/>
                  </a:lnTo>
                  <a:lnTo>
                    <a:pt x="38722" y="247650"/>
                  </a:lnTo>
                  <a:lnTo>
                    <a:pt x="38722" y="238125"/>
                  </a:lnTo>
                  <a:close/>
                </a:path>
                <a:path w="571500" h="247650">
                  <a:moveTo>
                    <a:pt x="66675" y="0"/>
                  </a:moveTo>
                  <a:lnTo>
                    <a:pt x="38100" y="0"/>
                  </a:lnTo>
                  <a:lnTo>
                    <a:pt x="33705" y="406"/>
                  </a:lnTo>
                  <a:lnTo>
                    <a:pt x="34772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571500" h="247650">
                  <a:moveTo>
                    <a:pt x="86055" y="238125"/>
                  </a:moveTo>
                  <a:lnTo>
                    <a:pt x="57480" y="238125"/>
                  </a:lnTo>
                  <a:lnTo>
                    <a:pt x="57480" y="247650"/>
                  </a:lnTo>
                  <a:lnTo>
                    <a:pt x="86055" y="247650"/>
                  </a:lnTo>
                  <a:lnTo>
                    <a:pt x="86055" y="238125"/>
                  </a:lnTo>
                  <a:close/>
                </a:path>
                <a:path w="571500" h="247650">
                  <a:moveTo>
                    <a:pt x="114020" y="0"/>
                  </a:moveTo>
                  <a:lnTo>
                    <a:pt x="85445" y="0"/>
                  </a:lnTo>
                  <a:lnTo>
                    <a:pt x="85445" y="9525"/>
                  </a:lnTo>
                  <a:lnTo>
                    <a:pt x="114020" y="9525"/>
                  </a:lnTo>
                  <a:lnTo>
                    <a:pt x="114020" y="0"/>
                  </a:lnTo>
                  <a:close/>
                </a:path>
                <a:path w="571500" h="247650">
                  <a:moveTo>
                    <a:pt x="133388" y="238125"/>
                  </a:moveTo>
                  <a:lnTo>
                    <a:pt x="104813" y="238125"/>
                  </a:lnTo>
                  <a:lnTo>
                    <a:pt x="104813" y="247650"/>
                  </a:lnTo>
                  <a:lnTo>
                    <a:pt x="133388" y="247650"/>
                  </a:lnTo>
                  <a:lnTo>
                    <a:pt x="133388" y="238125"/>
                  </a:lnTo>
                  <a:close/>
                </a:path>
                <a:path w="571500" h="247650">
                  <a:moveTo>
                    <a:pt x="161353" y="0"/>
                  </a:moveTo>
                  <a:lnTo>
                    <a:pt x="132778" y="0"/>
                  </a:lnTo>
                  <a:lnTo>
                    <a:pt x="132778" y="9525"/>
                  </a:lnTo>
                  <a:lnTo>
                    <a:pt x="161353" y="9525"/>
                  </a:lnTo>
                  <a:lnTo>
                    <a:pt x="161353" y="0"/>
                  </a:lnTo>
                  <a:close/>
                </a:path>
                <a:path w="571500" h="247650">
                  <a:moveTo>
                    <a:pt x="180721" y="238125"/>
                  </a:moveTo>
                  <a:lnTo>
                    <a:pt x="152146" y="238125"/>
                  </a:lnTo>
                  <a:lnTo>
                    <a:pt x="152146" y="247650"/>
                  </a:lnTo>
                  <a:lnTo>
                    <a:pt x="180721" y="247650"/>
                  </a:lnTo>
                  <a:lnTo>
                    <a:pt x="180721" y="238125"/>
                  </a:lnTo>
                  <a:close/>
                </a:path>
                <a:path w="571500" h="247650">
                  <a:moveTo>
                    <a:pt x="208686" y="0"/>
                  </a:moveTo>
                  <a:lnTo>
                    <a:pt x="180111" y="0"/>
                  </a:lnTo>
                  <a:lnTo>
                    <a:pt x="180111" y="9525"/>
                  </a:lnTo>
                  <a:lnTo>
                    <a:pt x="208686" y="9525"/>
                  </a:lnTo>
                  <a:lnTo>
                    <a:pt x="208686" y="0"/>
                  </a:lnTo>
                  <a:close/>
                </a:path>
                <a:path w="571500" h="247650">
                  <a:moveTo>
                    <a:pt x="228066" y="238125"/>
                  </a:moveTo>
                  <a:lnTo>
                    <a:pt x="199491" y="238125"/>
                  </a:lnTo>
                  <a:lnTo>
                    <a:pt x="199491" y="247650"/>
                  </a:lnTo>
                  <a:lnTo>
                    <a:pt x="228066" y="247650"/>
                  </a:lnTo>
                  <a:lnTo>
                    <a:pt x="228066" y="238125"/>
                  </a:lnTo>
                  <a:close/>
                </a:path>
                <a:path w="571500" h="247650">
                  <a:moveTo>
                    <a:pt x="256032" y="0"/>
                  </a:moveTo>
                  <a:lnTo>
                    <a:pt x="227457" y="0"/>
                  </a:lnTo>
                  <a:lnTo>
                    <a:pt x="227457" y="9525"/>
                  </a:lnTo>
                  <a:lnTo>
                    <a:pt x="256032" y="9525"/>
                  </a:lnTo>
                  <a:lnTo>
                    <a:pt x="256032" y="0"/>
                  </a:lnTo>
                  <a:close/>
                </a:path>
                <a:path w="571500" h="247650">
                  <a:moveTo>
                    <a:pt x="275399" y="238125"/>
                  </a:moveTo>
                  <a:lnTo>
                    <a:pt x="246824" y="238125"/>
                  </a:lnTo>
                  <a:lnTo>
                    <a:pt x="246824" y="247650"/>
                  </a:lnTo>
                  <a:lnTo>
                    <a:pt x="275399" y="247650"/>
                  </a:lnTo>
                  <a:lnTo>
                    <a:pt x="275399" y="238125"/>
                  </a:lnTo>
                  <a:close/>
                </a:path>
                <a:path w="571500" h="247650">
                  <a:moveTo>
                    <a:pt x="303364" y="0"/>
                  </a:moveTo>
                  <a:lnTo>
                    <a:pt x="274789" y="0"/>
                  </a:lnTo>
                  <a:lnTo>
                    <a:pt x="274789" y="9525"/>
                  </a:lnTo>
                  <a:lnTo>
                    <a:pt x="303364" y="9525"/>
                  </a:lnTo>
                  <a:lnTo>
                    <a:pt x="303364" y="0"/>
                  </a:lnTo>
                  <a:close/>
                </a:path>
                <a:path w="571500" h="247650">
                  <a:moveTo>
                    <a:pt x="322732" y="238125"/>
                  </a:moveTo>
                  <a:lnTo>
                    <a:pt x="294157" y="238125"/>
                  </a:lnTo>
                  <a:lnTo>
                    <a:pt x="294157" y="247650"/>
                  </a:lnTo>
                  <a:lnTo>
                    <a:pt x="322732" y="247650"/>
                  </a:lnTo>
                  <a:lnTo>
                    <a:pt x="322732" y="238125"/>
                  </a:lnTo>
                  <a:close/>
                </a:path>
                <a:path w="571500" h="247650">
                  <a:moveTo>
                    <a:pt x="350697" y="0"/>
                  </a:moveTo>
                  <a:lnTo>
                    <a:pt x="322122" y="0"/>
                  </a:lnTo>
                  <a:lnTo>
                    <a:pt x="322122" y="9525"/>
                  </a:lnTo>
                  <a:lnTo>
                    <a:pt x="350697" y="9525"/>
                  </a:lnTo>
                  <a:lnTo>
                    <a:pt x="350697" y="0"/>
                  </a:lnTo>
                  <a:close/>
                </a:path>
                <a:path w="571500" h="247650">
                  <a:moveTo>
                    <a:pt x="370065" y="238125"/>
                  </a:moveTo>
                  <a:lnTo>
                    <a:pt x="341490" y="238125"/>
                  </a:lnTo>
                  <a:lnTo>
                    <a:pt x="341490" y="247650"/>
                  </a:lnTo>
                  <a:lnTo>
                    <a:pt x="370065" y="247650"/>
                  </a:lnTo>
                  <a:lnTo>
                    <a:pt x="370065" y="238125"/>
                  </a:lnTo>
                  <a:close/>
                </a:path>
                <a:path w="571500" h="247650">
                  <a:moveTo>
                    <a:pt x="398030" y="0"/>
                  </a:moveTo>
                  <a:lnTo>
                    <a:pt x="369455" y="0"/>
                  </a:lnTo>
                  <a:lnTo>
                    <a:pt x="369455" y="9525"/>
                  </a:lnTo>
                  <a:lnTo>
                    <a:pt x="398030" y="9525"/>
                  </a:lnTo>
                  <a:lnTo>
                    <a:pt x="398030" y="0"/>
                  </a:lnTo>
                  <a:close/>
                </a:path>
                <a:path w="571500" h="247650">
                  <a:moveTo>
                    <a:pt x="417410" y="238125"/>
                  </a:moveTo>
                  <a:lnTo>
                    <a:pt x="388835" y="238125"/>
                  </a:lnTo>
                  <a:lnTo>
                    <a:pt x="388835" y="247650"/>
                  </a:lnTo>
                  <a:lnTo>
                    <a:pt x="417410" y="247650"/>
                  </a:lnTo>
                  <a:lnTo>
                    <a:pt x="417410" y="238125"/>
                  </a:lnTo>
                  <a:close/>
                </a:path>
                <a:path w="571500" h="247650">
                  <a:moveTo>
                    <a:pt x="445376" y="0"/>
                  </a:moveTo>
                  <a:lnTo>
                    <a:pt x="416801" y="0"/>
                  </a:lnTo>
                  <a:lnTo>
                    <a:pt x="416801" y="9525"/>
                  </a:lnTo>
                  <a:lnTo>
                    <a:pt x="445376" y="9525"/>
                  </a:lnTo>
                  <a:lnTo>
                    <a:pt x="445376" y="0"/>
                  </a:lnTo>
                  <a:close/>
                </a:path>
                <a:path w="571500" h="247650">
                  <a:moveTo>
                    <a:pt x="464743" y="238125"/>
                  </a:moveTo>
                  <a:lnTo>
                    <a:pt x="436168" y="238125"/>
                  </a:lnTo>
                  <a:lnTo>
                    <a:pt x="436168" y="247650"/>
                  </a:lnTo>
                  <a:lnTo>
                    <a:pt x="464743" y="247650"/>
                  </a:lnTo>
                  <a:lnTo>
                    <a:pt x="464743" y="238125"/>
                  </a:lnTo>
                  <a:close/>
                </a:path>
                <a:path w="571500" h="247650">
                  <a:moveTo>
                    <a:pt x="492709" y="0"/>
                  </a:moveTo>
                  <a:lnTo>
                    <a:pt x="464134" y="0"/>
                  </a:lnTo>
                  <a:lnTo>
                    <a:pt x="464134" y="9525"/>
                  </a:lnTo>
                  <a:lnTo>
                    <a:pt x="492709" y="9525"/>
                  </a:lnTo>
                  <a:lnTo>
                    <a:pt x="492709" y="0"/>
                  </a:lnTo>
                  <a:close/>
                </a:path>
                <a:path w="571500" h="247650">
                  <a:moveTo>
                    <a:pt x="512076" y="238125"/>
                  </a:moveTo>
                  <a:lnTo>
                    <a:pt x="483501" y="238125"/>
                  </a:lnTo>
                  <a:lnTo>
                    <a:pt x="483501" y="247650"/>
                  </a:lnTo>
                  <a:lnTo>
                    <a:pt x="512076" y="247650"/>
                  </a:lnTo>
                  <a:lnTo>
                    <a:pt x="512076" y="238125"/>
                  </a:lnTo>
                  <a:close/>
                </a:path>
                <a:path w="571500" h="247650">
                  <a:moveTo>
                    <a:pt x="539699" y="584"/>
                  </a:moveTo>
                  <a:lnTo>
                    <a:pt x="533400" y="0"/>
                  </a:lnTo>
                  <a:lnTo>
                    <a:pt x="511467" y="0"/>
                  </a:lnTo>
                  <a:lnTo>
                    <a:pt x="511467" y="9525"/>
                  </a:lnTo>
                  <a:lnTo>
                    <a:pt x="538200" y="9525"/>
                  </a:lnTo>
                  <a:lnTo>
                    <a:pt x="539699" y="584"/>
                  </a:lnTo>
                  <a:close/>
                </a:path>
                <a:path w="571500" h="247650">
                  <a:moveTo>
                    <a:pt x="557733" y="238671"/>
                  </a:moveTo>
                  <a:lnTo>
                    <a:pt x="551802" y="231571"/>
                  </a:lnTo>
                  <a:lnTo>
                    <a:pt x="548030" y="235343"/>
                  </a:lnTo>
                  <a:lnTo>
                    <a:pt x="541299" y="238125"/>
                  </a:lnTo>
                  <a:lnTo>
                    <a:pt x="530847" y="238125"/>
                  </a:lnTo>
                  <a:lnTo>
                    <a:pt x="530847" y="247650"/>
                  </a:lnTo>
                  <a:lnTo>
                    <a:pt x="533412" y="247650"/>
                  </a:lnTo>
                  <a:lnTo>
                    <a:pt x="541007" y="246964"/>
                  </a:lnTo>
                  <a:lnTo>
                    <a:pt x="548030" y="244868"/>
                  </a:lnTo>
                  <a:lnTo>
                    <a:pt x="554482" y="241376"/>
                  </a:lnTo>
                  <a:lnTo>
                    <a:pt x="557733" y="238671"/>
                  </a:lnTo>
                  <a:close/>
                </a:path>
                <a:path w="571500" h="247650">
                  <a:moveTo>
                    <a:pt x="571131" y="34036"/>
                  </a:moveTo>
                  <a:lnTo>
                    <a:pt x="557225" y="8572"/>
                  </a:lnTo>
                  <a:lnTo>
                    <a:pt x="551446" y="15735"/>
                  </a:lnTo>
                  <a:lnTo>
                    <a:pt x="553605" y="17894"/>
                  </a:lnTo>
                  <a:lnTo>
                    <a:pt x="559193" y="23482"/>
                  </a:lnTo>
                  <a:lnTo>
                    <a:pt x="561975" y="30213"/>
                  </a:lnTo>
                  <a:lnTo>
                    <a:pt x="561975" y="35013"/>
                  </a:lnTo>
                  <a:lnTo>
                    <a:pt x="571131" y="34036"/>
                  </a:lnTo>
                  <a:close/>
                </a:path>
                <a:path w="571500" h="247650">
                  <a:moveTo>
                    <a:pt x="571500" y="194525"/>
                  </a:moveTo>
                  <a:lnTo>
                    <a:pt x="561975" y="194525"/>
                  </a:lnTo>
                  <a:lnTo>
                    <a:pt x="561975" y="217449"/>
                  </a:lnTo>
                  <a:lnTo>
                    <a:pt x="561073" y="219621"/>
                  </a:lnTo>
                  <a:lnTo>
                    <a:pt x="569188" y="222580"/>
                  </a:lnTo>
                  <a:lnTo>
                    <a:pt x="570814" y="217157"/>
                  </a:lnTo>
                  <a:lnTo>
                    <a:pt x="571500" y="209562"/>
                  </a:lnTo>
                  <a:lnTo>
                    <a:pt x="571500" y="194525"/>
                  </a:lnTo>
                  <a:close/>
                </a:path>
                <a:path w="571500" h="247650">
                  <a:moveTo>
                    <a:pt x="571500" y="147193"/>
                  </a:moveTo>
                  <a:lnTo>
                    <a:pt x="561975" y="147193"/>
                  </a:lnTo>
                  <a:lnTo>
                    <a:pt x="561975" y="175768"/>
                  </a:lnTo>
                  <a:lnTo>
                    <a:pt x="571500" y="175768"/>
                  </a:lnTo>
                  <a:lnTo>
                    <a:pt x="571500" y="147193"/>
                  </a:lnTo>
                  <a:close/>
                </a:path>
                <a:path w="571500" h="247650">
                  <a:moveTo>
                    <a:pt x="571500" y="99860"/>
                  </a:moveTo>
                  <a:lnTo>
                    <a:pt x="561975" y="99860"/>
                  </a:lnTo>
                  <a:lnTo>
                    <a:pt x="561975" y="128435"/>
                  </a:lnTo>
                  <a:lnTo>
                    <a:pt x="571500" y="128435"/>
                  </a:lnTo>
                  <a:lnTo>
                    <a:pt x="571500" y="99860"/>
                  </a:lnTo>
                  <a:close/>
                </a:path>
                <a:path w="571500" h="247650">
                  <a:moveTo>
                    <a:pt x="571500" y="52527"/>
                  </a:moveTo>
                  <a:lnTo>
                    <a:pt x="561975" y="52527"/>
                  </a:lnTo>
                  <a:lnTo>
                    <a:pt x="561975" y="81102"/>
                  </a:lnTo>
                  <a:lnTo>
                    <a:pt x="571500" y="81102"/>
                  </a:lnTo>
                  <a:lnTo>
                    <a:pt x="571500" y="52527"/>
                  </a:lnTo>
                  <a:close/>
                </a:path>
              </a:pathLst>
            </a:custGeom>
            <a:solidFill>
              <a:srgbClr val="16A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96899" y="4386230"/>
            <a:ext cx="4631690" cy="1483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110"/>
              </a:spcBef>
            </a:pP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collect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8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.toList());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0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  <a:tabLst>
                <a:tab pos="1551305" algn="l"/>
              </a:tabLst>
            </a:pPr>
            <a:r>
              <a:rPr sz="1050" spc="100" dirty="0">
                <a:solidFill>
                  <a:srgbClr val="64738B"/>
                </a:solidFill>
                <a:latin typeface="Times New Roman"/>
                <a:cs typeface="Times New Roman"/>
              </a:rPr>
              <a:t>Etudiant(A001)</a:t>
            </a:r>
            <a:r>
              <a:rPr sz="1050" dirty="0">
                <a:solidFill>
                  <a:srgbClr val="64738B"/>
                </a:solidFill>
                <a:latin typeface="Times New Roman"/>
                <a:cs typeface="Times New Roman"/>
              </a:rPr>
              <a:t>	</a:t>
            </a:r>
            <a:r>
              <a:rPr sz="1000" b="1" spc="-10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endParaRPr sz="10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  <a:spcBef>
                <a:spcPts val="790"/>
              </a:spcBef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Exemple</a:t>
            </a:r>
            <a:r>
              <a:rPr sz="110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2</a:t>
            </a:r>
            <a:r>
              <a:rPr sz="110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Extraire</a:t>
            </a:r>
            <a:r>
              <a:rPr sz="110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les</a:t>
            </a:r>
            <a:r>
              <a:rPr sz="110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matricules</a:t>
            </a:r>
            <a:r>
              <a:rPr sz="110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(avec</a:t>
            </a:r>
            <a:r>
              <a:rPr sz="110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lambda</a:t>
            </a:r>
            <a:r>
              <a:rPr sz="1100" i="1" spc="3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explicite)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35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85" dirty="0">
                <a:solidFill>
                  <a:srgbClr val="334054"/>
                </a:solidFill>
                <a:latin typeface="Times New Roman"/>
                <a:cs typeface="Times New Roman"/>
              </a:rPr>
              <a:t>mats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315"/>
              </a:spcBef>
              <a:tabLst>
                <a:tab pos="904240" algn="l"/>
              </a:tabLst>
            </a:pP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90" dirty="0">
                <a:solidFill>
                  <a:srgbClr val="DA2677"/>
                </a:solidFill>
                <a:latin typeface="Times New Roman"/>
                <a:cs typeface="Times New Roman"/>
              </a:rPr>
              <a:t>map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e.getMatricule())</a:t>
            </a:r>
            <a:endParaRPr sz="105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315"/>
              </a:spcBef>
            </a:pP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collect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8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.toList());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5" name="object 35"/>
            <p:cNvSpPr/>
            <p:nvPr/>
          </p:nvSpPr>
          <p:spPr>
            <a:xfrm>
              <a:off x="9191624" y="6800849"/>
              <a:ext cx="3000375" cy="57150"/>
            </a:xfrm>
            <a:custGeom>
              <a:avLst/>
              <a:gdLst/>
              <a:ahLst/>
              <a:cxnLst/>
              <a:rect l="l" t="t" r="r" b="b"/>
              <a:pathLst>
                <a:path w="3000375" h="57150">
                  <a:moveTo>
                    <a:pt x="0" y="57149"/>
                  </a:moveTo>
                  <a:lnTo>
                    <a:pt x="3000374" y="57149"/>
                  </a:lnTo>
                  <a:lnTo>
                    <a:pt x="30003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6800849"/>
              <a:ext cx="9191625" cy="57150"/>
            </a:xfrm>
            <a:custGeom>
              <a:avLst/>
              <a:gdLst/>
              <a:ahLst/>
              <a:cxnLst/>
              <a:rect l="l" t="t" r="r" b="b"/>
              <a:pathLst>
                <a:path w="9191625" h="57150">
                  <a:moveTo>
                    <a:pt x="91916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9191624" y="0"/>
                  </a:lnTo>
                  <a:lnTo>
                    <a:pt x="91916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43/57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3421379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sorted()</a:t>
            </a:r>
            <a:r>
              <a:rPr spc="-160" dirty="0"/>
              <a:t> </a:t>
            </a:r>
            <a:r>
              <a:rPr spc="-130" dirty="0"/>
              <a:t>:</a:t>
            </a:r>
            <a:r>
              <a:rPr spc="-155" dirty="0"/>
              <a:t> </a:t>
            </a:r>
            <a:r>
              <a:rPr spc="-135" dirty="0"/>
              <a:t>Trier</a:t>
            </a:r>
            <a:r>
              <a:rPr spc="-160" dirty="0"/>
              <a:t> </a:t>
            </a:r>
            <a:r>
              <a:rPr spc="-125" dirty="0"/>
              <a:t>le</a:t>
            </a:r>
            <a:r>
              <a:rPr spc="-155" dirty="0"/>
              <a:t> </a:t>
            </a:r>
            <a:r>
              <a:rPr spc="-135" dirty="0"/>
              <a:t>Stream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71624" y="5238749"/>
            <a:ext cx="9048750" cy="666750"/>
            <a:chOff x="1571624" y="5238749"/>
            <a:chExt cx="9048750" cy="666750"/>
          </a:xfrm>
        </p:grpSpPr>
        <p:sp>
          <p:nvSpPr>
            <p:cNvPr id="4" name="object 4"/>
            <p:cNvSpPr/>
            <p:nvPr/>
          </p:nvSpPr>
          <p:spPr>
            <a:xfrm>
              <a:off x="1576387" y="5243512"/>
              <a:ext cx="9039225" cy="657225"/>
            </a:xfrm>
            <a:custGeom>
              <a:avLst/>
              <a:gdLst/>
              <a:ahLst/>
              <a:cxnLst/>
              <a:rect l="l" t="t" r="r" b="b"/>
              <a:pathLst>
                <a:path w="9039225" h="657225">
                  <a:moveTo>
                    <a:pt x="8972477" y="657224"/>
                  </a:moveTo>
                  <a:lnTo>
                    <a:pt x="66747" y="657224"/>
                  </a:lnTo>
                  <a:lnTo>
                    <a:pt x="62101" y="656766"/>
                  </a:lnTo>
                  <a:lnTo>
                    <a:pt x="24240" y="639617"/>
                  </a:lnTo>
                  <a:lnTo>
                    <a:pt x="2287" y="604324"/>
                  </a:lnTo>
                  <a:lnTo>
                    <a:pt x="0" y="590478"/>
                  </a:lnTo>
                  <a:lnTo>
                    <a:pt x="0" y="585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8972477" y="0"/>
                  </a:lnTo>
                  <a:lnTo>
                    <a:pt x="9011374" y="14644"/>
                  </a:lnTo>
                  <a:lnTo>
                    <a:pt x="9035580" y="48432"/>
                  </a:lnTo>
                  <a:lnTo>
                    <a:pt x="9039224" y="66746"/>
                  </a:lnTo>
                  <a:lnTo>
                    <a:pt x="9039224" y="590478"/>
                  </a:lnTo>
                  <a:lnTo>
                    <a:pt x="9024578" y="629375"/>
                  </a:lnTo>
                  <a:lnTo>
                    <a:pt x="8990790" y="653580"/>
                  </a:lnTo>
                  <a:lnTo>
                    <a:pt x="8977122" y="656766"/>
                  </a:lnTo>
                  <a:lnTo>
                    <a:pt x="8972477" y="657224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76387" y="5243512"/>
              <a:ext cx="9039225" cy="657225"/>
            </a:xfrm>
            <a:custGeom>
              <a:avLst/>
              <a:gdLst/>
              <a:ahLst/>
              <a:cxnLst/>
              <a:rect l="l" t="t" r="r" b="b"/>
              <a:pathLst>
                <a:path w="9039225" h="657225">
                  <a:moveTo>
                    <a:pt x="0" y="585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8967786" y="0"/>
                  </a:lnTo>
                  <a:lnTo>
                    <a:pt x="8972477" y="0"/>
                  </a:lnTo>
                  <a:lnTo>
                    <a:pt x="8977122" y="457"/>
                  </a:lnTo>
                  <a:lnTo>
                    <a:pt x="8981723" y="1372"/>
                  </a:lnTo>
                  <a:lnTo>
                    <a:pt x="8986324" y="2287"/>
                  </a:lnTo>
                  <a:lnTo>
                    <a:pt x="9018300" y="20923"/>
                  </a:lnTo>
                  <a:lnTo>
                    <a:pt x="9021617" y="24239"/>
                  </a:lnTo>
                  <a:lnTo>
                    <a:pt x="9024578" y="27848"/>
                  </a:lnTo>
                  <a:lnTo>
                    <a:pt x="9027184" y="31748"/>
                  </a:lnTo>
                  <a:lnTo>
                    <a:pt x="9029791" y="35649"/>
                  </a:lnTo>
                  <a:lnTo>
                    <a:pt x="9039224" y="66746"/>
                  </a:lnTo>
                  <a:lnTo>
                    <a:pt x="9039224" y="71437"/>
                  </a:lnTo>
                  <a:lnTo>
                    <a:pt x="9039224" y="585787"/>
                  </a:lnTo>
                  <a:lnTo>
                    <a:pt x="9039224" y="590478"/>
                  </a:lnTo>
                  <a:lnTo>
                    <a:pt x="9038767" y="595123"/>
                  </a:lnTo>
                  <a:lnTo>
                    <a:pt x="9027184" y="625475"/>
                  </a:lnTo>
                  <a:lnTo>
                    <a:pt x="9024578" y="629375"/>
                  </a:lnTo>
                  <a:lnTo>
                    <a:pt x="9021617" y="632984"/>
                  </a:lnTo>
                  <a:lnTo>
                    <a:pt x="9018300" y="636300"/>
                  </a:lnTo>
                  <a:lnTo>
                    <a:pt x="9014982" y="639617"/>
                  </a:lnTo>
                  <a:lnTo>
                    <a:pt x="9011374" y="642578"/>
                  </a:lnTo>
                  <a:lnTo>
                    <a:pt x="9007475" y="645183"/>
                  </a:lnTo>
                  <a:lnTo>
                    <a:pt x="9003574" y="647790"/>
                  </a:lnTo>
                  <a:lnTo>
                    <a:pt x="8999457" y="649991"/>
                  </a:lnTo>
                  <a:lnTo>
                    <a:pt x="8995123" y="651785"/>
                  </a:lnTo>
                  <a:lnTo>
                    <a:pt x="8990790" y="653580"/>
                  </a:lnTo>
                  <a:lnTo>
                    <a:pt x="8986324" y="654936"/>
                  </a:lnTo>
                  <a:lnTo>
                    <a:pt x="8981723" y="655851"/>
                  </a:lnTo>
                  <a:lnTo>
                    <a:pt x="8977122" y="656766"/>
                  </a:lnTo>
                  <a:lnTo>
                    <a:pt x="8972477" y="657224"/>
                  </a:lnTo>
                  <a:lnTo>
                    <a:pt x="8967786" y="657224"/>
                  </a:lnTo>
                  <a:lnTo>
                    <a:pt x="71437" y="657224"/>
                  </a:lnTo>
                  <a:lnTo>
                    <a:pt x="66747" y="657224"/>
                  </a:lnTo>
                  <a:lnTo>
                    <a:pt x="62101" y="656766"/>
                  </a:lnTo>
                  <a:lnTo>
                    <a:pt x="57500" y="655851"/>
                  </a:lnTo>
                  <a:lnTo>
                    <a:pt x="52900" y="654936"/>
                  </a:lnTo>
                  <a:lnTo>
                    <a:pt x="48433" y="653580"/>
                  </a:lnTo>
                  <a:lnTo>
                    <a:pt x="44099" y="651785"/>
                  </a:lnTo>
                  <a:lnTo>
                    <a:pt x="39766" y="649991"/>
                  </a:lnTo>
                  <a:lnTo>
                    <a:pt x="35649" y="647790"/>
                  </a:lnTo>
                  <a:lnTo>
                    <a:pt x="31749" y="645183"/>
                  </a:lnTo>
                  <a:lnTo>
                    <a:pt x="27848" y="642578"/>
                  </a:lnTo>
                  <a:lnTo>
                    <a:pt x="24240" y="639617"/>
                  </a:lnTo>
                  <a:lnTo>
                    <a:pt x="20923" y="636300"/>
                  </a:lnTo>
                  <a:lnTo>
                    <a:pt x="17606" y="632984"/>
                  </a:lnTo>
                  <a:lnTo>
                    <a:pt x="1372" y="599723"/>
                  </a:lnTo>
                  <a:lnTo>
                    <a:pt x="457" y="595123"/>
                  </a:lnTo>
                  <a:lnTo>
                    <a:pt x="0" y="590478"/>
                  </a:lnTo>
                  <a:lnTo>
                    <a:pt x="0" y="585787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1649" y="5470524"/>
              <a:ext cx="190500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092325" y="5314036"/>
            <a:ext cx="8201025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95"/>
              </a:spcBef>
            </a:pP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Astuce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93312"/>
                </a:solidFill>
                <a:latin typeface="Monaco"/>
                <a:cs typeface="Monaco"/>
              </a:rPr>
              <a:t>sorted()</a:t>
            </a:r>
            <a:r>
              <a:rPr sz="1050" spc="-33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est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une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opération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intermédiaire </a:t>
            </a:r>
            <a:r>
              <a:rPr sz="1200" dirty="0">
                <a:solidFill>
                  <a:srgbClr val="993312"/>
                </a:solidFill>
                <a:latin typeface="Arial"/>
                <a:cs typeface="Arial"/>
              </a:rPr>
              <a:t>"stateful"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(avec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état).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993312"/>
                </a:solidFill>
                <a:latin typeface="Arial"/>
                <a:cs typeface="Arial"/>
              </a:rPr>
              <a:t>Elle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93312"/>
                </a:solidFill>
                <a:latin typeface="Arial"/>
                <a:cs typeface="Arial"/>
              </a:rPr>
              <a:t>doit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93312"/>
                </a:solidFill>
                <a:latin typeface="Arial"/>
                <a:cs typeface="Arial"/>
              </a:rPr>
              <a:t>voir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b="1" spc="-80" dirty="0">
                <a:solidFill>
                  <a:srgbClr val="993312"/>
                </a:solidFill>
                <a:latin typeface="Arial"/>
                <a:cs typeface="Arial"/>
              </a:rPr>
              <a:t>tous</a:t>
            </a:r>
            <a:r>
              <a:rPr sz="1200" b="1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les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éléments 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du </a:t>
            </a:r>
            <a:r>
              <a:rPr sz="1200" dirty="0">
                <a:solidFill>
                  <a:srgbClr val="993312"/>
                </a:solidFill>
                <a:latin typeface="Arial"/>
                <a:cs typeface="Arial"/>
              </a:rPr>
              <a:t>flux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avant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de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93312"/>
                </a:solidFill>
                <a:latin typeface="Arial"/>
                <a:cs typeface="Arial"/>
              </a:rPr>
              <a:t>pouvoir </a:t>
            </a:r>
            <a:r>
              <a:rPr sz="1200" spc="-55" dirty="0">
                <a:solidFill>
                  <a:srgbClr val="993312"/>
                </a:solidFill>
                <a:latin typeface="Arial"/>
                <a:cs typeface="Arial"/>
              </a:rPr>
              <a:t>en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renvoyer </a:t>
            </a:r>
            <a:r>
              <a:rPr sz="1200" spc="-45" dirty="0">
                <a:solidFill>
                  <a:srgbClr val="993312"/>
                </a:solidFill>
                <a:latin typeface="Arial"/>
                <a:cs typeface="Arial"/>
              </a:rPr>
              <a:t>un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seul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(pour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993312"/>
                </a:solidFill>
                <a:latin typeface="Arial"/>
                <a:cs typeface="Arial"/>
              </a:rPr>
              <a:t>garantir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l'ordre),</a:t>
            </a:r>
            <a:r>
              <a:rPr sz="120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ce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qui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993312"/>
                </a:solidFill>
                <a:latin typeface="Arial"/>
                <a:cs typeface="Arial"/>
              </a:rPr>
              <a:t>peut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993312"/>
                </a:solidFill>
                <a:latin typeface="Arial"/>
                <a:cs typeface="Arial"/>
              </a:rPr>
              <a:t>être 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coûteux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sur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de </a:t>
            </a:r>
            <a:r>
              <a:rPr sz="1200" spc="-20" dirty="0">
                <a:solidFill>
                  <a:srgbClr val="993312"/>
                </a:solidFill>
                <a:latin typeface="Arial"/>
                <a:cs typeface="Arial"/>
              </a:rPr>
              <a:t>très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993312"/>
                </a:solidFill>
                <a:latin typeface="Arial"/>
                <a:cs typeface="Arial"/>
              </a:rPr>
              <a:t>gros</a:t>
            </a:r>
            <a:r>
              <a:rPr sz="12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93312"/>
                </a:solidFill>
                <a:latin typeface="Arial"/>
                <a:cs typeface="Arial"/>
              </a:rPr>
              <a:t>volumes.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99616" y="1661160"/>
            <a:ext cx="9192895" cy="3499485"/>
            <a:chOff x="1499616" y="1661160"/>
            <a:chExt cx="9192895" cy="3499485"/>
          </a:xfrm>
        </p:grpSpPr>
        <p:sp>
          <p:nvSpPr>
            <p:cNvPr id="9" name="object 9"/>
            <p:cNvSpPr/>
            <p:nvPr/>
          </p:nvSpPr>
          <p:spPr>
            <a:xfrm>
              <a:off x="1499616" y="1661160"/>
              <a:ext cx="9192895" cy="3499485"/>
            </a:xfrm>
            <a:custGeom>
              <a:avLst/>
              <a:gdLst/>
              <a:ahLst/>
              <a:cxnLst/>
              <a:rect l="l" t="t" r="r" b="b"/>
              <a:pathLst>
                <a:path w="9192895" h="3499485">
                  <a:moveTo>
                    <a:pt x="9192768" y="3499104"/>
                  </a:moveTo>
                  <a:lnTo>
                    <a:pt x="0" y="3499104"/>
                  </a:lnTo>
                  <a:lnTo>
                    <a:pt x="0" y="0"/>
                  </a:lnTo>
                  <a:lnTo>
                    <a:pt x="9192768" y="0"/>
                  </a:lnTo>
                  <a:lnTo>
                    <a:pt x="9192768" y="43814"/>
                  </a:lnTo>
                  <a:lnTo>
                    <a:pt x="129158" y="43814"/>
                  </a:lnTo>
                  <a:lnTo>
                    <a:pt x="119656" y="44686"/>
                  </a:lnTo>
                  <a:lnTo>
                    <a:pt x="85021" y="73157"/>
                  </a:lnTo>
                  <a:lnTo>
                    <a:pt x="81533" y="91439"/>
                  </a:lnTo>
                  <a:lnTo>
                    <a:pt x="81533" y="3329939"/>
                  </a:lnTo>
                  <a:lnTo>
                    <a:pt x="102818" y="3369718"/>
                  </a:lnTo>
                  <a:lnTo>
                    <a:pt x="129158" y="3377564"/>
                  </a:lnTo>
                  <a:lnTo>
                    <a:pt x="9192768" y="3377564"/>
                  </a:lnTo>
                  <a:lnTo>
                    <a:pt x="9192768" y="3499104"/>
                  </a:lnTo>
                  <a:close/>
                </a:path>
                <a:path w="9192895" h="3499485">
                  <a:moveTo>
                    <a:pt x="9192768" y="3377564"/>
                  </a:moveTo>
                  <a:lnTo>
                    <a:pt x="9063608" y="3377564"/>
                  </a:lnTo>
                  <a:lnTo>
                    <a:pt x="9073110" y="3376692"/>
                  </a:lnTo>
                  <a:lnTo>
                    <a:pt x="9081890" y="3374077"/>
                  </a:lnTo>
                  <a:lnTo>
                    <a:pt x="9110361" y="3339442"/>
                  </a:lnTo>
                  <a:lnTo>
                    <a:pt x="9111233" y="3329939"/>
                  </a:lnTo>
                  <a:lnTo>
                    <a:pt x="9111233" y="91439"/>
                  </a:lnTo>
                  <a:lnTo>
                    <a:pt x="9089947" y="51661"/>
                  </a:lnTo>
                  <a:lnTo>
                    <a:pt x="9063608" y="43814"/>
                  </a:lnTo>
                  <a:lnTo>
                    <a:pt x="9192768" y="43814"/>
                  </a:lnTo>
                  <a:lnTo>
                    <a:pt x="9192768" y="337756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0674" y="1695449"/>
              <a:ext cx="9029700" cy="3352800"/>
            </a:xfrm>
            <a:custGeom>
              <a:avLst/>
              <a:gdLst/>
              <a:ahLst/>
              <a:cxnLst/>
              <a:rect l="l" t="t" r="r" b="b"/>
              <a:pathLst>
                <a:path w="9029700" h="3352800">
                  <a:moveTo>
                    <a:pt x="8976301" y="3352799"/>
                  </a:moveTo>
                  <a:lnTo>
                    <a:pt x="33047" y="3352799"/>
                  </a:lnTo>
                  <a:lnTo>
                    <a:pt x="4833" y="3324520"/>
                  </a:lnTo>
                  <a:lnTo>
                    <a:pt x="0" y="3303227"/>
                  </a:lnTo>
                  <a:lnTo>
                    <a:pt x="0" y="32956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976301" y="0"/>
                  </a:lnTo>
                  <a:lnTo>
                    <a:pt x="9015613" y="19392"/>
                  </a:lnTo>
                  <a:lnTo>
                    <a:pt x="9029699" y="53397"/>
                  </a:lnTo>
                  <a:lnTo>
                    <a:pt x="9029699" y="3299402"/>
                  </a:lnTo>
                  <a:lnTo>
                    <a:pt x="9010305" y="3338713"/>
                  </a:lnTo>
                  <a:lnTo>
                    <a:pt x="8980017" y="3352433"/>
                  </a:lnTo>
                  <a:lnTo>
                    <a:pt x="8976301" y="3352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71624" y="1695449"/>
              <a:ext cx="52069" cy="3352800"/>
            </a:xfrm>
            <a:custGeom>
              <a:avLst/>
              <a:gdLst/>
              <a:ahLst/>
              <a:cxnLst/>
              <a:rect l="l" t="t" r="r" b="b"/>
              <a:pathLst>
                <a:path w="52069" h="3352800">
                  <a:moveTo>
                    <a:pt x="51889" y="3352799"/>
                  </a:moveTo>
                  <a:lnTo>
                    <a:pt x="49571" y="3352799"/>
                  </a:lnTo>
                  <a:lnTo>
                    <a:pt x="42283" y="3351349"/>
                  </a:lnTo>
                  <a:lnTo>
                    <a:pt x="7250" y="3324521"/>
                  </a:lnTo>
                  <a:lnTo>
                    <a:pt x="0" y="33032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295649"/>
                  </a:lnTo>
                  <a:lnTo>
                    <a:pt x="43679" y="3336060"/>
                  </a:lnTo>
                  <a:lnTo>
                    <a:pt x="47399" y="3347219"/>
                  </a:lnTo>
                  <a:lnTo>
                    <a:pt x="51889" y="33527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76970" y="1838917"/>
            <a:ext cx="4998085" cy="301117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78460" indent="-292735">
              <a:lnSpc>
                <a:spcPct val="100000"/>
              </a:lnSpc>
              <a:spcBef>
                <a:spcPts val="32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Ordre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naturel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0" dirty="0">
                <a:solidFill>
                  <a:srgbClr val="94A2B8"/>
                </a:solidFill>
                <a:latin typeface="Times New Roman"/>
                <a:cs typeface="Times New Roman"/>
              </a:rPr>
              <a:t>(utilise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compareTo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5" dirty="0">
                <a:solidFill>
                  <a:srgbClr val="94A2B8"/>
                </a:solidFill>
                <a:latin typeface="Times New Roman"/>
                <a:cs typeface="Times New Roman"/>
              </a:rPr>
              <a:t>Comparable</a:t>
            </a:r>
            <a:r>
              <a:rPr sz="950" i="1" spc="45" dirty="0">
                <a:solidFill>
                  <a:srgbClr val="94A2B8"/>
                </a:solidFill>
                <a:latin typeface="Times New Roman"/>
                <a:cs typeface="Times New Roman"/>
              </a:rPr>
              <a:t>&lt;</a:t>
            </a:r>
            <a:r>
              <a:rPr sz="1100" i="1" spc="45" dirty="0">
                <a:solidFill>
                  <a:srgbClr val="94A2B8"/>
                </a:solidFill>
                <a:latin typeface="Times New Roman"/>
                <a:cs typeface="Times New Roman"/>
              </a:rPr>
              <a:t>Etudiant&gt;)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/>
              <a:tabLst>
                <a:tab pos="304165" algn="l"/>
                <a:tab pos="304800" algn="l"/>
              </a:tabLst>
            </a:pP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3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parMatricule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sorted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collect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8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toList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());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16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100" i="1" spc="3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Ordre</a:t>
            </a:r>
            <a:r>
              <a:rPr sz="1100" i="1" spc="3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personnalisé</a:t>
            </a:r>
            <a:r>
              <a:rPr sz="1100" i="1" spc="3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(Comparator</a:t>
            </a:r>
            <a:r>
              <a:rPr sz="1100" i="1" spc="3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lambda</a:t>
            </a:r>
            <a:r>
              <a:rPr sz="1100" i="1" spc="3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ou</a:t>
            </a:r>
            <a:r>
              <a:rPr sz="1100" i="1" spc="3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référence)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6"/>
              <a:tabLst>
                <a:tab pos="304165" algn="l"/>
                <a:tab pos="304800" algn="l"/>
              </a:tabLst>
            </a:pP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3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50" dirty="0">
                <a:solidFill>
                  <a:srgbClr val="334054"/>
                </a:solidFill>
                <a:latin typeface="Times New Roman"/>
                <a:cs typeface="Times New Roman"/>
              </a:rPr>
              <a:t>parMoyenne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6"/>
              <a:tabLst>
                <a:tab pos="378460" algn="l"/>
                <a:tab pos="379095" algn="l"/>
              </a:tabLst>
            </a:pP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14" dirty="0">
                <a:solidFill>
                  <a:srgbClr val="DA2677"/>
                </a:solidFill>
                <a:latin typeface="Times New Roman"/>
                <a:cs typeface="Times New Roman"/>
              </a:rPr>
              <a:t>sorted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14" dirty="0">
                <a:solidFill>
                  <a:srgbClr val="DA2677"/>
                </a:solidFill>
                <a:latin typeface="Times New Roman"/>
                <a:cs typeface="Times New Roman"/>
              </a:rPr>
              <a:t>comparingDouble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49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:getMoyenne))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6"/>
              <a:tabLst>
                <a:tab pos="378460" algn="l"/>
                <a:tab pos="379095" algn="l"/>
              </a:tabLst>
            </a:pP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collect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8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toList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());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11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3.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Ordre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inversé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et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multi-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critères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(Puissant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!)</a:t>
            </a:r>
            <a:endParaRPr sz="11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 startAt="11"/>
              <a:tabLst>
                <a:tab pos="304165" algn="l"/>
                <a:tab pos="304800" algn="l"/>
              </a:tabLst>
            </a:pP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3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meilleursEnPremier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</a:tabLst>
            </a:pP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14" dirty="0">
                <a:solidFill>
                  <a:srgbClr val="DA2677"/>
                </a:solidFill>
                <a:latin typeface="Times New Roman"/>
                <a:cs typeface="Times New Roman"/>
              </a:rPr>
              <a:t>sorted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14" dirty="0">
                <a:solidFill>
                  <a:srgbClr val="DA2677"/>
                </a:solidFill>
                <a:latin typeface="Times New Roman"/>
                <a:cs typeface="Times New Roman"/>
              </a:rPr>
              <a:t>comparingDouble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49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:getMoyenne)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  <a:tab pos="1344295" algn="l"/>
              </a:tabLst>
            </a:pP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60" dirty="0">
                <a:solidFill>
                  <a:srgbClr val="DA2677"/>
                </a:solidFill>
                <a:latin typeface="Times New Roman"/>
                <a:cs typeface="Times New Roman"/>
              </a:rPr>
              <a:t>reversed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inverse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l'ordre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05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  <a:tab pos="2978785" algn="l"/>
              </a:tabLst>
            </a:pP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14" dirty="0">
                <a:solidFill>
                  <a:srgbClr val="DA2677"/>
                </a:solidFill>
                <a:latin typeface="Times New Roman"/>
                <a:cs typeface="Times New Roman"/>
              </a:rPr>
              <a:t>thenComparing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7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85" dirty="0">
                <a:solidFill>
                  <a:srgbClr val="334054"/>
                </a:solidFill>
                <a:latin typeface="Times New Roman"/>
                <a:cs typeface="Times New Roman"/>
              </a:rPr>
              <a:t>:getNom))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égalité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</a:tabLst>
            </a:pP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collect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8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toList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());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05898" y="1695449"/>
            <a:ext cx="1514475" cy="238125"/>
          </a:xfrm>
          <a:custGeom>
            <a:avLst/>
            <a:gdLst/>
            <a:ahLst/>
            <a:cxnLst/>
            <a:rect l="l" t="t" r="r" b="b"/>
            <a:pathLst>
              <a:path w="1514475" h="238125">
                <a:moveTo>
                  <a:pt x="1514475" y="238124"/>
                </a:moveTo>
                <a:lnTo>
                  <a:pt x="53397" y="238124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1461077" y="0"/>
                </a:lnTo>
                <a:lnTo>
                  <a:pt x="1464793" y="365"/>
                </a:lnTo>
                <a:lnTo>
                  <a:pt x="1500389" y="19392"/>
                </a:lnTo>
                <a:lnTo>
                  <a:pt x="1514475" y="53397"/>
                </a:lnTo>
                <a:lnTo>
                  <a:pt x="1514475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92170" y="1726498"/>
            <a:ext cx="134556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55" dirty="0">
                <a:solidFill>
                  <a:srgbClr val="64738B"/>
                </a:solidFill>
                <a:latin typeface="Times New Roman"/>
                <a:cs typeface="Times New Roman"/>
              </a:rPr>
              <a:t>StreamSortedDemo.java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9401174" y="6800849"/>
              <a:ext cx="2790825" cy="57150"/>
            </a:xfrm>
            <a:custGeom>
              <a:avLst/>
              <a:gdLst/>
              <a:ahLst/>
              <a:cxnLst/>
              <a:rect l="l" t="t" r="r" b="b"/>
              <a:pathLst>
                <a:path w="2790825" h="57150">
                  <a:moveTo>
                    <a:pt x="0" y="57149"/>
                  </a:moveTo>
                  <a:lnTo>
                    <a:pt x="2790824" y="57149"/>
                  </a:lnTo>
                  <a:lnTo>
                    <a:pt x="27908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9401175" cy="57150"/>
            </a:xfrm>
            <a:custGeom>
              <a:avLst/>
              <a:gdLst/>
              <a:ahLst/>
              <a:cxnLst/>
              <a:rect l="l" t="t" r="r" b="b"/>
              <a:pathLst>
                <a:path w="9401175" h="57150">
                  <a:moveTo>
                    <a:pt x="94011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9401174" y="0"/>
                  </a:lnTo>
                  <a:lnTo>
                    <a:pt x="94011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44/57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4638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Stream</a:t>
            </a:r>
            <a:r>
              <a:rPr spc="-150" dirty="0"/>
              <a:t> </a:t>
            </a:r>
            <a:r>
              <a:rPr spc="-130" dirty="0"/>
              <a:t>:</a:t>
            </a:r>
            <a:r>
              <a:rPr spc="-145" dirty="0"/>
              <a:t> </a:t>
            </a:r>
            <a:r>
              <a:rPr spc="-114" dirty="0"/>
              <a:t>distinct,</a:t>
            </a:r>
            <a:r>
              <a:rPr spc="-220" dirty="0"/>
              <a:t> </a:t>
            </a:r>
            <a:r>
              <a:rPr spc="-114" dirty="0"/>
              <a:t>limit,</a:t>
            </a:r>
            <a:r>
              <a:rPr spc="-220" dirty="0"/>
              <a:t> </a:t>
            </a:r>
            <a:r>
              <a:rPr spc="-125" dirty="0"/>
              <a:t>skip,</a:t>
            </a:r>
            <a:r>
              <a:rPr spc="-225" dirty="0"/>
              <a:t> </a:t>
            </a:r>
            <a:r>
              <a:rPr spc="-90" dirty="0"/>
              <a:t>peek</a:t>
            </a:r>
          </a:p>
        </p:txBody>
      </p:sp>
      <p:sp>
        <p:nvSpPr>
          <p:cNvPr id="3" name="object 3"/>
          <p:cNvSpPr/>
          <p:nvPr/>
        </p:nvSpPr>
        <p:spPr>
          <a:xfrm>
            <a:off x="380999" y="1514474"/>
            <a:ext cx="5572125" cy="19050"/>
          </a:xfrm>
          <a:custGeom>
            <a:avLst/>
            <a:gdLst/>
            <a:ahLst/>
            <a:cxnLst/>
            <a:rect l="l" t="t" r="r" b="b"/>
            <a:pathLst>
              <a:path w="5572125" h="19050">
                <a:moveTo>
                  <a:pt x="5572124" y="19049"/>
                </a:moveTo>
                <a:lnTo>
                  <a:pt x="0" y="19049"/>
                </a:lnTo>
                <a:lnTo>
                  <a:pt x="0" y="0"/>
                </a:lnTo>
                <a:lnTo>
                  <a:pt x="5572124" y="0"/>
                </a:lnTo>
                <a:lnTo>
                  <a:pt x="5572124" y="1904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80999" y="1076324"/>
            <a:ext cx="342900" cy="342900"/>
            <a:chOff x="380999" y="1076324"/>
            <a:chExt cx="342900" cy="342900"/>
          </a:xfrm>
        </p:grpSpPr>
        <p:sp>
          <p:nvSpPr>
            <p:cNvPr id="5" name="object 5"/>
            <p:cNvSpPr/>
            <p:nvPr/>
          </p:nvSpPr>
          <p:spPr>
            <a:xfrm>
              <a:off x="380999" y="10763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89502" y="342899"/>
                  </a:moveTo>
                  <a:lnTo>
                    <a:pt x="53397" y="342899"/>
                  </a:lnTo>
                  <a:lnTo>
                    <a:pt x="49681" y="342533"/>
                  </a:lnTo>
                  <a:lnTo>
                    <a:pt x="14085" y="323507"/>
                  </a:lnTo>
                  <a:lnTo>
                    <a:pt x="0" y="289502"/>
                  </a:lnTo>
                  <a:lnTo>
                    <a:pt x="0" y="28574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289502" y="0"/>
                  </a:lnTo>
                  <a:lnTo>
                    <a:pt x="328814" y="19392"/>
                  </a:lnTo>
                  <a:lnTo>
                    <a:pt x="342899" y="53397"/>
                  </a:lnTo>
                  <a:lnTo>
                    <a:pt x="342899" y="289502"/>
                  </a:lnTo>
                  <a:lnTo>
                    <a:pt x="323507" y="328814"/>
                  </a:lnTo>
                  <a:lnTo>
                    <a:pt x="293218" y="342533"/>
                  </a:lnTo>
                  <a:lnTo>
                    <a:pt x="289502" y="3428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024" y="1158874"/>
              <a:ext cx="196850" cy="1714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06449" y="1103510"/>
            <a:ext cx="191579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40" dirty="0">
                <a:solidFill>
                  <a:srgbClr val="334054"/>
                </a:solidFill>
                <a:latin typeface="Arial"/>
                <a:cs typeface="Arial"/>
              </a:rPr>
              <a:t>1.</a:t>
            </a:r>
            <a:r>
              <a:rPr sz="1550" b="1" spc="-1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Filtrage</a:t>
            </a:r>
            <a:r>
              <a:rPr sz="1550" b="1" spc="-9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220" dirty="0">
                <a:solidFill>
                  <a:srgbClr val="334054"/>
                </a:solidFill>
                <a:latin typeface="Arial"/>
                <a:cs typeface="Arial"/>
              </a:rPr>
              <a:t>&amp;</a:t>
            </a:r>
            <a:r>
              <a:rPr sz="1550" b="1" spc="-8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80" dirty="0">
                <a:solidFill>
                  <a:srgbClr val="334054"/>
                </a:solidFill>
                <a:latin typeface="Arial"/>
                <a:cs typeface="Arial"/>
              </a:rPr>
              <a:t>Pagination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7848" y="1642872"/>
            <a:ext cx="5718175" cy="3840479"/>
            <a:chOff x="307848" y="1642872"/>
            <a:chExt cx="5718175" cy="3840479"/>
          </a:xfrm>
        </p:grpSpPr>
        <p:sp>
          <p:nvSpPr>
            <p:cNvPr id="9" name="object 9"/>
            <p:cNvSpPr/>
            <p:nvPr/>
          </p:nvSpPr>
          <p:spPr>
            <a:xfrm>
              <a:off x="307848" y="1642872"/>
              <a:ext cx="5718175" cy="3840479"/>
            </a:xfrm>
            <a:custGeom>
              <a:avLst/>
              <a:gdLst/>
              <a:ahLst/>
              <a:cxnLst/>
              <a:rect l="l" t="t" r="r" b="b"/>
              <a:pathLst>
                <a:path w="5718175" h="3840479">
                  <a:moveTo>
                    <a:pt x="5718048" y="3840480"/>
                  </a:moveTo>
                  <a:lnTo>
                    <a:pt x="0" y="3840480"/>
                  </a:lnTo>
                  <a:lnTo>
                    <a:pt x="0" y="0"/>
                  </a:lnTo>
                  <a:lnTo>
                    <a:pt x="5718048" y="0"/>
                  </a:lnTo>
                  <a:lnTo>
                    <a:pt x="5718048" y="43052"/>
                  </a:lnTo>
                  <a:lnTo>
                    <a:pt x="130301" y="43052"/>
                  </a:lnTo>
                  <a:lnTo>
                    <a:pt x="120799" y="43924"/>
                  </a:lnTo>
                  <a:lnTo>
                    <a:pt x="86164" y="72395"/>
                  </a:lnTo>
                  <a:lnTo>
                    <a:pt x="82676" y="90677"/>
                  </a:lnTo>
                  <a:lnTo>
                    <a:pt x="82676" y="3672077"/>
                  </a:lnTo>
                  <a:lnTo>
                    <a:pt x="103961" y="3711855"/>
                  </a:lnTo>
                  <a:lnTo>
                    <a:pt x="130301" y="3719702"/>
                  </a:lnTo>
                  <a:lnTo>
                    <a:pt x="5718048" y="3719702"/>
                  </a:lnTo>
                  <a:lnTo>
                    <a:pt x="5718048" y="3840480"/>
                  </a:lnTo>
                  <a:close/>
                </a:path>
                <a:path w="5718175" h="3840479">
                  <a:moveTo>
                    <a:pt x="5718048" y="3719702"/>
                  </a:moveTo>
                  <a:lnTo>
                    <a:pt x="5588126" y="3719702"/>
                  </a:lnTo>
                  <a:lnTo>
                    <a:pt x="5597628" y="3718830"/>
                  </a:lnTo>
                  <a:lnTo>
                    <a:pt x="5606408" y="3716215"/>
                  </a:lnTo>
                  <a:lnTo>
                    <a:pt x="5634879" y="3681579"/>
                  </a:lnTo>
                  <a:lnTo>
                    <a:pt x="5635751" y="3672077"/>
                  </a:lnTo>
                  <a:lnTo>
                    <a:pt x="5635751" y="90677"/>
                  </a:lnTo>
                  <a:lnTo>
                    <a:pt x="5614466" y="50899"/>
                  </a:lnTo>
                  <a:lnTo>
                    <a:pt x="5588126" y="43052"/>
                  </a:lnTo>
                  <a:lnTo>
                    <a:pt x="5718048" y="43052"/>
                  </a:lnTo>
                  <a:lnTo>
                    <a:pt x="5718048" y="371970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0049" y="1676399"/>
              <a:ext cx="5553075" cy="3695700"/>
            </a:xfrm>
            <a:custGeom>
              <a:avLst/>
              <a:gdLst/>
              <a:ahLst/>
              <a:cxnLst/>
              <a:rect l="l" t="t" r="r" b="b"/>
              <a:pathLst>
                <a:path w="5553075" h="3695700">
                  <a:moveTo>
                    <a:pt x="5499677" y="3695699"/>
                  </a:moveTo>
                  <a:lnTo>
                    <a:pt x="33047" y="3695699"/>
                  </a:lnTo>
                  <a:lnTo>
                    <a:pt x="28187" y="3694249"/>
                  </a:lnTo>
                  <a:lnTo>
                    <a:pt x="966" y="3653417"/>
                  </a:lnTo>
                  <a:lnTo>
                    <a:pt x="0" y="3646127"/>
                  </a:lnTo>
                  <a:lnTo>
                    <a:pt x="0" y="36385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499677" y="0"/>
                  </a:lnTo>
                  <a:lnTo>
                    <a:pt x="5538988" y="19392"/>
                  </a:lnTo>
                  <a:lnTo>
                    <a:pt x="5553074" y="53397"/>
                  </a:lnTo>
                  <a:lnTo>
                    <a:pt x="5553074" y="3642301"/>
                  </a:lnTo>
                  <a:lnTo>
                    <a:pt x="5533682" y="3681613"/>
                  </a:lnTo>
                  <a:lnTo>
                    <a:pt x="5503393" y="3695332"/>
                  </a:lnTo>
                  <a:lnTo>
                    <a:pt x="5499677" y="36956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0999" y="1676399"/>
              <a:ext cx="52069" cy="3695700"/>
            </a:xfrm>
            <a:custGeom>
              <a:avLst/>
              <a:gdLst/>
              <a:ahLst/>
              <a:cxnLst/>
              <a:rect l="l" t="t" r="r" b="b"/>
              <a:pathLst>
                <a:path w="52070" h="3695700">
                  <a:moveTo>
                    <a:pt x="51889" y="3695699"/>
                  </a:moveTo>
                  <a:lnTo>
                    <a:pt x="49571" y="3695699"/>
                  </a:lnTo>
                  <a:lnTo>
                    <a:pt x="42281" y="3694249"/>
                  </a:lnTo>
                  <a:lnTo>
                    <a:pt x="7250" y="3667421"/>
                  </a:lnTo>
                  <a:lnTo>
                    <a:pt x="0" y="364612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638549"/>
                  </a:lnTo>
                  <a:lnTo>
                    <a:pt x="43679" y="3678960"/>
                  </a:lnTo>
                  <a:lnTo>
                    <a:pt x="47399" y="3690119"/>
                  </a:lnTo>
                  <a:lnTo>
                    <a:pt x="51889" y="36956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4015" y="1777249"/>
            <a:ext cx="2847340" cy="281559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07340" indent="-233045">
              <a:lnSpc>
                <a:spcPct val="100000"/>
              </a:lnSpc>
              <a:spcBef>
                <a:spcPts val="280"/>
              </a:spcBef>
              <a:buClr>
                <a:srgbClr val="CBD5E1"/>
              </a:buClr>
              <a:buSzPct val="81818"/>
              <a:buFont typeface="Times New Roman"/>
              <a:buAutoNum type="arabicPlain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distinct()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supprimer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doublons</a:t>
            </a:r>
            <a:endParaRPr sz="110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180"/>
              </a:spcBef>
              <a:buClr>
                <a:srgbClr val="CBD5E1"/>
              </a:buClr>
              <a:buSzPct val="81818"/>
              <a:buFont typeface="Times New Roman"/>
              <a:buAutoNum type="arabicPlain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0" dirty="0">
                <a:solidFill>
                  <a:srgbClr val="94A2B8"/>
                </a:solidFill>
                <a:latin typeface="Times New Roman"/>
                <a:cs typeface="Times New Roman"/>
              </a:rPr>
              <a:t>(utilise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equals/hashCode)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85714"/>
              <a:buAutoNum type="arabicPlain"/>
              <a:tabLst>
                <a:tab pos="234315" algn="l"/>
              </a:tabLst>
            </a:pP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85714"/>
              <a:buAutoNum type="arabicPlain"/>
              <a:tabLst>
                <a:tab pos="307340" algn="l"/>
                <a:tab pos="308610" algn="l"/>
              </a:tabLst>
            </a:pP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200" dirty="0">
                <a:solidFill>
                  <a:srgbClr val="DA2677"/>
                </a:solidFill>
                <a:latin typeface="Times New Roman"/>
                <a:cs typeface="Times New Roman"/>
              </a:rPr>
              <a:t>distinct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85714"/>
              <a:buAutoNum type="arabicPlain"/>
              <a:tabLst>
                <a:tab pos="307340" algn="l"/>
                <a:tab pos="308610" algn="l"/>
              </a:tabLst>
            </a:pP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25" dirty="0">
                <a:solidFill>
                  <a:srgbClr val="DA2677"/>
                </a:solidFill>
                <a:latin typeface="Times New Roman"/>
                <a:cs typeface="Times New Roman"/>
              </a:rPr>
              <a:t>forEach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2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.out</a:t>
            </a:r>
            <a:r>
              <a:rPr sz="10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:println);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90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6</a:t>
            </a:r>
            <a:endParaRPr sz="90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145"/>
              </a:spcBef>
              <a:buClr>
                <a:srgbClr val="CBD5E1"/>
              </a:buClr>
              <a:buSzPct val="81818"/>
              <a:buFont typeface="Times New Roman"/>
              <a:buAutoNum type="arabicPlain" startAt="7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limit(n)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garder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les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n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premiers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85714"/>
              <a:buAutoNum type="arabicPlain" startAt="7"/>
              <a:tabLst>
                <a:tab pos="234315" algn="l"/>
              </a:tabLst>
            </a:pP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85714"/>
              <a:buAutoNum type="arabicPlain" startAt="7"/>
              <a:tabLst>
                <a:tab pos="307340" algn="l"/>
                <a:tab pos="308610" algn="l"/>
              </a:tabLst>
            </a:pPr>
            <a:r>
              <a:rPr sz="1050" spc="18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5" dirty="0">
                <a:solidFill>
                  <a:srgbClr val="DA2677"/>
                </a:solidFill>
                <a:latin typeface="Times New Roman"/>
                <a:cs typeface="Times New Roman"/>
              </a:rPr>
              <a:t>limit</a:t>
            </a:r>
            <a:r>
              <a:rPr sz="1050" spc="18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85" dirty="0">
                <a:solidFill>
                  <a:srgbClr val="0890B1"/>
                </a:solidFill>
                <a:latin typeface="Times New Roman"/>
                <a:cs typeface="Times New Roman"/>
              </a:rPr>
              <a:t>5</a:t>
            </a:r>
            <a:r>
              <a:rPr sz="1050" spc="185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  <a:p>
            <a:pPr marL="307340" indent="-29527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85714"/>
              <a:buAutoNum type="arabicPlain" startAt="7"/>
              <a:tabLst>
                <a:tab pos="307340" algn="l"/>
                <a:tab pos="308610" algn="l"/>
              </a:tabLst>
            </a:pP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25" dirty="0">
                <a:solidFill>
                  <a:srgbClr val="DA2677"/>
                </a:solidFill>
                <a:latin typeface="Times New Roman"/>
                <a:cs typeface="Times New Roman"/>
              </a:rPr>
              <a:t>forEach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2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.out</a:t>
            </a:r>
            <a:r>
              <a:rPr sz="10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:println);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spc="-25" dirty="0">
                <a:solidFill>
                  <a:srgbClr val="CBD5E1"/>
                </a:solidFill>
                <a:latin typeface="Times New Roman"/>
                <a:cs typeface="Times New Roman"/>
              </a:rPr>
              <a:t>11</a:t>
            </a:r>
            <a:endParaRPr sz="900">
              <a:latin typeface="Times New Roman"/>
              <a:cs typeface="Times New Roman"/>
            </a:endParaRPr>
          </a:p>
          <a:p>
            <a:pPr marL="307340" indent="-295275">
              <a:lnSpc>
                <a:spcPct val="100000"/>
              </a:lnSpc>
              <a:spcBef>
                <a:spcPts val="220"/>
              </a:spcBef>
              <a:buClr>
                <a:srgbClr val="CBD5E1"/>
              </a:buClr>
              <a:buSzPct val="81818"/>
              <a:buFont typeface="Times New Roman"/>
              <a:buAutoNum type="arabicPlain" startAt="12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skip(n)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ignorer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les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n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premiers</a:t>
            </a:r>
            <a:endParaRPr sz="1100">
              <a:latin typeface="Times New Roman"/>
              <a:cs typeface="Times New Roman"/>
            </a:endParaRPr>
          </a:p>
          <a:p>
            <a:pPr marL="233679" indent="-22161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SzPct val="85714"/>
              <a:buAutoNum type="arabicPlain" startAt="12"/>
              <a:tabLst>
                <a:tab pos="234315" algn="l"/>
              </a:tabLst>
            </a:pP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307340" algn="l"/>
              </a:tabLst>
            </a:pPr>
            <a:r>
              <a:rPr sz="900" spc="-25" dirty="0">
                <a:solidFill>
                  <a:srgbClr val="CBD5E1"/>
                </a:solidFill>
                <a:latin typeface="Times New Roman"/>
                <a:cs typeface="Times New Roman"/>
              </a:rPr>
              <a:t>14</a:t>
            </a:r>
            <a:r>
              <a:rPr sz="90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55" dirty="0">
                <a:solidFill>
                  <a:srgbClr val="DA2677"/>
                </a:solidFill>
                <a:latin typeface="Times New Roman"/>
                <a:cs typeface="Times New Roman"/>
              </a:rPr>
              <a:t>skip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55" dirty="0">
                <a:solidFill>
                  <a:srgbClr val="0890B1"/>
                </a:solidFill>
                <a:latin typeface="Times New Roman"/>
                <a:cs typeface="Times New Roman"/>
              </a:rPr>
              <a:t>10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  <a:tabLst>
                <a:tab pos="307340" algn="l"/>
              </a:tabLst>
            </a:pPr>
            <a:r>
              <a:rPr sz="900" spc="-25" dirty="0">
                <a:solidFill>
                  <a:srgbClr val="CBD5E1"/>
                </a:solidFill>
                <a:latin typeface="Times New Roman"/>
                <a:cs typeface="Times New Roman"/>
              </a:rPr>
              <a:t>15</a:t>
            </a:r>
            <a:r>
              <a:rPr sz="90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25" dirty="0">
                <a:solidFill>
                  <a:srgbClr val="DA2677"/>
                </a:solidFill>
                <a:latin typeface="Times New Roman"/>
                <a:cs typeface="Times New Roman"/>
              </a:rPr>
              <a:t>forEach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2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.out</a:t>
            </a:r>
            <a:r>
              <a:rPr sz="10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:println);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0999" y="5514974"/>
            <a:ext cx="1276350" cy="266700"/>
            <a:chOff x="380999" y="5514974"/>
            <a:chExt cx="1276350" cy="266700"/>
          </a:xfrm>
        </p:grpSpPr>
        <p:sp>
          <p:nvSpPr>
            <p:cNvPr id="14" name="object 14"/>
            <p:cNvSpPr/>
            <p:nvPr/>
          </p:nvSpPr>
          <p:spPr>
            <a:xfrm>
              <a:off x="385762" y="5519737"/>
              <a:ext cx="1266825" cy="257175"/>
            </a:xfrm>
            <a:custGeom>
              <a:avLst/>
              <a:gdLst/>
              <a:ahLst/>
              <a:cxnLst/>
              <a:rect l="l" t="t" r="r" b="b"/>
              <a:pathLst>
                <a:path w="1266825" h="257175">
                  <a:moveTo>
                    <a:pt x="1237908" y="257174"/>
                  </a:moveTo>
                  <a:lnTo>
                    <a:pt x="28916" y="257174"/>
                  </a:lnTo>
                  <a:lnTo>
                    <a:pt x="24664" y="256328"/>
                  </a:lnTo>
                  <a:lnTo>
                    <a:pt x="0" y="228257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237908" y="0"/>
                  </a:lnTo>
                  <a:lnTo>
                    <a:pt x="1266824" y="28916"/>
                  </a:lnTo>
                  <a:lnTo>
                    <a:pt x="1266824" y="228257"/>
                  </a:lnTo>
                  <a:lnTo>
                    <a:pt x="1242160" y="256328"/>
                  </a:lnTo>
                  <a:lnTo>
                    <a:pt x="1237908" y="25717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5762" y="5519737"/>
              <a:ext cx="1266825" cy="257175"/>
            </a:xfrm>
            <a:custGeom>
              <a:avLst/>
              <a:gdLst/>
              <a:ahLst/>
              <a:cxnLst/>
              <a:rect l="l" t="t" r="r" b="b"/>
              <a:pathLst>
                <a:path w="1266825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8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233487" y="0"/>
                  </a:lnTo>
                  <a:lnTo>
                    <a:pt x="1237908" y="0"/>
                  </a:lnTo>
                  <a:lnTo>
                    <a:pt x="1242160" y="845"/>
                  </a:lnTo>
                  <a:lnTo>
                    <a:pt x="1246244" y="2537"/>
                  </a:lnTo>
                  <a:lnTo>
                    <a:pt x="1250329" y="4228"/>
                  </a:lnTo>
                  <a:lnTo>
                    <a:pt x="1253934" y="6637"/>
                  </a:lnTo>
                  <a:lnTo>
                    <a:pt x="1257060" y="9763"/>
                  </a:lnTo>
                  <a:lnTo>
                    <a:pt x="1260186" y="12889"/>
                  </a:lnTo>
                  <a:lnTo>
                    <a:pt x="1262595" y="16494"/>
                  </a:lnTo>
                  <a:lnTo>
                    <a:pt x="1264287" y="20578"/>
                  </a:lnTo>
                  <a:lnTo>
                    <a:pt x="1265978" y="24663"/>
                  </a:lnTo>
                  <a:lnTo>
                    <a:pt x="1266824" y="28916"/>
                  </a:lnTo>
                  <a:lnTo>
                    <a:pt x="1266824" y="33337"/>
                  </a:lnTo>
                  <a:lnTo>
                    <a:pt x="1266824" y="223837"/>
                  </a:lnTo>
                  <a:lnTo>
                    <a:pt x="1266824" y="228257"/>
                  </a:lnTo>
                  <a:lnTo>
                    <a:pt x="1265978" y="232510"/>
                  </a:lnTo>
                  <a:lnTo>
                    <a:pt x="1264287" y="236594"/>
                  </a:lnTo>
                  <a:lnTo>
                    <a:pt x="1262595" y="240678"/>
                  </a:lnTo>
                  <a:lnTo>
                    <a:pt x="1233487" y="257174"/>
                  </a:lnTo>
                  <a:lnTo>
                    <a:pt x="33337" y="257174"/>
                  </a:lnTo>
                  <a:lnTo>
                    <a:pt x="2537" y="236594"/>
                  </a:lnTo>
                  <a:lnTo>
                    <a:pt x="845" y="232510"/>
                  </a:lnTo>
                  <a:lnTo>
                    <a:pt x="0" y="228257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68299" y="5541565"/>
            <a:ext cx="3406140" cy="9124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90"/>
              </a:spcBef>
            </a:pPr>
            <a:r>
              <a:rPr sz="1050" b="1" spc="-105" dirty="0">
                <a:solidFill>
                  <a:srgbClr val="1D40AF"/>
                </a:solidFill>
                <a:latin typeface="Arial"/>
                <a:cs typeface="Arial"/>
              </a:rPr>
              <a:t>USAGE</a:t>
            </a:r>
            <a:r>
              <a:rPr sz="1050" b="1" spc="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1D40AF"/>
                </a:solidFill>
                <a:latin typeface="Arial"/>
                <a:cs typeface="Arial"/>
              </a:rPr>
              <a:t>COURANT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buFont typeface="Arial"/>
              <a:buChar char="•"/>
              <a:tabLst>
                <a:tab pos="125730" algn="l"/>
              </a:tabLst>
            </a:pPr>
            <a:r>
              <a:rPr sz="1200" b="1" spc="-75" dirty="0">
                <a:solidFill>
                  <a:srgbClr val="465469"/>
                </a:solidFill>
                <a:latin typeface="Arial"/>
                <a:cs typeface="Arial"/>
              </a:rPr>
              <a:t>Pagination</a:t>
            </a:r>
            <a:r>
              <a:rPr sz="1200" b="1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skip(10).limit(10)</a:t>
            </a:r>
            <a:r>
              <a:rPr sz="1050" spc="-32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page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2.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spcBef>
                <a:spcPts val="210"/>
              </a:spcBef>
              <a:buFont typeface="Arial"/>
              <a:buChar char="•"/>
              <a:tabLst>
                <a:tab pos="125730" algn="l"/>
              </a:tabLst>
            </a:pPr>
            <a:r>
              <a:rPr sz="1200" b="1" spc="-105" dirty="0">
                <a:solidFill>
                  <a:srgbClr val="465469"/>
                </a:solidFill>
                <a:latin typeface="Arial"/>
                <a:cs typeface="Arial"/>
              </a:rPr>
              <a:t>Top</a:t>
            </a:r>
            <a:r>
              <a:rPr sz="1200" b="1" spc="-8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spc="-75" dirty="0">
                <a:solidFill>
                  <a:srgbClr val="465469"/>
                </a:solidFill>
                <a:latin typeface="Arial"/>
                <a:cs typeface="Arial"/>
              </a:rPr>
              <a:t>N</a:t>
            </a:r>
            <a:r>
              <a:rPr sz="120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sorted(...).limit(3)</a:t>
            </a:r>
            <a:r>
              <a:rPr sz="1050" spc="-335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pour le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podium.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125730" algn="l"/>
              </a:tabLst>
            </a:pPr>
            <a:r>
              <a:rPr sz="1200" b="1" spc="-60" dirty="0">
                <a:solidFill>
                  <a:srgbClr val="465469"/>
                </a:solidFill>
                <a:latin typeface="Arial"/>
                <a:cs typeface="Arial"/>
              </a:rPr>
              <a:t>Nettoyage</a:t>
            </a:r>
            <a:r>
              <a:rPr sz="120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distinct()</a:t>
            </a:r>
            <a:r>
              <a:rPr sz="1050" spc="-335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éviter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répétitions.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38874" y="1514474"/>
            <a:ext cx="5572125" cy="19050"/>
          </a:xfrm>
          <a:custGeom>
            <a:avLst/>
            <a:gdLst/>
            <a:ahLst/>
            <a:cxnLst/>
            <a:rect l="l" t="t" r="r" b="b"/>
            <a:pathLst>
              <a:path w="5572125" h="19050">
                <a:moveTo>
                  <a:pt x="5572124" y="19049"/>
                </a:moveTo>
                <a:lnTo>
                  <a:pt x="0" y="19049"/>
                </a:lnTo>
                <a:lnTo>
                  <a:pt x="0" y="0"/>
                </a:lnTo>
                <a:lnTo>
                  <a:pt x="5572124" y="0"/>
                </a:lnTo>
                <a:lnTo>
                  <a:pt x="5572124" y="1904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6238873" y="1076324"/>
            <a:ext cx="342900" cy="342900"/>
            <a:chOff x="6238873" y="1076324"/>
            <a:chExt cx="342900" cy="342900"/>
          </a:xfrm>
        </p:grpSpPr>
        <p:sp>
          <p:nvSpPr>
            <p:cNvPr id="19" name="object 19"/>
            <p:cNvSpPr/>
            <p:nvPr/>
          </p:nvSpPr>
          <p:spPr>
            <a:xfrm>
              <a:off x="6238873" y="10763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89503" y="342899"/>
                  </a:moveTo>
                  <a:lnTo>
                    <a:pt x="53397" y="342899"/>
                  </a:lnTo>
                  <a:lnTo>
                    <a:pt x="49681" y="342533"/>
                  </a:lnTo>
                  <a:lnTo>
                    <a:pt x="14085" y="323507"/>
                  </a:lnTo>
                  <a:lnTo>
                    <a:pt x="0" y="289502"/>
                  </a:lnTo>
                  <a:lnTo>
                    <a:pt x="0" y="285749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289503" y="0"/>
                  </a:lnTo>
                  <a:lnTo>
                    <a:pt x="328814" y="19392"/>
                  </a:lnTo>
                  <a:lnTo>
                    <a:pt x="342900" y="53397"/>
                  </a:lnTo>
                  <a:lnTo>
                    <a:pt x="342900" y="289502"/>
                  </a:lnTo>
                  <a:lnTo>
                    <a:pt x="323508" y="328814"/>
                  </a:lnTo>
                  <a:lnTo>
                    <a:pt x="293219" y="342533"/>
                  </a:lnTo>
                  <a:lnTo>
                    <a:pt x="289503" y="34289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5074" y="1146174"/>
              <a:ext cx="190500" cy="19367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664325" y="1103510"/>
            <a:ext cx="216662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0" dirty="0">
                <a:solidFill>
                  <a:srgbClr val="334054"/>
                </a:solidFill>
                <a:latin typeface="Arial"/>
                <a:cs typeface="Arial"/>
              </a:rPr>
              <a:t>2.</a:t>
            </a:r>
            <a:r>
              <a:rPr sz="1550" b="1" spc="-1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105" dirty="0">
                <a:solidFill>
                  <a:srgbClr val="334054"/>
                </a:solidFill>
                <a:latin typeface="Arial"/>
                <a:cs typeface="Arial"/>
              </a:rPr>
              <a:t>Debugging</a:t>
            </a:r>
            <a:r>
              <a:rPr sz="1550" b="1" spc="-7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334054"/>
                </a:solidFill>
                <a:latin typeface="Arial"/>
                <a:cs typeface="Arial"/>
              </a:rPr>
              <a:t>avec</a:t>
            </a:r>
            <a:r>
              <a:rPr sz="1550" b="1" spc="-8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334054"/>
                </a:solidFill>
                <a:latin typeface="Arial"/>
                <a:cs typeface="Arial"/>
              </a:rPr>
              <a:t>peek()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66104" y="1642872"/>
            <a:ext cx="5718175" cy="3877310"/>
            <a:chOff x="6166104" y="1642872"/>
            <a:chExt cx="5718175" cy="3877310"/>
          </a:xfrm>
        </p:grpSpPr>
        <p:sp>
          <p:nvSpPr>
            <p:cNvPr id="23" name="object 23"/>
            <p:cNvSpPr/>
            <p:nvPr/>
          </p:nvSpPr>
          <p:spPr>
            <a:xfrm>
              <a:off x="6166104" y="1642872"/>
              <a:ext cx="5718175" cy="3877310"/>
            </a:xfrm>
            <a:custGeom>
              <a:avLst/>
              <a:gdLst/>
              <a:ahLst/>
              <a:cxnLst/>
              <a:rect l="l" t="t" r="r" b="b"/>
              <a:pathLst>
                <a:path w="5718175" h="3877310">
                  <a:moveTo>
                    <a:pt x="5718048" y="3877056"/>
                  </a:moveTo>
                  <a:lnTo>
                    <a:pt x="0" y="3877056"/>
                  </a:lnTo>
                  <a:lnTo>
                    <a:pt x="0" y="0"/>
                  </a:lnTo>
                  <a:lnTo>
                    <a:pt x="5718048" y="0"/>
                  </a:lnTo>
                  <a:lnTo>
                    <a:pt x="5718048" y="43052"/>
                  </a:lnTo>
                  <a:lnTo>
                    <a:pt x="129920" y="43052"/>
                  </a:lnTo>
                  <a:lnTo>
                    <a:pt x="120418" y="43924"/>
                  </a:lnTo>
                  <a:lnTo>
                    <a:pt x="85782" y="72395"/>
                  </a:lnTo>
                  <a:lnTo>
                    <a:pt x="82295" y="90677"/>
                  </a:lnTo>
                  <a:lnTo>
                    <a:pt x="82295" y="3710177"/>
                  </a:lnTo>
                  <a:lnTo>
                    <a:pt x="103580" y="3749956"/>
                  </a:lnTo>
                  <a:lnTo>
                    <a:pt x="129920" y="3757802"/>
                  </a:lnTo>
                  <a:lnTo>
                    <a:pt x="5718048" y="3757802"/>
                  </a:lnTo>
                  <a:lnTo>
                    <a:pt x="5718048" y="3877056"/>
                  </a:lnTo>
                  <a:close/>
                </a:path>
                <a:path w="5718175" h="3877310">
                  <a:moveTo>
                    <a:pt x="5718048" y="3757802"/>
                  </a:moveTo>
                  <a:lnTo>
                    <a:pt x="5587745" y="3757802"/>
                  </a:lnTo>
                  <a:lnTo>
                    <a:pt x="5597247" y="3756930"/>
                  </a:lnTo>
                  <a:lnTo>
                    <a:pt x="5606027" y="3754315"/>
                  </a:lnTo>
                  <a:lnTo>
                    <a:pt x="5634498" y="3719679"/>
                  </a:lnTo>
                  <a:lnTo>
                    <a:pt x="5635370" y="3710177"/>
                  </a:lnTo>
                  <a:lnTo>
                    <a:pt x="5635370" y="90677"/>
                  </a:lnTo>
                  <a:lnTo>
                    <a:pt x="5614085" y="50899"/>
                  </a:lnTo>
                  <a:lnTo>
                    <a:pt x="5587745" y="43052"/>
                  </a:lnTo>
                  <a:lnTo>
                    <a:pt x="5718048" y="43052"/>
                  </a:lnTo>
                  <a:lnTo>
                    <a:pt x="5718048" y="375780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57923" y="1676399"/>
              <a:ext cx="5553075" cy="3733800"/>
            </a:xfrm>
            <a:custGeom>
              <a:avLst/>
              <a:gdLst/>
              <a:ahLst/>
              <a:cxnLst/>
              <a:rect l="l" t="t" r="r" b="b"/>
              <a:pathLst>
                <a:path w="5553075" h="3733800">
                  <a:moveTo>
                    <a:pt x="5499677" y="3733799"/>
                  </a:moveTo>
                  <a:lnTo>
                    <a:pt x="33047" y="3733799"/>
                  </a:lnTo>
                  <a:lnTo>
                    <a:pt x="28187" y="3732349"/>
                  </a:lnTo>
                  <a:lnTo>
                    <a:pt x="966" y="3691517"/>
                  </a:lnTo>
                  <a:lnTo>
                    <a:pt x="0" y="3684227"/>
                  </a:lnTo>
                  <a:lnTo>
                    <a:pt x="0" y="36766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499677" y="0"/>
                  </a:lnTo>
                  <a:lnTo>
                    <a:pt x="5538989" y="19392"/>
                  </a:lnTo>
                  <a:lnTo>
                    <a:pt x="5553075" y="53397"/>
                  </a:lnTo>
                  <a:lnTo>
                    <a:pt x="5553075" y="3680402"/>
                  </a:lnTo>
                  <a:lnTo>
                    <a:pt x="5533682" y="3719713"/>
                  </a:lnTo>
                  <a:lnTo>
                    <a:pt x="5503393" y="3733433"/>
                  </a:lnTo>
                  <a:lnTo>
                    <a:pt x="5499677" y="3733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38874" y="1676399"/>
              <a:ext cx="52069" cy="3733800"/>
            </a:xfrm>
            <a:custGeom>
              <a:avLst/>
              <a:gdLst/>
              <a:ahLst/>
              <a:cxnLst/>
              <a:rect l="l" t="t" r="r" b="b"/>
              <a:pathLst>
                <a:path w="52070" h="3733800">
                  <a:moveTo>
                    <a:pt x="51889" y="3733799"/>
                  </a:moveTo>
                  <a:lnTo>
                    <a:pt x="49570" y="3733799"/>
                  </a:lnTo>
                  <a:lnTo>
                    <a:pt x="42280" y="3732349"/>
                  </a:lnTo>
                  <a:lnTo>
                    <a:pt x="7249" y="3705520"/>
                  </a:lnTo>
                  <a:lnTo>
                    <a:pt x="0" y="3684229"/>
                  </a:lnTo>
                  <a:lnTo>
                    <a:pt x="0" y="49569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51889" y="0"/>
                  </a:lnTo>
                  <a:lnTo>
                    <a:pt x="47398" y="5579"/>
                  </a:lnTo>
                  <a:lnTo>
                    <a:pt x="43678" y="16738"/>
                  </a:lnTo>
                  <a:lnTo>
                    <a:pt x="41237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676649"/>
                  </a:lnTo>
                  <a:lnTo>
                    <a:pt x="43678" y="3717060"/>
                  </a:lnTo>
                  <a:lnTo>
                    <a:pt x="47398" y="3728219"/>
                  </a:lnTo>
                  <a:lnTo>
                    <a:pt x="51889" y="3733799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71889" y="1772242"/>
            <a:ext cx="4184650" cy="18967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07340" indent="-233045">
              <a:lnSpc>
                <a:spcPct val="100000"/>
              </a:lnSpc>
              <a:spcBef>
                <a:spcPts val="320"/>
              </a:spcBef>
              <a:buClr>
                <a:srgbClr val="CBD5E1"/>
              </a:buClr>
              <a:buSzPct val="81818"/>
              <a:buFont typeface="Times New Roman"/>
              <a:buAutoNum type="arabicPlain"/>
              <a:tabLst>
                <a:tab pos="307340" algn="l"/>
                <a:tab pos="30861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peek()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observer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sans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modifier</a:t>
            </a:r>
            <a:endParaRPr sz="1100">
              <a:latin typeface="Times New Roman"/>
              <a:cs typeface="Times New Roman"/>
            </a:endParaRPr>
          </a:p>
          <a:p>
            <a:pPr marL="233679" indent="-15938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85714"/>
              <a:buAutoNum type="arabicPlain"/>
              <a:tabLst>
                <a:tab pos="234315" algn="l"/>
              </a:tabLst>
            </a:pP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35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95" dirty="0">
                <a:solidFill>
                  <a:srgbClr val="334054"/>
                </a:solidFill>
                <a:latin typeface="Times New Roman"/>
                <a:cs typeface="Times New Roman"/>
              </a:rPr>
              <a:t>resultat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15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3</a:t>
            </a:r>
            <a:endParaRPr sz="90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270"/>
              </a:spcBef>
              <a:buClr>
                <a:srgbClr val="CBD5E1"/>
              </a:buClr>
              <a:buSzPct val="85714"/>
              <a:buAutoNum type="arabicPlain" startAt="4"/>
              <a:tabLst>
                <a:tab pos="307340" algn="l"/>
                <a:tab pos="308610" algn="l"/>
                <a:tab pos="1125220" algn="l"/>
                <a:tab pos="2462530" algn="l"/>
              </a:tabLst>
            </a:pP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225" dirty="0">
                <a:solidFill>
                  <a:srgbClr val="DA2677"/>
                </a:solidFill>
                <a:latin typeface="Times New Roman"/>
                <a:cs typeface="Times New Roman"/>
              </a:rPr>
              <a:t>filter</a:t>
            </a: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e.getMoyenne()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0890B1"/>
                </a:solidFill>
                <a:latin typeface="Times New Roman"/>
                <a:cs typeface="Times New Roman"/>
              </a:rPr>
              <a:t>10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85714"/>
              <a:buAutoNum type="arabicPlain" startAt="4"/>
              <a:tabLst>
                <a:tab pos="307340" algn="l"/>
                <a:tab pos="308610" algn="l"/>
                <a:tab pos="976630" algn="l"/>
              </a:tabLst>
            </a:pP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peek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.out.println(</a:t>
            </a:r>
            <a:r>
              <a:rPr sz="1050" spc="145" dirty="0">
                <a:solidFill>
                  <a:srgbClr val="16A24A"/>
                </a:solidFill>
                <a:latin typeface="Times New Roman"/>
                <a:cs typeface="Times New Roman"/>
              </a:rPr>
              <a:t>"Passé</a:t>
            </a:r>
            <a:r>
              <a:rPr sz="1050" spc="33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250" dirty="0">
                <a:solidFill>
                  <a:srgbClr val="16A24A"/>
                </a:solidFill>
                <a:latin typeface="Times New Roman"/>
                <a:cs typeface="Times New Roman"/>
              </a:rPr>
              <a:t>filter:</a:t>
            </a:r>
            <a:r>
              <a:rPr sz="1050" spc="33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3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e))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90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6</a:t>
            </a:r>
            <a:endParaRPr sz="90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195"/>
              </a:spcBef>
              <a:buClr>
                <a:srgbClr val="CBD5E1"/>
              </a:buClr>
              <a:buSzPct val="85714"/>
              <a:buAutoNum type="arabicPlain" startAt="7"/>
              <a:tabLst>
                <a:tab pos="307340" algn="l"/>
                <a:tab pos="308610" algn="l"/>
              </a:tabLst>
            </a:pP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20" dirty="0">
                <a:solidFill>
                  <a:srgbClr val="DA2677"/>
                </a:solidFill>
                <a:latin typeface="Times New Roman"/>
                <a:cs typeface="Times New Roman"/>
              </a:rPr>
              <a:t>map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5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:getNom)</a:t>
            </a:r>
            <a:endParaRPr sz="1050">
              <a:latin typeface="Times New Roman"/>
              <a:cs typeface="Times New Roman"/>
            </a:endParaRPr>
          </a:p>
          <a:p>
            <a:pPr marL="307340" indent="-23304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85714"/>
              <a:buAutoNum type="arabicPlain" startAt="7"/>
              <a:tabLst>
                <a:tab pos="307340" algn="l"/>
                <a:tab pos="308610" algn="l"/>
                <a:tab pos="976630" algn="l"/>
              </a:tabLst>
            </a:pP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25" dirty="0">
                <a:solidFill>
                  <a:srgbClr val="DA2677"/>
                </a:solidFill>
                <a:latin typeface="Times New Roman"/>
                <a:cs typeface="Times New Roman"/>
              </a:rPr>
              <a:t>peek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(n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.out.println(</a:t>
            </a:r>
            <a:r>
              <a:rPr sz="1050" spc="140" dirty="0">
                <a:solidFill>
                  <a:srgbClr val="16A24A"/>
                </a:solidFill>
                <a:latin typeface="Times New Roman"/>
                <a:cs typeface="Times New Roman"/>
              </a:rPr>
              <a:t>"Après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16A24A"/>
                </a:solidFill>
                <a:latin typeface="Times New Roman"/>
                <a:cs typeface="Times New Roman"/>
              </a:rPr>
              <a:t>map: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2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n))</a:t>
            </a:r>
            <a:endParaRPr sz="105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315"/>
              </a:spcBef>
            </a:pPr>
            <a:r>
              <a:rPr sz="900" spc="45" dirty="0">
                <a:solidFill>
                  <a:srgbClr val="CBD5E1"/>
                </a:solidFill>
                <a:latin typeface="Times New Roman"/>
                <a:cs typeface="Times New Roman"/>
              </a:rPr>
              <a:t>9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307340" algn="l"/>
              </a:tabLst>
            </a:pPr>
            <a:r>
              <a:rPr sz="900" spc="-25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r>
              <a:rPr sz="90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collect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8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.toList());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238873" y="5553074"/>
            <a:ext cx="1104900" cy="266700"/>
            <a:chOff x="6238873" y="5553074"/>
            <a:chExt cx="1104900" cy="266700"/>
          </a:xfrm>
        </p:grpSpPr>
        <p:sp>
          <p:nvSpPr>
            <p:cNvPr id="28" name="object 28"/>
            <p:cNvSpPr/>
            <p:nvPr/>
          </p:nvSpPr>
          <p:spPr>
            <a:xfrm>
              <a:off x="6243636" y="5557837"/>
              <a:ext cx="1095375" cy="257175"/>
            </a:xfrm>
            <a:custGeom>
              <a:avLst/>
              <a:gdLst/>
              <a:ahLst/>
              <a:cxnLst/>
              <a:rect l="l" t="t" r="r" b="b"/>
              <a:pathLst>
                <a:path w="1095375" h="257175">
                  <a:moveTo>
                    <a:pt x="1066458" y="257174"/>
                  </a:moveTo>
                  <a:lnTo>
                    <a:pt x="28916" y="257174"/>
                  </a:lnTo>
                  <a:lnTo>
                    <a:pt x="24663" y="256329"/>
                  </a:lnTo>
                  <a:lnTo>
                    <a:pt x="0" y="228258"/>
                  </a:lnTo>
                  <a:lnTo>
                    <a:pt x="0" y="2238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066458" y="0"/>
                  </a:lnTo>
                  <a:lnTo>
                    <a:pt x="1095374" y="28916"/>
                  </a:lnTo>
                  <a:lnTo>
                    <a:pt x="1095374" y="228258"/>
                  </a:lnTo>
                  <a:lnTo>
                    <a:pt x="1070710" y="256329"/>
                  </a:lnTo>
                  <a:lnTo>
                    <a:pt x="1066458" y="257174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43636" y="5557837"/>
              <a:ext cx="1095375" cy="257175"/>
            </a:xfrm>
            <a:custGeom>
              <a:avLst/>
              <a:gdLst/>
              <a:ahLst/>
              <a:cxnLst/>
              <a:rect l="l" t="t" r="r" b="b"/>
              <a:pathLst>
                <a:path w="1095375" h="257175">
                  <a:moveTo>
                    <a:pt x="0" y="2238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062037" y="0"/>
                  </a:lnTo>
                  <a:lnTo>
                    <a:pt x="1066458" y="0"/>
                  </a:lnTo>
                  <a:lnTo>
                    <a:pt x="1070710" y="845"/>
                  </a:lnTo>
                  <a:lnTo>
                    <a:pt x="1074794" y="2537"/>
                  </a:lnTo>
                  <a:lnTo>
                    <a:pt x="1078878" y="4229"/>
                  </a:lnTo>
                  <a:lnTo>
                    <a:pt x="1082483" y="6637"/>
                  </a:lnTo>
                  <a:lnTo>
                    <a:pt x="1085610" y="9763"/>
                  </a:lnTo>
                  <a:lnTo>
                    <a:pt x="1088736" y="12889"/>
                  </a:lnTo>
                  <a:lnTo>
                    <a:pt x="1091144" y="16494"/>
                  </a:lnTo>
                  <a:lnTo>
                    <a:pt x="1092836" y="20579"/>
                  </a:lnTo>
                  <a:lnTo>
                    <a:pt x="1094528" y="24663"/>
                  </a:lnTo>
                  <a:lnTo>
                    <a:pt x="1095374" y="28916"/>
                  </a:lnTo>
                  <a:lnTo>
                    <a:pt x="1095375" y="33337"/>
                  </a:lnTo>
                  <a:lnTo>
                    <a:pt x="1095375" y="223837"/>
                  </a:lnTo>
                  <a:lnTo>
                    <a:pt x="1074794" y="254636"/>
                  </a:lnTo>
                  <a:lnTo>
                    <a:pt x="1070710" y="256329"/>
                  </a:lnTo>
                  <a:lnTo>
                    <a:pt x="1066458" y="257174"/>
                  </a:lnTo>
                  <a:lnTo>
                    <a:pt x="1062037" y="257174"/>
                  </a:lnTo>
                  <a:lnTo>
                    <a:pt x="33338" y="257174"/>
                  </a:lnTo>
                  <a:lnTo>
                    <a:pt x="28916" y="257174"/>
                  </a:lnTo>
                  <a:lnTo>
                    <a:pt x="24663" y="256329"/>
                  </a:lnTo>
                  <a:lnTo>
                    <a:pt x="20579" y="254636"/>
                  </a:lnTo>
                  <a:lnTo>
                    <a:pt x="16494" y="252945"/>
                  </a:lnTo>
                  <a:lnTo>
                    <a:pt x="12889" y="250536"/>
                  </a:lnTo>
                  <a:lnTo>
                    <a:pt x="9764" y="247410"/>
                  </a:lnTo>
                  <a:lnTo>
                    <a:pt x="6638" y="244284"/>
                  </a:lnTo>
                  <a:lnTo>
                    <a:pt x="4229" y="240678"/>
                  </a:lnTo>
                  <a:lnTo>
                    <a:pt x="2537" y="236594"/>
                  </a:lnTo>
                  <a:lnTo>
                    <a:pt x="845" y="232510"/>
                  </a:lnTo>
                  <a:lnTo>
                    <a:pt x="0" y="228258"/>
                  </a:lnTo>
                  <a:lnTo>
                    <a:pt x="0" y="223837"/>
                  </a:lnTo>
                  <a:close/>
                </a:path>
              </a:pathLst>
            </a:custGeom>
            <a:ln w="9524">
              <a:solidFill>
                <a:srgbClr val="FEF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330949" y="5577321"/>
            <a:ext cx="91630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60" dirty="0">
                <a:solidFill>
                  <a:srgbClr val="B45309"/>
                </a:solidFill>
                <a:latin typeface="Apple Color Emoji"/>
                <a:cs typeface="Apple Color Emoji"/>
              </a:rPr>
              <a:t>⚠</a:t>
            </a:r>
            <a:r>
              <a:rPr sz="1050" spc="-735" dirty="0">
                <a:solidFill>
                  <a:srgbClr val="B45309"/>
                </a:solidFill>
                <a:latin typeface="Apple Color Emoji"/>
                <a:cs typeface="Apple Color Emoji"/>
              </a:rPr>
              <a:t> </a:t>
            </a:r>
            <a:r>
              <a:rPr sz="1050" b="1" spc="-50" dirty="0">
                <a:solidFill>
                  <a:srgbClr val="B45309"/>
                </a:solidFill>
                <a:latin typeface="Arial"/>
                <a:cs typeface="Arial"/>
              </a:rPr>
              <a:t>ATTENTION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26174" y="5847436"/>
            <a:ext cx="3961765" cy="6254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305"/>
              </a:spcBef>
              <a:buSzPct val="114285"/>
              <a:buFont typeface="Arial"/>
              <a:buChar char="•"/>
              <a:tabLst>
                <a:tab pos="125730" algn="l"/>
              </a:tabLst>
            </a:pP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peek()</a:t>
            </a:r>
            <a:r>
              <a:rPr sz="1050" spc="-33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est destiné </a:t>
            </a:r>
            <a:r>
              <a:rPr sz="1200" spc="-70" dirty="0">
                <a:solidFill>
                  <a:srgbClr val="465469"/>
                </a:solidFill>
                <a:latin typeface="Arial"/>
                <a:cs typeface="Arial"/>
              </a:rPr>
              <a:t>au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465469"/>
                </a:solidFill>
                <a:latin typeface="Arial"/>
                <a:cs typeface="Arial"/>
              </a:rPr>
              <a:t>débogage</a:t>
            </a:r>
            <a:r>
              <a:rPr sz="1200" b="1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uniquement.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ts val="1430"/>
              </a:lnSpc>
              <a:spcBef>
                <a:spcPts val="210"/>
              </a:spcBef>
              <a:buChar char="•"/>
              <a:tabLst>
                <a:tab pos="125730" algn="l"/>
              </a:tabLst>
            </a:pPr>
            <a:r>
              <a:rPr sz="1200" spc="-75" dirty="0">
                <a:solidFill>
                  <a:srgbClr val="465469"/>
                </a:solidFill>
                <a:latin typeface="Arial"/>
                <a:cs typeface="Arial"/>
              </a:rPr>
              <a:t>Ne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465469"/>
                </a:solidFill>
                <a:latin typeface="Arial"/>
                <a:cs typeface="Arial"/>
              </a:rPr>
              <a:t>JAMAIS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l'utiliser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modifier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objets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(effets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bord).</a:t>
            </a:r>
            <a:endParaRPr sz="1200">
              <a:latin typeface="Arial"/>
              <a:cs typeface="Arial"/>
            </a:endParaRPr>
          </a:p>
          <a:p>
            <a:pPr marL="125095" indent="-113030">
              <a:lnSpc>
                <a:spcPts val="1430"/>
              </a:lnSpc>
              <a:buChar char="•"/>
              <a:tabLst>
                <a:tab pos="125730" algn="l"/>
              </a:tabLst>
            </a:pP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Permet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voir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l'état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du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flux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chaque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étape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intermédiaire.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33" name="object 33"/>
            <p:cNvSpPr/>
            <p:nvPr/>
          </p:nvSpPr>
          <p:spPr>
            <a:xfrm>
              <a:off x="9620249" y="6800849"/>
              <a:ext cx="2571750" cy="57150"/>
            </a:xfrm>
            <a:custGeom>
              <a:avLst/>
              <a:gdLst/>
              <a:ahLst/>
              <a:cxnLst/>
              <a:rect l="l" t="t" r="r" b="b"/>
              <a:pathLst>
                <a:path w="2571750" h="57150">
                  <a:moveTo>
                    <a:pt x="0" y="57149"/>
                  </a:moveTo>
                  <a:lnTo>
                    <a:pt x="2571749" y="57149"/>
                  </a:lnTo>
                  <a:lnTo>
                    <a:pt x="25717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6800849"/>
              <a:ext cx="9620250" cy="57150"/>
            </a:xfrm>
            <a:custGeom>
              <a:avLst/>
              <a:gdLst/>
              <a:ahLst/>
              <a:cxnLst/>
              <a:rect l="l" t="t" r="r" b="b"/>
              <a:pathLst>
                <a:path w="9620250" h="57150">
                  <a:moveTo>
                    <a:pt x="96202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9620249" y="0"/>
                  </a:lnTo>
                  <a:lnTo>
                    <a:pt x="96202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45/57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collect()</a:t>
            </a:r>
            <a:r>
              <a:rPr spc="-140" dirty="0"/>
              <a:t> </a:t>
            </a:r>
            <a:r>
              <a:rPr dirty="0"/>
              <a:t>+</a:t>
            </a:r>
            <a:r>
              <a:rPr spc="-140" dirty="0"/>
              <a:t> </a:t>
            </a:r>
            <a:r>
              <a:rPr spc="-160" dirty="0"/>
              <a:t>Collectors</a:t>
            </a:r>
            <a:r>
              <a:rPr spc="-140" dirty="0"/>
              <a:t> </a:t>
            </a:r>
            <a:r>
              <a:rPr spc="-95" dirty="0"/>
              <a:t>(partie</a:t>
            </a:r>
            <a:r>
              <a:rPr spc="-140" dirty="0"/>
              <a:t> </a:t>
            </a:r>
            <a:r>
              <a:rPr spc="-280" dirty="0"/>
              <a:t>1)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5229224"/>
            <a:ext cx="8572500" cy="733425"/>
            <a:chOff x="1809749" y="5229224"/>
            <a:chExt cx="8572500" cy="733425"/>
          </a:xfrm>
        </p:grpSpPr>
        <p:sp>
          <p:nvSpPr>
            <p:cNvPr id="4" name="object 4"/>
            <p:cNvSpPr/>
            <p:nvPr/>
          </p:nvSpPr>
          <p:spPr>
            <a:xfrm>
              <a:off x="1814512" y="5233987"/>
              <a:ext cx="8562975" cy="723900"/>
            </a:xfrm>
            <a:custGeom>
              <a:avLst/>
              <a:gdLst/>
              <a:ahLst/>
              <a:cxnLst/>
              <a:rect l="l" t="t" r="r" b="b"/>
              <a:pathLst>
                <a:path w="8562975" h="723900">
                  <a:moveTo>
                    <a:pt x="8496227" y="723899"/>
                  </a:moveTo>
                  <a:lnTo>
                    <a:pt x="66746" y="723899"/>
                  </a:lnTo>
                  <a:lnTo>
                    <a:pt x="62101" y="723442"/>
                  </a:lnTo>
                  <a:lnTo>
                    <a:pt x="24240" y="706292"/>
                  </a:lnTo>
                  <a:lnTo>
                    <a:pt x="2287" y="670999"/>
                  </a:lnTo>
                  <a:lnTo>
                    <a:pt x="0" y="657152"/>
                  </a:lnTo>
                  <a:lnTo>
                    <a:pt x="0" y="652462"/>
                  </a:lnTo>
                  <a:lnTo>
                    <a:pt x="0" y="66746"/>
                  </a:lnTo>
                  <a:lnTo>
                    <a:pt x="14645" y="27847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657152"/>
                  </a:lnTo>
                  <a:lnTo>
                    <a:pt x="8548327" y="696050"/>
                  </a:lnTo>
                  <a:lnTo>
                    <a:pt x="8514540" y="720255"/>
                  </a:lnTo>
                  <a:lnTo>
                    <a:pt x="8500872" y="723442"/>
                  </a:lnTo>
                  <a:lnTo>
                    <a:pt x="8496227" y="7238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5233987"/>
              <a:ext cx="8562975" cy="723900"/>
            </a:xfrm>
            <a:custGeom>
              <a:avLst/>
              <a:gdLst/>
              <a:ahLst/>
              <a:cxnLst/>
              <a:rect l="l" t="t" r="r" b="b"/>
              <a:pathLst>
                <a:path w="8562975" h="723900">
                  <a:moveTo>
                    <a:pt x="0" y="6524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7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05473" y="1372"/>
                  </a:lnTo>
                  <a:lnTo>
                    <a:pt x="8510074" y="2287"/>
                  </a:lnTo>
                  <a:lnTo>
                    <a:pt x="8531223" y="12038"/>
                  </a:lnTo>
                  <a:lnTo>
                    <a:pt x="8535124" y="14645"/>
                  </a:lnTo>
                  <a:lnTo>
                    <a:pt x="8550933" y="31748"/>
                  </a:lnTo>
                  <a:lnTo>
                    <a:pt x="8553538" y="35648"/>
                  </a:lnTo>
                  <a:lnTo>
                    <a:pt x="8555739" y="39764"/>
                  </a:lnTo>
                  <a:lnTo>
                    <a:pt x="8557535" y="44099"/>
                  </a:lnTo>
                  <a:lnTo>
                    <a:pt x="8559330" y="48432"/>
                  </a:lnTo>
                  <a:lnTo>
                    <a:pt x="8562974" y="71437"/>
                  </a:lnTo>
                  <a:lnTo>
                    <a:pt x="8562974" y="652462"/>
                  </a:lnTo>
                  <a:lnTo>
                    <a:pt x="8562973" y="657152"/>
                  </a:lnTo>
                  <a:lnTo>
                    <a:pt x="8562515" y="661798"/>
                  </a:lnTo>
                  <a:lnTo>
                    <a:pt x="8561599" y="666398"/>
                  </a:lnTo>
                  <a:lnTo>
                    <a:pt x="8560684" y="670999"/>
                  </a:lnTo>
                  <a:lnTo>
                    <a:pt x="8559330" y="675466"/>
                  </a:lnTo>
                  <a:lnTo>
                    <a:pt x="8557535" y="679799"/>
                  </a:lnTo>
                  <a:lnTo>
                    <a:pt x="8555739" y="684133"/>
                  </a:lnTo>
                  <a:lnTo>
                    <a:pt x="8553538" y="688250"/>
                  </a:lnTo>
                  <a:lnTo>
                    <a:pt x="8550933" y="692150"/>
                  </a:lnTo>
                  <a:lnTo>
                    <a:pt x="8548327" y="696050"/>
                  </a:lnTo>
                  <a:lnTo>
                    <a:pt x="8531223" y="711859"/>
                  </a:lnTo>
                  <a:lnTo>
                    <a:pt x="8527324" y="714465"/>
                  </a:lnTo>
                  <a:lnTo>
                    <a:pt x="8505473" y="722526"/>
                  </a:lnTo>
                  <a:lnTo>
                    <a:pt x="8500872" y="723442"/>
                  </a:lnTo>
                  <a:lnTo>
                    <a:pt x="8496227" y="723899"/>
                  </a:lnTo>
                  <a:lnTo>
                    <a:pt x="8491536" y="723899"/>
                  </a:lnTo>
                  <a:lnTo>
                    <a:pt x="71437" y="723899"/>
                  </a:lnTo>
                  <a:lnTo>
                    <a:pt x="66746" y="723899"/>
                  </a:lnTo>
                  <a:lnTo>
                    <a:pt x="62101" y="723442"/>
                  </a:lnTo>
                  <a:lnTo>
                    <a:pt x="57500" y="722526"/>
                  </a:lnTo>
                  <a:lnTo>
                    <a:pt x="52900" y="721611"/>
                  </a:lnTo>
                  <a:lnTo>
                    <a:pt x="17606" y="699659"/>
                  </a:lnTo>
                  <a:lnTo>
                    <a:pt x="12039" y="692150"/>
                  </a:lnTo>
                  <a:lnTo>
                    <a:pt x="9433" y="688250"/>
                  </a:lnTo>
                  <a:lnTo>
                    <a:pt x="7232" y="684133"/>
                  </a:lnTo>
                  <a:lnTo>
                    <a:pt x="5437" y="679799"/>
                  </a:lnTo>
                  <a:lnTo>
                    <a:pt x="3642" y="675466"/>
                  </a:lnTo>
                  <a:lnTo>
                    <a:pt x="2287" y="670999"/>
                  </a:lnTo>
                  <a:lnTo>
                    <a:pt x="1372" y="666398"/>
                  </a:lnTo>
                  <a:lnTo>
                    <a:pt x="457" y="661798"/>
                  </a:lnTo>
                  <a:lnTo>
                    <a:pt x="0" y="657152"/>
                  </a:lnTo>
                  <a:lnTo>
                    <a:pt x="0" y="652462"/>
                  </a:lnTo>
                  <a:close/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9774" y="5499099"/>
              <a:ext cx="190500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30449" y="5335289"/>
            <a:ext cx="7507605" cy="46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100"/>
              </a:spcBef>
            </a:pP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collect()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est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l'opération 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terminale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la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plus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puissante.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1D40AF"/>
                </a:solidFill>
                <a:latin typeface="Arial"/>
                <a:cs typeface="Arial"/>
              </a:rPr>
              <a:t>Elle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transforme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le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D40AF"/>
                </a:solidFill>
                <a:latin typeface="Arial"/>
                <a:cs typeface="Arial"/>
              </a:rPr>
              <a:t>flux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1D40AF"/>
                </a:solidFill>
                <a:latin typeface="Arial"/>
                <a:cs typeface="Arial"/>
              </a:rPr>
              <a:t>en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1D40AF"/>
                </a:solidFill>
                <a:latin typeface="Arial"/>
                <a:cs typeface="Arial"/>
              </a:rPr>
              <a:t>une</a:t>
            </a: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structure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concrète</a:t>
            </a:r>
            <a:r>
              <a:rPr sz="1300" spc="-3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(List,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1D40AF"/>
                </a:solidFill>
                <a:latin typeface="Arial"/>
                <a:cs typeface="Arial"/>
              </a:rPr>
              <a:t>Set,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String,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Map...).</a:t>
            </a:r>
            <a:r>
              <a:rPr sz="1300" spc="-4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1D40AF"/>
                </a:solidFill>
                <a:latin typeface="Arial"/>
                <a:cs typeface="Arial"/>
              </a:rPr>
              <a:t>Sans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1D40AF"/>
                </a:solidFill>
                <a:latin typeface="Arial"/>
                <a:cs typeface="Arial"/>
              </a:rPr>
              <a:t>collect(),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1D40AF"/>
                </a:solidFill>
                <a:latin typeface="Arial"/>
                <a:cs typeface="Arial"/>
              </a:rPr>
              <a:t>le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stream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1D40AF"/>
                </a:solidFill>
                <a:latin typeface="Arial"/>
                <a:cs typeface="Arial"/>
              </a:rPr>
              <a:t>ne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D40AF"/>
                </a:solidFill>
                <a:latin typeface="Arial"/>
                <a:cs typeface="Arial"/>
              </a:rPr>
              <a:t>démarre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1D40AF"/>
                </a:solidFill>
                <a:latin typeface="Arial"/>
                <a:cs typeface="Arial"/>
              </a:rPr>
              <a:t>pas</a:t>
            </a:r>
            <a:r>
              <a:rPr sz="1300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D40AF"/>
                </a:solidFill>
                <a:latin typeface="Arial"/>
                <a:cs typeface="Arial"/>
              </a:rPr>
              <a:t>!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603248"/>
            <a:ext cx="8717280" cy="3499485"/>
            <a:chOff x="1737360" y="1603248"/>
            <a:chExt cx="8717280" cy="3499485"/>
          </a:xfrm>
        </p:grpSpPr>
        <p:sp>
          <p:nvSpPr>
            <p:cNvPr id="9" name="object 9"/>
            <p:cNvSpPr/>
            <p:nvPr/>
          </p:nvSpPr>
          <p:spPr>
            <a:xfrm>
              <a:off x="1737360" y="1603248"/>
              <a:ext cx="8717280" cy="3499485"/>
            </a:xfrm>
            <a:custGeom>
              <a:avLst/>
              <a:gdLst/>
              <a:ahLst/>
              <a:cxnLst/>
              <a:rect l="l" t="t" r="r" b="b"/>
              <a:pathLst>
                <a:path w="8717280" h="3499485">
                  <a:moveTo>
                    <a:pt x="8717280" y="3499104"/>
                  </a:moveTo>
                  <a:lnTo>
                    <a:pt x="0" y="3499104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4576"/>
                  </a:lnTo>
                  <a:lnTo>
                    <a:pt x="129539" y="44576"/>
                  </a:lnTo>
                  <a:lnTo>
                    <a:pt x="120037" y="45448"/>
                  </a:lnTo>
                  <a:lnTo>
                    <a:pt x="85402" y="73919"/>
                  </a:lnTo>
                  <a:lnTo>
                    <a:pt x="81914" y="92201"/>
                  </a:lnTo>
                  <a:lnTo>
                    <a:pt x="81914" y="3330701"/>
                  </a:lnTo>
                  <a:lnTo>
                    <a:pt x="103199" y="3370480"/>
                  </a:lnTo>
                  <a:lnTo>
                    <a:pt x="129539" y="3378326"/>
                  </a:lnTo>
                  <a:lnTo>
                    <a:pt x="8717280" y="3378326"/>
                  </a:lnTo>
                  <a:lnTo>
                    <a:pt x="8717280" y="3499104"/>
                  </a:lnTo>
                  <a:close/>
                </a:path>
                <a:path w="8717280" h="3499485">
                  <a:moveTo>
                    <a:pt x="8717280" y="3378326"/>
                  </a:moveTo>
                  <a:lnTo>
                    <a:pt x="8587739" y="3378326"/>
                  </a:lnTo>
                  <a:lnTo>
                    <a:pt x="8597241" y="3377454"/>
                  </a:lnTo>
                  <a:lnTo>
                    <a:pt x="8606022" y="3374839"/>
                  </a:lnTo>
                  <a:lnTo>
                    <a:pt x="8634492" y="3340204"/>
                  </a:lnTo>
                  <a:lnTo>
                    <a:pt x="8635364" y="3330701"/>
                  </a:lnTo>
                  <a:lnTo>
                    <a:pt x="8635364" y="92201"/>
                  </a:lnTo>
                  <a:lnTo>
                    <a:pt x="8614080" y="52423"/>
                  </a:lnTo>
                  <a:lnTo>
                    <a:pt x="8587739" y="44576"/>
                  </a:lnTo>
                  <a:lnTo>
                    <a:pt x="8717280" y="44576"/>
                  </a:lnTo>
                  <a:lnTo>
                    <a:pt x="8717280" y="337832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638299"/>
              <a:ext cx="8553450" cy="3352800"/>
            </a:xfrm>
            <a:custGeom>
              <a:avLst/>
              <a:gdLst/>
              <a:ahLst/>
              <a:cxnLst/>
              <a:rect l="l" t="t" r="r" b="b"/>
              <a:pathLst>
                <a:path w="8553450" h="3352800">
                  <a:moveTo>
                    <a:pt x="8500051" y="3352799"/>
                  </a:moveTo>
                  <a:lnTo>
                    <a:pt x="33047" y="3352799"/>
                  </a:lnTo>
                  <a:lnTo>
                    <a:pt x="28187" y="3351349"/>
                  </a:lnTo>
                  <a:lnTo>
                    <a:pt x="966" y="3310517"/>
                  </a:lnTo>
                  <a:lnTo>
                    <a:pt x="0" y="3303227"/>
                  </a:lnTo>
                  <a:lnTo>
                    <a:pt x="0" y="32956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3299402"/>
                  </a:lnTo>
                  <a:lnTo>
                    <a:pt x="8534055" y="3338713"/>
                  </a:lnTo>
                  <a:lnTo>
                    <a:pt x="8503768" y="3352433"/>
                  </a:lnTo>
                  <a:lnTo>
                    <a:pt x="8500051" y="3352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638299"/>
              <a:ext cx="52069" cy="3352800"/>
            </a:xfrm>
            <a:custGeom>
              <a:avLst/>
              <a:gdLst/>
              <a:ahLst/>
              <a:cxnLst/>
              <a:rect l="l" t="t" r="r" b="b"/>
              <a:pathLst>
                <a:path w="52069" h="3352800">
                  <a:moveTo>
                    <a:pt x="51889" y="3352799"/>
                  </a:moveTo>
                  <a:lnTo>
                    <a:pt x="49571" y="3352799"/>
                  </a:lnTo>
                  <a:lnTo>
                    <a:pt x="42281" y="3351348"/>
                  </a:lnTo>
                  <a:lnTo>
                    <a:pt x="7250" y="3324520"/>
                  </a:lnTo>
                  <a:lnTo>
                    <a:pt x="0" y="33032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295649"/>
                  </a:lnTo>
                  <a:lnTo>
                    <a:pt x="43679" y="3336060"/>
                  </a:lnTo>
                  <a:lnTo>
                    <a:pt x="47399" y="3347219"/>
                  </a:lnTo>
                  <a:lnTo>
                    <a:pt x="51889" y="33527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5095" y="1785943"/>
            <a:ext cx="4775200" cy="300799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35"/>
              </a:spcBef>
              <a:tabLst>
                <a:tab pos="304165" algn="l"/>
              </a:tabLst>
            </a:pPr>
            <a:r>
              <a:rPr sz="1050" spc="5" dirty="0">
                <a:solidFill>
                  <a:srgbClr val="CBD5E1"/>
                </a:solidFill>
                <a:latin typeface="Times New Roman"/>
                <a:cs typeface="Times New Roman"/>
              </a:rPr>
              <a:t>1</a:t>
            </a:r>
            <a:r>
              <a:rPr sz="1050" dirty="0">
                <a:solidFill>
                  <a:srgbClr val="CBD5E1"/>
                </a:solidFill>
                <a:latin typeface="Times New Roman"/>
                <a:cs typeface="Times New Roman"/>
              </a:rPr>
              <a:t>	</a:t>
            </a:r>
            <a:r>
              <a:rPr sz="1000" b="1" spc="90" dirty="0">
                <a:solidFill>
                  <a:srgbClr val="2562EB"/>
                </a:solidFill>
                <a:latin typeface="Times New Roman"/>
                <a:cs typeface="Times New Roman"/>
              </a:rPr>
              <a:t>import</a:t>
            </a:r>
            <a:r>
              <a:rPr sz="1000" b="1" spc="35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65" dirty="0">
                <a:solidFill>
                  <a:srgbClr val="7C3AEC"/>
                </a:solidFill>
                <a:latin typeface="Times New Roman"/>
                <a:cs typeface="Times New Roman"/>
              </a:rPr>
              <a:t>java.util.stream.Collectors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240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3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Vers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une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List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95" dirty="0">
                <a:solidFill>
                  <a:srgbClr val="94A2B8"/>
                </a:solidFill>
                <a:latin typeface="Times New Roman"/>
                <a:cs typeface="Times New Roman"/>
              </a:rPr>
              <a:t>(le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plus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5" dirty="0">
                <a:solidFill>
                  <a:srgbClr val="94A2B8"/>
                </a:solidFill>
                <a:latin typeface="Times New Roman"/>
                <a:cs typeface="Times New Roman"/>
              </a:rPr>
              <a:t>courant)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 startAt="3"/>
              <a:tabLst>
                <a:tab pos="304165" algn="l"/>
                <a:tab pos="304800" algn="l"/>
              </a:tabLst>
            </a:pP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3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3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admis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3"/>
              <a:tabLst>
                <a:tab pos="378460" algn="l"/>
                <a:tab pos="379095" algn="l"/>
                <a:tab pos="1195705" algn="l"/>
                <a:tab pos="2533015" algn="l"/>
              </a:tabLst>
            </a:pP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.filter(e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e.getMoyenne()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0890B1"/>
                </a:solidFill>
                <a:latin typeface="Times New Roman"/>
                <a:cs typeface="Times New Roman"/>
              </a:rPr>
              <a:t>10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3"/>
              <a:tabLst>
                <a:tab pos="378460" algn="l"/>
                <a:tab pos="379095" algn="l"/>
              </a:tabLst>
            </a:pP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.collect(</a:t>
            </a:r>
            <a:r>
              <a:rPr sz="1050" spc="18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.toList());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16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7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8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Vers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un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Set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5" dirty="0">
                <a:solidFill>
                  <a:srgbClr val="94A2B8"/>
                </a:solidFill>
                <a:latin typeface="Times New Roman"/>
                <a:cs typeface="Times New Roman"/>
              </a:rPr>
              <a:t>(supprime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automatiquement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les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doublons)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8"/>
              <a:tabLst>
                <a:tab pos="304165" algn="l"/>
                <a:tab pos="304800" algn="l"/>
              </a:tabLst>
            </a:pPr>
            <a:r>
              <a:rPr sz="1050" spc="125" dirty="0">
                <a:solidFill>
                  <a:srgbClr val="7C3AEC"/>
                </a:solidFill>
                <a:latin typeface="Times New Roman"/>
                <a:cs typeface="Times New Roman"/>
              </a:rPr>
              <a:t>Set</a:t>
            </a:r>
            <a:r>
              <a:rPr sz="950" spc="125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25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nomsUniques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8"/>
              <a:tabLst>
                <a:tab pos="378460" algn="l"/>
                <a:tab pos="379095" algn="l"/>
              </a:tabLst>
            </a:pP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.map(</a:t>
            </a: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5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:getNom)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8"/>
              <a:tabLst>
                <a:tab pos="378460" algn="l"/>
                <a:tab pos="379095" algn="l"/>
              </a:tabLst>
            </a:pPr>
            <a:r>
              <a:rPr sz="1050" spc="175" dirty="0">
                <a:solidFill>
                  <a:srgbClr val="334054"/>
                </a:solidFill>
                <a:latin typeface="Times New Roman"/>
                <a:cs typeface="Times New Roman"/>
              </a:rPr>
              <a:t>.collect(</a:t>
            </a:r>
            <a:r>
              <a:rPr sz="1050" spc="175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75" dirty="0">
                <a:solidFill>
                  <a:srgbClr val="334054"/>
                </a:solidFill>
                <a:latin typeface="Times New Roman"/>
                <a:cs typeface="Times New Roman"/>
              </a:rPr>
              <a:t>.toSet());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12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13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3.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Joindre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des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Strings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(concaténer)</a:t>
            </a:r>
            <a:endParaRPr sz="11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 startAt="13"/>
              <a:tabLst>
                <a:tab pos="304165" algn="l"/>
                <a:tab pos="304800" algn="l"/>
              </a:tabLst>
            </a:pPr>
            <a:r>
              <a:rPr sz="1050" spc="155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32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tousLesNoms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13"/>
              <a:tabLst>
                <a:tab pos="378460" algn="l"/>
                <a:tab pos="379095" algn="l"/>
              </a:tabLst>
            </a:pP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.map(</a:t>
            </a: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5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:getNom)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AutoNum type="arabicPlain" startAt="13"/>
              <a:tabLst>
                <a:tab pos="378460" algn="l"/>
                <a:tab pos="379095" algn="l"/>
                <a:tab pos="3127375" algn="l"/>
              </a:tabLst>
            </a:pP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.collect(</a:t>
            </a:r>
            <a:r>
              <a:rPr sz="1050" spc="18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.joining(</a:t>
            </a:r>
            <a:r>
              <a:rPr sz="1050" spc="180" dirty="0">
                <a:solidFill>
                  <a:srgbClr val="16A24A"/>
                </a:solidFill>
                <a:latin typeface="Times New Roman"/>
                <a:cs typeface="Times New Roman"/>
              </a:rPr>
              <a:t>",</a:t>
            </a:r>
            <a:r>
              <a:rPr sz="1050" spc="40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204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204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"Ndiaye,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Fall,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Diop"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67774" y="1638299"/>
            <a:ext cx="1514475" cy="238125"/>
          </a:xfrm>
          <a:custGeom>
            <a:avLst/>
            <a:gdLst/>
            <a:ahLst/>
            <a:cxnLst/>
            <a:rect l="l" t="t" r="r" b="b"/>
            <a:pathLst>
              <a:path w="1514475" h="238125">
                <a:moveTo>
                  <a:pt x="1514474" y="238124"/>
                </a:moveTo>
                <a:lnTo>
                  <a:pt x="53397" y="238124"/>
                </a:lnTo>
                <a:lnTo>
                  <a:pt x="14084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1461076" y="0"/>
                </a:lnTo>
                <a:lnTo>
                  <a:pt x="1464794" y="365"/>
                </a:lnTo>
                <a:lnTo>
                  <a:pt x="1500387" y="19392"/>
                </a:lnTo>
                <a:lnTo>
                  <a:pt x="1514474" y="53397"/>
                </a:lnTo>
                <a:lnTo>
                  <a:pt x="1514474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954045" y="1669348"/>
            <a:ext cx="134556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95" dirty="0">
                <a:solidFill>
                  <a:srgbClr val="64738B"/>
                </a:solidFill>
                <a:latin typeface="Times New Roman"/>
                <a:cs typeface="Times New Roman"/>
              </a:rPr>
              <a:t>StreamCollectors.java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9839324" y="6800849"/>
              <a:ext cx="2352675" cy="57150"/>
            </a:xfrm>
            <a:custGeom>
              <a:avLst/>
              <a:gdLst/>
              <a:ahLst/>
              <a:cxnLst/>
              <a:rect l="l" t="t" r="r" b="b"/>
              <a:pathLst>
                <a:path w="2352675" h="57150">
                  <a:moveTo>
                    <a:pt x="0" y="57149"/>
                  </a:moveTo>
                  <a:lnTo>
                    <a:pt x="2352674" y="57149"/>
                  </a:lnTo>
                  <a:lnTo>
                    <a:pt x="23526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9839325" cy="57150"/>
            </a:xfrm>
            <a:custGeom>
              <a:avLst/>
              <a:gdLst/>
              <a:ahLst/>
              <a:cxnLst/>
              <a:rect l="l" t="t" r="r" b="b"/>
              <a:pathLst>
                <a:path w="9839325" h="57150">
                  <a:moveTo>
                    <a:pt x="98393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9839324" y="0"/>
                  </a:lnTo>
                  <a:lnTo>
                    <a:pt x="98393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46/57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collect()</a:t>
            </a:r>
            <a:r>
              <a:rPr spc="-165" dirty="0"/>
              <a:t> </a:t>
            </a:r>
            <a:r>
              <a:rPr spc="-114" dirty="0"/>
              <a:t>partie</a:t>
            </a:r>
            <a:r>
              <a:rPr spc="-160" dirty="0"/>
              <a:t> </a:t>
            </a:r>
            <a:r>
              <a:rPr spc="-35" dirty="0"/>
              <a:t>2</a:t>
            </a:r>
            <a:r>
              <a:rPr spc="-160" dirty="0"/>
              <a:t> </a:t>
            </a:r>
            <a:r>
              <a:rPr spc="-130" dirty="0"/>
              <a:t>:</a:t>
            </a:r>
            <a:r>
              <a:rPr spc="-160" dirty="0"/>
              <a:t> </a:t>
            </a:r>
            <a:r>
              <a:rPr spc="-145" dirty="0"/>
              <a:t>toMap</a:t>
            </a:r>
            <a:r>
              <a:rPr spc="-160" dirty="0"/>
              <a:t> </a:t>
            </a:r>
            <a:r>
              <a:rPr spc="-85" dirty="0"/>
              <a:t>et</a:t>
            </a:r>
            <a:r>
              <a:rPr spc="-165" dirty="0"/>
              <a:t> </a:t>
            </a:r>
            <a:r>
              <a:rPr spc="-170" dirty="0"/>
              <a:t>groupingBy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4848224"/>
            <a:ext cx="8572500" cy="752475"/>
            <a:chOff x="1809749" y="4848224"/>
            <a:chExt cx="8572500" cy="752475"/>
          </a:xfrm>
        </p:grpSpPr>
        <p:sp>
          <p:nvSpPr>
            <p:cNvPr id="4" name="object 4"/>
            <p:cNvSpPr/>
            <p:nvPr/>
          </p:nvSpPr>
          <p:spPr>
            <a:xfrm>
              <a:off x="1814512" y="4852987"/>
              <a:ext cx="8562975" cy="742950"/>
            </a:xfrm>
            <a:custGeom>
              <a:avLst/>
              <a:gdLst/>
              <a:ahLst/>
              <a:cxnLst/>
              <a:rect l="l" t="t" r="r" b="b"/>
              <a:pathLst>
                <a:path w="8562975" h="742950">
                  <a:moveTo>
                    <a:pt x="8496227" y="742949"/>
                  </a:moveTo>
                  <a:lnTo>
                    <a:pt x="66746" y="742949"/>
                  </a:lnTo>
                  <a:lnTo>
                    <a:pt x="62101" y="742491"/>
                  </a:lnTo>
                  <a:lnTo>
                    <a:pt x="24240" y="725342"/>
                  </a:lnTo>
                  <a:lnTo>
                    <a:pt x="2287" y="690049"/>
                  </a:lnTo>
                  <a:lnTo>
                    <a:pt x="0" y="676202"/>
                  </a:lnTo>
                  <a:lnTo>
                    <a:pt x="0" y="6715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4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676202"/>
                  </a:lnTo>
                  <a:lnTo>
                    <a:pt x="8548327" y="715100"/>
                  </a:lnTo>
                  <a:lnTo>
                    <a:pt x="8514540" y="739306"/>
                  </a:lnTo>
                  <a:lnTo>
                    <a:pt x="8500872" y="742491"/>
                  </a:lnTo>
                  <a:lnTo>
                    <a:pt x="8496227" y="74294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4852987"/>
              <a:ext cx="8562975" cy="742950"/>
            </a:xfrm>
            <a:custGeom>
              <a:avLst/>
              <a:gdLst/>
              <a:ahLst/>
              <a:cxnLst/>
              <a:rect l="l" t="t" r="r" b="b"/>
              <a:pathLst>
                <a:path w="8562975" h="742950">
                  <a:moveTo>
                    <a:pt x="0" y="6715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31223" y="12038"/>
                  </a:lnTo>
                  <a:lnTo>
                    <a:pt x="8535124" y="14644"/>
                  </a:lnTo>
                  <a:lnTo>
                    <a:pt x="8559330" y="48432"/>
                  </a:lnTo>
                  <a:lnTo>
                    <a:pt x="8561599" y="57500"/>
                  </a:lnTo>
                  <a:lnTo>
                    <a:pt x="8562515" y="62100"/>
                  </a:lnTo>
                  <a:lnTo>
                    <a:pt x="8562973" y="66746"/>
                  </a:lnTo>
                  <a:lnTo>
                    <a:pt x="8562974" y="71437"/>
                  </a:lnTo>
                  <a:lnTo>
                    <a:pt x="8562974" y="671512"/>
                  </a:lnTo>
                  <a:lnTo>
                    <a:pt x="8562973" y="676202"/>
                  </a:lnTo>
                  <a:lnTo>
                    <a:pt x="8562515" y="680848"/>
                  </a:lnTo>
                  <a:lnTo>
                    <a:pt x="8561599" y="685448"/>
                  </a:lnTo>
                  <a:lnTo>
                    <a:pt x="8560684" y="690049"/>
                  </a:lnTo>
                  <a:lnTo>
                    <a:pt x="8538732" y="725342"/>
                  </a:lnTo>
                  <a:lnTo>
                    <a:pt x="8531223" y="730909"/>
                  </a:lnTo>
                  <a:lnTo>
                    <a:pt x="8527324" y="733516"/>
                  </a:lnTo>
                  <a:lnTo>
                    <a:pt x="8523206" y="735716"/>
                  </a:lnTo>
                  <a:lnTo>
                    <a:pt x="8518873" y="737511"/>
                  </a:lnTo>
                  <a:lnTo>
                    <a:pt x="8514540" y="739306"/>
                  </a:lnTo>
                  <a:lnTo>
                    <a:pt x="8510074" y="740661"/>
                  </a:lnTo>
                  <a:lnTo>
                    <a:pt x="8505473" y="741576"/>
                  </a:lnTo>
                  <a:lnTo>
                    <a:pt x="8500872" y="742491"/>
                  </a:lnTo>
                  <a:lnTo>
                    <a:pt x="8496227" y="742949"/>
                  </a:lnTo>
                  <a:lnTo>
                    <a:pt x="8491536" y="742949"/>
                  </a:lnTo>
                  <a:lnTo>
                    <a:pt x="71437" y="742949"/>
                  </a:lnTo>
                  <a:lnTo>
                    <a:pt x="66746" y="742949"/>
                  </a:lnTo>
                  <a:lnTo>
                    <a:pt x="62101" y="742491"/>
                  </a:lnTo>
                  <a:lnTo>
                    <a:pt x="57500" y="741576"/>
                  </a:lnTo>
                  <a:lnTo>
                    <a:pt x="52900" y="740661"/>
                  </a:lnTo>
                  <a:lnTo>
                    <a:pt x="48433" y="739306"/>
                  </a:lnTo>
                  <a:lnTo>
                    <a:pt x="44099" y="737511"/>
                  </a:lnTo>
                  <a:lnTo>
                    <a:pt x="39765" y="735716"/>
                  </a:lnTo>
                  <a:lnTo>
                    <a:pt x="35649" y="733516"/>
                  </a:lnTo>
                  <a:lnTo>
                    <a:pt x="31749" y="730909"/>
                  </a:lnTo>
                  <a:lnTo>
                    <a:pt x="27848" y="728304"/>
                  </a:lnTo>
                  <a:lnTo>
                    <a:pt x="5437" y="698849"/>
                  </a:lnTo>
                  <a:lnTo>
                    <a:pt x="3642" y="694516"/>
                  </a:lnTo>
                  <a:lnTo>
                    <a:pt x="2287" y="690049"/>
                  </a:lnTo>
                  <a:lnTo>
                    <a:pt x="1372" y="685448"/>
                  </a:lnTo>
                  <a:lnTo>
                    <a:pt x="457" y="680848"/>
                  </a:lnTo>
                  <a:lnTo>
                    <a:pt x="0" y="676202"/>
                  </a:lnTo>
                  <a:lnTo>
                    <a:pt x="0" y="671512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6599" y="5140324"/>
              <a:ext cx="196850" cy="1682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30449" y="4935239"/>
            <a:ext cx="7588884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Attention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toMap()</a:t>
            </a:r>
            <a:r>
              <a:rPr sz="1100" spc="-32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lève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une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IllegalStateException</a:t>
            </a:r>
            <a:r>
              <a:rPr sz="1100" spc="-33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si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deux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éléments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génèrent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la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993312"/>
                </a:solidFill>
                <a:latin typeface="Arial"/>
                <a:cs typeface="Arial"/>
              </a:rPr>
              <a:t>même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clé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!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Pour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gérer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les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doublons,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il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faut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fournir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une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fonction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de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fusion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(merge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function).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965960"/>
            <a:ext cx="8717280" cy="2755900"/>
            <a:chOff x="1737360" y="1965960"/>
            <a:chExt cx="8717280" cy="2755900"/>
          </a:xfrm>
        </p:grpSpPr>
        <p:sp>
          <p:nvSpPr>
            <p:cNvPr id="9" name="object 9"/>
            <p:cNvSpPr/>
            <p:nvPr/>
          </p:nvSpPr>
          <p:spPr>
            <a:xfrm>
              <a:off x="1737360" y="1965960"/>
              <a:ext cx="8717280" cy="2755900"/>
            </a:xfrm>
            <a:custGeom>
              <a:avLst/>
              <a:gdLst/>
              <a:ahLst/>
              <a:cxnLst/>
              <a:rect l="l" t="t" r="r" b="b"/>
              <a:pathLst>
                <a:path w="8717280" h="2755900">
                  <a:moveTo>
                    <a:pt x="8717280" y="2755392"/>
                  </a:moveTo>
                  <a:lnTo>
                    <a:pt x="0" y="2755392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3814"/>
                  </a:lnTo>
                  <a:lnTo>
                    <a:pt x="129539" y="43814"/>
                  </a:lnTo>
                  <a:lnTo>
                    <a:pt x="120037" y="44686"/>
                  </a:lnTo>
                  <a:lnTo>
                    <a:pt x="85402" y="73157"/>
                  </a:lnTo>
                  <a:lnTo>
                    <a:pt x="81914" y="91439"/>
                  </a:lnTo>
                  <a:lnTo>
                    <a:pt x="81914" y="2586989"/>
                  </a:lnTo>
                  <a:lnTo>
                    <a:pt x="103199" y="2626768"/>
                  </a:lnTo>
                  <a:lnTo>
                    <a:pt x="129539" y="2634614"/>
                  </a:lnTo>
                  <a:lnTo>
                    <a:pt x="8717280" y="2634614"/>
                  </a:lnTo>
                  <a:lnTo>
                    <a:pt x="8717280" y="2755392"/>
                  </a:lnTo>
                  <a:close/>
                </a:path>
                <a:path w="8717280" h="2755900">
                  <a:moveTo>
                    <a:pt x="8717280" y="2634614"/>
                  </a:moveTo>
                  <a:lnTo>
                    <a:pt x="8587739" y="2634614"/>
                  </a:lnTo>
                  <a:lnTo>
                    <a:pt x="8597241" y="2633742"/>
                  </a:lnTo>
                  <a:lnTo>
                    <a:pt x="8606022" y="2631127"/>
                  </a:lnTo>
                  <a:lnTo>
                    <a:pt x="8634492" y="2596492"/>
                  </a:lnTo>
                  <a:lnTo>
                    <a:pt x="8635364" y="2586989"/>
                  </a:lnTo>
                  <a:lnTo>
                    <a:pt x="8635364" y="91439"/>
                  </a:lnTo>
                  <a:lnTo>
                    <a:pt x="8614080" y="51661"/>
                  </a:lnTo>
                  <a:lnTo>
                    <a:pt x="8587739" y="43814"/>
                  </a:lnTo>
                  <a:lnTo>
                    <a:pt x="8717280" y="43814"/>
                  </a:lnTo>
                  <a:lnTo>
                    <a:pt x="8717280" y="263461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2000249"/>
              <a:ext cx="8553450" cy="2609850"/>
            </a:xfrm>
            <a:custGeom>
              <a:avLst/>
              <a:gdLst/>
              <a:ahLst/>
              <a:cxnLst/>
              <a:rect l="l" t="t" r="r" b="b"/>
              <a:pathLst>
                <a:path w="8553450" h="2609850">
                  <a:moveTo>
                    <a:pt x="8500051" y="2609849"/>
                  </a:moveTo>
                  <a:lnTo>
                    <a:pt x="33047" y="2609849"/>
                  </a:lnTo>
                  <a:lnTo>
                    <a:pt x="4833" y="2581571"/>
                  </a:lnTo>
                  <a:lnTo>
                    <a:pt x="0" y="2560278"/>
                  </a:lnTo>
                  <a:lnTo>
                    <a:pt x="0" y="255269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2556452"/>
                  </a:lnTo>
                  <a:lnTo>
                    <a:pt x="8534055" y="2595764"/>
                  </a:lnTo>
                  <a:lnTo>
                    <a:pt x="8503768" y="2609483"/>
                  </a:lnTo>
                  <a:lnTo>
                    <a:pt x="8500051" y="26098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2000249"/>
              <a:ext cx="52069" cy="2609850"/>
            </a:xfrm>
            <a:custGeom>
              <a:avLst/>
              <a:gdLst/>
              <a:ahLst/>
              <a:cxnLst/>
              <a:rect l="l" t="t" r="r" b="b"/>
              <a:pathLst>
                <a:path w="52069" h="2609850">
                  <a:moveTo>
                    <a:pt x="51889" y="2609849"/>
                  </a:moveTo>
                  <a:lnTo>
                    <a:pt x="49571" y="2609849"/>
                  </a:lnTo>
                  <a:lnTo>
                    <a:pt x="42281" y="2608399"/>
                  </a:lnTo>
                  <a:lnTo>
                    <a:pt x="7250" y="2581571"/>
                  </a:lnTo>
                  <a:lnTo>
                    <a:pt x="0" y="256027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2552699"/>
                  </a:lnTo>
                  <a:lnTo>
                    <a:pt x="43679" y="2593110"/>
                  </a:lnTo>
                  <a:lnTo>
                    <a:pt x="47399" y="2604269"/>
                  </a:lnTo>
                  <a:lnTo>
                    <a:pt x="51889" y="26098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5095" y="2143717"/>
            <a:ext cx="4701540" cy="22682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52755" indent="-367030">
              <a:lnSpc>
                <a:spcPct val="100000"/>
              </a:lnSpc>
              <a:spcBef>
                <a:spcPts val="32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→</a:t>
            </a:r>
            <a:r>
              <a:rPr sz="950" i="1" spc="37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Map</a:t>
            </a:r>
            <a:r>
              <a:rPr sz="95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&lt;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String,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Etudiant&gt;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(matricule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→</a:t>
            </a:r>
            <a:r>
              <a:rPr sz="950" i="1" spc="37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étudiant)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Map</a:t>
            </a:r>
            <a:r>
              <a:rPr sz="950" spc="10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indexStream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.collect(</a:t>
            </a: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.toMap(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  <a:tab pos="2235835" algn="l"/>
              </a:tabLst>
            </a:pP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4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:getMatricule,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0" dirty="0">
                <a:solidFill>
                  <a:srgbClr val="94A2B8"/>
                </a:solidFill>
                <a:latin typeface="Times New Roman"/>
                <a:cs typeface="Times New Roman"/>
              </a:rPr>
              <a:t>clé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mapper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05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  <a:tab pos="601345" algn="l"/>
                <a:tab pos="972819" algn="l"/>
              </a:tabLst>
            </a:pP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valeur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mapper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(l'objet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0" dirty="0">
                <a:solidFill>
                  <a:srgbClr val="94A2B8"/>
                </a:solidFill>
                <a:latin typeface="Times New Roman"/>
                <a:cs typeface="Times New Roman"/>
              </a:rPr>
              <a:t>lui-</a:t>
            </a:r>
            <a:r>
              <a:rPr sz="1100" i="1" spc="-20" dirty="0">
                <a:solidFill>
                  <a:srgbClr val="94A2B8"/>
                </a:solidFill>
                <a:latin typeface="Times New Roman"/>
                <a:cs typeface="Times New Roman"/>
              </a:rPr>
              <a:t>même)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16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7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8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→</a:t>
            </a:r>
            <a:r>
              <a:rPr sz="95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Map</a:t>
            </a:r>
            <a:r>
              <a:rPr sz="95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&lt;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String,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List</a:t>
            </a:r>
            <a:r>
              <a:rPr sz="95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&lt;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Etudiant</a:t>
            </a:r>
            <a:r>
              <a:rPr sz="11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&gt;</a:t>
            </a:r>
            <a:r>
              <a:rPr sz="95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(groupingBy)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8"/>
              <a:tabLst>
                <a:tab pos="378460" algn="l"/>
                <a:tab pos="379095" algn="l"/>
              </a:tabLst>
            </a:pP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Map</a:t>
            </a:r>
            <a:r>
              <a:rPr sz="950" spc="10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4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4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4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950" spc="36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parLettre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8"/>
              <a:tabLst>
                <a:tab pos="378460" algn="l"/>
                <a:tab pos="379095" algn="l"/>
              </a:tabLst>
            </a:pP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.collect(</a:t>
            </a:r>
            <a:r>
              <a:rPr sz="1050" spc="14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.groupingBy(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AutoNum type="arabicPlain" startAt="8"/>
              <a:tabLst>
                <a:tab pos="378460" algn="l"/>
                <a:tab pos="379095" algn="l"/>
                <a:tab pos="601345" algn="l"/>
                <a:tab pos="3275965" algn="l"/>
                <a:tab pos="4538980" algn="l"/>
              </a:tabLst>
            </a:pP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e.getMatricule().substring(0,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1)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"A",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"B",</a:t>
            </a:r>
            <a:r>
              <a:rPr sz="11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25" dirty="0">
                <a:solidFill>
                  <a:srgbClr val="94A2B8"/>
                </a:solidFill>
                <a:latin typeface="Times New Roman"/>
                <a:cs typeface="Times New Roman"/>
              </a:rPr>
              <a:t>"C"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	</a:t>
            </a:r>
            <a:r>
              <a:rPr sz="1100" i="1" spc="254" dirty="0">
                <a:solidFill>
                  <a:srgbClr val="94A2B8"/>
                </a:solidFill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 startAt="8"/>
              <a:tabLst>
                <a:tab pos="378460" algn="l"/>
                <a:tab pos="379095" algn="l"/>
              </a:tabLst>
            </a:pP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43948" y="2000249"/>
            <a:ext cx="1638300" cy="238125"/>
          </a:xfrm>
          <a:custGeom>
            <a:avLst/>
            <a:gdLst/>
            <a:ahLst/>
            <a:cxnLst/>
            <a:rect l="l" t="t" r="r" b="b"/>
            <a:pathLst>
              <a:path w="1638300" h="238125">
                <a:moveTo>
                  <a:pt x="1638300" y="238124"/>
                </a:moveTo>
                <a:lnTo>
                  <a:pt x="53397" y="238124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1584902" y="0"/>
                </a:lnTo>
                <a:lnTo>
                  <a:pt x="1588619" y="365"/>
                </a:lnTo>
                <a:lnTo>
                  <a:pt x="1624212" y="19392"/>
                </a:lnTo>
                <a:lnTo>
                  <a:pt x="1638300" y="53397"/>
                </a:lnTo>
                <a:lnTo>
                  <a:pt x="1638300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828285" y="2031298"/>
            <a:ext cx="147129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75" dirty="0">
                <a:solidFill>
                  <a:srgbClr val="64738B"/>
                </a:solidFill>
                <a:latin typeface="Times New Roman"/>
                <a:cs typeface="Times New Roman"/>
              </a:rPr>
              <a:t>Transformation</a:t>
            </a:r>
            <a:r>
              <a:rPr sz="850" b="1" spc="300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850" b="1" spc="114" dirty="0">
                <a:solidFill>
                  <a:srgbClr val="64738B"/>
                </a:solidFill>
                <a:latin typeface="Times New Roman"/>
                <a:cs typeface="Times New Roman"/>
              </a:rPr>
              <a:t>vers</a:t>
            </a:r>
            <a:r>
              <a:rPr sz="850" b="1" spc="300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850" b="1" spc="-50" dirty="0">
                <a:solidFill>
                  <a:srgbClr val="64738B"/>
                </a:solidFill>
                <a:latin typeface="Times New Roman"/>
                <a:cs typeface="Times New Roman"/>
              </a:rPr>
              <a:t>Map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10048874" y="6800849"/>
              <a:ext cx="2143125" cy="57150"/>
            </a:xfrm>
            <a:custGeom>
              <a:avLst/>
              <a:gdLst/>
              <a:ahLst/>
              <a:cxnLst/>
              <a:rect l="l" t="t" r="r" b="b"/>
              <a:pathLst>
                <a:path w="2143125" h="57150">
                  <a:moveTo>
                    <a:pt x="0" y="57149"/>
                  </a:moveTo>
                  <a:lnTo>
                    <a:pt x="2143124" y="57149"/>
                  </a:lnTo>
                  <a:lnTo>
                    <a:pt x="21431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10048875" cy="57150"/>
            </a:xfrm>
            <a:custGeom>
              <a:avLst/>
              <a:gdLst/>
              <a:ahLst/>
              <a:cxnLst/>
              <a:rect l="l" t="t" r="r" b="b"/>
              <a:pathLst>
                <a:path w="10048875" h="57150">
                  <a:moveTo>
                    <a:pt x="100488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0048874" y="0"/>
                  </a:lnTo>
                  <a:lnTo>
                    <a:pt x="100488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47/57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forEach,</a:t>
            </a:r>
            <a:r>
              <a:rPr spc="-210" dirty="0"/>
              <a:t> </a:t>
            </a:r>
            <a:r>
              <a:rPr spc="-130" dirty="0"/>
              <a:t>count,</a:t>
            </a:r>
            <a:r>
              <a:rPr spc="-210" dirty="0"/>
              <a:t> </a:t>
            </a:r>
            <a:r>
              <a:rPr spc="-114" dirty="0"/>
              <a:t>findFirst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5067299"/>
            <a:ext cx="8572500" cy="771525"/>
            <a:chOff x="1809749" y="5067299"/>
            <a:chExt cx="8572500" cy="771525"/>
          </a:xfrm>
        </p:grpSpPr>
        <p:sp>
          <p:nvSpPr>
            <p:cNvPr id="4" name="object 4"/>
            <p:cNvSpPr/>
            <p:nvPr/>
          </p:nvSpPr>
          <p:spPr>
            <a:xfrm>
              <a:off x="1814512" y="5072062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8496227" y="761999"/>
                  </a:moveTo>
                  <a:lnTo>
                    <a:pt x="66746" y="761999"/>
                  </a:lnTo>
                  <a:lnTo>
                    <a:pt x="62101" y="761542"/>
                  </a:lnTo>
                  <a:lnTo>
                    <a:pt x="24240" y="744392"/>
                  </a:lnTo>
                  <a:lnTo>
                    <a:pt x="2287" y="709098"/>
                  </a:lnTo>
                  <a:lnTo>
                    <a:pt x="0" y="695252"/>
                  </a:lnTo>
                  <a:lnTo>
                    <a:pt x="0" y="690562"/>
                  </a:lnTo>
                  <a:lnTo>
                    <a:pt x="0" y="66746"/>
                  </a:lnTo>
                  <a:lnTo>
                    <a:pt x="14645" y="27847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695252"/>
                  </a:lnTo>
                  <a:lnTo>
                    <a:pt x="8548327" y="734150"/>
                  </a:lnTo>
                  <a:lnTo>
                    <a:pt x="8514540" y="758355"/>
                  </a:lnTo>
                  <a:lnTo>
                    <a:pt x="8500872" y="761542"/>
                  </a:lnTo>
                  <a:lnTo>
                    <a:pt x="8496227" y="7619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5072062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0" y="6905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1"/>
                  </a:lnTo>
                  <a:lnTo>
                    <a:pt x="5437" y="44098"/>
                  </a:lnTo>
                  <a:lnTo>
                    <a:pt x="7232" y="39764"/>
                  </a:lnTo>
                  <a:lnTo>
                    <a:pt x="9433" y="35647"/>
                  </a:lnTo>
                  <a:lnTo>
                    <a:pt x="12039" y="31748"/>
                  </a:lnTo>
                  <a:lnTo>
                    <a:pt x="14645" y="27847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05473" y="1372"/>
                  </a:lnTo>
                  <a:lnTo>
                    <a:pt x="8510074" y="2287"/>
                  </a:lnTo>
                  <a:lnTo>
                    <a:pt x="8531223" y="12038"/>
                  </a:lnTo>
                  <a:lnTo>
                    <a:pt x="8535124" y="14645"/>
                  </a:lnTo>
                  <a:lnTo>
                    <a:pt x="8550933" y="31748"/>
                  </a:lnTo>
                  <a:lnTo>
                    <a:pt x="8553538" y="35648"/>
                  </a:lnTo>
                  <a:lnTo>
                    <a:pt x="8555739" y="39764"/>
                  </a:lnTo>
                  <a:lnTo>
                    <a:pt x="8557535" y="44099"/>
                  </a:lnTo>
                  <a:lnTo>
                    <a:pt x="8559330" y="48432"/>
                  </a:lnTo>
                  <a:lnTo>
                    <a:pt x="8562974" y="71437"/>
                  </a:lnTo>
                  <a:lnTo>
                    <a:pt x="8562974" y="690562"/>
                  </a:lnTo>
                  <a:lnTo>
                    <a:pt x="8562973" y="695252"/>
                  </a:lnTo>
                  <a:lnTo>
                    <a:pt x="8562515" y="699897"/>
                  </a:lnTo>
                  <a:lnTo>
                    <a:pt x="8561599" y="704498"/>
                  </a:lnTo>
                  <a:lnTo>
                    <a:pt x="8560684" y="709098"/>
                  </a:lnTo>
                  <a:lnTo>
                    <a:pt x="8538732" y="744392"/>
                  </a:lnTo>
                  <a:lnTo>
                    <a:pt x="8531223" y="749959"/>
                  </a:lnTo>
                  <a:lnTo>
                    <a:pt x="8527324" y="752565"/>
                  </a:lnTo>
                  <a:lnTo>
                    <a:pt x="8505473" y="760626"/>
                  </a:lnTo>
                  <a:lnTo>
                    <a:pt x="8500872" y="761542"/>
                  </a:lnTo>
                  <a:lnTo>
                    <a:pt x="8496227" y="761999"/>
                  </a:lnTo>
                  <a:lnTo>
                    <a:pt x="8491536" y="761999"/>
                  </a:lnTo>
                  <a:lnTo>
                    <a:pt x="71437" y="761999"/>
                  </a:lnTo>
                  <a:lnTo>
                    <a:pt x="66746" y="761999"/>
                  </a:lnTo>
                  <a:lnTo>
                    <a:pt x="62101" y="761542"/>
                  </a:lnTo>
                  <a:lnTo>
                    <a:pt x="57500" y="760626"/>
                  </a:lnTo>
                  <a:lnTo>
                    <a:pt x="52900" y="759711"/>
                  </a:lnTo>
                  <a:lnTo>
                    <a:pt x="20923" y="741076"/>
                  </a:lnTo>
                  <a:lnTo>
                    <a:pt x="17606" y="737759"/>
                  </a:lnTo>
                  <a:lnTo>
                    <a:pt x="14645" y="734151"/>
                  </a:lnTo>
                  <a:lnTo>
                    <a:pt x="12039" y="730250"/>
                  </a:lnTo>
                  <a:lnTo>
                    <a:pt x="9433" y="726350"/>
                  </a:lnTo>
                  <a:lnTo>
                    <a:pt x="1372" y="704498"/>
                  </a:lnTo>
                  <a:lnTo>
                    <a:pt x="457" y="699897"/>
                  </a:lnTo>
                  <a:lnTo>
                    <a:pt x="0" y="695252"/>
                  </a:lnTo>
                  <a:lnTo>
                    <a:pt x="0" y="690562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2949" y="5356224"/>
              <a:ext cx="136525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82825" y="5154314"/>
            <a:ext cx="7764145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Note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findFirst()</a:t>
            </a:r>
            <a:r>
              <a:rPr sz="1100" spc="-33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retourne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un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Optional</a:t>
            </a:r>
            <a:r>
              <a:rPr sz="1100" spc="-33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car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stream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peut être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vide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après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filtrage.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C'est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une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protection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contre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les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3312"/>
                </a:solidFill>
                <a:latin typeface="Monaco"/>
                <a:cs typeface="Monaco"/>
              </a:rPr>
              <a:t>NullPointerException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633727"/>
            <a:ext cx="8717280" cy="3307079"/>
            <a:chOff x="1737360" y="1633727"/>
            <a:chExt cx="8717280" cy="3307079"/>
          </a:xfrm>
        </p:grpSpPr>
        <p:sp>
          <p:nvSpPr>
            <p:cNvPr id="9" name="object 9"/>
            <p:cNvSpPr/>
            <p:nvPr/>
          </p:nvSpPr>
          <p:spPr>
            <a:xfrm>
              <a:off x="1737360" y="1633727"/>
              <a:ext cx="8717280" cy="3307079"/>
            </a:xfrm>
            <a:custGeom>
              <a:avLst/>
              <a:gdLst/>
              <a:ahLst/>
              <a:cxnLst/>
              <a:rect l="l" t="t" r="r" b="b"/>
              <a:pathLst>
                <a:path w="8717280" h="3307079">
                  <a:moveTo>
                    <a:pt x="8717280" y="3307080"/>
                  </a:moveTo>
                  <a:lnTo>
                    <a:pt x="0" y="3307080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2671"/>
                  </a:lnTo>
                  <a:lnTo>
                    <a:pt x="129539" y="42671"/>
                  </a:lnTo>
                  <a:lnTo>
                    <a:pt x="120037" y="43543"/>
                  </a:lnTo>
                  <a:lnTo>
                    <a:pt x="85402" y="72014"/>
                  </a:lnTo>
                  <a:lnTo>
                    <a:pt x="81914" y="90296"/>
                  </a:lnTo>
                  <a:lnTo>
                    <a:pt x="81914" y="3138296"/>
                  </a:lnTo>
                  <a:lnTo>
                    <a:pt x="103199" y="3178075"/>
                  </a:lnTo>
                  <a:lnTo>
                    <a:pt x="129539" y="3185921"/>
                  </a:lnTo>
                  <a:lnTo>
                    <a:pt x="8717280" y="3185921"/>
                  </a:lnTo>
                  <a:lnTo>
                    <a:pt x="8717280" y="3307080"/>
                  </a:lnTo>
                  <a:close/>
                </a:path>
                <a:path w="8717280" h="3307079">
                  <a:moveTo>
                    <a:pt x="8717280" y="3185921"/>
                  </a:moveTo>
                  <a:lnTo>
                    <a:pt x="8587739" y="3185921"/>
                  </a:lnTo>
                  <a:lnTo>
                    <a:pt x="8597241" y="3185049"/>
                  </a:lnTo>
                  <a:lnTo>
                    <a:pt x="8606022" y="3182434"/>
                  </a:lnTo>
                  <a:lnTo>
                    <a:pt x="8634492" y="3147798"/>
                  </a:lnTo>
                  <a:lnTo>
                    <a:pt x="8635364" y="3138296"/>
                  </a:lnTo>
                  <a:lnTo>
                    <a:pt x="8635364" y="90296"/>
                  </a:lnTo>
                  <a:lnTo>
                    <a:pt x="8614080" y="50518"/>
                  </a:lnTo>
                  <a:lnTo>
                    <a:pt x="8587739" y="42671"/>
                  </a:lnTo>
                  <a:lnTo>
                    <a:pt x="8717280" y="42671"/>
                  </a:lnTo>
                  <a:lnTo>
                    <a:pt x="8717280" y="318592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666874"/>
              <a:ext cx="8553450" cy="3162300"/>
            </a:xfrm>
            <a:custGeom>
              <a:avLst/>
              <a:gdLst/>
              <a:ahLst/>
              <a:cxnLst/>
              <a:rect l="l" t="t" r="r" b="b"/>
              <a:pathLst>
                <a:path w="8553450" h="3162300">
                  <a:moveTo>
                    <a:pt x="8500051" y="3162299"/>
                  </a:moveTo>
                  <a:lnTo>
                    <a:pt x="33047" y="3162299"/>
                  </a:lnTo>
                  <a:lnTo>
                    <a:pt x="28187" y="3160849"/>
                  </a:lnTo>
                  <a:lnTo>
                    <a:pt x="966" y="3120017"/>
                  </a:lnTo>
                  <a:lnTo>
                    <a:pt x="0" y="3112728"/>
                  </a:lnTo>
                  <a:lnTo>
                    <a:pt x="0" y="3105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3108902"/>
                  </a:lnTo>
                  <a:lnTo>
                    <a:pt x="8534055" y="3148214"/>
                  </a:lnTo>
                  <a:lnTo>
                    <a:pt x="8503768" y="3161933"/>
                  </a:lnTo>
                  <a:lnTo>
                    <a:pt x="8500051" y="31622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666874"/>
              <a:ext cx="52069" cy="3162300"/>
            </a:xfrm>
            <a:custGeom>
              <a:avLst/>
              <a:gdLst/>
              <a:ahLst/>
              <a:cxnLst/>
              <a:rect l="l" t="t" r="r" b="b"/>
              <a:pathLst>
                <a:path w="52069" h="3162300">
                  <a:moveTo>
                    <a:pt x="51889" y="3162299"/>
                  </a:moveTo>
                  <a:lnTo>
                    <a:pt x="49571" y="3162299"/>
                  </a:lnTo>
                  <a:lnTo>
                    <a:pt x="42281" y="3160849"/>
                  </a:lnTo>
                  <a:lnTo>
                    <a:pt x="7250" y="3134021"/>
                  </a:lnTo>
                  <a:lnTo>
                    <a:pt x="0" y="31127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105149"/>
                  </a:lnTo>
                  <a:lnTo>
                    <a:pt x="43679" y="3145560"/>
                  </a:lnTo>
                  <a:lnTo>
                    <a:pt x="47399" y="3156719"/>
                  </a:lnTo>
                  <a:lnTo>
                    <a:pt x="51889" y="31622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5095" y="1820161"/>
            <a:ext cx="4775200" cy="28111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52755" indent="-367030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forEach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exécuter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une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action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(opération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terminale)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  <a:tab pos="1195705" algn="l"/>
                <a:tab pos="2533015" algn="l"/>
              </a:tabLst>
            </a:pP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225" dirty="0">
                <a:solidFill>
                  <a:srgbClr val="DA2677"/>
                </a:solidFill>
                <a:latin typeface="Times New Roman"/>
                <a:cs typeface="Times New Roman"/>
              </a:rPr>
              <a:t>filter</a:t>
            </a: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e.</a:t>
            </a:r>
            <a:r>
              <a:rPr sz="1050" spc="95" dirty="0">
                <a:solidFill>
                  <a:srgbClr val="DA2677"/>
                </a:solidFill>
                <a:latin typeface="Times New Roman"/>
                <a:cs typeface="Times New Roman"/>
              </a:rPr>
              <a:t>getMoyenne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0890B1"/>
                </a:solidFill>
                <a:latin typeface="Times New Roman"/>
                <a:cs typeface="Times New Roman"/>
              </a:rPr>
              <a:t>10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  <a:tab pos="2755900" algn="l"/>
              </a:tabLst>
            </a:pP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25" dirty="0">
                <a:solidFill>
                  <a:srgbClr val="DA2677"/>
                </a:solidFill>
                <a:latin typeface="Times New Roman"/>
                <a:cs typeface="Times New Roman"/>
              </a:rPr>
              <a:t>forEach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(System.out</a:t>
            </a:r>
            <a:r>
              <a:rPr sz="10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00" dirty="0">
                <a:solidFill>
                  <a:srgbClr val="334054"/>
                </a:solidFill>
                <a:latin typeface="Times New Roman"/>
                <a:cs typeface="Times New Roman"/>
              </a:rPr>
              <a:t>:println);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consomme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le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stream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!</a:t>
            </a:r>
            <a:endParaRPr sz="11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229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6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count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compter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les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éléments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4" dirty="0">
                <a:solidFill>
                  <a:srgbClr val="94A2B8"/>
                </a:solidFill>
                <a:latin typeface="Times New Roman"/>
                <a:cs typeface="Times New Roman"/>
              </a:rPr>
              <a:t>filtrés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110526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950" b="1" spc="145" dirty="0">
                <a:solidFill>
                  <a:srgbClr val="2562EB"/>
                </a:solidFill>
                <a:latin typeface="Times New Roman"/>
                <a:cs typeface="Times New Roman"/>
              </a:rPr>
              <a:t>long</a:t>
            </a:r>
            <a:r>
              <a:rPr sz="950" b="1" spc="42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nbAdmis</a:t>
            </a:r>
            <a:r>
              <a:rPr sz="1050" spc="3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6"/>
              <a:tabLst>
                <a:tab pos="378460" algn="l"/>
                <a:tab pos="379095" algn="l"/>
                <a:tab pos="1195705" algn="l"/>
                <a:tab pos="2533015" algn="l"/>
              </a:tabLst>
            </a:pP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225" dirty="0">
                <a:solidFill>
                  <a:srgbClr val="DA2677"/>
                </a:solidFill>
                <a:latin typeface="Times New Roman"/>
                <a:cs typeface="Times New Roman"/>
              </a:rPr>
              <a:t>filter</a:t>
            </a: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e.</a:t>
            </a:r>
            <a:r>
              <a:rPr sz="1050" spc="95" dirty="0">
                <a:solidFill>
                  <a:srgbClr val="DA2677"/>
                </a:solidFill>
                <a:latin typeface="Times New Roman"/>
                <a:cs typeface="Times New Roman"/>
              </a:rPr>
              <a:t>getMoyenne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0890B1"/>
                </a:solidFill>
                <a:latin typeface="Times New Roman"/>
                <a:cs typeface="Times New Roman"/>
              </a:rPr>
              <a:t>10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AutoNum type="arabicPlain" startAt="6"/>
              <a:tabLst>
                <a:tab pos="378460" algn="l"/>
                <a:tab pos="379095" algn="l"/>
                <a:tab pos="1195705" algn="l"/>
              </a:tabLst>
            </a:pP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70" dirty="0">
                <a:solidFill>
                  <a:srgbClr val="DA2677"/>
                </a:solidFill>
                <a:latin typeface="Times New Roman"/>
                <a:cs typeface="Times New Roman"/>
              </a:rPr>
              <a:t>count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retourne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un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long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endParaRPr sz="1050">
              <a:latin typeface="Times New Roman"/>
              <a:cs typeface="Times New Roman"/>
            </a:endParaRPr>
          </a:p>
          <a:p>
            <a:pPr marL="452755" indent="-440690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11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3.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findFirst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premier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résultat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→</a:t>
            </a:r>
            <a:r>
              <a:rPr sz="95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35" dirty="0">
                <a:solidFill>
                  <a:srgbClr val="94A2B8"/>
                </a:solidFill>
                <a:latin typeface="Times New Roman"/>
                <a:cs typeface="Times New Roman"/>
              </a:rPr>
              <a:t>Optional</a:t>
            </a:r>
            <a:r>
              <a:rPr sz="950" i="1" spc="35" dirty="0">
                <a:solidFill>
                  <a:srgbClr val="94A2B8"/>
                </a:solidFill>
                <a:latin typeface="Times New Roman"/>
                <a:cs typeface="Times New Roman"/>
              </a:rPr>
              <a:t>&lt;</a:t>
            </a:r>
            <a:r>
              <a:rPr sz="1100" i="1" spc="35" dirty="0">
                <a:solidFill>
                  <a:srgbClr val="94A2B8"/>
                </a:solidFill>
                <a:latin typeface="Times New Roman"/>
                <a:cs typeface="Times New Roman"/>
              </a:rPr>
              <a:t>T&gt;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</a:tabLst>
            </a:pP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Optional</a:t>
            </a:r>
            <a:r>
              <a:rPr sz="950" spc="114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premier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  <a:tab pos="1195705" algn="l"/>
              </a:tabLst>
            </a:pP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225" dirty="0">
                <a:solidFill>
                  <a:srgbClr val="DA2677"/>
                </a:solidFill>
                <a:latin typeface="Times New Roman"/>
                <a:cs typeface="Times New Roman"/>
              </a:rPr>
              <a:t>filter</a:t>
            </a: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e.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getMatricule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().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equals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35" dirty="0">
                <a:solidFill>
                  <a:srgbClr val="16A24A"/>
                </a:solidFill>
                <a:latin typeface="Times New Roman"/>
                <a:cs typeface="Times New Roman"/>
              </a:rPr>
              <a:t>"A001"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))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  <a:tab pos="1492885" algn="l"/>
              </a:tabLst>
            </a:pPr>
            <a:r>
              <a:rPr sz="1050" spc="19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95" dirty="0">
                <a:solidFill>
                  <a:srgbClr val="DA2677"/>
                </a:solidFill>
                <a:latin typeface="Times New Roman"/>
                <a:cs typeface="Times New Roman"/>
              </a:rPr>
              <a:t>findFirst</a:t>
            </a:r>
            <a:r>
              <a:rPr sz="1050" spc="195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s'arrête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dès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90" dirty="0">
                <a:solidFill>
                  <a:srgbClr val="94A2B8"/>
                </a:solidFill>
                <a:latin typeface="Times New Roman"/>
                <a:cs typeface="Times New Roman"/>
              </a:rPr>
              <a:t>qu'il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trouve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!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  <a:tab pos="1938655" algn="l"/>
              </a:tabLst>
            </a:pP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premier.</a:t>
            </a:r>
            <a:r>
              <a:rPr sz="1050" spc="145" dirty="0">
                <a:solidFill>
                  <a:srgbClr val="DA2677"/>
                </a:solidFill>
                <a:latin typeface="Times New Roman"/>
                <a:cs typeface="Times New Roman"/>
              </a:rPr>
              <a:t>ifPresent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System.out.</a:t>
            </a:r>
            <a:r>
              <a:rPr sz="1050" spc="140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40" dirty="0">
                <a:solidFill>
                  <a:srgbClr val="16A24A"/>
                </a:solidFill>
                <a:latin typeface="Times New Roman"/>
                <a:cs typeface="Times New Roman"/>
              </a:rPr>
              <a:t>"Trouvé:</a:t>
            </a:r>
            <a:r>
              <a:rPr sz="1050" spc="34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4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95" dirty="0">
                <a:solidFill>
                  <a:srgbClr val="334054"/>
                </a:solidFill>
                <a:latin typeface="Times New Roman"/>
                <a:cs typeface="Times New Roman"/>
              </a:rPr>
              <a:t>e));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934448" y="1666874"/>
            <a:ext cx="1447800" cy="228600"/>
          </a:xfrm>
          <a:custGeom>
            <a:avLst/>
            <a:gdLst/>
            <a:ahLst/>
            <a:cxnLst/>
            <a:rect l="l" t="t" r="r" b="b"/>
            <a:pathLst>
              <a:path w="1447800" h="228600">
                <a:moveTo>
                  <a:pt x="1447800" y="228599"/>
                </a:moveTo>
                <a:lnTo>
                  <a:pt x="53397" y="228599"/>
                </a:lnTo>
                <a:lnTo>
                  <a:pt x="49681" y="228233"/>
                </a:lnTo>
                <a:lnTo>
                  <a:pt x="14084" y="209207"/>
                </a:lnTo>
                <a:lnTo>
                  <a:pt x="0" y="175202"/>
                </a:lnTo>
                <a:lnTo>
                  <a:pt x="0" y="171449"/>
                </a:lnTo>
                <a:lnTo>
                  <a:pt x="0" y="0"/>
                </a:lnTo>
                <a:lnTo>
                  <a:pt x="1394402" y="0"/>
                </a:lnTo>
                <a:lnTo>
                  <a:pt x="1433712" y="19392"/>
                </a:lnTo>
                <a:lnTo>
                  <a:pt x="1447800" y="53397"/>
                </a:lnTo>
                <a:lnTo>
                  <a:pt x="1447800" y="22859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017000" y="1697923"/>
            <a:ext cx="1282700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75" dirty="0">
                <a:solidFill>
                  <a:srgbClr val="64738B"/>
                </a:solidFill>
                <a:latin typeface="Times New Roman"/>
                <a:cs typeface="Times New Roman"/>
              </a:rPr>
              <a:t>StreamTerminals.java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10267949" y="6800849"/>
              <a:ext cx="1924050" cy="57150"/>
            </a:xfrm>
            <a:custGeom>
              <a:avLst/>
              <a:gdLst/>
              <a:ahLst/>
              <a:cxnLst/>
              <a:rect l="l" t="t" r="r" b="b"/>
              <a:pathLst>
                <a:path w="1924050" h="57150">
                  <a:moveTo>
                    <a:pt x="0" y="57149"/>
                  </a:moveTo>
                  <a:lnTo>
                    <a:pt x="1924049" y="57149"/>
                  </a:lnTo>
                  <a:lnTo>
                    <a:pt x="19240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10267950" cy="57150"/>
            </a:xfrm>
            <a:custGeom>
              <a:avLst/>
              <a:gdLst/>
              <a:ahLst/>
              <a:cxnLst/>
              <a:rect l="l" t="t" r="r" b="b"/>
              <a:pathLst>
                <a:path w="10267950" h="57150">
                  <a:moveTo>
                    <a:pt x="102679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0267949" y="0"/>
                  </a:lnTo>
                  <a:lnTo>
                    <a:pt x="102679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48/57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Optional&lt;T&gt;</a:t>
            </a:r>
            <a:r>
              <a:rPr spc="-150" dirty="0"/>
              <a:t> </a:t>
            </a:r>
            <a:r>
              <a:rPr spc="-130" dirty="0"/>
              <a:t>:</a:t>
            </a:r>
            <a:r>
              <a:rPr spc="-150" dirty="0"/>
              <a:t> </a:t>
            </a:r>
            <a:r>
              <a:rPr spc="-140" dirty="0"/>
              <a:t>gérer</a:t>
            </a:r>
            <a:r>
              <a:rPr spc="-145" dirty="0"/>
              <a:t> </a:t>
            </a:r>
            <a:r>
              <a:rPr spc="-120" dirty="0"/>
              <a:t>l'absence</a:t>
            </a:r>
            <a:r>
              <a:rPr spc="-150" dirty="0"/>
              <a:t> </a:t>
            </a:r>
            <a:r>
              <a:rPr spc="-140" dirty="0"/>
              <a:t>proprement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6249" y="1028699"/>
            <a:ext cx="228600" cy="228600"/>
            <a:chOff x="476249" y="1028699"/>
            <a:chExt cx="228600" cy="228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49" y="1028699"/>
              <a:ext cx="228600" cy="2285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112" y="1085849"/>
              <a:ext cx="142875" cy="10477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06449" y="1003200"/>
            <a:ext cx="8686800" cy="871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85" dirty="0">
                <a:solidFill>
                  <a:srgbClr val="334054"/>
                </a:solidFill>
                <a:latin typeface="Arial"/>
                <a:cs typeface="Arial"/>
              </a:rPr>
              <a:t>Concept</a:t>
            </a:r>
            <a:r>
              <a:rPr sz="1300" b="1" spc="-8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b="1" spc="-70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00" b="1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90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334054"/>
                </a:solidFill>
                <a:latin typeface="Arial"/>
                <a:cs typeface="Arial"/>
              </a:rPr>
              <a:t>boîte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34054"/>
                </a:solidFill>
                <a:latin typeface="Arial"/>
                <a:cs typeface="Arial"/>
              </a:rPr>
              <a:t>qui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34054"/>
                </a:solidFill>
                <a:latin typeface="Arial"/>
                <a:cs typeface="Arial"/>
              </a:rPr>
              <a:t>peut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34054"/>
                </a:solidFill>
                <a:latin typeface="Arial"/>
                <a:cs typeface="Arial"/>
              </a:rPr>
              <a:t>être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34054"/>
                </a:solidFill>
                <a:latin typeface="Arial"/>
                <a:cs typeface="Arial"/>
              </a:rPr>
              <a:t>vide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334054"/>
                </a:solidFill>
                <a:latin typeface="Arial"/>
                <a:cs typeface="Arial"/>
              </a:rPr>
              <a:t>ou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34054"/>
                </a:solidFill>
                <a:latin typeface="Arial"/>
                <a:cs typeface="Arial"/>
              </a:rPr>
              <a:t>contenir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334054"/>
                </a:solidFill>
                <a:latin typeface="Arial"/>
                <a:cs typeface="Arial"/>
              </a:rPr>
              <a:t>valeur.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334054"/>
                </a:solidFill>
                <a:latin typeface="Arial"/>
                <a:cs typeface="Arial"/>
              </a:rPr>
              <a:t>Remplace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34054"/>
                </a:solidFill>
                <a:latin typeface="Arial"/>
                <a:cs typeface="Arial"/>
              </a:rPr>
              <a:t>retour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4054"/>
                </a:solidFill>
                <a:latin typeface="Monaco"/>
                <a:cs typeface="Monaco"/>
              </a:rPr>
              <a:t>null</a:t>
            </a:r>
            <a:r>
              <a:rPr sz="1100" spc="-325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300" spc="-45" dirty="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34054"/>
                </a:solidFill>
                <a:latin typeface="Arial"/>
                <a:cs typeface="Arial"/>
              </a:rPr>
              <a:t>éviter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Monaco"/>
                <a:cs typeface="Monaco"/>
              </a:rPr>
              <a:t>NullPointerException</a:t>
            </a:r>
            <a:r>
              <a:rPr sz="1300" spc="-10" dirty="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300" b="1" spc="-95" dirty="0">
                <a:solidFill>
                  <a:srgbClr val="334054"/>
                </a:solidFill>
                <a:latin typeface="Arial"/>
                <a:cs typeface="Arial"/>
              </a:rPr>
              <a:t>Usage</a:t>
            </a:r>
            <a:r>
              <a:rPr sz="1300" b="1" spc="-70" dirty="0">
                <a:solidFill>
                  <a:srgbClr val="334054"/>
                </a:solidFill>
                <a:latin typeface="Arial"/>
                <a:cs typeface="Arial"/>
              </a:rPr>
              <a:t> :</a:t>
            </a:r>
            <a:r>
              <a:rPr sz="1300" b="1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334054"/>
                </a:solidFill>
                <a:latin typeface="Arial"/>
                <a:cs typeface="Arial"/>
              </a:rPr>
              <a:t>Retourné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34054"/>
                </a:solidFill>
                <a:latin typeface="Arial"/>
                <a:cs typeface="Arial"/>
              </a:rPr>
              <a:t>par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4054"/>
                </a:solidFill>
                <a:latin typeface="Monaco"/>
                <a:cs typeface="Monaco"/>
              </a:rPr>
              <a:t>findFirst()</a:t>
            </a:r>
            <a:r>
              <a:rPr sz="1300" dirty="0">
                <a:solidFill>
                  <a:srgbClr val="334054"/>
                </a:solidFill>
                <a:latin typeface="Arial"/>
                <a:cs typeface="Arial"/>
              </a:rPr>
              <a:t>,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4054"/>
                </a:solidFill>
                <a:latin typeface="Monaco"/>
                <a:cs typeface="Monaco"/>
              </a:rPr>
              <a:t>min()</a:t>
            </a:r>
            <a:r>
              <a:rPr sz="1300" dirty="0">
                <a:solidFill>
                  <a:srgbClr val="334054"/>
                </a:solidFill>
                <a:latin typeface="Arial"/>
                <a:cs typeface="Arial"/>
              </a:rPr>
              <a:t>,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4054"/>
                </a:solidFill>
                <a:latin typeface="Monaco"/>
                <a:cs typeface="Monaco"/>
              </a:rPr>
              <a:t>max()</a:t>
            </a:r>
            <a:r>
              <a:rPr sz="1300" dirty="0">
                <a:solidFill>
                  <a:srgbClr val="334054"/>
                </a:solidFill>
                <a:latin typeface="Arial"/>
                <a:cs typeface="Arial"/>
              </a:rPr>
              <a:t>,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4054"/>
                </a:solidFill>
                <a:latin typeface="Monaco"/>
                <a:cs typeface="Monaco"/>
              </a:rPr>
              <a:t>reduce()</a:t>
            </a:r>
            <a:r>
              <a:rPr sz="1100" spc="-315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300" spc="-60" dirty="0">
                <a:solidFill>
                  <a:srgbClr val="334054"/>
                </a:solidFill>
                <a:latin typeface="Arial"/>
                <a:cs typeface="Arial"/>
              </a:rPr>
              <a:t>quand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34054"/>
                </a:solidFill>
                <a:latin typeface="Arial"/>
                <a:cs typeface="Arial"/>
              </a:rPr>
              <a:t>résultat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n'est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34054"/>
                </a:solidFill>
                <a:latin typeface="Arial"/>
                <a:cs typeface="Arial"/>
              </a:rPr>
              <a:t>pas</a:t>
            </a:r>
            <a:r>
              <a:rPr sz="13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34054"/>
                </a:solidFill>
                <a:latin typeface="Arial"/>
                <a:cs typeface="Arial"/>
              </a:rPr>
              <a:t>garanti.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300" b="1" spc="-80" dirty="0">
                <a:solidFill>
                  <a:srgbClr val="334054"/>
                </a:solidFill>
                <a:latin typeface="Arial"/>
                <a:cs typeface="Arial"/>
              </a:rPr>
              <a:t>Attention</a:t>
            </a:r>
            <a:r>
              <a:rPr sz="1300" b="1" spc="-7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b="1" spc="-70" dirty="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sz="1300" b="1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90" dirty="0">
                <a:solidFill>
                  <a:srgbClr val="334054"/>
                </a:solidFill>
                <a:latin typeface="Arial"/>
                <a:cs typeface="Arial"/>
              </a:rPr>
              <a:t>Ne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34054"/>
                </a:solidFill>
                <a:latin typeface="Arial"/>
                <a:cs typeface="Arial"/>
              </a:rPr>
              <a:t>jamais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34054"/>
                </a:solidFill>
                <a:latin typeface="Arial"/>
                <a:cs typeface="Arial"/>
              </a:rPr>
              <a:t>appeler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4054"/>
                </a:solidFill>
                <a:latin typeface="Monaco"/>
                <a:cs typeface="Monaco"/>
              </a:rPr>
              <a:t>get()</a:t>
            </a:r>
            <a:r>
              <a:rPr sz="1100" spc="-320" dirty="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sz="1300" spc="-75" dirty="0">
                <a:solidFill>
                  <a:srgbClr val="334054"/>
                </a:solidFill>
                <a:latin typeface="Arial"/>
                <a:cs typeface="Arial"/>
              </a:rPr>
              <a:t>sans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vérifier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34054"/>
                </a:solidFill>
                <a:latin typeface="Arial"/>
                <a:cs typeface="Arial"/>
              </a:rPr>
              <a:t>!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334054"/>
                </a:solidFill>
                <a:latin typeface="Arial"/>
                <a:cs typeface="Arial"/>
              </a:rPr>
              <a:t>Préférez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sz="13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334054"/>
                </a:solidFill>
                <a:latin typeface="Arial"/>
                <a:cs typeface="Arial"/>
              </a:rPr>
              <a:t>méthodes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34054"/>
                </a:solidFill>
                <a:latin typeface="Arial"/>
                <a:cs typeface="Arial"/>
              </a:rPr>
              <a:t>fonctionnelles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34054"/>
                </a:solidFill>
                <a:latin typeface="Arial"/>
                <a:cs typeface="Arial"/>
              </a:rPr>
              <a:t>(</a:t>
            </a:r>
            <a:r>
              <a:rPr sz="1100" dirty="0">
                <a:solidFill>
                  <a:srgbClr val="334054"/>
                </a:solidFill>
                <a:latin typeface="Monaco"/>
                <a:cs typeface="Monaco"/>
              </a:rPr>
              <a:t>ifPresent</a:t>
            </a:r>
            <a:r>
              <a:rPr sz="1300" dirty="0">
                <a:solidFill>
                  <a:srgbClr val="334054"/>
                </a:solidFill>
                <a:latin typeface="Arial"/>
                <a:cs typeface="Arial"/>
              </a:rPr>
              <a:t>,</a:t>
            </a:r>
            <a:r>
              <a:rPr sz="13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Monaco"/>
                <a:cs typeface="Monaco"/>
              </a:rPr>
              <a:t>orElse</a:t>
            </a:r>
            <a:r>
              <a:rPr sz="1300" spc="-10" dirty="0">
                <a:solidFill>
                  <a:srgbClr val="334054"/>
                </a:solidFill>
                <a:latin typeface="Arial"/>
                <a:cs typeface="Arial"/>
              </a:rPr>
              <a:t>).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6249" y="1352549"/>
            <a:ext cx="228600" cy="228600"/>
            <a:chOff x="476249" y="1352549"/>
            <a:chExt cx="228600" cy="2286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49" y="1352549"/>
              <a:ext cx="228600" cy="2285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6574" y="1403349"/>
              <a:ext cx="107950" cy="11747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76249" y="1676399"/>
            <a:ext cx="228600" cy="228600"/>
            <a:chOff x="476249" y="1676399"/>
            <a:chExt cx="228600" cy="22860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6249" y="1676399"/>
              <a:ext cx="228600" cy="2285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224" y="1733549"/>
              <a:ext cx="120650" cy="10477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24562" y="2197099"/>
            <a:ext cx="142875" cy="16827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07848" y="2535936"/>
            <a:ext cx="11576685" cy="4148454"/>
            <a:chOff x="307848" y="2535936"/>
            <a:chExt cx="11576685" cy="4148454"/>
          </a:xfrm>
        </p:grpSpPr>
        <p:sp>
          <p:nvSpPr>
            <p:cNvPr id="15" name="object 15"/>
            <p:cNvSpPr/>
            <p:nvPr/>
          </p:nvSpPr>
          <p:spPr>
            <a:xfrm>
              <a:off x="307848" y="2535936"/>
              <a:ext cx="11576685" cy="4148454"/>
            </a:xfrm>
            <a:custGeom>
              <a:avLst/>
              <a:gdLst/>
              <a:ahLst/>
              <a:cxnLst/>
              <a:rect l="l" t="t" r="r" b="b"/>
              <a:pathLst>
                <a:path w="11576685" h="4148454">
                  <a:moveTo>
                    <a:pt x="11576304" y="4148328"/>
                  </a:moveTo>
                  <a:lnTo>
                    <a:pt x="0" y="4148328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45338"/>
                  </a:lnTo>
                  <a:lnTo>
                    <a:pt x="130301" y="45338"/>
                  </a:lnTo>
                  <a:lnTo>
                    <a:pt x="120799" y="46210"/>
                  </a:lnTo>
                  <a:lnTo>
                    <a:pt x="86164" y="74681"/>
                  </a:lnTo>
                  <a:lnTo>
                    <a:pt x="82676" y="92963"/>
                  </a:lnTo>
                  <a:lnTo>
                    <a:pt x="82676" y="3979163"/>
                  </a:lnTo>
                  <a:lnTo>
                    <a:pt x="103961" y="4018941"/>
                  </a:lnTo>
                  <a:lnTo>
                    <a:pt x="130301" y="4026788"/>
                  </a:lnTo>
                  <a:lnTo>
                    <a:pt x="11576304" y="4026788"/>
                  </a:lnTo>
                  <a:lnTo>
                    <a:pt x="11576304" y="4148328"/>
                  </a:lnTo>
                  <a:close/>
                </a:path>
                <a:path w="11576685" h="4148454">
                  <a:moveTo>
                    <a:pt x="11576304" y="4026788"/>
                  </a:moveTo>
                  <a:lnTo>
                    <a:pt x="11446001" y="4026788"/>
                  </a:lnTo>
                  <a:lnTo>
                    <a:pt x="11455503" y="4025916"/>
                  </a:lnTo>
                  <a:lnTo>
                    <a:pt x="11464283" y="4023300"/>
                  </a:lnTo>
                  <a:lnTo>
                    <a:pt x="11492754" y="3988665"/>
                  </a:lnTo>
                  <a:lnTo>
                    <a:pt x="11493626" y="3979163"/>
                  </a:lnTo>
                  <a:lnTo>
                    <a:pt x="11493626" y="92963"/>
                  </a:lnTo>
                  <a:lnTo>
                    <a:pt x="11472341" y="53184"/>
                  </a:lnTo>
                  <a:lnTo>
                    <a:pt x="11446001" y="45338"/>
                  </a:lnTo>
                  <a:lnTo>
                    <a:pt x="11576304" y="45338"/>
                  </a:lnTo>
                  <a:lnTo>
                    <a:pt x="11576304" y="40267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0049" y="2571749"/>
              <a:ext cx="11410950" cy="4000500"/>
            </a:xfrm>
            <a:custGeom>
              <a:avLst/>
              <a:gdLst/>
              <a:ahLst/>
              <a:cxnLst/>
              <a:rect l="l" t="t" r="r" b="b"/>
              <a:pathLst>
                <a:path w="11410950" h="4000500">
                  <a:moveTo>
                    <a:pt x="11357551" y="4000499"/>
                  </a:moveTo>
                  <a:lnTo>
                    <a:pt x="33047" y="4000499"/>
                  </a:lnTo>
                  <a:lnTo>
                    <a:pt x="28187" y="3999048"/>
                  </a:lnTo>
                  <a:lnTo>
                    <a:pt x="966" y="3958217"/>
                  </a:lnTo>
                  <a:lnTo>
                    <a:pt x="0" y="3950927"/>
                  </a:lnTo>
                  <a:lnTo>
                    <a:pt x="0" y="39433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1357551" y="0"/>
                  </a:lnTo>
                  <a:lnTo>
                    <a:pt x="11396863" y="19391"/>
                  </a:lnTo>
                  <a:lnTo>
                    <a:pt x="11410949" y="53397"/>
                  </a:lnTo>
                  <a:lnTo>
                    <a:pt x="11410949" y="3947101"/>
                  </a:lnTo>
                  <a:lnTo>
                    <a:pt x="11391556" y="3986413"/>
                  </a:lnTo>
                  <a:lnTo>
                    <a:pt x="11361267" y="4000132"/>
                  </a:lnTo>
                  <a:lnTo>
                    <a:pt x="11357551" y="40004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999" y="2571749"/>
              <a:ext cx="52069" cy="4000500"/>
            </a:xfrm>
            <a:custGeom>
              <a:avLst/>
              <a:gdLst/>
              <a:ahLst/>
              <a:cxnLst/>
              <a:rect l="l" t="t" r="r" b="b"/>
              <a:pathLst>
                <a:path w="52070" h="4000500">
                  <a:moveTo>
                    <a:pt x="51889" y="4000499"/>
                  </a:moveTo>
                  <a:lnTo>
                    <a:pt x="49571" y="4000499"/>
                  </a:lnTo>
                  <a:lnTo>
                    <a:pt x="42281" y="3999048"/>
                  </a:lnTo>
                  <a:lnTo>
                    <a:pt x="7250" y="3972220"/>
                  </a:lnTo>
                  <a:lnTo>
                    <a:pt x="0" y="39509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943349"/>
                  </a:lnTo>
                  <a:lnTo>
                    <a:pt x="43679" y="3983760"/>
                  </a:lnTo>
                  <a:lnTo>
                    <a:pt x="47399" y="3994919"/>
                  </a:lnTo>
                  <a:lnTo>
                    <a:pt x="51889" y="40004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6899" y="3250564"/>
            <a:ext cx="4278630" cy="24199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75" dirty="0">
                <a:solidFill>
                  <a:srgbClr val="7C3AEC"/>
                </a:solidFill>
                <a:latin typeface="Times New Roman"/>
                <a:cs typeface="Times New Roman"/>
              </a:rPr>
              <a:t>Optional</a:t>
            </a:r>
            <a:r>
              <a:rPr sz="850" spc="75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7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75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26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85" dirty="0">
                <a:solidFill>
                  <a:srgbClr val="334054"/>
                </a:solidFill>
                <a:latin typeface="Times New Roman"/>
                <a:cs typeface="Times New Roman"/>
              </a:rPr>
              <a:t>opt</a:t>
            </a:r>
            <a:r>
              <a:rPr sz="1050" spc="2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2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05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90"/>
              </a:spcBef>
              <a:tabLst>
                <a:tab pos="1041400" algn="l"/>
              </a:tabLst>
            </a:pP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80" dirty="0">
                <a:solidFill>
                  <a:srgbClr val="DA2677"/>
                </a:solidFill>
                <a:latin typeface="Times New Roman"/>
                <a:cs typeface="Times New Roman"/>
              </a:rPr>
              <a:t>filter</a:t>
            </a:r>
            <a:r>
              <a:rPr sz="1050" spc="180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2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334054"/>
                </a:solidFill>
                <a:latin typeface="Times New Roman"/>
                <a:cs typeface="Times New Roman"/>
              </a:rPr>
              <a:t>e.getMoyenne()</a:t>
            </a:r>
            <a:r>
              <a:rPr sz="1050" spc="2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2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0890B1"/>
                </a:solidFill>
                <a:latin typeface="Times New Roman"/>
                <a:cs typeface="Times New Roman"/>
              </a:rPr>
              <a:t>18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).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findFirst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81280">
              <a:lnSpc>
                <a:spcPct val="100000"/>
              </a:lnSpc>
            </a:pPr>
            <a:r>
              <a:rPr sz="1100" i="1" spc="229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Vérifier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avant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prendre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(style</a:t>
            </a:r>
            <a:r>
              <a:rPr sz="1100" i="1" spc="3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5" dirty="0">
                <a:solidFill>
                  <a:srgbClr val="94A2B8"/>
                </a:solidFill>
                <a:latin typeface="Times New Roman"/>
                <a:cs typeface="Times New Roman"/>
              </a:rPr>
              <a:t>impératif)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900" b="1" spc="260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900" b="1" spc="35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(opt.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isPresent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())</a:t>
            </a:r>
            <a:r>
              <a:rPr sz="10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r>
              <a:rPr sz="10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.out.</a:t>
            </a:r>
            <a:r>
              <a:rPr sz="1050" spc="125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(opt.</a:t>
            </a:r>
            <a:r>
              <a:rPr sz="1050" spc="125" dirty="0">
                <a:solidFill>
                  <a:srgbClr val="DA2677"/>
                </a:solidFill>
                <a:latin typeface="Times New Roman"/>
                <a:cs typeface="Times New Roman"/>
              </a:rPr>
              <a:t>get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());</a:t>
            </a:r>
            <a:r>
              <a:rPr sz="10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-50" dirty="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81280">
              <a:lnSpc>
                <a:spcPct val="100000"/>
              </a:lnSpc>
            </a:pPr>
            <a:r>
              <a:rPr sz="1100" i="1" spc="229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5" dirty="0">
                <a:solidFill>
                  <a:srgbClr val="94A2B8"/>
                </a:solidFill>
                <a:latin typeface="Times New Roman"/>
                <a:cs typeface="Times New Roman"/>
              </a:rPr>
              <a:t>Exécuter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2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présent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(style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5" dirty="0">
                <a:solidFill>
                  <a:srgbClr val="94A2B8"/>
                </a:solidFill>
                <a:latin typeface="Times New Roman"/>
                <a:cs typeface="Times New Roman"/>
              </a:rPr>
              <a:t>fonctionnel</a:t>
            </a:r>
            <a:r>
              <a:rPr sz="1100" i="1" spc="28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-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95" dirty="0">
                <a:solidFill>
                  <a:srgbClr val="94A2B8"/>
                </a:solidFill>
                <a:latin typeface="Times New Roman"/>
                <a:cs typeface="Times New Roman"/>
              </a:rPr>
              <a:t>RECOMMANDÉ)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  <a:tabLst>
                <a:tab pos="1178560" algn="l"/>
              </a:tabLst>
            </a:pP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opt.</a:t>
            </a:r>
            <a:r>
              <a:rPr sz="1050" spc="114" dirty="0">
                <a:solidFill>
                  <a:srgbClr val="DA2677"/>
                </a:solidFill>
                <a:latin typeface="Times New Roman"/>
                <a:cs typeface="Times New Roman"/>
              </a:rPr>
              <a:t>ifPresent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26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.out.</a:t>
            </a:r>
            <a:r>
              <a:rPr sz="1050" spc="90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90" dirty="0">
                <a:solidFill>
                  <a:srgbClr val="16A24A"/>
                </a:solidFill>
                <a:latin typeface="Times New Roman"/>
                <a:cs typeface="Times New Roman"/>
              </a:rPr>
              <a:t>"Trouvé</a:t>
            </a:r>
            <a:r>
              <a:rPr sz="1050" spc="26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245" dirty="0">
                <a:solidFill>
                  <a:srgbClr val="16A24A"/>
                </a:solidFill>
                <a:latin typeface="Times New Roman"/>
                <a:cs typeface="Times New Roman"/>
              </a:rPr>
              <a:t>:</a:t>
            </a:r>
            <a:r>
              <a:rPr sz="1050" spc="27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05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26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2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e));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81280">
              <a:lnSpc>
                <a:spcPct val="100000"/>
              </a:lnSpc>
            </a:pPr>
            <a:r>
              <a:rPr sz="1100" i="1" spc="229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3.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Valeur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défaut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5" dirty="0">
                <a:solidFill>
                  <a:srgbClr val="94A2B8"/>
                </a:solidFill>
                <a:latin typeface="Times New Roman"/>
                <a:cs typeface="Times New Roman"/>
              </a:rPr>
              <a:t>absent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50" spc="9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27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0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opt.</a:t>
            </a:r>
            <a:r>
              <a:rPr sz="1050" spc="95" dirty="0">
                <a:solidFill>
                  <a:srgbClr val="DA2677"/>
                </a:solidFill>
                <a:latin typeface="Times New Roman"/>
                <a:cs typeface="Times New Roman"/>
              </a:rPr>
              <a:t>orElse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900" b="1" spc="95" dirty="0">
                <a:solidFill>
                  <a:srgbClr val="2562EB"/>
                </a:solidFill>
                <a:latin typeface="Times New Roman"/>
                <a:cs typeface="Times New Roman"/>
              </a:rPr>
              <a:t>new</a:t>
            </a:r>
            <a:r>
              <a:rPr sz="900" b="1" spc="31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7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7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75" dirty="0">
                <a:solidFill>
                  <a:srgbClr val="16A24A"/>
                </a:solidFill>
                <a:latin typeface="Times New Roman"/>
                <a:cs typeface="Times New Roman"/>
              </a:rPr>
              <a:t>"X000"</a:t>
            </a:r>
            <a:r>
              <a:rPr sz="1050" spc="75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16A24A"/>
                </a:solidFill>
                <a:latin typeface="Times New Roman"/>
                <a:cs typeface="Times New Roman"/>
              </a:rPr>
              <a:t>"Inconnu"</a:t>
            </a: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28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0890B1"/>
                </a:solidFill>
                <a:latin typeface="Times New Roman"/>
                <a:cs typeface="Times New Roman"/>
              </a:rPr>
              <a:t>0.0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81280">
              <a:lnSpc>
                <a:spcPct val="100000"/>
              </a:lnSpc>
            </a:pPr>
            <a:r>
              <a:rPr sz="1100" i="1" spc="229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4.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Lancer</a:t>
            </a:r>
            <a:r>
              <a:rPr sz="1100" i="1" spc="30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une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exception</a:t>
            </a:r>
            <a:r>
              <a:rPr sz="11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30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5" dirty="0">
                <a:solidFill>
                  <a:srgbClr val="94A2B8"/>
                </a:solidFill>
                <a:latin typeface="Times New Roman"/>
                <a:cs typeface="Times New Roman"/>
              </a:rPr>
              <a:t>absent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2344420" algn="l"/>
              </a:tabLst>
            </a:pPr>
            <a:r>
              <a:rPr sz="1050" spc="9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29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e2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75" dirty="0">
                <a:solidFill>
                  <a:srgbClr val="334054"/>
                </a:solidFill>
                <a:latin typeface="Times New Roman"/>
                <a:cs typeface="Times New Roman"/>
              </a:rPr>
              <a:t>opt.</a:t>
            </a:r>
            <a:r>
              <a:rPr sz="1050" spc="75" dirty="0">
                <a:solidFill>
                  <a:srgbClr val="DA2677"/>
                </a:solidFill>
                <a:latin typeface="Times New Roman"/>
                <a:cs typeface="Times New Roman"/>
              </a:rPr>
              <a:t>orElseThrow</a:t>
            </a:r>
            <a:r>
              <a:rPr sz="1050" spc="75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29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2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NoSuchElementException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5480" y="5656168"/>
            <a:ext cx="2842895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i="1" spc="229" dirty="0">
                <a:solidFill>
                  <a:srgbClr val="94A2B8"/>
                </a:solidFill>
                <a:latin typeface="Times New Roman"/>
                <a:cs typeface="Times New Roman"/>
              </a:rPr>
              <a:t>/ </a:t>
            </a:r>
            <a:r>
              <a:rPr sz="1100" dirty="0">
                <a:solidFill>
                  <a:srgbClr val="94A2B8"/>
                </a:solidFill>
                <a:latin typeface="Apple Color Emoji"/>
                <a:cs typeface="Apple Color Emoji"/>
              </a:rPr>
              <a:t>⚠</a:t>
            </a:r>
            <a:r>
              <a:rPr sz="1100" spc="-560" dirty="0">
                <a:solidFill>
                  <a:srgbClr val="94A2B8"/>
                </a:solidFill>
                <a:latin typeface="Apple Color Emoji"/>
                <a:cs typeface="Apple Color Emoji"/>
              </a:rPr>
              <a:t> </a:t>
            </a:r>
            <a:r>
              <a:rPr sz="11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JAMAIS</a:t>
            </a:r>
            <a:r>
              <a:rPr sz="1100" i="1" spc="2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opt.get()</a:t>
            </a:r>
            <a:r>
              <a:rPr sz="11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0" dirty="0">
                <a:solidFill>
                  <a:srgbClr val="94A2B8"/>
                </a:solidFill>
                <a:latin typeface="Times New Roman"/>
                <a:cs typeface="Times New Roman"/>
              </a:rPr>
              <a:t>sans</a:t>
            </a:r>
            <a:r>
              <a:rPr sz="1100" i="1" spc="2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vérification</a:t>
            </a:r>
            <a:r>
              <a:rPr sz="1100" i="1" spc="25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!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19499" y="5676899"/>
            <a:ext cx="552450" cy="190500"/>
          </a:xfrm>
          <a:custGeom>
            <a:avLst/>
            <a:gdLst/>
            <a:ahLst/>
            <a:cxnLst/>
            <a:rect l="l" t="t" r="r" b="b"/>
            <a:pathLst>
              <a:path w="552450" h="190500">
                <a:moveTo>
                  <a:pt x="519402" y="190499"/>
                </a:moveTo>
                <a:lnTo>
                  <a:pt x="33047" y="190499"/>
                </a:lnTo>
                <a:lnTo>
                  <a:pt x="28187" y="189532"/>
                </a:lnTo>
                <a:lnTo>
                  <a:pt x="966" y="162311"/>
                </a:lnTo>
                <a:lnTo>
                  <a:pt x="0" y="157452"/>
                </a:lnTo>
                <a:lnTo>
                  <a:pt x="0" y="1523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19402" y="0"/>
                </a:lnTo>
                <a:lnTo>
                  <a:pt x="551482" y="28187"/>
                </a:lnTo>
                <a:lnTo>
                  <a:pt x="552449" y="33047"/>
                </a:lnTo>
                <a:lnTo>
                  <a:pt x="552449" y="157452"/>
                </a:lnTo>
                <a:lnTo>
                  <a:pt x="524262" y="189532"/>
                </a:lnTo>
                <a:lnTo>
                  <a:pt x="519402" y="190499"/>
                </a:lnTo>
                <a:close/>
              </a:path>
            </a:pathLst>
          </a:custGeom>
          <a:solidFill>
            <a:srgbClr val="FE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665735" y="5672675"/>
            <a:ext cx="46355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i="1" spc="-110" dirty="0">
                <a:solidFill>
                  <a:srgbClr val="991B1B"/>
                </a:solidFill>
                <a:latin typeface="Arial-BoldItalicMT"/>
                <a:cs typeface="Arial-BoldItalicMT"/>
              </a:rPr>
              <a:t>DANGER</a:t>
            </a:r>
            <a:endParaRPr sz="950">
              <a:latin typeface="Arial-BoldItalicMT"/>
              <a:cs typeface="Arial-BoldItalic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23" name="object 23"/>
            <p:cNvSpPr/>
            <p:nvPr/>
          </p:nvSpPr>
          <p:spPr>
            <a:xfrm>
              <a:off x="10477499" y="6800849"/>
              <a:ext cx="1714500" cy="57150"/>
            </a:xfrm>
            <a:custGeom>
              <a:avLst/>
              <a:gdLst/>
              <a:ahLst/>
              <a:cxnLst/>
              <a:rect l="l" t="t" r="r" b="b"/>
              <a:pathLst>
                <a:path w="1714500" h="57150">
                  <a:moveTo>
                    <a:pt x="0" y="57149"/>
                  </a:moveTo>
                  <a:lnTo>
                    <a:pt x="1714499" y="57149"/>
                  </a:lnTo>
                  <a:lnTo>
                    <a:pt x="17144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6800849"/>
              <a:ext cx="10477500" cy="57150"/>
            </a:xfrm>
            <a:custGeom>
              <a:avLst/>
              <a:gdLst/>
              <a:ahLst/>
              <a:cxnLst/>
              <a:rect l="l" t="t" r="r" b="b"/>
              <a:pathLst>
                <a:path w="10477500" h="57150">
                  <a:moveTo>
                    <a:pt x="104774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0477499" y="0"/>
                  </a:lnTo>
                  <a:lnTo>
                    <a:pt x="1047749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49/57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Matching</a:t>
            </a:r>
            <a:r>
              <a:rPr spc="-140" dirty="0"/>
              <a:t> </a:t>
            </a:r>
            <a:r>
              <a:rPr spc="-130" dirty="0"/>
              <a:t>:</a:t>
            </a:r>
            <a:r>
              <a:rPr spc="-135" dirty="0"/>
              <a:t> </a:t>
            </a:r>
            <a:r>
              <a:rPr spc="-125" dirty="0"/>
              <a:t>anyMatch,</a:t>
            </a:r>
            <a:r>
              <a:rPr spc="-215" dirty="0"/>
              <a:t> </a:t>
            </a:r>
            <a:r>
              <a:rPr spc="-114" dirty="0"/>
              <a:t>allMatch,</a:t>
            </a:r>
            <a:r>
              <a:rPr spc="-215" dirty="0"/>
              <a:t> </a:t>
            </a:r>
            <a:r>
              <a:rPr spc="-125" dirty="0"/>
              <a:t>noneMatch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71624" y="5143499"/>
            <a:ext cx="9048750" cy="752475"/>
            <a:chOff x="1571624" y="5143499"/>
            <a:chExt cx="9048750" cy="752475"/>
          </a:xfrm>
        </p:grpSpPr>
        <p:sp>
          <p:nvSpPr>
            <p:cNvPr id="4" name="object 4"/>
            <p:cNvSpPr/>
            <p:nvPr/>
          </p:nvSpPr>
          <p:spPr>
            <a:xfrm>
              <a:off x="1576387" y="5148262"/>
              <a:ext cx="9039225" cy="742950"/>
            </a:xfrm>
            <a:custGeom>
              <a:avLst/>
              <a:gdLst/>
              <a:ahLst/>
              <a:cxnLst/>
              <a:rect l="l" t="t" r="r" b="b"/>
              <a:pathLst>
                <a:path w="9039225" h="742950">
                  <a:moveTo>
                    <a:pt x="8972477" y="742949"/>
                  </a:moveTo>
                  <a:lnTo>
                    <a:pt x="66747" y="742949"/>
                  </a:lnTo>
                  <a:lnTo>
                    <a:pt x="62101" y="742492"/>
                  </a:lnTo>
                  <a:lnTo>
                    <a:pt x="24240" y="725342"/>
                  </a:lnTo>
                  <a:lnTo>
                    <a:pt x="2287" y="690049"/>
                  </a:lnTo>
                  <a:lnTo>
                    <a:pt x="0" y="676202"/>
                  </a:lnTo>
                  <a:lnTo>
                    <a:pt x="0" y="6715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8972477" y="0"/>
                  </a:lnTo>
                  <a:lnTo>
                    <a:pt x="9011374" y="14645"/>
                  </a:lnTo>
                  <a:lnTo>
                    <a:pt x="9035580" y="48432"/>
                  </a:lnTo>
                  <a:lnTo>
                    <a:pt x="9039224" y="66746"/>
                  </a:lnTo>
                  <a:lnTo>
                    <a:pt x="9039224" y="676202"/>
                  </a:lnTo>
                  <a:lnTo>
                    <a:pt x="9024578" y="715101"/>
                  </a:lnTo>
                  <a:lnTo>
                    <a:pt x="8990790" y="739306"/>
                  </a:lnTo>
                  <a:lnTo>
                    <a:pt x="8977122" y="742492"/>
                  </a:lnTo>
                  <a:lnTo>
                    <a:pt x="8972477" y="74294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76387" y="5148262"/>
              <a:ext cx="9039225" cy="742950"/>
            </a:xfrm>
            <a:custGeom>
              <a:avLst/>
              <a:gdLst/>
              <a:ahLst/>
              <a:cxnLst/>
              <a:rect l="l" t="t" r="r" b="b"/>
              <a:pathLst>
                <a:path w="9039225" h="742950">
                  <a:moveTo>
                    <a:pt x="0" y="6715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8967786" y="0"/>
                  </a:lnTo>
                  <a:lnTo>
                    <a:pt x="8972477" y="0"/>
                  </a:lnTo>
                  <a:lnTo>
                    <a:pt x="8977122" y="457"/>
                  </a:lnTo>
                  <a:lnTo>
                    <a:pt x="8981723" y="1372"/>
                  </a:lnTo>
                  <a:lnTo>
                    <a:pt x="8986324" y="2287"/>
                  </a:lnTo>
                  <a:lnTo>
                    <a:pt x="8990790" y="3642"/>
                  </a:lnTo>
                  <a:lnTo>
                    <a:pt x="8995123" y="5438"/>
                  </a:lnTo>
                  <a:lnTo>
                    <a:pt x="8999457" y="7232"/>
                  </a:lnTo>
                  <a:lnTo>
                    <a:pt x="9018300" y="20923"/>
                  </a:lnTo>
                  <a:lnTo>
                    <a:pt x="9021617" y="24239"/>
                  </a:lnTo>
                  <a:lnTo>
                    <a:pt x="9024578" y="27848"/>
                  </a:lnTo>
                  <a:lnTo>
                    <a:pt x="9027184" y="31748"/>
                  </a:lnTo>
                  <a:lnTo>
                    <a:pt x="9029791" y="35649"/>
                  </a:lnTo>
                  <a:lnTo>
                    <a:pt x="9039224" y="66746"/>
                  </a:lnTo>
                  <a:lnTo>
                    <a:pt x="9039224" y="71437"/>
                  </a:lnTo>
                  <a:lnTo>
                    <a:pt x="9039224" y="671512"/>
                  </a:lnTo>
                  <a:lnTo>
                    <a:pt x="9039224" y="676202"/>
                  </a:lnTo>
                  <a:lnTo>
                    <a:pt x="9038767" y="680848"/>
                  </a:lnTo>
                  <a:lnTo>
                    <a:pt x="9027184" y="711200"/>
                  </a:lnTo>
                  <a:lnTo>
                    <a:pt x="9024578" y="715101"/>
                  </a:lnTo>
                  <a:lnTo>
                    <a:pt x="9021617" y="718709"/>
                  </a:lnTo>
                  <a:lnTo>
                    <a:pt x="9018300" y="722026"/>
                  </a:lnTo>
                  <a:lnTo>
                    <a:pt x="9014982" y="725342"/>
                  </a:lnTo>
                  <a:lnTo>
                    <a:pt x="8981723" y="741576"/>
                  </a:lnTo>
                  <a:lnTo>
                    <a:pt x="8977122" y="742492"/>
                  </a:lnTo>
                  <a:lnTo>
                    <a:pt x="8972477" y="742949"/>
                  </a:lnTo>
                  <a:lnTo>
                    <a:pt x="8967786" y="742949"/>
                  </a:lnTo>
                  <a:lnTo>
                    <a:pt x="71437" y="742949"/>
                  </a:lnTo>
                  <a:lnTo>
                    <a:pt x="66747" y="742949"/>
                  </a:lnTo>
                  <a:lnTo>
                    <a:pt x="62101" y="742492"/>
                  </a:lnTo>
                  <a:lnTo>
                    <a:pt x="57500" y="741576"/>
                  </a:lnTo>
                  <a:lnTo>
                    <a:pt x="52900" y="740661"/>
                  </a:lnTo>
                  <a:lnTo>
                    <a:pt x="31749" y="730909"/>
                  </a:lnTo>
                  <a:lnTo>
                    <a:pt x="27848" y="728303"/>
                  </a:lnTo>
                  <a:lnTo>
                    <a:pt x="24240" y="725342"/>
                  </a:lnTo>
                  <a:lnTo>
                    <a:pt x="20923" y="722026"/>
                  </a:lnTo>
                  <a:lnTo>
                    <a:pt x="17606" y="718709"/>
                  </a:lnTo>
                  <a:lnTo>
                    <a:pt x="1372" y="685448"/>
                  </a:lnTo>
                  <a:lnTo>
                    <a:pt x="457" y="680848"/>
                  </a:lnTo>
                  <a:lnTo>
                    <a:pt x="0" y="676202"/>
                  </a:lnTo>
                  <a:lnTo>
                    <a:pt x="0" y="671512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1174" y="5419724"/>
              <a:ext cx="149225" cy="20002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068512" y="5249564"/>
            <a:ext cx="7887970" cy="46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100"/>
              </a:spcBef>
            </a:pP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Performance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993312"/>
                </a:solidFill>
                <a:latin typeface="Arial"/>
                <a:cs typeface="Arial"/>
              </a:rPr>
              <a:t>Ces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opérations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utilisent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rgbClr val="993312"/>
                </a:solidFill>
                <a:latin typeface="Arial"/>
                <a:cs typeface="Arial"/>
              </a:rPr>
              <a:t>court-</a:t>
            </a:r>
            <a:r>
              <a:rPr sz="1300" b="1" spc="-65" dirty="0">
                <a:solidFill>
                  <a:srgbClr val="993312"/>
                </a:solidFill>
                <a:latin typeface="Arial"/>
                <a:cs typeface="Arial"/>
              </a:rPr>
              <a:t>circuit</a:t>
            </a:r>
            <a:r>
              <a:rPr sz="1300" b="1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(short-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circuiting).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Elles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ne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parcourent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pas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tout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Stream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si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la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réponse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est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trouvée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avant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la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fin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(exactement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comme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les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opérateurs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||</a:t>
            </a:r>
            <a:r>
              <a:rPr sz="1100" spc="-34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et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3312"/>
                </a:solidFill>
                <a:latin typeface="Monaco"/>
                <a:cs typeface="Monaco"/>
              </a:rPr>
              <a:t>&amp;&amp;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).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99616" y="1670304"/>
            <a:ext cx="9192895" cy="3298190"/>
            <a:chOff x="1499616" y="1670304"/>
            <a:chExt cx="9192895" cy="3298190"/>
          </a:xfrm>
        </p:grpSpPr>
        <p:sp>
          <p:nvSpPr>
            <p:cNvPr id="9" name="object 9"/>
            <p:cNvSpPr/>
            <p:nvPr/>
          </p:nvSpPr>
          <p:spPr>
            <a:xfrm>
              <a:off x="1499616" y="1670304"/>
              <a:ext cx="9192895" cy="3298190"/>
            </a:xfrm>
            <a:custGeom>
              <a:avLst/>
              <a:gdLst/>
              <a:ahLst/>
              <a:cxnLst/>
              <a:rect l="l" t="t" r="r" b="b"/>
              <a:pathLst>
                <a:path w="9192895" h="3298190">
                  <a:moveTo>
                    <a:pt x="9192768" y="3297936"/>
                  </a:moveTo>
                  <a:lnTo>
                    <a:pt x="0" y="3297936"/>
                  </a:lnTo>
                  <a:lnTo>
                    <a:pt x="0" y="0"/>
                  </a:lnTo>
                  <a:lnTo>
                    <a:pt x="9192768" y="0"/>
                  </a:lnTo>
                  <a:lnTo>
                    <a:pt x="9192768" y="44195"/>
                  </a:lnTo>
                  <a:lnTo>
                    <a:pt x="129158" y="44195"/>
                  </a:lnTo>
                  <a:lnTo>
                    <a:pt x="119656" y="45067"/>
                  </a:lnTo>
                  <a:lnTo>
                    <a:pt x="85021" y="73538"/>
                  </a:lnTo>
                  <a:lnTo>
                    <a:pt x="81533" y="91820"/>
                  </a:lnTo>
                  <a:lnTo>
                    <a:pt x="81533" y="3130295"/>
                  </a:lnTo>
                  <a:lnTo>
                    <a:pt x="102818" y="3170074"/>
                  </a:lnTo>
                  <a:lnTo>
                    <a:pt x="129158" y="3177920"/>
                  </a:lnTo>
                  <a:lnTo>
                    <a:pt x="9192768" y="3177920"/>
                  </a:lnTo>
                  <a:lnTo>
                    <a:pt x="9192768" y="3297936"/>
                  </a:lnTo>
                  <a:close/>
                </a:path>
                <a:path w="9192895" h="3298190">
                  <a:moveTo>
                    <a:pt x="9192768" y="3177920"/>
                  </a:moveTo>
                  <a:lnTo>
                    <a:pt x="9063608" y="3177920"/>
                  </a:lnTo>
                  <a:lnTo>
                    <a:pt x="9073110" y="3177048"/>
                  </a:lnTo>
                  <a:lnTo>
                    <a:pt x="9081890" y="3174433"/>
                  </a:lnTo>
                  <a:lnTo>
                    <a:pt x="9110361" y="3139797"/>
                  </a:lnTo>
                  <a:lnTo>
                    <a:pt x="9111233" y="3130295"/>
                  </a:lnTo>
                  <a:lnTo>
                    <a:pt x="9111233" y="91820"/>
                  </a:lnTo>
                  <a:lnTo>
                    <a:pt x="9089947" y="52042"/>
                  </a:lnTo>
                  <a:lnTo>
                    <a:pt x="9063608" y="44195"/>
                  </a:lnTo>
                  <a:lnTo>
                    <a:pt x="9192768" y="44195"/>
                  </a:lnTo>
                  <a:lnTo>
                    <a:pt x="9192768" y="317792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0674" y="1704974"/>
              <a:ext cx="9029700" cy="3152775"/>
            </a:xfrm>
            <a:custGeom>
              <a:avLst/>
              <a:gdLst/>
              <a:ahLst/>
              <a:cxnLst/>
              <a:rect l="l" t="t" r="r" b="b"/>
              <a:pathLst>
                <a:path w="9029700" h="3152775">
                  <a:moveTo>
                    <a:pt x="8976301" y="3152774"/>
                  </a:moveTo>
                  <a:lnTo>
                    <a:pt x="33047" y="3152774"/>
                  </a:lnTo>
                  <a:lnTo>
                    <a:pt x="28187" y="3151324"/>
                  </a:lnTo>
                  <a:lnTo>
                    <a:pt x="966" y="3110492"/>
                  </a:lnTo>
                  <a:lnTo>
                    <a:pt x="0" y="3103203"/>
                  </a:lnTo>
                  <a:lnTo>
                    <a:pt x="0" y="309562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976301" y="0"/>
                  </a:lnTo>
                  <a:lnTo>
                    <a:pt x="9015613" y="19392"/>
                  </a:lnTo>
                  <a:lnTo>
                    <a:pt x="9029699" y="53397"/>
                  </a:lnTo>
                  <a:lnTo>
                    <a:pt x="9029699" y="3099377"/>
                  </a:lnTo>
                  <a:lnTo>
                    <a:pt x="9010305" y="3138688"/>
                  </a:lnTo>
                  <a:lnTo>
                    <a:pt x="8980017" y="3152408"/>
                  </a:lnTo>
                  <a:lnTo>
                    <a:pt x="8976301" y="31527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71624" y="1704974"/>
              <a:ext cx="52069" cy="3152775"/>
            </a:xfrm>
            <a:custGeom>
              <a:avLst/>
              <a:gdLst/>
              <a:ahLst/>
              <a:cxnLst/>
              <a:rect l="l" t="t" r="r" b="b"/>
              <a:pathLst>
                <a:path w="52069" h="3152775">
                  <a:moveTo>
                    <a:pt x="51889" y="3152774"/>
                  </a:moveTo>
                  <a:lnTo>
                    <a:pt x="49571" y="3152774"/>
                  </a:lnTo>
                  <a:lnTo>
                    <a:pt x="42281" y="3151324"/>
                  </a:lnTo>
                  <a:lnTo>
                    <a:pt x="7250" y="3124496"/>
                  </a:lnTo>
                  <a:lnTo>
                    <a:pt x="0" y="3103204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095624"/>
                  </a:lnTo>
                  <a:lnTo>
                    <a:pt x="43679" y="3136035"/>
                  </a:lnTo>
                  <a:lnTo>
                    <a:pt x="47399" y="3147194"/>
                  </a:lnTo>
                  <a:lnTo>
                    <a:pt x="51889" y="31527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76970" y="1838624"/>
            <a:ext cx="5034280" cy="28028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78460" indent="-292735">
              <a:lnSpc>
                <a:spcPct val="100000"/>
              </a:lnSpc>
              <a:spcBef>
                <a:spcPts val="395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anyMatch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Au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5" dirty="0">
                <a:solidFill>
                  <a:srgbClr val="94A2B8"/>
                </a:solidFill>
                <a:latin typeface="Times New Roman"/>
                <a:cs typeface="Times New Roman"/>
              </a:rPr>
              <a:t>moins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un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étudiant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a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moyenne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?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305"/>
              </a:spcBef>
              <a:buClr>
                <a:srgbClr val="CBD5E1"/>
              </a:buClr>
              <a:buSzPct val="110526"/>
              <a:buFont typeface="Times New Roman"/>
              <a:buAutoNum type="arabicPlain"/>
              <a:tabLst>
                <a:tab pos="304165" algn="l"/>
                <a:tab pos="304800" algn="l"/>
              </a:tabLst>
            </a:pPr>
            <a:r>
              <a:rPr sz="950" b="1" spc="130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950" b="1" spc="47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auMoinsUnAdmis</a:t>
            </a:r>
            <a:r>
              <a:rPr sz="1050" spc="4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4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315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  <a:tab pos="1344295" algn="l"/>
                <a:tab pos="2681605" algn="l"/>
              </a:tabLst>
            </a:pP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90" dirty="0">
                <a:solidFill>
                  <a:srgbClr val="DA2677"/>
                </a:solidFill>
                <a:latin typeface="Times New Roman"/>
                <a:cs typeface="Times New Roman"/>
              </a:rPr>
              <a:t>anyMatch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e.</a:t>
            </a:r>
            <a:r>
              <a:rPr sz="1050" spc="95" dirty="0">
                <a:solidFill>
                  <a:srgbClr val="DA2677"/>
                </a:solidFill>
                <a:latin typeface="Times New Roman"/>
                <a:cs typeface="Times New Roman"/>
              </a:rPr>
              <a:t>getMoyenne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0890B1"/>
                </a:solidFill>
                <a:latin typeface="Times New Roman"/>
                <a:cs typeface="Times New Roman"/>
              </a:rPr>
              <a:t>10.0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4A2B8"/>
                </a:solidFill>
                <a:latin typeface="Arial Unicode MS"/>
                <a:cs typeface="Arial Unicode MS"/>
              </a:rPr>
              <a:t>➔</a:t>
            </a:r>
            <a:r>
              <a:rPr sz="1000" spc="310" dirty="0">
                <a:solidFill>
                  <a:srgbClr val="94A2B8"/>
                </a:solidFill>
                <a:latin typeface="Arial Unicode MS"/>
                <a:cs typeface="Arial Unicode MS"/>
              </a:rPr>
              <a:t> 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S'arrête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dès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5" dirty="0">
                <a:solidFill>
                  <a:srgbClr val="94A2B8"/>
                </a:solidFill>
                <a:latin typeface="Times New Roman"/>
                <a:cs typeface="Times New Roman"/>
              </a:rPr>
              <a:t>qu'un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4" dirty="0">
                <a:solidFill>
                  <a:srgbClr val="94A2B8"/>
                </a:solidFill>
                <a:latin typeface="Times New Roman"/>
                <a:cs typeface="Times New Roman"/>
              </a:rPr>
              <a:t>'true'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est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trouvé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(court-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circuit)</a:t>
            </a:r>
            <a:endParaRPr sz="11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30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65"/>
              </a:spcBef>
              <a:buClr>
                <a:srgbClr val="CBD5E1"/>
              </a:buClr>
              <a:buSzPct val="95454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5" dirty="0">
                <a:solidFill>
                  <a:srgbClr val="94A2B8"/>
                </a:solidFill>
                <a:latin typeface="Times New Roman"/>
                <a:cs typeface="Times New Roman"/>
              </a:rPr>
              <a:t>allMatch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Toutes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les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notes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sont-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elles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valides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(0-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20)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?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305"/>
              </a:spcBef>
              <a:buClr>
                <a:srgbClr val="CBD5E1"/>
              </a:buClr>
              <a:buSzPct val="110526"/>
              <a:buFont typeface="Times New Roman"/>
              <a:buAutoNum type="arabicPlain" startAt="6"/>
              <a:tabLst>
                <a:tab pos="304165" algn="l"/>
                <a:tab pos="304800" algn="l"/>
              </a:tabLst>
            </a:pPr>
            <a:r>
              <a:rPr sz="950" b="1" spc="130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950" b="1" spc="34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notesValides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315"/>
              </a:spcBef>
              <a:buClr>
                <a:srgbClr val="CBD5E1"/>
              </a:buClr>
              <a:buAutoNum type="arabicPlain" startAt="6"/>
              <a:tabLst>
                <a:tab pos="378460" algn="l"/>
                <a:tab pos="379095" algn="l"/>
                <a:tab pos="1344295" algn="l"/>
                <a:tab pos="2681605" algn="l"/>
                <a:tab pos="3053080" algn="l"/>
                <a:tab pos="4391025" algn="l"/>
              </a:tabLst>
            </a:pP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allMatch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e.</a:t>
            </a:r>
            <a:r>
              <a:rPr sz="1050" spc="95" dirty="0">
                <a:solidFill>
                  <a:srgbClr val="DA2677"/>
                </a:solidFill>
                <a:latin typeface="Times New Roman"/>
                <a:cs typeface="Times New Roman"/>
              </a:rPr>
              <a:t>getMoyenne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5" dirty="0">
                <a:solidFill>
                  <a:srgbClr val="0890B1"/>
                </a:solidFill>
                <a:latin typeface="Times New Roman"/>
                <a:cs typeface="Times New Roman"/>
              </a:rPr>
              <a:t>0</a:t>
            </a:r>
            <a:r>
              <a:rPr sz="1050" dirty="0">
                <a:solidFill>
                  <a:srgbClr val="0890B1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&amp;</a:t>
            </a:r>
            <a:r>
              <a:rPr sz="950" spc="18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e.</a:t>
            </a:r>
            <a:r>
              <a:rPr sz="1050" spc="95" dirty="0">
                <a:solidFill>
                  <a:srgbClr val="DA2677"/>
                </a:solidFill>
                <a:latin typeface="Times New Roman"/>
                <a:cs typeface="Times New Roman"/>
              </a:rPr>
              <a:t>getMoyenne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9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0890B1"/>
                </a:solidFill>
                <a:latin typeface="Times New Roman"/>
                <a:cs typeface="Times New Roman"/>
              </a:rPr>
              <a:t>20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4A2B8"/>
                </a:solidFill>
                <a:latin typeface="Arial Unicode MS"/>
                <a:cs typeface="Arial Unicode MS"/>
              </a:rPr>
              <a:t>➔</a:t>
            </a:r>
            <a:r>
              <a:rPr sz="1000" spc="305" dirty="0">
                <a:solidFill>
                  <a:srgbClr val="94A2B8"/>
                </a:solidFill>
                <a:latin typeface="Arial Unicode MS"/>
                <a:cs typeface="Arial Unicode MS"/>
              </a:rPr>
              <a:t> 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S'arrête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dès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5" dirty="0">
                <a:solidFill>
                  <a:srgbClr val="94A2B8"/>
                </a:solidFill>
                <a:latin typeface="Times New Roman"/>
                <a:cs typeface="Times New Roman"/>
              </a:rPr>
              <a:t>qu'un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'false'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est</a:t>
            </a:r>
            <a:r>
              <a:rPr sz="1100" i="1" spc="31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trouvé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65"/>
              </a:spcBef>
              <a:buClr>
                <a:srgbClr val="CBD5E1"/>
              </a:buClr>
              <a:buSzPct val="95454"/>
              <a:buFont typeface="Times New Roman"/>
              <a:buAutoNum type="arabicPlain" startAt="11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3.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noneMatch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Personne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n'a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plus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de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20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?</a:t>
            </a:r>
            <a:endParaRPr sz="11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305"/>
              </a:spcBef>
              <a:buClr>
                <a:srgbClr val="CBD5E1"/>
              </a:buClr>
              <a:buSzPct val="110526"/>
              <a:buFont typeface="Times New Roman"/>
              <a:buAutoNum type="arabicPlain" startAt="11"/>
              <a:tabLst>
                <a:tab pos="304165" algn="l"/>
                <a:tab pos="304800" algn="l"/>
              </a:tabLst>
            </a:pPr>
            <a:r>
              <a:rPr sz="950" b="1" spc="130" dirty="0">
                <a:solidFill>
                  <a:srgbClr val="2562EB"/>
                </a:solidFill>
                <a:latin typeface="Times New Roman"/>
                <a:cs typeface="Times New Roman"/>
              </a:rPr>
              <a:t>boolean</a:t>
            </a:r>
            <a:r>
              <a:rPr sz="95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85" dirty="0">
                <a:solidFill>
                  <a:srgbClr val="334054"/>
                </a:solidFill>
                <a:latin typeface="Times New Roman"/>
                <a:cs typeface="Times New Roman"/>
              </a:rPr>
              <a:t>personneSup20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2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  <a:tab pos="1418590" algn="l"/>
              </a:tabLst>
            </a:pPr>
            <a:r>
              <a:rPr sz="1050" spc="8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85" dirty="0">
                <a:solidFill>
                  <a:srgbClr val="DA2677"/>
                </a:solidFill>
                <a:latin typeface="Times New Roman"/>
                <a:cs typeface="Times New Roman"/>
              </a:rPr>
              <a:t>noneMatch</a:t>
            </a:r>
            <a:r>
              <a:rPr sz="1050" spc="8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e.</a:t>
            </a:r>
            <a:r>
              <a:rPr sz="1050" spc="105" dirty="0">
                <a:solidFill>
                  <a:srgbClr val="DA2677"/>
                </a:solidFill>
                <a:latin typeface="Times New Roman"/>
                <a:cs typeface="Times New Roman"/>
              </a:rPr>
              <a:t>getMoyenne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0890B1"/>
                </a:solidFill>
                <a:latin typeface="Times New Roman"/>
                <a:cs typeface="Times New Roman"/>
              </a:rPr>
              <a:t>20.0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65"/>
              </a:spcBef>
              <a:buClr>
                <a:srgbClr val="CBD5E1"/>
              </a:buClr>
              <a:buSzPct val="95454"/>
              <a:buFont typeface="Times New Roman"/>
              <a:buAutoNum type="arabicPlain" startAt="11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4A2B8"/>
                </a:solidFill>
                <a:latin typeface="Arial Unicode MS"/>
                <a:cs typeface="Arial Unicode MS"/>
              </a:rPr>
              <a:t>➔</a:t>
            </a:r>
            <a:r>
              <a:rPr sz="1000" spc="315" dirty="0">
                <a:solidFill>
                  <a:srgbClr val="94A2B8"/>
                </a:solidFill>
                <a:latin typeface="Arial Unicode MS"/>
                <a:cs typeface="Arial Unicode MS"/>
              </a:rPr>
              <a:t> 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S'arrête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dès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5" dirty="0">
                <a:solidFill>
                  <a:srgbClr val="94A2B8"/>
                </a:solidFill>
                <a:latin typeface="Times New Roman"/>
                <a:cs typeface="Times New Roman"/>
              </a:rPr>
              <a:t>qu'un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04" dirty="0">
                <a:solidFill>
                  <a:srgbClr val="94A2B8"/>
                </a:solidFill>
                <a:latin typeface="Times New Roman"/>
                <a:cs typeface="Times New Roman"/>
              </a:rPr>
              <a:t>'true'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est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trouvé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0" dirty="0">
                <a:solidFill>
                  <a:srgbClr val="94A2B8"/>
                </a:solidFill>
                <a:latin typeface="Times New Roman"/>
                <a:cs typeface="Times New Roman"/>
              </a:rPr>
              <a:t>(revient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à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55" dirty="0">
                <a:solidFill>
                  <a:srgbClr val="94A2B8"/>
                </a:solidFill>
                <a:latin typeface="Times New Roman"/>
                <a:cs typeface="Times New Roman"/>
              </a:rPr>
              <a:t>!anyMatch)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53573" y="1704974"/>
            <a:ext cx="1066800" cy="247650"/>
          </a:xfrm>
          <a:custGeom>
            <a:avLst/>
            <a:gdLst/>
            <a:ahLst/>
            <a:cxnLst/>
            <a:rect l="l" t="t" r="r" b="b"/>
            <a:pathLst>
              <a:path w="1066800" h="247650">
                <a:moveTo>
                  <a:pt x="1066800" y="247649"/>
                </a:moveTo>
                <a:lnTo>
                  <a:pt x="53397" y="247649"/>
                </a:lnTo>
                <a:lnTo>
                  <a:pt x="14084" y="228257"/>
                </a:lnTo>
                <a:lnTo>
                  <a:pt x="0" y="194252"/>
                </a:lnTo>
                <a:lnTo>
                  <a:pt x="0" y="190499"/>
                </a:lnTo>
                <a:lnTo>
                  <a:pt x="0" y="0"/>
                </a:lnTo>
                <a:lnTo>
                  <a:pt x="1013402" y="0"/>
                </a:lnTo>
                <a:lnTo>
                  <a:pt x="1017118" y="366"/>
                </a:lnTo>
                <a:lnTo>
                  <a:pt x="1052714" y="19392"/>
                </a:lnTo>
                <a:lnTo>
                  <a:pt x="1066800" y="53397"/>
                </a:lnTo>
                <a:lnTo>
                  <a:pt x="1066800" y="24764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632254" y="1736232"/>
            <a:ext cx="9055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114" dirty="0">
                <a:solidFill>
                  <a:srgbClr val="64738B"/>
                </a:solidFill>
                <a:latin typeface="Times New Roman"/>
                <a:cs typeface="Times New Roman"/>
              </a:rPr>
              <a:t>Tests</a:t>
            </a:r>
            <a:r>
              <a:rPr sz="850" b="1" spc="280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850" b="1" spc="90" dirty="0">
                <a:solidFill>
                  <a:srgbClr val="64738B"/>
                </a:solidFill>
                <a:latin typeface="Times New Roman"/>
                <a:cs typeface="Times New Roman"/>
              </a:rPr>
              <a:t>booléens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10696574" y="6800849"/>
              <a:ext cx="1495425" cy="57150"/>
            </a:xfrm>
            <a:custGeom>
              <a:avLst/>
              <a:gdLst/>
              <a:ahLst/>
              <a:cxnLst/>
              <a:rect l="l" t="t" r="r" b="b"/>
              <a:pathLst>
                <a:path w="1495425" h="57150">
                  <a:moveTo>
                    <a:pt x="0" y="57149"/>
                  </a:moveTo>
                  <a:lnTo>
                    <a:pt x="1495424" y="57149"/>
                  </a:lnTo>
                  <a:lnTo>
                    <a:pt x="14954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10696575" cy="57150"/>
            </a:xfrm>
            <a:custGeom>
              <a:avLst/>
              <a:gdLst/>
              <a:ahLst/>
              <a:cxnLst/>
              <a:rect l="l" t="t" r="r" b="b"/>
              <a:pathLst>
                <a:path w="10696575" h="57150">
                  <a:moveTo>
                    <a:pt x="106965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0696574" y="0"/>
                  </a:lnTo>
                  <a:lnTo>
                    <a:pt x="106965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50/57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min()</a:t>
            </a:r>
            <a:r>
              <a:rPr spc="-165" dirty="0"/>
              <a:t> </a:t>
            </a:r>
            <a:r>
              <a:rPr spc="-85" dirty="0"/>
              <a:t>et</a:t>
            </a:r>
            <a:r>
              <a:rPr spc="-165" dirty="0"/>
              <a:t> </a:t>
            </a:r>
            <a:r>
              <a:rPr spc="-130" dirty="0"/>
              <a:t>max()</a:t>
            </a:r>
            <a:r>
              <a:rPr spc="-165" dirty="0"/>
              <a:t> </a:t>
            </a:r>
            <a:r>
              <a:rPr spc="-150" dirty="0"/>
              <a:t>avec</a:t>
            </a:r>
            <a:r>
              <a:rPr spc="-160" dirty="0"/>
              <a:t> </a:t>
            </a:r>
            <a:r>
              <a:rPr spc="-150" dirty="0"/>
              <a:t>Comparator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71624" y="5010150"/>
            <a:ext cx="9048750" cy="1028700"/>
            <a:chOff x="1571624" y="5010150"/>
            <a:chExt cx="9048750" cy="1028700"/>
          </a:xfrm>
        </p:grpSpPr>
        <p:sp>
          <p:nvSpPr>
            <p:cNvPr id="4" name="object 4"/>
            <p:cNvSpPr/>
            <p:nvPr/>
          </p:nvSpPr>
          <p:spPr>
            <a:xfrm>
              <a:off x="1590674" y="5014912"/>
              <a:ext cx="9025255" cy="1019175"/>
            </a:xfrm>
            <a:custGeom>
              <a:avLst/>
              <a:gdLst/>
              <a:ahLst/>
              <a:cxnLst/>
              <a:rect l="l" t="t" r="r" b="b"/>
              <a:pathLst>
                <a:path w="9025255" h="1019175">
                  <a:moveTo>
                    <a:pt x="8975988" y="1019174"/>
                  </a:moveTo>
                  <a:lnTo>
                    <a:pt x="33047" y="1019174"/>
                  </a:lnTo>
                  <a:lnTo>
                    <a:pt x="28187" y="1017844"/>
                  </a:lnTo>
                  <a:lnTo>
                    <a:pt x="966" y="980416"/>
                  </a:lnTo>
                  <a:lnTo>
                    <a:pt x="0" y="973734"/>
                  </a:lnTo>
                  <a:lnTo>
                    <a:pt x="0" y="966787"/>
                  </a:lnTo>
                  <a:lnTo>
                    <a:pt x="0" y="45440"/>
                  </a:lnTo>
                  <a:lnTo>
                    <a:pt x="18851" y="6646"/>
                  </a:lnTo>
                  <a:lnTo>
                    <a:pt x="33047" y="0"/>
                  </a:lnTo>
                  <a:lnTo>
                    <a:pt x="8975988" y="0"/>
                  </a:lnTo>
                  <a:lnTo>
                    <a:pt x="9012023" y="17775"/>
                  </a:lnTo>
                  <a:lnTo>
                    <a:pt x="9024936" y="48947"/>
                  </a:lnTo>
                  <a:lnTo>
                    <a:pt x="9024936" y="970227"/>
                  </a:lnTo>
                  <a:lnTo>
                    <a:pt x="9007160" y="1006262"/>
                  </a:lnTo>
                  <a:lnTo>
                    <a:pt x="8979395" y="1018838"/>
                  </a:lnTo>
                  <a:lnTo>
                    <a:pt x="8975988" y="1019174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99831" y="5010150"/>
              <a:ext cx="9020810" cy="1028700"/>
            </a:xfrm>
            <a:custGeom>
              <a:avLst/>
              <a:gdLst/>
              <a:ahLst/>
              <a:cxnLst/>
              <a:rect l="l" t="t" r="r" b="b"/>
              <a:pathLst>
                <a:path w="9020810" h="1028700">
                  <a:moveTo>
                    <a:pt x="9020531" y="49580"/>
                  </a:moveTo>
                  <a:lnTo>
                    <a:pt x="9019083" y="42291"/>
                  </a:lnTo>
                  <a:lnTo>
                    <a:pt x="9013279" y="28282"/>
                  </a:lnTo>
                  <a:lnTo>
                    <a:pt x="9009151" y="22098"/>
                  </a:lnTo>
                  <a:lnTo>
                    <a:pt x="9004262" y="17233"/>
                  </a:lnTo>
                  <a:lnTo>
                    <a:pt x="9003792" y="16751"/>
                  </a:lnTo>
                  <a:lnTo>
                    <a:pt x="8998433" y="11391"/>
                  </a:lnTo>
                  <a:lnTo>
                    <a:pt x="8995664" y="9525"/>
                  </a:lnTo>
                  <a:lnTo>
                    <a:pt x="8992260" y="7251"/>
                  </a:lnTo>
                  <a:lnTo>
                    <a:pt x="8978252" y="1460"/>
                  </a:lnTo>
                  <a:lnTo>
                    <a:pt x="8970962" y="0"/>
                  </a:lnTo>
                  <a:lnTo>
                    <a:pt x="21361" y="0"/>
                  </a:lnTo>
                  <a:lnTo>
                    <a:pt x="14071" y="1460"/>
                  </a:lnTo>
                  <a:lnTo>
                    <a:pt x="63" y="7251"/>
                  </a:lnTo>
                  <a:lnTo>
                    <a:pt x="20815" y="12496"/>
                  </a:lnTo>
                  <a:lnTo>
                    <a:pt x="23672" y="9525"/>
                  </a:lnTo>
                  <a:lnTo>
                    <a:pt x="8963381" y="9525"/>
                  </a:lnTo>
                  <a:lnTo>
                    <a:pt x="8997493" y="24003"/>
                  </a:lnTo>
                  <a:lnTo>
                    <a:pt x="9003170" y="30810"/>
                  </a:lnTo>
                  <a:lnTo>
                    <a:pt x="9007526" y="38874"/>
                  </a:lnTo>
                  <a:lnTo>
                    <a:pt x="9010142" y="47650"/>
                  </a:lnTo>
                  <a:lnTo>
                    <a:pt x="9011006" y="57150"/>
                  </a:lnTo>
                  <a:lnTo>
                    <a:pt x="9011006" y="971550"/>
                  </a:lnTo>
                  <a:lnTo>
                    <a:pt x="9010142" y="981062"/>
                  </a:lnTo>
                  <a:lnTo>
                    <a:pt x="9007526" y="989838"/>
                  </a:lnTo>
                  <a:lnTo>
                    <a:pt x="9003170" y="997889"/>
                  </a:lnTo>
                  <a:lnTo>
                    <a:pt x="8997493" y="1004709"/>
                  </a:lnTo>
                  <a:lnTo>
                    <a:pt x="8997061" y="1005230"/>
                  </a:lnTo>
                  <a:lnTo>
                    <a:pt x="8989720" y="1011339"/>
                  </a:lnTo>
                  <a:lnTo>
                    <a:pt x="8981669" y="1015695"/>
                  </a:lnTo>
                  <a:lnTo>
                    <a:pt x="8972893" y="1018311"/>
                  </a:lnTo>
                  <a:lnTo>
                    <a:pt x="8963381" y="1019175"/>
                  </a:lnTo>
                  <a:lnTo>
                    <a:pt x="23672" y="1019175"/>
                  </a:lnTo>
                  <a:lnTo>
                    <a:pt x="20815" y="1016215"/>
                  </a:lnTo>
                  <a:lnTo>
                    <a:pt x="0" y="1021410"/>
                  </a:lnTo>
                  <a:lnTo>
                    <a:pt x="14071" y="1027252"/>
                  </a:lnTo>
                  <a:lnTo>
                    <a:pt x="21361" y="1028700"/>
                  </a:lnTo>
                  <a:lnTo>
                    <a:pt x="8970962" y="1028700"/>
                  </a:lnTo>
                  <a:lnTo>
                    <a:pt x="8978252" y="1027252"/>
                  </a:lnTo>
                  <a:lnTo>
                    <a:pt x="8992260" y="1021461"/>
                  </a:lnTo>
                  <a:lnTo>
                    <a:pt x="8995664" y="1019175"/>
                  </a:lnTo>
                  <a:lnTo>
                    <a:pt x="8998433" y="1017320"/>
                  </a:lnTo>
                  <a:lnTo>
                    <a:pt x="9003792" y="1011961"/>
                  </a:lnTo>
                  <a:lnTo>
                    <a:pt x="9004275" y="1011491"/>
                  </a:lnTo>
                  <a:lnTo>
                    <a:pt x="9009151" y="1006602"/>
                  </a:lnTo>
                  <a:lnTo>
                    <a:pt x="9013279" y="1000429"/>
                  </a:lnTo>
                  <a:lnTo>
                    <a:pt x="9019083" y="986421"/>
                  </a:lnTo>
                  <a:lnTo>
                    <a:pt x="9020531" y="979131"/>
                  </a:lnTo>
                  <a:lnTo>
                    <a:pt x="9020531" y="49580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71624" y="5017287"/>
              <a:ext cx="49530" cy="1014730"/>
            </a:xfrm>
            <a:custGeom>
              <a:avLst/>
              <a:gdLst/>
              <a:ahLst/>
              <a:cxnLst/>
              <a:rect l="l" t="t" r="r" b="b"/>
              <a:pathLst>
                <a:path w="49530" h="1014729">
                  <a:moveTo>
                    <a:pt x="28551" y="1014424"/>
                  </a:moveTo>
                  <a:lnTo>
                    <a:pt x="1449" y="979280"/>
                  </a:lnTo>
                  <a:lnTo>
                    <a:pt x="0" y="971991"/>
                  </a:lnTo>
                  <a:lnTo>
                    <a:pt x="0" y="42432"/>
                  </a:lnTo>
                  <a:lnTo>
                    <a:pt x="22097" y="4241"/>
                  </a:lnTo>
                  <a:lnTo>
                    <a:pt x="28549" y="0"/>
                  </a:lnTo>
                  <a:lnTo>
                    <a:pt x="49207" y="5164"/>
                  </a:lnTo>
                  <a:lnTo>
                    <a:pt x="47399" y="7037"/>
                  </a:lnTo>
                  <a:lnTo>
                    <a:pt x="43679" y="16336"/>
                  </a:lnTo>
                  <a:lnTo>
                    <a:pt x="41238" y="23672"/>
                  </a:lnTo>
                  <a:lnTo>
                    <a:pt x="39494" y="31729"/>
                  </a:lnTo>
                  <a:lnTo>
                    <a:pt x="38448" y="40510"/>
                  </a:lnTo>
                  <a:lnTo>
                    <a:pt x="38099" y="50012"/>
                  </a:lnTo>
                  <a:lnTo>
                    <a:pt x="38099" y="964412"/>
                  </a:lnTo>
                  <a:lnTo>
                    <a:pt x="47399" y="1007387"/>
                  </a:lnTo>
                  <a:lnTo>
                    <a:pt x="49208" y="1009260"/>
                  </a:lnTo>
                  <a:lnTo>
                    <a:pt x="28551" y="1014424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7049" y="5422899"/>
              <a:ext cx="234950" cy="2032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06625" y="5127942"/>
            <a:ext cx="8169909" cy="73025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350" b="1" spc="-95" dirty="0">
                <a:solidFill>
                  <a:srgbClr val="993312"/>
                </a:solidFill>
                <a:latin typeface="Arial"/>
                <a:cs typeface="Arial"/>
              </a:rPr>
              <a:t>Pourquoi</a:t>
            </a:r>
            <a:r>
              <a:rPr sz="1350" b="1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b="1" spc="-90" dirty="0">
                <a:solidFill>
                  <a:srgbClr val="993312"/>
                </a:solidFill>
                <a:latin typeface="Arial"/>
                <a:cs typeface="Arial"/>
              </a:rPr>
              <a:t>un</a:t>
            </a:r>
            <a:r>
              <a:rPr sz="1350" b="1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993312"/>
                </a:solidFill>
                <a:latin typeface="Arial"/>
                <a:cs typeface="Arial"/>
              </a:rPr>
              <a:t>Optional</a:t>
            </a:r>
            <a:r>
              <a:rPr sz="1350" b="1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993312"/>
                </a:solidFill>
                <a:latin typeface="Arial"/>
                <a:cs typeface="Arial"/>
              </a:rPr>
              <a:t>?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dirty="0">
                <a:solidFill>
                  <a:srgbClr val="993312"/>
                </a:solidFill>
                <a:latin typeface="Monaco"/>
                <a:cs typeface="Monaco"/>
              </a:rPr>
              <a:t>min()</a:t>
            </a:r>
            <a:r>
              <a:rPr sz="1200" spc="-40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50" dirty="0">
                <a:solidFill>
                  <a:srgbClr val="993312"/>
                </a:solidFill>
                <a:latin typeface="Arial"/>
                <a:cs typeface="Arial"/>
              </a:rPr>
              <a:t>et</a:t>
            </a:r>
            <a:r>
              <a:rPr sz="1350" spc="-8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93312"/>
                </a:solidFill>
                <a:latin typeface="Monaco"/>
                <a:cs typeface="Monaco"/>
              </a:rPr>
              <a:t>max()</a:t>
            </a:r>
            <a:r>
              <a:rPr sz="1200" spc="-40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retournent</a:t>
            </a:r>
            <a:r>
              <a:rPr sz="135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993312"/>
                </a:solidFill>
                <a:latin typeface="Arial"/>
                <a:cs typeface="Arial"/>
              </a:rPr>
              <a:t>un</a:t>
            </a:r>
            <a:r>
              <a:rPr sz="1350" spc="-6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93312"/>
                </a:solidFill>
                <a:latin typeface="Monaco"/>
                <a:cs typeface="Monaco"/>
              </a:rPr>
              <a:t>Optional</a:t>
            </a:r>
            <a:r>
              <a:rPr sz="1200" spc="-40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50" spc="-10" dirty="0">
                <a:solidFill>
                  <a:srgbClr val="993312"/>
                </a:solidFill>
                <a:latin typeface="Arial"/>
                <a:cs typeface="Arial"/>
              </a:rPr>
              <a:t>car</a:t>
            </a:r>
            <a:r>
              <a:rPr sz="1350" spc="-6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le</a:t>
            </a:r>
            <a:r>
              <a:rPr sz="135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993312"/>
                </a:solidFill>
                <a:latin typeface="Arial"/>
                <a:cs typeface="Arial"/>
              </a:rPr>
              <a:t>Stream</a:t>
            </a:r>
            <a:r>
              <a:rPr sz="135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993312"/>
                </a:solidFill>
                <a:latin typeface="Arial"/>
                <a:cs typeface="Arial"/>
              </a:rPr>
              <a:t>pourrait</a:t>
            </a:r>
            <a:r>
              <a:rPr sz="1350" spc="-6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être</a:t>
            </a:r>
            <a:r>
              <a:rPr sz="135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993312"/>
                </a:solidFill>
                <a:latin typeface="Arial"/>
                <a:cs typeface="Arial"/>
              </a:rPr>
              <a:t>vide</a:t>
            </a:r>
            <a:r>
              <a:rPr sz="1350" spc="-6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993312"/>
                </a:solidFill>
                <a:latin typeface="Arial"/>
                <a:cs typeface="Arial"/>
              </a:rPr>
              <a:t>(ex:</a:t>
            </a:r>
            <a:r>
              <a:rPr sz="135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993312"/>
                </a:solidFill>
                <a:latin typeface="Arial"/>
                <a:cs typeface="Arial"/>
              </a:rPr>
              <a:t>liste</a:t>
            </a:r>
            <a:r>
              <a:rPr sz="1350" spc="-6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993312"/>
                </a:solidFill>
                <a:latin typeface="Arial"/>
                <a:cs typeface="Arial"/>
              </a:rPr>
              <a:t>vide</a:t>
            </a:r>
            <a:r>
              <a:rPr sz="135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993312"/>
                </a:solidFill>
                <a:latin typeface="Arial"/>
                <a:cs typeface="Arial"/>
              </a:rPr>
              <a:t>ou</a:t>
            </a:r>
            <a:r>
              <a:rPr sz="1350" spc="-6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93312"/>
                </a:solidFill>
                <a:latin typeface="Monaco"/>
                <a:cs typeface="Monaco"/>
              </a:rPr>
              <a:t>filter</a:t>
            </a:r>
            <a:r>
              <a:rPr sz="1200" spc="-40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50" dirty="0">
                <a:solidFill>
                  <a:srgbClr val="993312"/>
                </a:solidFill>
                <a:latin typeface="Arial"/>
                <a:cs typeface="Arial"/>
              </a:rPr>
              <a:t>trop</a:t>
            </a:r>
            <a:r>
              <a:rPr sz="135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993312"/>
                </a:solidFill>
                <a:latin typeface="Arial"/>
                <a:cs typeface="Arial"/>
              </a:rPr>
              <a:t>restrictif).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350" spc="-70" dirty="0">
                <a:solidFill>
                  <a:srgbClr val="993312"/>
                </a:solidFill>
                <a:latin typeface="Arial"/>
                <a:cs typeface="Arial"/>
              </a:rPr>
              <a:t>Si</a:t>
            </a:r>
            <a:r>
              <a:rPr sz="135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le</a:t>
            </a:r>
            <a:r>
              <a:rPr sz="1350" spc="-50" dirty="0">
                <a:solidFill>
                  <a:srgbClr val="993312"/>
                </a:solidFill>
                <a:latin typeface="Arial"/>
                <a:cs typeface="Arial"/>
              </a:rPr>
              <a:t> Stream</a:t>
            </a:r>
            <a:r>
              <a:rPr sz="135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est</a:t>
            </a:r>
            <a:r>
              <a:rPr sz="135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vide,</a:t>
            </a:r>
            <a:r>
              <a:rPr sz="1350" spc="-6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993312"/>
                </a:solidFill>
                <a:latin typeface="Arial"/>
                <a:cs typeface="Arial"/>
              </a:rPr>
              <a:t>l'Optional</a:t>
            </a:r>
            <a:r>
              <a:rPr sz="135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993312"/>
                </a:solidFill>
                <a:latin typeface="Arial"/>
                <a:cs typeface="Arial"/>
              </a:rPr>
              <a:t>sera</a:t>
            </a:r>
            <a:r>
              <a:rPr sz="135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993312"/>
                </a:solidFill>
                <a:latin typeface="Arial"/>
                <a:cs typeface="Arial"/>
              </a:rPr>
              <a:t>vide</a:t>
            </a:r>
            <a:r>
              <a:rPr sz="1350" spc="-5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993312"/>
                </a:solidFill>
                <a:latin typeface="Arial"/>
                <a:cs typeface="Arial"/>
              </a:rPr>
              <a:t>(</a:t>
            </a:r>
            <a:r>
              <a:rPr sz="1200" spc="-10" dirty="0">
                <a:solidFill>
                  <a:srgbClr val="993312"/>
                </a:solidFill>
                <a:latin typeface="Monaco"/>
                <a:cs typeface="Monaco"/>
              </a:rPr>
              <a:t>Optional.empty()</a:t>
            </a:r>
            <a:r>
              <a:rPr sz="1350" spc="-10" dirty="0">
                <a:solidFill>
                  <a:srgbClr val="993312"/>
                </a:solidFill>
                <a:latin typeface="Arial"/>
                <a:cs typeface="Arial"/>
              </a:rPr>
              <a:t>).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99616" y="1527048"/>
            <a:ext cx="9192895" cy="3307079"/>
            <a:chOff x="1499616" y="1527048"/>
            <a:chExt cx="9192895" cy="3307079"/>
          </a:xfrm>
        </p:grpSpPr>
        <p:sp>
          <p:nvSpPr>
            <p:cNvPr id="10" name="object 10"/>
            <p:cNvSpPr/>
            <p:nvPr/>
          </p:nvSpPr>
          <p:spPr>
            <a:xfrm>
              <a:off x="1499616" y="1527048"/>
              <a:ext cx="9192895" cy="3307079"/>
            </a:xfrm>
            <a:custGeom>
              <a:avLst/>
              <a:gdLst/>
              <a:ahLst/>
              <a:cxnLst/>
              <a:rect l="l" t="t" r="r" b="b"/>
              <a:pathLst>
                <a:path w="9192895" h="3307079">
                  <a:moveTo>
                    <a:pt x="9192768" y="3307080"/>
                  </a:moveTo>
                  <a:lnTo>
                    <a:pt x="0" y="3307080"/>
                  </a:lnTo>
                  <a:lnTo>
                    <a:pt x="0" y="0"/>
                  </a:lnTo>
                  <a:lnTo>
                    <a:pt x="9192768" y="0"/>
                  </a:lnTo>
                  <a:lnTo>
                    <a:pt x="9192768" y="44576"/>
                  </a:lnTo>
                  <a:lnTo>
                    <a:pt x="129158" y="44576"/>
                  </a:lnTo>
                  <a:lnTo>
                    <a:pt x="119656" y="45448"/>
                  </a:lnTo>
                  <a:lnTo>
                    <a:pt x="85021" y="73919"/>
                  </a:lnTo>
                  <a:lnTo>
                    <a:pt x="81533" y="92201"/>
                  </a:lnTo>
                  <a:lnTo>
                    <a:pt x="81533" y="3140201"/>
                  </a:lnTo>
                  <a:lnTo>
                    <a:pt x="102818" y="3179979"/>
                  </a:lnTo>
                  <a:lnTo>
                    <a:pt x="129158" y="3187826"/>
                  </a:lnTo>
                  <a:lnTo>
                    <a:pt x="9192768" y="3187826"/>
                  </a:lnTo>
                  <a:lnTo>
                    <a:pt x="9192768" y="3307080"/>
                  </a:lnTo>
                  <a:close/>
                </a:path>
                <a:path w="9192895" h="3307079">
                  <a:moveTo>
                    <a:pt x="9192768" y="3187826"/>
                  </a:moveTo>
                  <a:lnTo>
                    <a:pt x="9063608" y="3187826"/>
                  </a:lnTo>
                  <a:lnTo>
                    <a:pt x="9073110" y="3186954"/>
                  </a:lnTo>
                  <a:lnTo>
                    <a:pt x="9081890" y="3184339"/>
                  </a:lnTo>
                  <a:lnTo>
                    <a:pt x="9110361" y="3149703"/>
                  </a:lnTo>
                  <a:lnTo>
                    <a:pt x="9111233" y="3140201"/>
                  </a:lnTo>
                  <a:lnTo>
                    <a:pt x="9111233" y="92201"/>
                  </a:lnTo>
                  <a:lnTo>
                    <a:pt x="9089947" y="52423"/>
                  </a:lnTo>
                  <a:lnTo>
                    <a:pt x="9063608" y="44576"/>
                  </a:lnTo>
                  <a:lnTo>
                    <a:pt x="9192768" y="44576"/>
                  </a:lnTo>
                  <a:lnTo>
                    <a:pt x="9192768" y="318782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0674" y="1562099"/>
              <a:ext cx="9029700" cy="3162300"/>
            </a:xfrm>
            <a:custGeom>
              <a:avLst/>
              <a:gdLst/>
              <a:ahLst/>
              <a:cxnLst/>
              <a:rect l="l" t="t" r="r" b="b"/>
              <a:pathLst>
                <a:path w="9029700" h="3162300">
                  <a:moveTo>
                    <a:pt x="8976301" y="3162299"/>
                  </a:moveTo>
                  <a:lnTo>
                    <a:pt x="33047" y="3162299"/>
                  </a:lnTo>
                  <a:lnTo>
                    <a:pt x="28187" y="3160849"/>
                  </a:lnTo>
                  <a:lnTo>
                    <a:pt x="966" y="3120017"/>
                  </a:lnTo>
                  <a:lnTo>
                    <a:pt x="0" y="3112728"/>
                  </a:lnTo>
                  <a:lnTo>
                    <a:pt x="0" y="3105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976301" y="0"/>
                  </a:lnTo>
                  <a:lnTo>
                    <a:pt x="9015613" y="19392"/>
                  </a:lnTo>
                  <a:lnTo>
                    <a:pt x="9029699" y="53397"/>
                  </a:lnTo>
                  <a:lnTo>
                    <a:pt x="9029699" y="3108902"/>
                  </a:lnTo>
                  <a:lnTo>
                    <a:pt x="9010305" y="3148213"/>
                  </a:lnTo>
                  <a:lnTo>
                    <a:pt x="8980017" y="3161933"/>
                  </a:lnTo>
                  <a:lnTo>
                    <a:pt x="8976301" y="31622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71624" y="1562099"/>
              <a:ext cx="52069" cy="3162300"/>
            </a:xfrm>
            <a:custGeom>
              <a:avLst/>
              <a:gdLst/>
              <a:ahLst/>
              <a:cxnLst/>
              <a:rect l="l" t="t" r="r" b="b"/>
              <a:pathLst>
                <a:path w="52069" h="3162300">
                  <a:moveTo>
                    <a:pt x="51889" y="3162299"/>
                  </a:moveTo>
                  <a:lnTo>
                    <a:pt x="49571" y="3162299"/>
                  </a:lnTo>
                  <a:lnTo>
                    <a:pt x="42281" y="3160849"/>
                  </a:lnTo>
                  <a:lnTo>
                    <a:pt x="7250" y="3134021"/>
                  </a:lnTo>
                  <a:lnTo>
                    <a:pt x="0" y="31127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105149"/>
                  </a:lnTo>
                  <a:lnTo>
                    <a:pt x="43679" y="3145560"/>
                  </a:lnTo>
                  <a:lnTo>
                    <a:pt x="47399" y="3156720"/>
                  </a:lnTo>
                  <a:lnTo>
                    <a:pt x="51889" y="31622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76970" y="1695749"/>
            <a:ext cx="4923790" cy="281178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452755" indent="-367030">
              <a:lnSpc>
                <a:spcPct val="100000"/>
              </a:lnSpc>
              <a:spcBef>
                <a:spcPts val="395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Trouver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l'étudiant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avec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meilleure</a:t>
            </a:r>
            <a:r>
              <a:rPr sz="1100" i="1" spc="34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moyenne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5" dirty="0">
                <a:solidFill>
                  <a:srgbClr val="94A2B8"/>
                </a:solidFill>
                <a:latin typeface="Times New Roman"/>
                <a:cs typeface="Times New Roman"/>
              </a:rPr>
              <a:t>(max)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305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Optional</a:t>
            </a:r>
            <a:r>
              <a:rPr sz="950" spc="114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major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315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00" dirty="0">
                <a:solidFill>
                  <a:srgbClr val="DA2677"/>
                </a:solidFill>
                <a:latin typeface="Times New Roman"/>
                <a:cs typeface="Times New Roman"/>
              </a:rPr>
              <a:t>max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00" dirty="0">
                <a:solidFill>
                  <a:srgbClr val="DA2677"/>
                </a:solidFill>
                <a:latin typeface="Times New Roman"/>
                <a:cs typeface="Times New Roman"/>
              </a:rPr>
              <a:t>comparingDouble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44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sz="1050" spc="105" dirty="0">
                <a:solidFill>
                  <a:srgbClr val="DA2677"/>
                </a:solidFill>
                <a:latin typeface="Times New Roman"/>
                <a:cs typeface="Times New Roman"/>
              </a:rPr>
              <a:t>getMoyenne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31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315"/>
              </a:spcBef>
              <a:buClr>
                <a:srgbClr val="CBD5E1"/>
              </a:buClr>
              <a:buAutoNum type="arabicPlain" startAt="5"/>
              <a:tabLst>
                <a:tab pos="378460" algn="l"/>
                <a:tab pos="379095" algn="l"/>
                <a:tab pos="1790064" algn="l"/>
              </a:tabLst>
            </a:pP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major.</a:t>
            </a:r>
            <a:r>
              <a:rPr sz="1050" spc="145" dirty="0">
                <a:solidFill>
                  <a:srgbClr val="DA2677"/>
                </a:solidFill>
                <a:latin typeface="Times New Roman"/>
                <a:cs typeface="Times New Roman"/>
              </a:rPr>
              <a:t>ifPresent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050" spc="-5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5"/>
              <a:tabLst>
                <a:tab pos="378460" algn="l"/>
                <a:tab pos="379095" algn="l"/>
              </a:tabLst>
            </a:pPr>
            <a:r>
              <a:rPr sz="1050" spc="13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.out.</a:t>
            </a:r>
            <a:r>
              <a:rPr sz="1050" spc="135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3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35" dirty="0">
                <a:solidFill>
                  <a:srgbClr val="16A24A"/>
                </a:solidFill>
                <a:latin typeface="Times New Roman"/>
                <a:cs typeface="Times New Roman"/>
              </a:rPr>
              <a:t>"Major</a:t>
            </a:r>
            <a:r>
              <a:rPr sz="1050" spc="36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85" dirty="0">
                <a:solidFill>
                  <a:srgbClr val="16A24A"/>
                </a:solidFill>
                <a:latin typeface="Times New Roman"/>
                <a:cs typeface="Times New Roman"/>
              </a:rPr>
              <a:t>de</a:t>
            </a:r>
            <a:r>
              <a:rPr sz="1050" spc="36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6A24A"/>
                </a:solidFill>
                <a:latin typeface="Times New Roman"/>
                <a:cs typeface="Times New Roman"/>
              </a:rPr>
              <a:t>promo</a:t>
            </a:r>
            <a:r>
              <a:rPr sz="1050" spc="36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16A24A"/>
                </a:solidFill>
                <a:latin typeface="Times New Roman"/>
                <a:cs typeface="Times New Roman"/>
              </a:rPr>
              <a:t>:</a:t>
            </a:r>
            <a:r>
              <a:rPr sz="1050" spc="36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6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6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e)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315"/>
              </a:spcBef>
              <a:buClr>
                <a:srgbClr val="CBD5E1"/>
              </a:buClr>
              <a:buAutoNum type="arabicPlain" startAt="5"/>
              <a:tabLst>
                <a:tab pos="378460" algn="l"/>
                <a:tab pos="379095" algn="l"/>
              </a:tabLst>
            </a:pPr>
            <a:r>
              <a:rPr sz="1050" spc="235" dirty="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0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31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8</a:t>
            </a:r>
            <a:endParaRPr sz="1050">
              <a:latin typeface="Times New Roman"/>
              <a:cs typeface="Times New Roman"/>
            </a:endParaRPr>
          </a:p>
          <a:p>
            <a:pPr marL="452755" indent="-367030">
              <a:lnSpc>
                <a:spcPct val="100000"/>
              </a:lnSpc>
              <a:spcBef>
                <a:spcPts val="265"/>
              </a:spcBef>
              <a:buClr>
                <a:srgbClr val="CBD5E1"/>
              </a:buClr>
              <a:buSzPct val="95454"/>
              <a:buFont typeface="Times New Roman"/>
              <a:buAutoNum type="arabicPlain" startAt="9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Trouver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l'étudiant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avec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plus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faible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moyenne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5" dirty="0">
                <a:solidFill>
                  <a:srgbClr val="94A2B8"/>
                </a:solidFill>
                <a:latin typeface="Times New Roman"/>
                <a:cs typeface="Times New Roman"/>
              </a:rPr>
              <a:t>(min)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305"/>
              </a:spcBef>
              <a:buClr>
                <a:srgbClr val="CBD5E1"/>
              </a:buClr>
              <a:buAutoNum type="arabicPlain" startAt="9"/>
              <a:tabLst>
                <a:tab pos="378460" algn="l"/>
                <a:tab pos="379095" algn="l"/>
              </a:tabLst>
            </a:pP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Optional</a:t>
            </a:r>
            <a:r>
              <a:rPr sz="950" spc="114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5" dirty="0">
                <a:solidFill>
                  <a:srgbClr val="334054"/>
                </a:solidFill>
                <a:latin typeface="Times New Roman"/>
                <a:cs typeface="Times New Roman"/>
              </a:rPr>
              <a:t>dernier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1050" spc="150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9"/>
              <a:tabLst>
                <a:tab pos="378460" algn="l"/>
                <a:tab pos="379095" algn="l"/>
              </a:tabLst>
            </a:pP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05" dirty="0">
                <a:solidFill>
                  <a:srgbClr val="DA2677"/>
                </a:solidFill>
                <a:latin typeface="Times New Roman"/>
                <a:cs typeface="Times New Roman"/>
              </a:rPr>
              <a:t>min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05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05" dirty="0">
                <a:solidFill>
                  <a:srgbClr val="DA2677"/>
                </a:solidFill>
                <a:latin typeface="Times New Roman"/>
                <a:cs typeface="Times New Roman"/>
              </a:rPr>
              <a:t>comparingDouble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0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41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sz="1050" spc="105" dirty="0">
                <a:solidFill>
                  <a:srgbClr val="DA2677"/>
                </a:solidFill>
                <a:latin typeface="Times New Roman"/>
                <a:cs typeface="Times New Roman"/>
              </a:rPr>
              <a:t>getMoyenne</a:t>
            </a:r>
            <a:r>
              <a:rPr sz="1050" spc="105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12</a:t>
            </a:r>
            <a:endParaRPr sz="1050">
              <a:latin typeface="Times New Roman"/>
              <a:cs typeface="Times New Roman"/>
            </a:endParaRPr>
          </a:p>
          <a:p>
            <a:pPr marL="452755" indent="-440690">
              <a:lnSpc>
                <a:spcPct val="100000"/>
              </a:lnSpc>
              <a:spcBef>
                <a:spcPts val="265"/>
              </a:spcBef>
              <a:buClr>
                <a:srgbClr val="CBD5E1"/>
              </a:buClr>
              <a:buSzPct val="95454"/>
              <a:buFont typeface="Times New Roman"/>
              <a:buAutoNum type="arabicPlain" startAt="13"/>
              <a:tabLst>
                <a:tab pos="452755" algn="l"/>
                <a:tab pos="453390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Gestion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sûre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si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la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liste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est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vide,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on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5" dirty="0">
                <a:solidFill>
                  <a:srgbClr val="94A2B8"/>
                </a:solidFill>
                <a:latin typeface="Times New Roman"/>
                <a:cs typeface="Times New Roman"/>
              </a:rPr>
              <a:t>affiche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un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35" dirty="0">
                <a:solidFill>
                  <a:srgbClr val="94A2B8"/>
                </a:solidFill>
                <a:latin typeface="Times New Roman"/>
                <a:cs typeface="Times New Roman"/>
              </a:rPr>
              <a:t>message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305"/>
              </a:spcBef>
              <a:buClr>
                <a:srgbClr val="CBD5E1"/>
              </a:buClr>
              <a:buAutoNum type="arabicPlain" startAt="13"/>
              <a:tabLst>
                <a:tab pos="378460" algn="l"/>
                <a:tab pos="379095" algn="l"/>
              </a:tabLst>
            </a:pP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.out.</a:t>
            </a:r>
            <a:r>
              <a:rPr sz="1050" spc="145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45" dirty="0">
                <a:solidFill>
                  <a:srgbClr val="16A24A"/>
                </a:solidFill>
                <a:latin typeface="Times New Roman"/>
                <a:cs typeface="Times New Roman"/>
              </a:rPr>
              <a:t>"Dernier</a:t>
            </a:r>
            <a:r>
              <a:rPr sz="1050" spc="33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16A24A"/>
                </a:solidFill>
                <a:latin typeface="Times New Roman"/>
                <a:cs typeface="Times New Roman"/>
              </a:rPr>
              <a:t>:</a:t>
            </a:r>
            <a:r>
              <a:rPr sz="1050" spc="34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4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dernier.</a:t>
            </a:r>
            <a:r>
              <a:rPr sz="1050" spc="170" dirty="0">
                <a:solidFill>
                  <a:srgbClr val="DA2677"/>
                </a:solidFill>
                <a:latin typeface="Times New Roman"/>
                <a:cs typeface="Times New Roman"/>
              </a:rPr>
              <a:t>orElse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950" b="1" spc="170" dirty="0">
                <a:solidFill>
                  <a:srgbClr val="2562EB"/>
                </a:solidFill>
                <a:latin typeface="Times New Roman"/>
                <a:cs typeface="Times New Roman"/>
              </a:rPr>
              <a:t>null</a:t>
            </a:r>
            <a:r>
              <a:rPr sz="1050" spc="170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363073" y="1562099"/>
            <a:ext cx="1257300" cy="247650"/>
          </a:xfrm>
          <a:custGeom>
            <a:avLst/>
            <a:gdLst/>
            <a:ahLst/>
            <a:cxnLst/>
            <a:rect l="l" t="t" r="r" b="b"/>
            <a:pathLst>
              <a:path w="1257300" h="247650">
                <a:moveTo>
                  <a:pt x="1257300" y="247649"/>
                </a:moveTo>
                <a:lnTo>
                  <a:pt x="53397" y="247649"/>
                </a:lnTo>
                <a:lnTo>
                  <a:pt x="14085" y="228257"/>
                </a:lnTo>
                <a:lnTo>
                  <a:pt x="0" y="194252"/>
                </a:lnTo>
                <a:lnTo>
                  <a:pt x="0" y="190499"/>
                </a:lnTo>
                <a:lnTo>
                  <a:pt x="0" y="0"/>
                </a:lnTo>
                <a:lnTo>
                  <a:pt x="1203902" y="0"/>
                </a:lnTo>
                <a:lnTo>
                  <a:pt x="1207618" y="365"/>
                </a:lnTo>
                <a:lnTo>
                  <a:pt x="1243214" y="19392"/>
                </a:lnTo>
                <a:lnTo>
                  <a:pt x="1257300" y="53397"/>
                </a:lnTo>
                <a:lnTo>
                  <a:pt x="1257300" y="24764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443690" y="1593148"/>
            <a:ext cx="109410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35" dirty="0">
                <a:solidFill>
                  <a:srgbClr val="64738B"/>
                </a:solidFill>
                <a:latin typeface="Times New Roman"/>
                <a:cs typeface="Times New Roman"/>
              </a:rPr>
              <a:t>StreamMinMax.java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7" name="object 17"/>
            <p:cNvSpPr/>
            <p:nvPr/>
          </p:nvSpPr>
          <p:spPr>
            <a:xfrm>
              <a:off x="10915649" y="6800849"/>
              <a:ext cx="1276350" cy="57150"/>
            </a:xfrm>
            <a:custGeom>
              <a:avLst/>
              <a:gdLst/>
              <a:ahLst/>
              <a:cxnLst/>
              <a:rect l="l" t="t" r="r" b="b"/>
              <a:pathLst>
                <a:path w="1276350" h="57150">
                  <a:moveTo>
                    <a:pt x="0" y="57149"/>
                  </a:moveTo>
                  <a:lnTo>
                    <a:pt x="1276349" y="57149"/>
                  </a:lnTo>
                  <a:lnTo>
                    <a:pt x="127634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800849"/>
              <a:ext cx="10915650" cy="57150"/>
            </a:xfrm>
            <a:custGeom>
              <a:avLst/>
              <a:gdLst/>
              <a:ahLst/>
              <a:cxnLst/>
              <a:rect l="l" t="t" r="r" b="b"/>
              <a:pathLst>
                <a:path w="10915650" h="57150">
                  <a:moveTo>
                    <a:pt x="109156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0915649" y="0"/>
                  </a:lnTo>
                  <a:lnTo>
                    <a:pt x="1091564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51/57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reduce()</a:t>
            </a:r>
            <a:r>
              <a:rPr spc="-150" dirty="0"/>
              <a:t> </a:t>
            </a:r>
            <a:r>
              <a:rPr spc="-85" dirty="0"/>
              <a:t>et</a:t>
            </a:r>
            <a:r>
              <a:rPr spc="-145" dirty="0"/>
              <a:t> </a:t>
            </a:r>
            <a:r>
              <a:rPr spc="-195" dirty="0"/>
              <a:t>moyenne</a:t>
            </a:r>
            <a:r>
              <a:rPr spc="-145" dirty="0"/>
              <a:t> </a:t>
            </a:r>
            <a:r>
              <a:rPr spc="-165" dirty="0"/>
              <a:t>(mapToDouble)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4838699"/>
            <a:ext cx="8572500" cy="771525"/>
            <a:chOff x="1809749" y="4838699"/>
            <a:chExt cx="8572500" cy="771525"/>
          </a:xfrm>
        </p:grpSpPr>
        <p:sp>
          <p:nvSpPr>
            <p:cNvPr id="4" name="object 4"/>
            <p:cNvSpPr/>
            <p:nvPr/>
          </p:nvSpPr>
          <p:spPr>
            <a:xfrm>
              <a:off x="1814512" y="4843462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8496227" y="761999"/>
                  </a:moveTo>
                  <a:lnTo>
                    <a:pt x="66746" y="761999"/>
                  </a:lnTo>
                  <a:lnTo>
                    <a:pt x="62101" y="761542"/>
                  </a:lnTo>
                  <a:lnTo>
                    <a:pt x="24240" y="744392"/>
                  </a:lnTo>
                  <a:lnTo>
                    <a:pt x="2287" y="709098"/>
                  </a:lnTo>
                  <a:lnTo>
                    <a:pt x="0" y="695252"/>
                  </a:lnTo>
                  <a:lnTo>
                    <a:pt x="0" y="6905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4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695252"/>
                  </a:lnTo>
                  <a:lnTo>
                    <a:pt x="8548327" y="734150"/>
                  </a:lnTo>
                  <a:lnTo>
                    <a:pt x="8514540" y="758355"/>
                  </a:lnTo>
                  <a:lnTo>
                    <a:pt x="8500872" y="761542"/>
                  </a:lnTo>
                  <a:lnTo>
                    <a:pt x="8496227" y="7619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4843462"/>
              <a:ext cx="8562975" cy="762000"/>
            </a:xfrm>
            <a:custGeom>
              <a:avLst/>
              <a:gdLst/>
              <a:ahLst/>
              <a:cxnLst/>
              <a:rect l="l" t="t" r="r" b="b"/>
              <a:pathLst>
                <a:path w="8562975" h="762000">
                  <a:moveTo>
                    <a:pt x="0" y="6905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39765" y="7232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531223" y="12038"/>
                  </a:lnTo>
                  <a:lnTo>
                    <a:pt x="8535124" y="14644"/>
                  </a:lnTo>
                  <a:lnTo>
                    <a:pt x="8557535" y="44099"/>
                  </a:lnTo>
                  <a:lnTo>
                    <a:pt x="8559330" y="48432"/>
                  </a:lnTo>
                  <a:lnTo>
                    <a:pt x="8560684" y="52899"/>
                  </a:lnTo>
                  <a:lnTo>
                    <a:pt x="8561599" y="57500"/>
                  </a:lnTo>
                  <a:lnTo>
                    <a:pt x="8562515" y="62100"/>
                  </a:lnTo>
                  <a:lnTo>
                    <a:pt x="8562973" y="66746"/>
                  </a:lnTo>
                  <a:lnTo>
                    <a:pt x="8562974" y="71437"/>
                  </a:lnTo>
                  <a:lnTo>
                    <a:pt x="8562974" y="690562"/>
                  </a:lnTo>
                  <a:lnTo>
                    <a:pt x="8562973" y="695252"/>
                  </a:lnTo>
                  <a:lnTo>
                    <a:pt x="8562515" y="699898"/>
                  </a:lnTo>
                  <a:lnTo>
                    <a:pt x="8561599" y="704498"/>
                  </a:lnTo>
                  <a:lnTo>
                    <a:pt x="8560684" y="709099"/>
                  </a:lnTo>
                  <a:lnTo>
                    <a:pt x="8538732" y="744392"/>
                  </a:lnTo>
                  <a:lnTo>
                    <a:pt x="8531223" y="749959"/>
                  </a:lnTo>
                  <a:lnTo>
                    <a:pt x="8527324" y="752565"/>
                  </a:lnTo>
                  <a:lnTo>
                    <a:pt x="8505473" y="760626"/>
                  </a:lnTo>
                  <a:lnTo>
                    <a:pt x="8500872" y="761542"/>
                  </a:lnTo>
                  <a:lnTo>
                    <a:pt x="8496227" y="761999"/>
                  </a:lnTo>
                  <a:lnTo>
                    <a:pt x="8491536" y="761999"/>
                  </a:lnTo>
                  <a:lnTo>
                    <a:pt x="71437" y="761999"/>
                  </a:lnTo>
                  <a:lnTo>
                    <a:pt x="66746" y="761999"/>
                  </a:lnTo>
                  <a:lnTo>
                    <a:pt x="62101" y="761542"/>
                  </a:lnTo>
                  <a:lnTo>
                    <a:pt x="57500" y="760626"/>
                  </a:lnTo>
                  <a:lnTo>
                    <a:pt x="52900" y="759711"/>
                  </a:lnTo>
                  <a:lnTo>
                    <a:pt x="20923" y="741076"/>
                  </a:lnTo>
                  <a:lnTo>
                    <a:pt x="17606" y="737759"/>
                  </a:lnTo>
                  <a:lnTo>
                    <a:pt x="14645" y="734151"/>
                  </a:lnTo>
                  <a:lnTo>
                    <a:pt x="12039" y="730250"/>
                  </a:lnTo>
                  <a:lnTo>
                    <a:pt x="9433" y="726350"/>
                  </a:lnTo>
                  <a:lnTo>
                    <a:pt x="7232" y="722233"/>
                  </a:lnTo>
                  <a:lnTo>
                    <a:pt x="5437" y="717899"/>
                  </a:lnTo>
                  <a:lnTo>
                    <a:pt x="3642" y="713566"/>
                  </a:lnTo>
                  <a:lnTo>
                    <a:pt x="2287" y="709099"/>
                  </a:lnTo>
                  <a:lnTo>
                    <a:pt x="1372" y="704498"/>
                  </a:lnTo>
                  <a:lnTo>
                    <a:pt x="457" y="699898"/>
                  </a:lnTo>
                  <a:lnTo>
                    <a:pt x="0" y="695252"/>
                  </a:lnTo>
                  <a:lnTo>
                    <a:pt x="0" y="690562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2949" y="5127624"/>
              <a:ext cx="136525" cy="193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82825" y="4925714"/>
            <a:ext cx="7501255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Pour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les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calculs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numériques,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préférez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toujours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les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streams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primitifs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(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mapToDouble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,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mapToInt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)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qui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offrent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des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méthodes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directes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comme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sum()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,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average()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,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min()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,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max()</a:t>
            </a:r>
            <a:r>
              <a:rPr sz="1100" spc="-31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et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évitent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le</a:t>
            </a:r>
            <a:r>
              <a:rPr sz="1300" spc="-2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boxing/unboxing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coûteux.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956816"/>
            <a:ext cx="8717280" cy="2755900"/>
            <a:chOff x="1737360" y="1956816"/>
            <a:chExt cx="8717280" cy="2755900"/>
          </a:xfrm>
        </p:grpSpPr>
        <p:sp>
          <p:nvSpPr>
            <p:cNvPr id="9" name="object 9"/>
            <p:cNvSpPr/>
            <p:nvPr/>
          </p:nvSpPr>
          <p:spPr>
            <a:xfrm>
              <a:off x="1737360" y="1956816"/>
              <a:ext cx="8717280" cy="2755900"/>
            </a:xfrm>
            <a:custGeom>
              <a:avLst/>
              <a:gdLst/>
              <a:ahLst/>
              <a:cxnLst/>
              <a:rect l="l" t="t" r="r" b="b"/>
              <a:pathLst>
                <a:path w="8717280" h="2755900">
                  <a:moveTo>
                    <a:pt x="8717280" y="2755392"/>
                  </a:moveTo>
                  <a:lnTo>
                    <a:pt x="0" y="2755392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3433"/>
                  </a:lnTo>
                  <a:lnTo>
                    <a:pt x="129539" y="43433"/>
                  </a:lnTo>
                  <a:lnTo>
                    <a:pt x="120037" y="44305"/>
                  </a:lnTo>
                  <a:lnTo>
                    <a:pt x="85402" y="72776"/>
                  </a:lnTo>
                  <a:lnTo>
                    <a:pt x="81914" y="91058"/>
                  </a:lnTo>
                  <a:lnTo>
                    <a:pt x="81914" y="2586608"/>
                  </a:lnTo>
                  <a:lnTo>
                    <a:pt x="103199" y="2626387"/>
                  </a:lnTo>
                  <a:lnTo>
                    <a:pt x="129539" y="2634233"/>
                  </a:lnTo>
                  <a:lnTo>
                    <a:pt x="8717280" y="2634233"/>
                  </a:lnTo>
                  <a:lnTo>
                    <a:pt x="8717280" y="2755392"/>
                  </a:lnTo>
                  <a:close/>
                </a:path>
                <a:path w="8717280" h="2755900">
                  <a:moveTo>
                    <a:pt x="8717280" y="2634233"/>
                  </a:moveTo>
                  <a:lnTo>
                    <a:pt x="8587739" y="2634233"/>
                  </a:lnTo>
                  <a:lnTo>
                    <a:pt x="8597241" y="2633361"/>
                  </a:lnTo>
                  <a:lnTo>
                    <a:pt x="8606022" y="2630746"/>
                  </a:lnTo>
                  <a:lnTo>
                    <a:pt x="8634492" y="2596111"/>
                  </a:lnTo>
                  <a:lnTo>
                    <a:pt x="8635364" y="2586608"/>
                  </a:lnTo>
                  <a:lnTo>
                    <a:pt x="8635364" y="91058"/>
                  </a:lnTo>
                  <a:lnTo>
                    <a:pt x="8614080" y="51280"/>
                  </a:lnTo>
                  <a:lnTo>
                    <a:pt x="8587739" y="43433"/>
                  </a:lnTo>
                  <a:lnTo>
                    <a:pt x="8717280" y="43433"/>
                  </a:lnTo>
                  <a:lnTo>
                    <a:pt x="8717280" y="263423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990724"/>
              <a:ext cx="8553450" cy="2609850"/>
            </a:xfrm>
            <a:custGeom>
              <a:avLst/>
              <a:gdLst/>
              <a:ahLst/>
              <a:cxnLst/>
              <a:rect l="l" t="t" r="r" b="b"/>
              <a:pathLst>
                <a:path w="8553450" h="2609850">
                  <a:moveTo>
                    <a:pt x="8500051" y="2609849"/>
                  </a:moveTo>
                  <a:lnTo>
                    <a:pt x="33047" y="2609849"/>
                  </a:lnTo>
                  <a:lnTo>
                    <a:pt x="28187" y="2608399"/>
                  </a:lnTo>
                  <a:lnTo>
                    <a:pt x="966" y="2567567"/>
                  </a:lnTo>
                  <a:lnTo>
                    <a:pt x="0" y="2560278"/>
                  </a:lnTo>
                  <a:lnTo>
                    <a:pt x="0" y="255269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2556452"/>
                  </a:lnTo>
                  <a:lnTo>
                    <a:pt x="8534055" y="2595764"/>
                  </a:lnTo>
                  <a:lnTo>
                    <a:pt x="8503768" y="2609483"/>
                  </a:lnTo>
                  <a:lnTo>
                    <a:pt x="8500051" y="26098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990724"/>
              <a:ext cx="52069" cy="2609850"/>
            </a:xfrm>
            <a:custGeom>
              <a:avLst/>
              <a:gdLst/>
              <a:ahLst/>
              <a:cxnLst/>
              <a:rect l="l" t="t" r="r" b="b"/>
              <a:pathLst>
                <a:path w="52069" h="2609850">
                  <a:moveTo>
                    <a:pt x="51889" y="2609849"/>
                  </a:moveTo>
                  <a:lnTo>
                    <a:pt x="49571" y="2609849"/>
                  </a:lnTo>
                  <a:lnTo>
                    <a:pt x="42281" y="2608399"/>
                  </a:lnTo>
                  <a:lnTo>
                    <a:pt x="7250" y="2581571"/>
                  </a:lnTo>
                  <a:lnTo>
                    <a:pt x="0" y="2560279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2552699"/>
                  </a:lnTo>
                  <a:lnTo>
                    <a:pt x="43679" y="2593110"/>
                  </a:lnTo>
                  <a:lnTo>
                    <a:pt x="47399" y="2604269"/>
                  </a:lnTo>
                  <a:lnTo>
                    <a:pt x="51889" y="26098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5095" y="2134192"/>
            <a:ext cx="5518150" cy="22682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78460" indent="-292735">
              <a:lnSpc>
                <a:spcPct val="100000"/>
              </a:lnSpc>
              <a:spcBef>
                <a:spcPts val="32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reduce()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accumuler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pour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un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60" dirty="0">
                <a:solidFill>
                  <a:srgbClr val="94A2B8"/>
                </a:solidFill>
                <a:latin typeface="Times New Roman"/>
                <a:cs typeface="Times New Roman"/>
              </a:rPr>
              <a:t>résultat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0" dirty="0">
                <a:solidFill>
                  <a:srgbClr val="94A2B8"/>
                </a:solidFill>
                <a:latin typeface="Times New Roman"/>
                <a:cs typeface="Times New Roman"/>
              </a:rPr>
              <a:t>unique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0" dirty="0">
                <a:solidFill>
                  <a:srgbClr val="94A2B8"/>
                </a:solidFill>
                <a:latin typeface="Times New Roman"/>
                <a:cs typeface="Times New Roman"/>
              </a:rPr>
              <a:t>(ex: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4A2B8"/>
                </a:solidFill>
                <a:latin typeface="Times New Roman"/>
                <a:cs typeface="Times New Roman"/>
              </a:rPr>
              <a:t>somme)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SzPct val="110526"/>
              <a:buFont typeface="Times New Roman"/>
              <a:buAutoNum type="arabicPlain"/>
              <a:tabLst>
                <a:tab pos="304165" algn="l"/>
                <a:tab pos="304800" algn="l"/>
              </a:tabLst>
            </a:pPr>
            <a:r>
              <a:rPr sz="950" b="1" spc="120" dirty="0">
                <a:solidFill>
                  <a:srgbClr val="2562EB"/>
                </a:solidFill>
                <a:latin typeface="Times New Roman"/>
                <a:cs typeface="Times New Roman"/>
              </a:rPr>
              <a:t>double</a:t>
            </a:r>
            <a:r>
              <a:rPr sz="950" b="1" spc="30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somme</a:t>
            </a:r>
            <a:r>
              <a:rPr sz="1050" spc="28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28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20" dirty="0">
                <a:solidFill>
                  <a:srgbClr val="DA2677"/>
                </a:solidFill>
                <a:latin typeface="Times New Roman"/>
                <a:cs typeface="Times New Roman"/>
              </a:rPr>
              <a:t>map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(Etudiant</a:t>
            </a:r>
            <a:r>
              <a:rPr sz="10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:getMoyenne)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  <a:tab pos="2458720" algn="l"/>
                <a:tab pos="3498850" algn="l"/>
              </a:tabLst>
            </a:pP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65" dirty="0">
                <a:solidFill>
                  <a:srgbClr val="DA2677"/>
                </a:solidFill>
                <a:latin typeface="Times New Roman"/>
                <a:cs typeface="Times New Roman"/>
              </a:rPr>
              <a:t>reduce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65" dirty="0">
                <a:solidFill>
                  <a:srgbClr val="0890B1"/>
                </a:solidFill>
                <a:latin typeface="Times New Roman"/>
                <a:cs typeface="Times New Roman"/>
              </a:rPr>
              <a:t>0.0</a:t>
            </a:r>
            <a:r>
              <a:rPr sz="1050" spc="165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Double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:sum);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5" dirty="0">
                <a:solidFill>
                  <a:srgbClr val="94A2B8"/>
                </a:solidFill>
                <a:latin typeface="Times New Roman"/>
                <a:cs typeface="Times New Roman"/>
              </a:rPr>
              <a:t>(acc,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5" dirty="0">
                <a:solidFill>
                  <a:srgbClr val="94A2B8"/>
                </a:solidFill>
                <a:latin typeface="Times New Roman"/>
                <a:cs typeface="Times New Roman"/>
              </a:rPr>
              <a:t>val)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	&gt;</a:t>
            </a:r>
            <a:r>
              <a:rPr sz="1100" i="1" spc="20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acc</a:t>
            </a:r>
            <a:r>
              <a:rPr sz="1100" i="1" spc="204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+</a:t>
            </a:r>
            <a:r>
              <a:rPr sz="1100" i="1" spc="204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val</a:t>
            </a:r>
            <a:endParaRPr sz="11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155"/>
              </a:spcBef>
            </a:pPr>
            <a:r>
              <a:rPr sz="1050" spc="60" dirty="0">
                <a:solidFill>
                  <a:srgbClr val="CBD5E1"/>
                </a:solidFill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6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mapToDouble()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Stream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0" dirty="0">
                <a:solidFill>
                  <a:srgbClr val="94A2B8"/>
                </a:solidFill>
                <a:latin typeface="Times New Roman"/>
                <a:cs typeface="Times New Roman"/>
              </a:rPr>
              <a:t>primitif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(plus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50" dirty="0">
                <a:solidFill>
                  <a:srgbClr val="94A2B8"/>
                </a:solidFill>
                <a:latin typeface="Times New Roman"/>
                <a:cs typeface="Times New Roman"/>
              </a:rPr>
              <a:t>efficace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+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méthodes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stats)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6"/>
              <a:tabLst>
                <a:tab pos="304165" algn="l"/>
                <a:tab pos="304800" algn="l"/>
              </a:tabLst>
            </a:pPr>
            <a:r>
              <a:rPr sz="1050" spc="95" dirty="0">
                <a:solidFill>
                  <a:srgbClr val="7C3AEC"/>
                </a:solidFill>
                <a:latin typeface="Times New Roman"/>
                <a:cs typeface="Times New Roman"/>
              </a:rPr>
              <a:t>OptionalDouble</a:t>
            </a:r>
            <a:r>
              <a:rPr sz="1050" spc="29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moy</a:t>
            </a:r>
            <a:r>
              <a:rPr sz="1050" spc="30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29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AutoNum type="arabicPlain" startAt="6"/>
              <a:tabLst>
                <a:tab pos="378460" algn="l"/>
                <a:tab pos="379095" algn="l"/>
                <a:tab pos="3053080" algn="l"/>
              </a:tabLst>
            </a:pP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95" dirty="0">
                <a:solidFill>
                  <a:srgbClr val="DA2677"/>
                </a:solidFill>
                <a:latin typeface="Times New Roman"/>
                <a:cs typeface="Times New Roman"/>
              </a:rPr>
              <a:t>mapToDouble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(Etudiant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334054"/>
                </a:solidFill>
                <a:latin typeface="Times New Roman"/>
                <a:cs typeface="Times New Roman"/>
              </a:rPr>
              <a:t>:getMoyenne)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94A2B8"/>
                </a:solidFill>
                <a:latin typeface="Times New Roman"/>
                <a:cs typeface="Times New Roman"/>
              </a:rPr>
              <a:t>→</a:t>
            </a:r>
            <a:r>
              <a:rPr sz="95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40" dirty="0">
                <a:solidFill>
                  <a:srgbClr val="94A2B8"/>
                </a:solidFill>
                <a:latin typeface="Times New Roman"/>
                <a:cs typeface="Times New Roman"/>
              </a:rPr>
              <a:t>DoubleStream</a:t>
            </a:r>
            <a:endParaRPr sz="110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05"/>
              </a:spcBef>
              <a:buClr>
                <a:srgbClr val="CBD5E1"/>
              </a:buClr>
              <a:buAutoNum type="arabicPlain" startAt="6"/>
              <a:tabLst>
                <a:tab pos="378460" algn="l"/>
                <a:tab pos="379095" algn="l"/>
                <a:tab pos="1344295" algn="l"/>
              </a:tabLst>
            </a:pP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1050" spc="160" dirty="0">
                <a:solidFill>
                  <a:srgbClr val="DA2677"/>
                </a:solidFill>
                <a:latin typeface="Times New Roman"/>
                <a:cs typeface="Times New Roman"/>
              </a:rPr>
              <a:t>average</a:t>
            </a:r>
            <a:r>
              <a:rPr sz="1050" spc="160" dirty="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5" dirty="0">
                <a:solidFill>
                  <a:srgbClr val="94A2B8"/>
                </a:solidFill>
                <a:latin typeface="Times New Roman"/>
                <a:cs typeface="Times New Roman"/>
              </a:rPr>
              <a:t>retourne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0" dirty="0">
                <a:solidFill>
                  <a:srgbClr val="94A2B8"/>
                </a:solidFill>
                <a:latin typeface="Times New Roman"/>
                <a:cs typeface="Times New Roman"/>
              </a:rPr>
              <a:t>OptionalDouble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14"/>
              </a:spcBef>
              <a:buClr>
                <a:srgbClr val="CBD5E1"/>
              </a:buClr>
              <a:buSzPct val="95454"/>
              <a:buFont typeface="Times New Roman"/>
              <a:buAutoNum type="arabicPlain" startAt="11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0" dirty="0">
                <a:solidFill>
                  <a:srgbClr val="94A2B8"/>
                </a:solidFill>
                <a:latin typeface="Times New Roman"/>
                <a:cs typeface="Times New Roman"/>
              </a:rPr>
              <a:t>Affichage</a:t>
            </a:r>
            <a:r>
              <a:rPr sz="11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5" dirty="0">
                <a:solidFill>
                  <a:srgbClr val="94A2B8"/>
                </a:solidFill>
                <a:latin typeface="Times New Roman"/>
                <a:cs typeface="Times New Roman"/>
              </a:rPr>
              <a:t>sûr</a:t>
            </a:r>
            <a:endParaRPr sz="11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229"/>
              </a:spcBef>
              <a:buClr>
                <a:srgbClr val="CBD5E1"/>
              </a:buClr>
              <a:buAutoNum type="arabicPlain" startAt="11"/>
              <a:tabLst>
                <a:tab pos="304165" algn="l"/>
                <a:tab pos="304800" algn="l"/>
                <a:tab pos="1567180" algn="l"/>
              </a:tabLst>
            </a:pP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moy.</a:t>
            </a:r>
            <a:r>
              <a:rPr sz="1050" spc="100" dirty="0">
                <a:solidFill>
                  <a:srgbClr val="DA2677"/>
                </a:solidFill>
                <a:latin typeface="Times New Roman"/>
                <a:cs typeface="Times New Roman"/>
              </a:rPr>
              <a:t>ifPresent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(m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.out.</a:t>
            </a:r>
            <a:r>
              <a:rPr sz="1050" spc="114" dirty="0">
                <a:solidFill>
                  <a:srgbClr val="DA2677"/>
                </a:solidFill>
                <a:latin typeface="Times New Roman"/>
                <a:cs typeface="Times New Roman"/>
              </a:rPr>
              <a:t>println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1050" spc="114" dirty="0">
                <a:solidFill>
                  <a:srgbClr val="16A24A"/>
                </a:solidFill>
                <a:latin typeface="Times New Roman"/>
                <a:cs typeface="Times New Roman"/>
              </a:rPr>
              <a:t>"Moyenne</a:t>
            </a:r>
            <a:r>
              <a:rPr sz="1050" spc="34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35" dirty="0">
                <a:solidFill>
                  <a:srgbClr val="16A24A"/>
                </a:solidFill>
                <a:latin typeface="Times New Roman"/>
                <a:cs typeface="Times New Roman"/>
              </a:rPr>
              <a:t>générale</a:t>
            </a:r>
            <a:r>
              <a:rPr sz="1050" spc="34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16A24A"/>
                </a:solidFill>
                <a:latin typeface="Times New Roman"/>
                <a:cs typeface="Times New Roman"/>
              </a:rPr>
              <a:t>:</a:t>
            </a:r>
            <a:r>
              <a:rPr sz="1050" spc="34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1050" spc="34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m));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10623" y="1990724"/>
            <a:ext cx="1571625" cy="238125"/>
          </a:xfrm>
          <a:custGeom>
            <a:avLst/>
            <a:gdLst/>
            <a:ahLst/>
            <a:cxnLst/>
            <a:rect l="l" t="t" r="r" b="b"/>
            <a:pathLst>
              <a:path w="1571625" h="238125">
                <a:moveTo>
                  <a:pt x="1571625" y="238124"/>
                </a:moveTo>
                <a:lnTo>
                  <a:pt x="53397" y="238124"/>
                </a:lnTo>
                <a:lnTo>
                  <a:pt x="14084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0"/>
                </a:lnTo>
                <a:lnTo>
                  <a:pt x="1518227" y="0"/>
                </a:lnTo>
                <a:lnTo>
                  <a:pt x="1521944" y="365"/>
                </a:lnTo>
                <a:lnTo>
                  <a:pt x="1557537" y="19392"/>
                </a:lnTo>
                <a:lnTo>
                  <a:pt x="1571625" y="53397"/>
                </a:lnTo>
                <a:lnTo>
                  <a:pt x="1571625" y="2381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891240" y="2021773"/>
            <a:ext cx="1408430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65" dirty="0">
                <a:solidFill>
                  <a:srgbClr val="64738B"/>
                </a:solidFill>
                <a:latin typeface="Times New Roman"/>
                <a:cs typeface="Times New Roman"/>
              </a:rPr>
              <a:t>Accumulation</a:t>
            </a:r>
            <a:r>
              <a:rPr sz="850" b="1" spc="210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64738B"/>
                </a:solidFill>
                <a:latin typeface="Times New Roman"/>
                <a:cs typeface="Times New Roman"/>
              </a:rPr>
              <a:t>&amp;</a:t>
            </a:r>
            <a:r>
              <a:rPr sz="800" b="1" spc="229" dirty="0">
                <a:solidFill>
                  <a:srgbClr val="64738B"/>
                </a:solidFill>
                <a:latin typeface="Times New Roman"/>
                <a:cs typeface="Times New Roman"/>
              </a:rPr>
              <a:t> </a:t>
            </a:r>
            <a:r>
              <a:rPr sz="850" b="1" spc="-10" dirty="0">
                <a:solidFill>
                  <a:srgbClr val="64738B"/>
                </a:solidFill>
                <a:latin typeface="Times New Roman"/>
                <a:cs typeface="Times New Roman"/>
              </a:rPr>
              <a:t>Moyenne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6" name="object 16"/>
            <p:cNvSpPr/>
            <p:nvPr/>
          </p:nvSpPr>
          <p:spPr>
            <a:xfrm>
              <a:off x="11115674" y="6800849"/>
              <a:ext cx="1076325" cy="57150"/>
            </a:xfrm>
            <a:custGeom>
              <a:avLst/>
              <a:gdLst/>
              <a:ahLst/>
              <a:cxnLst/>
              <a:rect l="l" t="t" r="r" b="b"/>
              <a:pathLst>
                <a:path w="1076325" h="57150">
                  <a:moveTo>
                    <a:pt x="0" y="57149"/>
                  </a:moveTo>
                  <a:lnTo>
                    <a:pt x="1076324" y="57149"/>
                  </a:lnTo>
                  <a:lnTo>
                    <a:pt x="10763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800849"/>
              <a:ext cx="11115675" cy="57150"/>
            </a:xfrm>
            <a:custGeom>
              <a:avLst/>
              <a:gdLst/>
              <a:ahLst/>
              <a:cxnLst/>
              <a:rect l="l" t="t" r="r" b="b"/>
              <a:pathLst>
                <a:path w="11115675" h="57150">
                  <a:moveTo>
                    <a:pt x="111156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1115674" y="0"/>
                  </a:lnTo>
                  <a:lnTo>
                    <a:pt x="111156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52/57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418528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Stream</a:t>
            </a:r>
            <a:r>
              <a:rPr spc="-145" dirty="0"/>
              <a:t> </a:t>
            </a:r>
            <a:r>
              <a:rPr spc="-130" dirty="0"/>
              <a:t>:</a:t>
            </a:r>
            <a:r>
              <a:rPr spc="-140" dirty="0"/>
              <a:t> </a:t>
            </a:r>
            <a:r>
              <a:rPr spc="-170" dirty="0"/>
              <a:t>groupingBy()</a:t>
            </a:r>
            <a:r>
              <a:rPr spc="-140" dirty="0"/>
              <a:t> </a:t>
            </a:r>
            <a:r>
              <a:rPr spc="-90" dirty="0"/>
              <a:t>détaillé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749" y="5105399"/>
            <a:ext cx="8572500" cy="981075"/>
            <a:chOff x="1809749" y="5105399"/>
            <a:chExt cx="8572500" cy="981075"/>
          </a:xfrm>
        </p:grpSpPr>
        <p:sp>
          <p:nvSpPr>
            <p:cNvPr id="4" name="object 4"/>
            <p:cNvSpPr/>
            <p:nvPr/>
          </p:nvSpPr>
          <p:spPr>
            <a:xfrm>
              <a:off x="1814512" y="5110162"/>
              <a:ext cx="8562975" cy="971550"/>
            </a:xfrm>
            <a:custGeom>
              <a:avLst/>
              <a:gdLst/>
              <a:ahLst/>
              <a:cxnLst/>
              <a:rect l="l" t="t" r="r" b="b"/>
              <a:pathLst>
                <a:path w="8562975" h="971550">
                  <a:moveTo>
                    <a:pt x="8496227" y="971548"/>
                  </a:moveTo>
                  <a:lnTo>
                    <a:pt x="66746" y="971548"/>
                  </a:lnTo>
                  <a:lnTo>
                    <a:pt x="62101" y="971091"/>
                  </a:lnTo>
                  <a:lnTo>
                    <a:pt x="24240" y="953942"/>
                  </a:lnTo>
                  <a:lnTo>
                    <a:pt x="2287" y="918648"/>
                  </a:lnTo>
                  <a:lnTo>
                    <a:pt x="0" y="904802"/>
                  </a:lnTo>
                  <a:lnTo>
                    <a:pt x="0" y="900111"/>
                  </a:lnTo>
                  <a:lnTo>
                    <a:pt x="0" y="66745"/>
                  </a:lnTo>
                  <a:lnTo>
                    <a:pt x="14645" y="27847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4"/>
                  </a:lnTo>
                  <a:lnTo>
                    <a:pt x="8559330" y="48431"/>
                  </a:lnTo>
                  <a:lnTo>
                    <a:pt x="8562973" y="66745"/>
                  </a:lnTo>
                  <a:lnTo>
                    <a:pt x="8562973" y="904802"/>
                  </a:lnTo>
                  <a:lnTo>
                    <a:pt x="8548327" y="943699"/>
                  </a:lnTo>
                  <a:lnTo>
                    <a:pt x="8514540" y="967905"/>
                  </a:lnTo>
                  <a:lnTo>
                    <a:pt x="8500872" y="971091"/>
                  </a:lnTo>
                  <a:lnTo>
                    <a:pt x="8496227" y="971548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4512" y="5110162"/>
              <a:ext cx="8562975" cy="971550"/>
            </a:xfrm>
            <a:custGeom>
              <a:avLst/>
              <a:gdLst/>
              <a:ahLst/>
              <a:cxnLst/>
              <a:rect l="l" t="t" r="r" b="b"/>
              <a:pathLst>
                <a:path w="8562975" h="971550">
                  <a:moveTo>
                    <a:pt x="0" y="9001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531223" y="12038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1599" y="57500"/>
                  </a:lnTo>
                  <a:lnTo>
                    <a:pt x="8562515" y="62100"/>
                  </a:lnTo>
                  <a:lnTo>
                    <a:pt x="8562973" y="66746"/>
                  </a:lnTo>
                  <a:lnTo>
                    <a:pt x="8562974" y="71437"/>
                  </a:lnTo>
                  <a:lnTo>
                    <a:pt x="8562974" y="900112"/>
                  </a:lnTo>
                  <a:lnTo>
                    <a:pt x="8562973" y="904802"/>
                  </a:lnTo>
                  <a:lnTo>
                    <a:pt x="8562515" y="909448"/>
                  </a:lnTo>
                  <a:lnTo>
                    <a:pt x="8561599" y="914048"/>
                  </a:lnTo>
                  <a:lnTo>
                    <a:pt x="8560684" y="918649"/>
                  </a:lnTo>
                  <a:lnTo>
                    <a:pt x="8559330" y="923116"/>
                  </a:lnTo>
                  <a:lnTo>
                    <a:pt x="8557535" y="927449"/>
                  </a:lnTo>
                  <a:lnTo>
                    <a:pt x="8555739" y="931783"/>
                  </a:lnTo>
                  <a:lnTo>
                    <a:pt x="8553538" y="935900"/>
                  </a:lnTo>
                  <a:lnTo>
                    <a:pt x="8550933" y="939800"/>
                  </a:lnTo>
                  <a:lnTo>
                    <a:pt x="8548327" y="943700"/>
                  </a:lnTo>
                  <a:lnTo>
                    <a:pt x="8531223" y="959509"/>
                  </a:lnTo>
                  <a:lnTo>
                    <a:pt x="8527324" y="962115"/>
                  </a:lnTo>
                  <a:lnTo>
                    <a:pt x="8523206" y="964316"/>
                  </a:lnTo>
                  <a:lnTo>
                    <a:pt x="8518873" y="966111"/>
                  </a:lnTo>
                  <a:lnTo>
                    <a:pt x="8514540" y="967906"/>
                  </a:lnTo>
                  <a:lnTo>
                    <a:pt x="8510074" y="969261"/>
                  </a:lnTo>
                  <a:lnTo>
                    <a:pt x="8505473" y="970176"/>
                  </a:lnTo>
                  <a:lnTo>
                    <a:pt x="8500872" y="971091"/>
                  </a:lnTo>
                  <a:lnTo>
                    <a:pt x="8496227" y="971549"/>
                  </a:lnTo>
                  <a:lnTo>
                    <a:pt x="8491536" y="971549"/>
                  </a:lnTo>
                  <a:lnTo>
                    <a:pt x="71437" y="971549"/>
                  </a:lnTo>
                  <a:lnTo>
                    <a:pt x="66746" y="971549"/>
                  </a:lnTo>
                  <a:lnTo>
                    <a:pt x="62101" y="971091"/>
                  </a:lnTo>
                  <a:lnTo>
                    <a:pt x="57500" y="970176"/>
                  </a:lnTo>
                  <a:lnTo>
                    <a:pt x="52900" y="969261"/>
                  </a:lnTo>
                  <a:lnTo>
                    <a:pt x="48433" y="967906"/>
                  </a:lnTo>
                  <a:lnTo>
                    <a:pt x="44099" y="966111"/>
                  </a:lnTo>
                  <a:lnTo>
                    <a:pt x="39765" y="964316"/>
                  </a:lnTo>
                  <a:lnTo>
                    <a:pt x="35649" y="962115"/>
                  </a:lnTo>
                  <a:lnTo>
                    <a:pt x="31749" y="959509"/>
                  </a:lnTo>
                  <a:lnTo>
                    <a:pt x="27848" y="956904"/>
                  </a:lnTo>
                  <a:lnTo>
                    <a:pt x="12039" y="939800"/>
                  </a:lnTo>
                  <a:lnTo>
                    <a:pt x="9433" y="935900"/>
                  </a:lnTo>
                  <a:lnTo>
                    <a:pt x="7232" y="931783"/>
                  </a:lnTo>
                  <a:lnTo>
                    <a:pt x="5437" y="927449"/>
                  </a:lnTo>
                  <a:lnTo>
                    <a:pt x="3642" y="923116"/>
                  </a:lnTo>
                  <a:lnTo>
                    <a:pt x="2287" y="918649"/>
                  </a:lnTo>
                  <a:lnTo>
                    <a:pt x="1372" y="914048"/>
                  </a:lnTo>
                  <a:lnTo>
                    <a:pt x="457" y="909448"/>
                  </a:lnTo>
                  <a:lnTo>
                    <a:pt x="0" y="904802"/>
                  </a:lnTo>
                  <a:lnTo>
                    <a:pt x="0" y="900112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9299" y="5495924"/>
              <a:ext cx="193675" cy="20002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54262" y="5201939"/>
            <a:ext cx="7814945" cy="7207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7800"/>
              </a:lnSpc>
              <a:spcBef>
                <a:spcPts val="60"/>
              </a:spcBef>
            </a:pP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Astuce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93312"/>
                </a:solidFill>
                <a:latin typeface="Arial"/>
                <a:cs typeface="Arial"/>
              </a:rPr>
              <a:t>: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groupingBy</a:t>
            </a:r>
            <a:r>
              <a:rPr sz="1100" spc="-33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retourne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par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défaut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993312"/>
                </a:solidFill>
                <a:latin typeface="Arial"/>
                <a:cs typeface="Arial"/>
              </a:rPr>
              <a:t>une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List&lt;T&gt;</a:t>
            </a:r>
            <a:r>
              <a:rPr sz="1100" spc="-325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comme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valeur.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10" dirty="0">
                <a:solidFill>
                  <a:srgbClr val="993312"/>
                </a:solidFill>
                <a:latin typeface="Arial"/>
                <a:cs typeface="Arial"/>
              </a:rPr>
              <a:t>On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peut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changer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ce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comportement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avec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un 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deuxième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argument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993312"/>
                </a:solidFill>
                <a:latin typeface="Arial"/>
                <a:cs typeface="Arial"/>
              </a:rPr>
              <a:t>(downstream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collector),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comme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3312"/>
                </a:solidFill>
                <a:latin typeface="Monaco"/>
                <a:cs typeface="Monaco"/>
              </a:rPr>
              <a:t>counting()</a:t>
            </a:r>
            <a:r>
              <a:rPr sz="1100" spc="-330" dirty="0">
                <a:solidFill>
                  <a:srgbClr val="993312"/>
                </a:solidFill>
                <a:latin typeface="Monaco"/>
                <a:cs typeface="Monaco"/>
              </a:rPr>
              <a:t>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pour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obtenir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un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simple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993312"/>
                </a:solidFill>
                <a:latin typeface="Arial"/>
                <a:cs typeface="Arial"/>
              </a:rPr>
              <a:t>comptage</a:t>
            </a:r>
            <a:r>
              <a:rPr sz="1300" spc="-30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ou</a:t>
            </a:r>
            <a:r>
              <a:rPr sz="1300" spc="-2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3312"/>
                </a:solidFill>
                <a:latin typeface="Monaco"/>
                <a:cs typeface="Monaco"/>
              </a:rPr>
              <a:t>toSet() </a:t>
            </a:r>
            <a:r>
              <a:rPr sz="1300" spc="-35" dirty="0">
                <a:solidFill>
                  <a:srgbClr val="993312"/>
                </a:solidFill>
                <a:latin typeface="Arial"/>
                <a:cs typeface="Arial"/>
              </a:rPr>
              <a:t>pour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993312"/>
                </a:solidFill>
                <a:latin typeface="Arial"/>
                <a:cs typeface="Arial"/>
              </a:rPr>
              <a:t>avoir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993312"/>
                </a:solidFill>
                <a:latin typeface="Arial"/>
                <a:cs typeface="Arial"/>
              </a:rPr>
              <a:t>un</a:t>
            </a:r>
            <a:r>
              <a:rPr sz="1300" spc="-55" dirty="0">
                <a:solidFill>
                  <a:srgbClr val="993312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993312"/>
                </a:solidFill>
                <a:latin typeface="Arial"/>
                <a:cs typeface="Arial"/>
              </a:rPr>
              <a:t>ensemble.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37360" y="1481328"/>
            <a:ext cx="8717280" cy="3496310"/>
            <a:chOff x="1737360" y="1481328"/>
            <a:chExt cx="8717280" cy="3496310"/>
          </a:xfrm>
        </p:grpSpPr>
        <p:sp>
          <p:nvSpPr>
            <p:cNvPr id="9" name="object 9"/>
            <p:cNvSpPr/>
            <p:nvPr/>
          </p:nvSpPr>
          <p:spPr>
            <a:xfrm>
              <a:off x="1737360" y="1481328"/>
              <a:ext cx="8717280" cy="3496310"/>
            </a:xfrm>
            <a:custGeom>
              <a:avLst/>
              <a:gdLst/>
              <a:ahLst/>
              <a:cxnLst/>
              <a:rect l="l" t="t" r="r" b="b"/>
              <a:pathLst>
                <a:path w="8717280" h="3496310">
                  <a:moveTo>
                    <a:pt x="8717280" y="3496056"/>
                  </a:moveTo>
                  <a:lnTo>
                    <a:pt x="0" y="3496056"/>
                  </a:lnTo>
                  <a:lnTo>
                    <a:pt x="0" y="0"/>
                  </a:lnTo>
                  <a:lnTo>
                    <a:pt x="8717280" y="0"/>
                  </a:lnTo>
                  <a:lnTo>
                    <a:pt x="8717280" y="42671"/>
                  </a:lnTo>
                  <a:lnTo>
                    <a:pt x="129539" y="42671"/>
                  </a:lnTo>
                  <a:lnTo>
                    <a:pt x="120037" y="43543"/>
                  </a:lnTo>
                  <a:lnTo>
                    <a:pt x="85402" y="72014"/>
                  </a:lnTo>
                  <a:lnTo>
                    <a:pt x="81914" y="90296"/>
                  </a:lnTo>
                  <a:lnTo>
                    <a:pt x="81914" y="3328796"/>
                  </a:lnTo>
                  <a:lnTo>
                    <a:pt x="103199" y="3368575"/>
                  </a:lnTo>
                  <a:lnTo>
                    <a:pt x="129539" y="3376421"/>
                  </a:lnTo>
                  <a:lnTo>
                    <a:pt x="8717280" y="3376421"/>
                  </a:lnTo>
                  <a:lnTo>
                    <a:pt x="8717280" y="3496056"/>
                  </a:lnTo>
                  <a:close/>
                </a:path>
                <a:path w="8717280" h="3496310">
                  <a:moveTo>
                    <a:pt x="8717280" y="3376421"/>
                  </a:moveTo>
                  <a:lnTo>
                    <a:pt x="8587739" y="3376421"/>
                  </a:lnTo>
                  <a:lnTo>
                    <a:pt x="8597241" y="3375549"/>
                  </a:lnTo>
                  <a:lnTo>
                    <a:pt x="8606022" y="3372934"/>
                  </a:lnTo>
                  <a:lnTo>
                    <a:pt x="8634492" y="3338298"/>
                  </a:lnTo>
                  <a:lnTo>
                    <a:pt x="8635364" y="3328796"/>
                  </a:lnTo>
                  <a:lnTo>
                    <a:pt x="8635364" y="90296"/>
                  </a:lnTo>
                  <a:lnTo>
                    <a:pt x="8614080" y="50518"/>
                  </a:lnTo>
                  <a:lnTo>
                    <a:pt x="8587739" y="42671"/>
                  </a:lnTo>
                  <a:lnTo>
                    <a:pt x="8717280" y="42671"/>
                  </a:lnTo>
                  <a:lnTo>
                    <a:pt x="8717280" y="337642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799" y="1514474"/>
              <a:ext cx="8553450" cy="3352800"/>
            </a:xfrm>
            <a:custGeom>
              <a:avLst/>
              <a:gdLst/>
              <a:ahLst/>
              <a:cxnLst/>
              <a:rect l="l" t="t" r="r" b="b"/>
              <a:pathLst>
                <a:path w="8553450" h="3352800">
                  <a:moveTo>
                    <a:pt x="8500051" y="3352799"/>
                  </a:moveTo>
                  <a:lnTo>
                    <a:pt x="33047" y="3352799"/>
                  </a:lnTo>
                  <a:lnTo>
                    <a:pt x="4833" y="3324520"/>
                  </a:lnTo>
                  <a:lnTo>
                    <a:pt x="0" y="3303228"/>
                  </a:lnTo>
                  <a:lnTo>
                    <a:pt x="0" y="32956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8500051" y="0"/>
                  </a:lnTo>
                  <a:lnTo>
                    <a:pt x="8539362" y="19392"/>
                  </a:lnTo>
                  <a:lnTo>
                    <a:pt x="8553449" y="53397"/>
                  </a:lnTo>
                  <a:lnTo>
                    <a:pt x="8553449" y="3299402"/>
                  </a:lnTo>
                  <a:lnTo>
                    <a:pt x="8534055" y="3338713"/>
                  </a:lnTo>
                  <a:lnTo>
                    <a:pt x="8503768" y="3352433"/>
                  </a:lnTo>
                  <a:lnTo>
                    <a:pt x="8500051" y="335279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9749" y="1514474"/>
              <a:ext cx="52069" cy="3352800"/>
            </a:xfrm>
            <a:custGeom>
              <a:avLst/>
              <a:gdLst/>
              <a:ahLst/>
              <a:cxnLst/>
              <a:rect l="l" t="t" r="r" b="b"/>
              <a:pathLst>
                <a:path w="52069" h="3352800">
                  <a:moveTo>
                    <a:pt x="51889" y="3352799"/>
                  </a:moveTo>
                  <a:lnTo>
                    <a:pt x="49571" y="3352799"/>
                  </a:lnTo>
                  <a:lnTo>
                    <a:pt x="42281" y="3351349"/>
                  </a:lnTo>
                  <a:lnTo>
                    <a:pt x="7250" y="3324520"/>
                  </a:lnTo>
                  <a:lnTo>
                    <a:pt x="0" y="330322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0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3295649"/>
                  </a:lnTo>
                  <a:lnTo>
                    <a:pt x="43679" y="3336060"/>
                  </a:lnTo>
                  <a:lnTo>
                    <a:pt x="47399" y="3347219"/>
                  </a:lnTo>
                  <a:lnTo>
                    <a:pt x="51889" y="33527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67053" y="2214568"/>
            <a:ext cx="1958339" cy="77787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0890B1"/>
                </a:solidFill>
                <a:latin typeface="Times New Roman"/>
                <a:cs typeface="Times New Roman"/>
              </a:rPr>
              <a:t>16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16A24A"/>
                </a:solidFill>
                <a:latin typeface="Times New Roman"/>
                <a:cs typeface="Times New Roman"/>
              </a:rPr>
              <a:t>"Très</a:t>
            </a:r>
            <a:r>
              <a:rPr sz="1050" spc="34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16A24A"/>
                </a:solidFill>
                <a:latin typeface="Times New Roman"/>
                <a:cs typeface="Times New Roman"/>
              </a:rPr>
              <a:t>Bien"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0890B1"/>
                </a:solidFill>
                <a:latin typeface="Times New Roman"/>
                <a:cs typeface="Times New Roman"/>
              </a:rPr>
              <a:t>14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6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25" dirty="0">
                <a:solidFill>
                  <a:srgbClr val="16A24A"/>
                </a:solidFill>
                <a:latin typeface="Times New Roman"/>
                <a:cs typeface="Times New Roman"/>
              </a:rPr>
              <a:t>"Bien"</a:t>
            </a:r>
            <a:r>
              <a:rPr sz="1050" spc="125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0890B1"/>
                </a:solidFill>
                <a:latin typeface="Times New Roman"/>
                <a:cs typeface="Times New Roman"/>
              </a:rPr>
              <a:t>12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16A24A"/>
                </a:solidFill>
                <a:latin typeface="Times New Roman"/>
                <a:cs typeface="Times New Roman"/>
              </a:rPr>
              <a:t>"Assez</a:t>
            </a:r>
            <a:r>
              <a:rPr sz="1050" spc="35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120" dirty="0">
                <a:solidFill>
                  <a:srgbClr val="16A24A"/>
                </a:solidFill>
                <a:latin typeface="Times New Roman"/>
                <a:cs typeface="Times New Roman"/>
              </a:rPr>
              <a:t>Bien"</a:t>
            </a:r>
            <a:r>
              <a:rPr sz="1050" spc="120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0890B1"/>
                </a:solidFill>
                <a:latin typeface="Times New Roman"/>
                <a:cs typeface="Times New Roman"/>
              </a:rPr>
              <a:t>10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65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16A24A"/>
                </a:solidFill>
                <a:latin typeface="Times New Roman"/>
                <a:cs typeface="Times New Roman"/>
              </a:rPr>
              <a:t>"Passable"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15095" y="1667761"/>
            <a:ext cx="4775200" cy="29921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95454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Grouper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les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30" dirty="0">
                <a:solidFill>
                  <a:srgbClr val="94A2B8"/>
                </a:solidFill>
                <a:latin typeface="Times New Roman"/>
                <a:cs typeface="Times New Roman"/>
              </a:rPr>
              <a:t>étudiants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5" dirty="0">
                <a:solidFill>
                  <a:srgbClr val="94A2B8"/>
                </a:solidFill>
                <a:latin typeface="Times New Roman"/>
                <a:cs typeface="Times New Roman"/>
              </a:rPr>
              <a:t>mention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14" dirty="0">
                <a:solidFill>
                  <a:srgbClr val="94A2B8"/>
                </a:solidFill>
                <a:latin typeface="Times New Roman"/>
                <a:cs typeface="Times New Roman"/>
              </a:rPr>
              <a:t>(Très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Bien,</a:t>
            </a:r>
            <a:r>
              <a:rPr sz="11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Bien,</a:t>
            </a:r>
            <a:r>
              <a:rPr sz="1100" i="1" spc="35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75" dirty="0">
                <a:solidFill>
                  <a:srgbClr val="94A2B8"/>
                </a:solidFill>
                <a:latin typeface="Times New Roman"/>
                <a:cs typeface="Times New Roman"/>
              </a:rPr>
              <a:t>etc.)</a:t>
            </a:r>
            <a:endParaRPr sz="1100">
              <a:latin typeface="Times New Roman"/>
              <a:cs typeface="Times New Roman"/>
            </a:endParaRPr>
          </a:p>
          <a:p>
            <a:pPr marL="304165" indent="-218440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/>
              <a:tabLst>
                <a:tab pos="304165" algn="l"/>
                <a:tab pos="304800" algn="l"/>
              </a:tabLst>
            </a:pP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Map</a:t>
            </a:r>
            <a:r>
              <a:rPr sz="950" spc="10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4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40" dirty="0">
                <a:solidFill>
                  <a:srgbClr val="7C3AEC"/>
                </a:solidFill>
                <a:latin typeface="Times New Roman"/>
                <a:cs typeface="Times New Roman"/>
              </a:rPr>
              <a:t>List</a:t>
            </a:r>
            <a:r>
              <a:rPr sz="950" spc="14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4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1050" spc="34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950" spc="37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0" dirty="0">
                <a:solidFill>
                  <a:srgbClr val="334054"/>
                </a:solidFill>
                <a:latin typeface="Times New Roman"/>
                <a:cs typeface="Times New Roman"/>
              </a:rPr>
              <a:t>parMention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  <a:tab pos="2904490" algn="l"/>
              </a:tabLst>
            </a:pP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.collect(</a:t>
            </a:r>
            <a:r>
              <a:rPr sz="1050" spc="14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.groupingBy(e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30" dirty="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(e.getMoyenne()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(e.getMoyenne()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(e.getMoyenne()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000" b="1" spc="275" dirty="0">
                <a:solidFill>
                  <a:srgbClr val="2562EB"/>
                </a:solidFill>
                <a:latin typeface="Times New Roman"/>
                <a:cs typeface="Times New Roman"/>
              </a:rPr>
              <a:t>if</a:t>
            </a:r>
            <a:r>
              <a:rPr sz="1000" b="1" spc="34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(e.getMoyenne()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SzPct val="105000"/>
              <a:buFont typeface="Times New Roman"/>
              <a:buAutoNum type="arabicPlain"/>
              <a:tabLst>
                <a:tab pos="378460" algn="l"/>
                <a:tab pos="379095" algn="l"/>
              </a:tabLst>
            </a:pPr>
            <a:r>
              <a:rPr sz="1000" b="1" spc="114" dirty="0">
                <a:solidFill>
                  <a:srgbClr val="2562EB"/>
                </a:solidFill>
                <a:latin typeface="Times New Roman"/>
                <a:cs typeface="Times New Roman"/>
              </a:rPr>
              <a:t>return</a:t>
            </a:r>
            <a:r>
              <a:rPr sz="1000" b="1" spc="360" dirty="0">
                <a:solidFill>
                  <a:srgbClr val="2562EB"/>
                </a:solidFill>
                <a:latin typeface="Times New Roman"/>
                <a:cs typeface="Times New Roman"/>
              </a:rPr>
              <a:t> </a:t>
            </a:r>
            <a:r>
              <a:rPr sz="1050" spc="110" dirty="0">
                <a:solidFill>
                  <a:srgbClr val="16A24A"/>
                </a:solidFill>
                <a:latin typeface="Times New Roman"/>
                <a:cs typeface="Times New Roman"/>
              </a:rPr>
              <a:t>"Ajourné"</a:t>
            </a:r>
            <a:r>
              <a:rPr sz="1050" spc="110" dirty="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050">
              <a:latin typeface="Times New Roman"/>
              <a:cs typeface="Times New Roman"/>
            </a:endParaRPr>
          </a:p>
          <a:p>
            <a:pPr marL="378460" indent="-29273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/>
              <a:tabLst>
                <a:tab pos="378460" algn="l"/>
                <a:tab pos="379095" algn="l"/>
              </a:tabLst>
            </a:pPr>
            <a:r>
              <a:rPr sz="1050" spc="190" dirty="0">
                <a:solidFill>
                  <a:srgbClr val="334054"/>
                </a:solidFill>
                <a:latin typeface="Times New Roman"/>
                <a:cs typeface="Times New Roman"/>
              </a:rPr>
              <a:t>}));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30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SzPct val="95454"/>
              <a:buFont typeface="Times New Roman"/>
              <a:buAutoNum type="arabicPlain" startAt="11"/>
              <a:tabLst>
                <a:tab pos="378460" algn="l"/>
                <a:tab pos="379095" algn="l"/>
              </a:tabLst>
            </a:pP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00" dirty="0">
                <a:solidFill>
                  <a:srgbClr val="94A2B8"/>
                </a:solidFill>
                <a:latin typeface="Times New Roman"/>
                <a:cs typeface="Times New Roman"/>
              </a:rPr>
              <a:t>Variante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215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compter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85" dirty="0">
                <a:solidFill>
                  <a:srgbClr val="94A2B8"/>
                </a:solidFill>
                <a:latin typeface="Times New Roman"/>
                <a:cs typeface="Times New Roman"/>
              </a:rPr>
              <a:t>le</a:t>
            </a:r>
            <a:r>
              <a:rPr sz="1100" i="1" spc="33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4A2B8"/>
                </a:solidFill>
                <a:latin typeface="Times New Roman"/>
                <a:cs typeface="Times New Roman"/>
              </a:rPr>
              <a:t>nombre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d'étudiants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par</a:t>
            </a:r>
            <a:r>
              <a:rPr sz="1100" i="1" spc="34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94A2B8"/>
                </a:solidFill>
                <a:latin typeface="Times New Roman"/>
                <a:cs typeface="Times New Roman"/>
              </a:rPr>
              <a:t>mention</a:t>
            </a:r>
            <a:endParaRPr sz="1100">
              <a:latin typeface="Times New Roman"/>
              <a:cs typeface="Times New Roman"/>
            </a:endParaRPr>
          </a:p>
          <a:p>
            <a:pPr marL="304165" indent="-292100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11"/>
              <a:tabLst>
                <a:tab pos="304165" algn="l"/>
                <a:tab pos="304800" algn="l"/>
              </a:tabLst>
            </a:pP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Map</a:t>
            </a:r>
            <a:r>
              <a:rPr sz="950" spc="100" dirty="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sz="1050" spc="100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1050" spc="10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C3AEC"/>
                </a:solidFill>
                <a:latin typeface="Times New Roman"/>
                <a:cs typeface="Times New Roman"/>
              </a:rPr>
              <a:t>Long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210" dirty="0">
                <a:solidFill>
                  <a:srgbClr val="334054"/>
                </a:solidFill>
                <a:latin typeface="Times New Roman"/>
                <a:cs typeface="Times New Roman"/>
              </a:rPr>
              <a:t>stats</a:t>
            </a:r>
            <a:r>
              <a:rPr sz="1050" spc="3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1050" spc="3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50" dirty="0">
                <a:solidFill>
                  <a:srgbClr val="334054"/>
                </a:solidFill>
                <a:latin typeface="Times New Roman"/>
                <a:cs typeface="Times New Roman"/>
              </a:rPr>
              <a:t>etudiants.stream()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240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</a:tabLst>
            </a:pP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.collect(</a:t>
            </a:r>
            <a:r>
              <a:rPr sz="1050" spc="140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40" dirty="0">
                <a:solidFill>
                  <a:srgbClr val="334054"/>
                </a:solidFill>
                <a:latin typeface="Times New Roman"/>
                <a:cs typeface="Times New Roman"/>
              </a:rPr>
              <a:t>.groupingBy(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65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  <a:tab pos="601345" algn="l"/>
                <a:tab pos="1938655" algn="l"/>
              </a:tabLst>
            </a:pPr>
            <a:r>
              <a:rPr sz="1050" spc="65" dirty="0">
                <a:solidFill>
                  <a:srgbClr val="334054"/>
                </a:solidFill>
                <a:latin typeface="Times New Roman"/>
                <a:cs typeface="Times New Roman"/>
              </a:rPr>
              <a:t>e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1050" spc="30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95" dirty="0">
                <a:solidFill>
                  <a:srgbClr val="334054"/>
                </a:solidFill>
                <a:latin typeface="Times New Roman"/>
                <a:cs typeface="Times New Roman"/>
              </a:rPr>
              <a:t>e.getMoyenne()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0890B1"/>
                </a:solidFill>
                <a:latin typeface="Times New Roman"/>
                <a:cs typeface="Times New Roman"/>
              </a:rPr>
              <a:t>10</a:t>
            </a:r>
            <a:r>
              <a:rPr sz="1050" spc="330" dirty="0">
                <a:solidFill>
                  <a:srgbClr val="0890B1"/>
                </a:solidFill>
                <a:latin typeface="Times New Roman"/>
                <a:cs typeface="Times New Roman"/>
              </a:rPr>
              <a:t> </a:t>
            </a:r>
            <a:r>
              <a:rPr sz="1050" spc="114" dirty="0">
                <a:solidFill>
                  <a:srgbClr val="334054"/>
                </a:solidFill>
                <a:latin typeface="Times New Roman"/>
                <a:cs typeface="Times New Roman"/>
              </a:rPr>
              <a:t>?</a:t>
            </a:r>
            <a:r>
              <a:rPr sz="1050" spc="3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60" dirty="0">
                <a:solidFill>
                  <a:srgbClr val="16A24A"/>
                </a:solidFill>
                <a:latin typeface="Times New Roman"/>
                <a:cs typeface="Times New Roman"/>
              </a:rPr>
              <a:t>"Admis"</a:t>
            </a:r>
            <a:r>
              <a:rPr sz="1050" spc="330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1050" spc="290" dirty="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sz="1050" spc="33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1050" spc="130" dirty="0">
                <a:solidFill>
                  <a:srgbClr val="16A24A"/>
                </a:solidFill>
                <a:latin typeface="Times New Roman"/>
                <a:cs typeface="Times New Roman"/>
              </a:rPr>
              <a:t>"Recalé"</a:t>
            </a:r>
            <a:r>
              <a:rPr sz="1050" spc="130" dirty="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endParaRPr sz="105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90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  <a:tab pos="2087245" algn="l"/>
              </a:tabLst>
            </a:pPr>
            <a:r>
              <a:rPr sz="1050" spc="145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1050" spc="145" dirty="0">
                <a:solidFill>
                  <a:srgbClr val="334054"/>
                </a:solidFill>
                <a:latin typeface="Times New Roman"/>
                <a:cs typeface="Times New Roman"/>
              </a:rPr>
              <a:t>.counting()</a:t>
            </a:r>
            <a:r>
              <a:rPr sz="10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1100" i="1" spc="275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100" i="1" spc="32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collecteur</a:t>
            </a:r>
            <a:r>
              <a:rPr sz="11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100" i="1" spc="85" dirty="0">
                <a:solidFill>
                  <a:srgbClr val="94A2B8"/>
                </a:solidFill>
                <a:latin typeface="Times New Roman"/>
                <a:cs typeface="Times New Roman"/>
              </a:rPr>
              <a:t>aval</a:t>
            </a:r>
            <a:endParaRPr sz="1100">
              <a:latin typeface="Times New Roman"/>
              <a:cs typeface="Times New Roman"/>
            </a:endParaRPr>
          </a:p>
          <a:p>
            <a:pPr marL="378460" indent="-366395">
              <a:lnSpc>
                <a:spcPct val="100000"/>
              </a:lnSpc>
              <a:spcBef>
                <a:spcPts val="155"/>
              </a:spcBef>
              <a:buClr>
                <a:srgbClr val="CBD5E1"/>
              </a:buClr>
              <a:buAutoNum type="arabicPlain" startAt="11"/>
              <a:tabLst>
                <a:tab pos="378460" algn="l"/>
                <a:tab pos="379095" algn="l"/>
              </a:tabLst>
            </a:pPr>
            <a:r>
              <a:rPr sz="1050" spc="225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686798" y="1514474"/>
            <a:ext cx="1695450" cy="228600"/>
          </a:xfrm>
          <a:custGeom>
            <a:avLst/>
            <a:gdLst/>
            <a:ahLst/>
            <a:cxnLst/>
            <a:rect l="l" t="t" r="r" b="b"/>
            <a:pathLst>
              <a:path w="1695450" h="228600">
                <a:moveTo>
                  <a:pt x="1695450" y="228599"/>
                </a:moveTo>
                <a:lnTo>
                  <a:pt x="53397" y="228599"/>
                </a:lnTo>
                <a:lnTo>
                  <a:pt x="49680" y="228233"/>
                </a:lnTo>
                <a:lnTo>
                  <a:pt x="14085" y="209207"/>
                </a:lnTo>
                <a:lnTo>
                  <a:pt x="0" y="175202"/>
                </a:lnTo>
                <a:lnTo>
                  <a:pt x="0" y="171449"/>
                </a:lnTo>
                <a:lnTo>
                  <a:pt x="0" y="0"/>
                </a:lnTo>
                <a:lnTo>
                  <a:pt x="1642052" y="0"/>
                </a:lnTo>
                <a:lnTo>
                  <a:pt x="1681362" y="19392"/>
                </a:lnTo>
                <a:lnTo>
                  <a:pt x="1695450" y="53397"/>
                </a:lnTo>
                <a:lnTo>
                  <a:pt x="1695450" y="22859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765480" y="1545523"/>
            <a:ext cx="1534160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dirty="0">
                <a:solidFill>
                  <a:srgbClr val="64738B"/>
                </a:solidFill>
                <a:latin typeface="Times New Roman"/>
                <a:cs typeface="Times New Roman"/>
              </a:rPr>
              <a:t>Regroupement</a:t>
            </a:r>
            <a:r>
              <a:rPr sz="850" b="1" spc="165" dirty="0">
                <a:solidFill>
                  <a:srgbClr val="64738B"/>
                </a:solidFill>
                <a:latin typeface="Times New Roman"/>
                <a:cs typeface="Times New Roman"/>
              </a:rPr>
              <a:t>  </a:t>
            </a:r>
            <a:r>
              <a:rPr sz="850" b="1" spc="65" dirty="0">
                <a:solidFill>
                  <a:srgbClr val="64738B"/>
                </a:solidFill>
                <a:latin typeface="Times New Roman"/>
                <a:cs typeface="Times New Roman"/>
              </a:rPr>
              <a:t>par</a:t>
            </a:r>
            <a:r>
              <a:rPr sz="850" b="1" spc="170" dirty="0">
                <a:solidFill>
                  <a:srgbClr val="64738B"/>
                </a:solidFill>
                <a:latin typeface="Times New Roman"/>
                <a:cs typeface="Times New Roman"/>
              </a:rPr>
              <a:t>  </a:t>
            </a:r>
            <a:r>
              <a:rPr sz="850" b="1" spc="55" dirty="0">
                <a:solidFill>
                  <a:srgbClr val="64738B"/>
                </a:solidFill>
                <a:latin typeface="Times New Roman"/>
                <a:cs typeface="Times New Roman"/>
              </a:rPr>
              <a:t>mention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17" name="object 17"/>
            <p:cNvSpPr/>
            <p:nvPr/>
          </p:nvSpPr>
          <p:spPr>
            <a:xfrm>
              <a:off x="11325224" y="6800849"/>
              <a:ext cx="866775" cy="57150"/>
            </a:xfrm>
            <a:custGeom>
              <a:avLst/>
              <a:gdLst/>
              <a:ahLst/>
              <a:cxnLst/>
              <a:rect l="l" t="t" r="r" b="b"/>
              <a:pathLst>
                <a:path w="866775" h="57150">
                  <a:moveTo>
                    <a:pt x="0" y="57149"/>
                  </a:moveTo>
                  <a:lnTo>
                    <a:pt x="866774" y="57149"/>
                  </a:lnTo>
                  <a:lnTo>
                    <a:pt x="8667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800849"/>
              <a:ext cx="11325225" cy="57150"/>
            </a:xfrm>
            <a:custGeom>
              <a:avLst/>
              <a:gdLst/>
              <a:ahLst/>
              <a:cxnLst/>
              <a:rect l="l" t="t" r="r" b="b"/>
              <a:pathLst>
                <a:path w="11325225" h="57150">
                  <a:moveTo>
                    <a:pt x="113252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1325224" y="0"/>
                  </a:lnTo>
                  <a:lnTo>
                    <a:pt x="113252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53/57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53270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Pipeline</a:t>
            </a:r>
            <a:r>
              <a:rPr spc="-150" dirty="0"/>
              <a:t> </a:t>
            </a:r>
            <a:r>
              <a:rPr spc="-160" dirty="0"/>
              <a:t>complet</a:t>
            </a:r>
            <a:r>
              <a:rPr spc="-150" dirty="0"/>
              <a:t> </a:t>
            </a:r>
            <a:r>
              <a:rPr spc="-130" dirty="0"/>
              <a:t>:</a:t>
            </a:r>
            <a:r>
              <a:rPr spc="-150" dirty="0"/>
              <a:t> </a:t>
            </a:r>
            <a:r>
              <a:rPr spc="-175" dirty="0"/>
              <a:t>exemple</a:t>
            </a:r>
            <a:r>
              <a:rPr spc="-145" dirty="0"/>
              <a:t> </a:t>
            </a:r>
            <a:r>
              <a:rPr spc="-135" dirty="0"/>
              <a:t>réel</a:t>
            </a:r>
            <a:r>
              <a:rPr spc="-150" dirty="0"/>
              <a:t> </a:t>
            </a:r>
            <a:r>
              <a:rPr spc="-20" dirty="0"/>
              <a:t>(A</a:t>
            </a:r>
            <a:r>
              <a:rPr sz="2250" spc="-20" dirty="0"/>
              <a:t>→</a:t>
            </a:r>
            <a:r>
              <a:rPr spc="-20" dirty="0"/>
              <a:t>Z)</a:t>
            </a:r>
            <a:endParaRPr sz="2250"/>
          </a:p>
        </p:txBody>
      </p:sp>
      <p:grpSp>
        <p:nvGrpSpPr>
          <p:cNvPr id="3" name="object 3"/>
          <p:cNvGrpSpPr/>
          <p:nvPr/>
        </p:nvGrpSpPr>
        <p:grpSpPr>
          <a:xfrm>
            <a:off x="326136" y="993648"/>
            <a:ext cx="11539855" cy="622300"/>
            <a:chOff x="326136" y="993648"/>
            <a:chExt cx="11539855" cy="622300"/>
          </a:xfrm>
        </p:grpSpPr>
        <p:sp>
          <p:nvSpPr>
            <p:cNvPr id="4" name="object 4"/>
            <p:cNvSpPr/>
            <p:nvPr/>
          </p:nvSpPr>
          <p:spPr>
            <a:xfrm>
              <a:off x="326136" y="993648"/>
              <a:ext cx="11539855" cy="622300"/>
            </a:xfrm>
            <a:custGeom>
              <a:avLst/>
              <a:gdLst/>
              <a:ahLst/>
              <a:cxnLst/>
              <a:rect l="l" t="t" r="r" b="b"/>
              <a:pathLst>
                <a:path w="11539855" h="622300">
                  <a:moveTo>
                    <a:pt x="11539728" y="621792"/>
                  </a:moveTo>
                  <a:lnTo>
                    <a:pt x="0" y="621792"/>
                  </a:lnTo>
                  <a:lnTo>
                    <a:pt x="0" y="0"/>
                  </a:lnTo>
                  <a:lnTo>
                    <a:pt x="11539728" y="0"/>
                  </a:lnTo>
                  <a:lnTo>
                    <a:pt x="11539728" y="44576"/>
                  </a:lnTo>
                  <a:lnTo>
                    <a:pt x="64388" y="44576"/>
                  </a:lnTo>
                  <a:lnTo>
                    <a:pt x="64388" y="539876"/>
                  </a:lnTo>
                  <a:lnTo>
                    <a:pt x="11539728" y="539876"/>
                  </a:lnTo>
                  <a:lnTo>
                    <a:pt x="11539728" y="621792"/>
                  </a:lnTo>
                  <a:close/>
                </a:path>
                <a:path w="11539855" h="622300">
                  <a:moveTo>
                    <a:pt x="11539728" y="539876"/>
                  </a:moveTo>
                  <a:lnTo>
                    <a:pt x="11408663" y="539876"/>
                  </a:lnTo>
                  <a:lnTo>
                    <a:pt x="11415231" y="539559"/>
                  </a:lnTo>
                  <a:lnTo>
                    <a:pt x="11421673" y="538607"/>
                  </a:lnTo>
                  <a:lnTo>
                    <a:pt x="11455809" y="520347"/>
                  </a:lnTo>
                  <a:lnTo>
                    <a:pt x="11474069" y="486211"/>
                  </a:lnTo>
                  <a:lnTo>
                    <a:pt x="11475338" y="473201"/>
                  </a:lnTo>
                  <a:lnTo>
                    <a:pt x="11475338" y="111251"/>
                  </a:lnTo>
                  <a:lnTo>
                    <a:pt x="11464111" y="74202"/>
                  </a:lnTo>
                  <a:lnTo>
                    <a:pt x="11434177" y="49652"/>
                  </a:lnTo>
                  <a:lnTo>
                    <a:pt x="11408663" y="44576"/>
                  </a:lnTo>
                  <a:lnTo>
                    <a:pt x="11539728" y="44576"/>
                  </a:lnTo>
                  <a:lnTo>
                    <a:pt x="11539728" y="53987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4812" y="1028699"/>
              <a:ext cx="11406505" cy="514350"/>
            </a:xfrm>
            <a:custGeom>
              <a:avLst/>
              <a:gdLst/>
              <a:ahLst/>
              <a:cxnLst/>
              <a:rect l="l" t="t" r="r" b="b"/>
              <a:pathLst>
                <a:path w="11406505" h="514350">
                  <a:moveTo>
                    <a:pt x="1133498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11334989" y="0"/>
                  </a:lnTo>
                  <a:lnTo>
                    <a:pt x="11339945" y="488"/>
                  </a:lnTo>
                  <a:lnTo>
                    <a:pt x="11376481" y="15621"/>
                  </a:lnTo>
                  <a:lnTo>
                    <a:pt x="11402300" y="51661"/>
                  </a:lnTo>
                  <a:lnTo>
                    <a:pt x="11406186" y="71196"/>
                  </a:lnTo>
                  <a:lnTo>
                    <a:pt x="11406186" y="443153"/>
                  </a:lnTo>
                  <a:lnTo>
                    <a:pt x="11390564" y="484644"/>
                  </a:lnTo>
                  <a:lnTo>
                    <a:pt x="11354524" y="510464"/>
                  </a:lnTo>
                  <a:lnTo>
                    <a:pt x="11334989" y="5143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0999" y="1028700"/>
              <a:ext cx="47625" cy="514350"/>
            </a:xfrm>
            <a:custGeom>
              <a:avLst/>
              <a:gdLst/>
              <a:ahLst/>
              <a:cxnLst/>
              <a:rect l="l" t="t" r="r" b="b"/>
              <a:pathLst>
                <a:path w="47625" h="514350">
                  <a:moveTo>
                    <a:pt x="0" y="51434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514349"/>
                  </a:lnTo>
                  <a:lnTo>
                    <a:pt x="0" y="5143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949" y="1181099"/>
              <a:ext cx="231775" cy="20002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77900" y="1154112"/>
            <a:ext cx="687070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60" dirty="0">
                <a:solidFill>
                  <a:srgbClr val="1D40AF"/>
                </a:solidFill>
                <a:latin typeface="Arial"/>
                <a:cs typeface="Arial"/>
              </a:rPr>
              <a:t>Objectif</a:t>
            </a:r>
            <a:r>
              <a:rPr sz="1350" b="1" spc="-5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1D40AF"/>
                </a:solidFill>
                <a:latin typeface="Arial"/>
                <a:cs typeface="Arial"/>
              </a:rPr>
              <a:t>:</a:t>
            </a:r>
            <a:r>
              <a:rPr sz="1350" b="1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80" dirty="0">
                <a:solidFill>
                  <a:srgbClr val="1D40AF"/>
                </a:solidFill>
                <a:latin typeface="Arial"/>
                <a:cs typeface="Arial"/>
              </a:rPr>
              <a:t>Obtenir</a:t>
            </a:r>
            <a:r>
              <a:rPr sz="1350" b="1" spc="-5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70" dirty="0">
                <a:solidFill>
                  <a:srgbClr val="1D40AF"/>
                </a:solidFill>
                <a:latin typeface="Arial"/>
                <a:cs typeface="Arial"/>
              </a:rPr>
              <a:t>les</a:t>
            </a:r>
            <a:r>
              <a:rPr sz="1350" b="1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105" dirty="0">
                <a:solidFill>
                  <a:srgbClr val="1D40AF"/>
                </a:solidFill>
                <a:latin typeface="Arial"/>
                <a:cs typeface="Arial"/>
              </a:rPr>
              <a:t>noms</a:t>
            </a:r>
            <a:r>
              <a:rPr sz="1350" b="1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1D40AF"/>
                </a:solidFill>
                <a:latin typeface="Arial"/>
                <a:cs typeface="Arial"/>
              </a:rPr>
              <a:t>en</a:t>
            </a:r>
            <a:r>
              <a:rPr sz="1350" b="1" spc="-5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110" dirty="0">
                <a:solidFill>
                  <a:srgbClr val="1D40AF"/>
                </a:solidFill>
                <a:latin typeface="Arial"/>
                <a:cs typeface="Arial"/>
              </a:rPr>
              <a:t>MAJUSCULES</a:t>
            </a:r>
            <a:r>
              <a:rPr sz="1350" b="1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85" dirty="0">
                <a:solidFill>
                  <a:srgbClr val="1D40AF"/>
                </a:solidFill>
                <a:latin typeface="Arial"/>
                <a:cs typeface="Arial"/>
              </a:rPr>
              <a:t>des</a:t>
            </a:r>
            <a:r>
              <a:rPr sz="1350" b="1" spc="-5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1D40AF"/>
                </a:solidFill>
                <a:latin typeface="Arial"/>
                <a:cs typeface="Arial"/>
              </a:rPr>
              <a:t>3</a:t>
            </a:r>
            <a:r>
              <a:rPr sz="1350" b="1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1D40AF"/>
                </a:solidFill>
                <a:latin typeface="Arial"/>
                <a:cs typeface="Arial"/>
              </a:rPr>
              <a:t>meilleurs</a:t>
            </a:r>
            <a:r>
              <a:rPr sz="1350" b="1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80" dirty="0">
                <a:solidFill>
                  <a:srgbClr val="1D40AF"/>
                </a:solidFill>
                <a:latin typeface="Arial"/>
                <a:cs typeface="Arial"/>
              </a:rPr>
              <a:t>admis, </a:t>
            </a:r>
            <a:r>
              <a:rPr sz="1350" b="1" spc="-75" dirty="0">
                <a:solidFill>
                  <a:srgbClr val="1D40AF"/>
                </a:solidFill>
                <a:latin typeface="Arial"/>
                <a:cs typeface="Arial"/>
              </a:rPr>
              <a:t>séparés</a:t>
            </a:r>
            <a:r>
              <a:rPr sz="1350" b="1" spc="-5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65" dirty="0">
                <a:solidFill>
                  <a:srgbClr val="1D40AF"/>
                </a:solidFill>
                <a:latin typeface="Arial"/>
                <a:cs typeface="Arial"/>
              </a:rPr>
              <a:t>par</a:t>
            </a:r>
            <a:r>
              <a:rPr sz="1350" b="1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85" dirty="0">
                <a:solidFill>
                  <a:srgbClr val="1D40AF"/>
                </a:solidFill>
                <a:latin typeface="Arial"/>
                <a:cs typeface="Arial"/>
              </a:rPr>
              <a:t>des</a:t>
            </a:r>
            <a:r>
              <a:rPr sz="1350" b="1" spc="-5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350" b="1" spc="-25" dirty="0">
                <a:solidFill>
                  <a:srgbClr val="1D40AF"/>
                </a:solidFill>
                <a:latin typeface="Arial"/>
                <a:cs typeface="Arial"/>
              </a:rPr>
              <a:t>virgules.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80999" y="1781174"/>
            <a:ext cx="4543425" cy="476250"/>
            <a:chOff x="380999" y="1781174"/>
            <a:chExt cx="4543425" cy="476250"/>
          </a:xfrm>
        </p:grpSpPr>
        <p:sp>
          <p:nvSpPr>
            <p:cNvPr id="10" name="object 10"/>
            <p:cNvSpPr/>
            <p:nvPr/>
          </p:nvSpPr>
          <p:spPr>
            <a:xfrm>
              <a:off x="385762" y="178593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4467152" y="466724"/>
                  </a:moveTo>
                  <a:lnTo>
                    <a:pt x="66746" y="466724"/>
                  </a:lnTo>
                  <a:lnTo>
                    <a:pt x="62101" y="466267"/>
                  </a:lnTo>
                  <a:lnTo>
                    <a:pt x="24240" y="449117"/>
                  </a:lnTo>
                  <a:lnTo>
                    <a:pt x="2287" y="413824"/>
                  </a:lnTo>
                  <a:lnTo>
                    <a:pt x="0" y="399978"/>
                  </a:lnTo>
                  <a:lnTo>
                    <a:pt x="0" y="3952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467152" y="0"/>
                  </a:lnTo>
                  <a:lnTo>
                    <a:pt x="4506050" y="14645"/>
                  </a:lnTo>
                  <a:lnTo>
                    <a:pt x="4530256" y="48432"/>
                  </a:lnTo>
                  <a:lnTo>
                    <a:pt x="4533899" y="66746"/>
                  </a:lnTo>
                  <a:lnTo>
                    <a:pt x="4533899" y="399978"/>
                  </a:lnTo>
                  <a:lnTo>
                    <a:pt x="4519254" y="438875"/>
                  </a:lnTo>
                  <a:lnTo>
                    <a:pt x="4485465" y="463081"/>
                  </a:lnTo>
                  <a:lnTo>
                    <a:pt x="4471798" y="466267"/>
                  </a:lnTo>
                  <a:lnTo>
                    <a:pt x="4467152" y="4667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5762" y="178593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0" y="395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2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462462" y="0"/>
                  </a:lnTo>
                  <a:lnTo>
                    <a:pt x="4467152" y="0"/>
                  </a:lnTo>
                  <a:lnTo>
                    <a:pt x="4471798" y="457"/>
                  </a:lnTo>
                  <a:lnTo>
                    <a:pt x="4476398" y="1372"/>
                  </a:lnTo>
                  <a:lnTo>
                    <a:pt x="4480998" y="2287"/>
                  </a:lnTo>
                  <a:lnTo>
                    <a:pt x="4485465" y="3642"/>
                  </a:lnTo>
                  <a:lnTo>
                    <a:pt x="4489799" y="5437"/>
                  </a:lnTo>
                  <a:lnTo>
                    <a:pt x="4494132" y="7232"/>
                  </a:lnTo>
                  <a:lnTo>
                    <a:pt x="4498250" y="9433"/>
                  </a:lnTo>
                  <a:lnTo>
                    <a:pt x="4502150" y="12039"/>
                  </a:lnTo>
                  <a:lnTo>
                    <a:pt x="4506050" y="14645"/>
                  </a:lnTo>
                  <a:lnTo>
                    <a:pt x="4509659" y="17606"/>
                  </a:lnTo>
                  <a:lnTo>
                    <a:pt x="4512975" y="20923"/>
                  </a:lnTo>
                  <a:lnTo>
                    <a:pt x="4516292" y="24240"/>
                  </a:lnTo>
                  <a:lnTo>
                    <a:pt x="4528461" y="44099"/>
                  </a:lnTo>
                  <a:lnTo>
                    <a:pt x="4530256" y="48432"/>
                  </a:lnTo>
                  <a:lnTo>
                    <a:pt x="4531611" y="52899"/>
                  </a:lnTo>
                  <a:lnTo>
                    <a:pt x="4532526" y="57500"/>
                  </a:lnTo>
                  <a:lnTo>
                    <a:pt x="4533442" y="62100"/>
                  </a:lnTo>
                  <a:lnTo>
                    <a:pt x="4533899" y="66746"/>
                  </a:lnTo>
                  <a:lnTo>
                    <a:pt x="4533899" y="71437"/>
                  </a:lnTo>
                  <a:lnTo>
                    <a:pt x="4533899" y="395287"/>
                  </a:lnTo>
                  <a:lnTo>
                    <a:pt x="4533899" y="399978"/>
                  </a:lnTo>
                  <a:lnTo>
                    <a:pt x="4533442" y="404623"/>
                  </a:lnTo>
                  <a:lnTo>
                    <a:pt x="4532526" y="409224"/>
                  </a:lnTo>
                  <a:lnTo>
                    <a:pt x="4531611" y="413824"/>
                  </a:lnTo>
                  <a:lnTo>
                    <a:pt x="4530256" y="418291"/>
                  </a:lnTo>
                  <a:lnTo>
                    <a:pt x="4528461" y="422625"/>
                  </a:lnTo>
                  <a:lnTo>
                    <a:pt x="4526666" y="426958"/>
                  </a:lnTo>
                  <a:lnTo>
                    <a:pt x="4512975" y="445801"/>
                  </a:lnTo>
                  <a:lnTo>
                    <a:pt x="4509659" y="449117"/>
                  </a:lnTo>
                  <a:lnTo>
                    <a:pt x="4471798" y="466267"/>
                  </a:lnTo>
                  <a:lnTo>
                    <a:pt x="4462462" y="466724"/>
                  </a:lnTo>
                  <a:lnTo>
                    <a:pt x="71437" y="466724"/>
                  </a:lnTo>
                  <a:lnTo>
                    <a:pt x="31748" y="454685"/>
                  </a:lnTo>
                  <a:lnTo>
                    <a:pt x="5437" y="422625"/>
                  </a:lnTo>
                  <a:lnTo>
                    <a:pt x="0" y="399978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3399" y="18859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5177" y="1909564"/>
            <a:ext cx="3157220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88925" algn="l"/>
              </a:tabLst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Filtrer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 garder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 les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b="1" spc="-80" dirty="0">
                <a:solidFill>
                  <a:srgbClr val="2562EB"/>
                </a:solidFill>
                <a:latin typeface="Arial"/>
                <a:cs typeface="Arial"/>
              </a:rPr>
              <a:t>admis</a:t>
            </a:r>
            <a:r>
              <a:rPr sz="1200" b="1" spc="-40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(moyenne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34054"/>
                </a:solidFill>
                <a:latin typeface="Arial"/>
                <a:cs typeface="Arial"/>
              </a:rPr>
              <a:t>≥ </a:t>
            </a:r>
            <a:r>
              <a:rPr sz="1200" spc="-30" dirty="0">
                <a:solidFill>
                  <a:srgbClr val="334054"/>
                </a:solidFill>
                <a:latin typeface="Arial"/>
                <a:cs typeface="Arial"/>
              </a:rPr>
              <a:t>10).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0999" y="2371724"/>
            <a:ext cx="4543425" cy="476250"/>
            <a:chOff x="380999" y="2371724"/>
            <a:chExt cx="4543425" cy="476250"/>
          </a:xfrm>
        </p:grpSpPr>
        <p:sp>
          <p:nvSpPr>
            <p:cNvPr id="15" name="object 15"/>
            <p:cNvSpPr/>
            <p:nvPr/>
          </p:nvSpPr>
          <p:spPr>
            <a:xfrm>
              <a:off x="385762" y="237648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4467152" y="466724"/>
                  </a:moveTo>
                  <a:lnTo>
                    <a:pt x="66746" y="466724"/>
                  </a:lnTo>
                  <a:lnTo>
                    <a:pt x="62101" y="466267"/>
                  </a:lnTo>
                  <a:lnTo>
                    <a:pt x="24240" y="449117"/>
                  </a:lnTo>
                  <a:lnTo>
                    <a:pt x="2287" y="413824"/>
                  </a:lnTo>
                  <a:lnTo>
                    <a:pt x="0" y="399978"/>
                  </a:lnTo>
                  <a:lnTo>
                    <a:pt x="0" y="3952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467152" y="0"/>
                  </a:lnTo>
                  <a:lnTo>
                    <a:pt x="4506050" y="14645"/>
                  </a:lnTo>
                  <a:lnTo>
                    <a:pt x="4530256" y="48432"/>
                  </a:lnTo>
                  <a:lnTo>
                    <a:pt x="4533899" y="66746"/>
                  </a:lnTo>
                  <a:lnTo>
                    <a:pt x="4533899" y="399978"/>
                  </a:lnTo>
                  <a:lnTo>
                    <a:pt x="4519254" y="438875"/>
                  </a:lnTo>
                  <a:lnTo>
                    <a:pt x="4485465" y="463081"/>
                  </a:lnTo>
                  <a:lnTo>
                    <a:pt x="4471798" y="466267"/>
                  </a:lnTo>
                  <a:lnTo>
                    <a:pt x="4467152" y="4667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5762" y="237648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0" y="395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462462" y="0"/>
                  </a:lnTo>
                  <a:lnTo>
                    <a:pt x="4467152" y="0"/>
                  </a:lnTo>
                  <a:lnTo>
                    <a:pt x="4471798" y="457"/>
                  </a:lnTo>
                  <a:lnTo>
                    <a:pt x="4476398" y="1372"/>
                  </a:lnTo>
                  <a:lnTo>
                    <a:pt x="4480998" y="2287"/>
                  </a:lnTo>
                  <a:lnTo>
                    <a:pt x="4502150" y="12039"/>
                  </a:lnTo>
                  <a:lnTo>
                    <a:pt x="4506050" y="14645"/>
                  </a:lnTo>
                  <a:lnTo>
                    <a:pt x="4509659" y="17606"/>
                  </a:lnTo>
                  <a:lnTo>
                    <a:pt x="4512975" y="20923"/>
                  </a:lnTo>
                  <a:lnTo>
                    <a:pt x="4516292" y="24240"/>
                  </a:lnTo>
                  <a:lnTo>
                    <a:pt x="4528461" y="44099"/>
                  </a:lnTo>
                  <a:lnTo>
                    <a:pt x="4530256" y="48432"/>
                  </a:lnTo>
                  <a:lnTo>
                    <a:pt x="4531611" y="52899"/>
                  </a:lnTo>
                  <a:lnTo>
                    <a:pt x="4532526" y="57500"/>
                  </a:lnTo>
                  <a:lnTo>
                    <a:pt x="4533442" y="62100"/>
                  </a:lnTo>
                  <a:lnTo>
                    <a:pt x="4533899" y="66746"/>
                  </a:lnTo>
                  <a:lnTo>
                    <a:pt x="4533899" y="71437"/>
                  </a:lnTo>
                  <a:lnTo>
                    <a:pt x="4533899" y="395287"/>
                  </a:lnTo>
                  <a:lnTo>
                    <a:pt x="4533899" y="399978"/>
                  </a:lnTo>
                  <a:lnTo>
                    <a:pt x="4533442" y="404623"/>
                  </a:lnTo>
                  <a:lnTo>
                    <a:pt x="4532526" y="409224"/>
                  </a:lnTo>
                  <a:lnTo>
                    <a:pt x="4531611" y="413824"/>
                  </a:lnTo>
                  <a:lnTo>
                    <a:pt x="4530256" y="418291"/>
                  </a:lnTo>
                  <a:lnTo>
                    <a:pt x="4528461" y="422625"/>
                  </a:lnTo>
                  <a:lnTo>
                    <a:pt x="4526666" y="426958"/>
                  </a:lnTo>
                  <a:lnTo>
                    <a:pt x="4498250" y="457291"/>
                  </a:lnTo>
                  <a:lnTo>
                    <a:pt x="4476398" y="465351"/>
                  </a:lnTo>
                  <a:lnTo>
                    <a:pt x="4471798" y="466267"/>
                  </a:lnTo>
                  <a:lnTo>
                    <a:pt x="4467152" y="466724"/>
                  </a:lnTo>
                  <a:lnTo>
                    <a:pt x="4462462" y="466724"/>
                  </a:lnTo>
                  <a:lnTo>
                    <a:pt x="71437" y="466724"/>
                  </a:lnTo>
                  <a:lnTo>
                    <a:pt x="66746" y="466724"/>
                  </a:lnTo>
                  <a:lnTo>
                    <a:pt x="62101" y="466267"/>
                  </a:lnTo>
                  <a:lnTo>
                    <a:pt x="57500" y="465351"/>
                  </a:lnTo>
                  <a:lnTo>
                    <a:pt x="52900" y="464437"/>
                  </a:lnTo>
                  <a:lnTo>
                    <a:pt x="31748" y="454685"/>
                  </a:lnTo>
                  <a:lnTo>
                    <a:pt x="27848" y="452079"/>
                  </a:lnTo>
                  <a:lnTo>
                    <a:pt x="3642" y="418291"/>
                  </a:lnTo>
                  <a:lnTo>
                    <a:pt x="0" y="399978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399" y="24764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9"/>
                  </a:lnTo>
                  <a:lnTo>
                    <a:pt x="59264" y="244226"/>
                  </a:lnTo>
                  <a:lnTo>
                    <a:pt x="30267" y="217946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5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0"/>
                  </a:lnTo>
                  <a:lnTo>
                    <a:pt x="258908" y="178266"/>
                  </a:lnTo>
                  <a:lnTo>
                    <a:pt x="240453" y="212792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1931" y="2500114"/>
            <a:ext cx="364553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02260" algn="l"/>
              </a:tabLst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Trier</a:t>
            </a:r>
            <a:r>
              <a:rPr sz="12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par</a:t>
            </a:r>
            <a:r>
              <a:rPr sz="12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334054"/>
                </a:solidFill>
                <a:latin typeface="Arial"/>
                <a:cs typeface="Arial"/>
              </a:rPr>
              <a:t>moyenne</a:t>
            </a:r>
            <a:r>
              <a:rPr sz="12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décroissante</a:t>
            </a:r>
            <a:r>
              <a:rPr sz="1200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334054"/>
                </a:solidFill>
                <a:latin typeface="Arial"/>
                <a:cs typeface="Arial"/>
              </a:rPr>
              <a:t>(</a:t>
            </a:r>
            <a:r>
              <a:rPr sz="1200" b="1" spc="-65" dirty="0">
                <a:solidFill>
                  <a:srgbClr val="2562EB"/>
                </a:solidFill>
                <a:latin typeface="Arial"/>
                <a:cs typeface="Arial"/>
              </a:rPr>
              <a:t>meilleurs</a:t>
            </a:r>
            <a:r>
              <a:rPr sz="1200" b="1" spc="-15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4054"/>
                </a:solidFill>
                <a:latin typeface="Arial"/>
                <a:cs typeface="Arial"/>
              </a:rPr>
              <a:t>d'abord).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0999" y="2962274"/>
            <a:ext cx="4543425" cy="476250"/>
            <a:chOff x="380999" y="2962274"/>
            <a:chExt cx="4543425" cy="476250"/>
          </a:xfrm>
        </p:grpSpPr>
        <p:sp>
          <p:nvSpPr>
            <p:cNvPr id="20" name="object 20"/>
            <p:cNvSpPr/>
            <p:nvPr/>
          </p:nvSpPr>
          <p:spPr>
            <a:xfrm>
              <a:off x="385762" y="296703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4467152" y="466724"/>
                  </a:moveTo>
                  <a:lnTo>
                    <a:pt x="66746" y="466724"/>
                  </a:lnTo>
                  <a:lnTo>
                    <a:pt x="62101" y="466267"/>
                  </a:lnTo>
                  <a:lnTo>
                    <a:pt x="24240" y="449117"/>
                  </a:lnTo>
                  <a:lnTo>
                    <a:pt x="2287" y="413824"/>
                  </a:lnTo>
                  <a:lnTo>
                    <a:pt x="0" y="399977"/>
                  </a:lnTo>
                  <a:lnTo>
                    <a:pt x="0" y="3952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467152" y="0"/>
                  </a:lnTo>
                  <a:lnTo>
                    <a:pt x="4506050" y="14645"/>
                  </a:lnTo>
                  <a:lnTo>
                    <a:pt x="4530256" y="48433"/>
                  </a:lnTo>
                  <a:lnTo>
                    <a:pt x="4533899" y="66746"/>
                  </a:lnTo>
                  <a:lnTo>
                    <a:pt x="4533899" y="399977"/>
                  </a:lnTo>
                  <a:lnTo>
                    <a:pt x="4519254" y="438875"/>
                  </a:lnTo>
                  <a:lnTo>
                    <a:pt x="4485465" y="463081"/>
                  </a:lnTo>
                  <a:lnTo>
                    <a:pt x="4471798" y="466267"/>
                  </a:lnTo>
                  <a:lnTo>
                    <a:pt x="4467152" y="4667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5762" y="296703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0" y="395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462462" y="0"/>
                  </a:lnTo>
                  <a:lnTo>
                    <a:pt x="4467152" y="0"/>
                  </a:lnTo>
                  <a:lnTo>
                    <a:pt x="4471798" y="457"/>
                  </a:lnTo>
                  <a:lnTo>
                    <a:pt x="4476398" y="1372"/>
                  </a:lnTo>
                  <a:lnTo>
                    <a:pt x="4480998" y="2287"/>
                  </a:lnTo>
                  <a:lnTo>
                    <a:pt x="4512975" y="20923"/>
                  </a:lnTo>
                  <a:lnTo>
                    <a:pt x="4516292" y="24240"/>
                  </a:lnTo>
                  <a:lnTo>
                    <a:pt x="4528461" y="44099"/>
                  </a:lnTo>
                  <a:lnTo>
                    <a:pt x="4530256" y="48433"/>
                  </a:lnTo>
                  <a:lnTo>
                    <a:pt x="4531611" y="52899"/>
                  </a:lnTo>
                  <a:lnTo>
                    <a:pt x="4532526" y="57500"/>
                  </a:lnTo>
                  <a:lnTo>
                    <a:pt x="4533442" y="62101"/>
                  </a:lnTo>
                  <a:lnTo>
                    <a:pt x="4533899" y="66746"/>
                  </a:lnTo>
                  <a:lnTo>
                    <a:pt x="4533899" y="71437"/>
                  </a:lnTo>
                  <a:lnTo>
                    <a:pt x="4533899" y="395287"/>
                  </a:lnTo>
                  <a:lnTo>
                    <a:pt x="4533899" y="399977"/>
                  </a:lnTo>
                  <a:lnTo>
                    <a:pt x="4533442" y="404623"/>
                  </a:lnTo>
                  <a:lnTo>
                    <a:pt x="4532526" y="409223"/>
                  </a:lnTo>
                  <a:lnTo>
                    <a:pt x="4531611" y="413824"/>
                  </a:lnTo>
                  <a:lnTo>
                    <a:pt x="4530256" y="418291"/>
                  </a:lnTo>
                  <a:lnTo>
                    <a:pt x="4528461" y="422625"/>
                  </a:lnTo>
                  <a:lnTo>
                    <a:pt x="4526666" y="426958"/>
                  </a:lnTo>
                  <a:lnTo>
                    <a:pt x="4498250" y="457290"/>
                  </a:lnTo>
                  <a:lnTo>
                    <a:pt x="4476398" y="465352"/>
                  </a:lnTo>
                  <a:lnTo>
                    <a:pt x="4471798" y="466267"/>
                  </a:lnTo>
                  <a:lnTo>
                    <a:pt x="4467152" y="466724"/>
                  </a:lnTo>
                  <a:lnTo>
                    <a:pt x="4462462" y="466724"/>
                  </a:lnTo>
                  <a:lnTo>
                    <a:pt x="71437" y="466724"/>
                  </a:lnTo>
                  <a:lnTo>
                    <a:pt x="66746" y="466724"/>
                  </a:lnTo>
                  <a:lnTo>
                    <a:pt x="62101" y="466267"/>
                  </a:lnTo>
                  <a:lnTo>
                    <a:pt x="31748" y="454684"/>
                  </a:lnTo>
                  <a:lnTo>
                    <a:pt x="27848" y="452079"/>
                  </a:lnTo>
                  <a:lnTo>
                    <a:pt x="3642" y="418291"/>
                  </a:lnTo>
                  <a:lnTo>
                    <a:pt x="0" y="399977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3399" y="30670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8"/>
                  </a:lnTo>
                  <a:lnTo>
                    <a:pt x="59264" y="244226"/>
                  </a:lnTo>
                  <a:lnTo>
                    <a:pt x="30267" y="217946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0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10889" y="3090664"/>
            <a:ext cx="2540000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02895" algn="l"/>
              </a:tabLst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spc="-55" dirty="0">
                <a:solidFill>
                  <a:srgbClr val="334054"/>
                </a:solidFill>
                <a:latin typeface="Arial"/>
                <a:cs typeface="Arial"/>
              </a:rPr>
              <a:t>Garder</a:t>
            </a:r>
            <a:r>
              <a:rPr sz="1200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uniquement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62EB"/>
                </a:solidFill>
                <a:latin typeface="Arial"/>
                <a:cs typeface="Arial"/>
              </a:rPr>
              <a:t>3</a:t>
            </a:r>
            <a:r>
              <a:rPr sz="1200" b="1" spc="-55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2562EB"/>
                </a:solidFill>
                <a:latin typeface="Arial"/>
                <a:cs typeface="Arial"/>
              </a:rPr>
              <a:t>premiers</a:t>
            </a:r>
            <a:r>
              <a:rPr sz="1200" spc="-50" dirty="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0999" y="3552824"/>
            <a:ext cx="4543425" cy="476250"/>
            <a:chOff x="380999" y="3552824"/>
            <a:chExt cx="4543425" cy="476250"/>
          </a:xfrm>
        </p:grpSpPr>
        <p:sp>
          <p:nvSpPr>
            <p:cNvPr id="25" name="object 25"/>
            <p:cNvSpPr/>
            <p:nvPr/>
          </p:nvSpPr>
          <p:spPr>
            <a:xfrm>
              <a:off x="385762" y="355758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4467152" y="466724"/>
                  </a:moveTo>
                  <a:lnTo>
                    <a:pt x="66746" y="466724"/>
                  </a:lnTo>
                  <a:lnTo>
                    <a:pt x="62101" y="466267"/>
                  </a:lnTo>
                  <a:lnTo>
                    <a:pt x="24240" y="449118"/>
                  </a:lnTo>
                  <a:lnTo>
                    <a:pt x="2287" y="413824"/>
                  </a:lnTo>
                  <a:lnTo>
                    <a:pt x="0" y="399978"/>
                  </a:lnTo>
                  <a:lnTo>
                    <a:pt x="0" y="3952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467152" y="0"/>
                  </a:lnTo>
                  <a:lnTo>
                    <a:pt x="4506050" y="14644"/>
                  </a:lnTo>
                  <a:lnTo>
                    <a:pt x="4530256" y="48432"/>
                  </a:lnTo>
                  <a:lnTo>
                    <a:pt x="4533899" y="66746"/>
                  </a:lnTo>
                  <a:lnTo>
                    <a:pt x="4533899" y="399978"/>
                  </a:lnTo>
                  <a:lnTo>
                    <a:pt x="4519254" y="438875"/>
                  </a:lnTo>
                  <a:lnTo>
                    <a:pt x="4485465" y="463081"/>
                  </a:lnTo>
                  <a:lnTo>
                    <a:pt x="4471798" y="466267"/>
                  </a:lnTo>
                  <a:lnTo>
                    <a:pt x="4467152" y="4667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5762" y="355758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0" y="395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8"/>
                  </a:lnTo>
                  <a:lnTo>
                    <a:pt x="7232" y="39764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2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462462" y="0"/>
                  </a:lnTo>
                  <a:lnTo>
                    <a:pt x="4467152" y="0"/>
                  </a:lnTo>
                  <a:lnTo>
                    <a:pt x="4471798" y="457"/>
                  </a:lnTo>
                  <a:lnTo>
                    <a:pt x="4476398" y="1372"/>
                  </a:lnTo>
                  <a:lnTo>
                    <a:pt x="4480998" y="2287"/>
                  </a:lnTo>
                  <a:lnTo>
                    <a:pt x="4512975" y="20923"/>
                  </a:lnTo>
                  <a:lnTo>
                    <a:pt x="4516292" y="24239"/>
                  </a:lnTo>
                  <a:lnTo>
                    <a:pt x="4528461" y="44099"/>
                  </a:lnTo>
                  <a:lnTo>
                    <a:pt x="4530256" y="48432"/>
                  </a:lnTo>
                  <a:lnTo>
                    <a:pt x="4531611" y="52899"/>
                  </a:lnTo>
                  <a:lnTo>
                    <a:pt x="4532526" y="57500"/>
                  </a:lnTo>
                  <a:lnTo>
                    <a:pt x="4533442" y="62100"/>
                  </a:lnTo>
                  <a:lnTo>
                    <a:pt x="4533899" y="66746"/>
                  </a:lnTo>
                  <a:lnTo>
                    <a:pt x="4533899" y="71437"/>
                  </a:lnTo>
                  <a:lnTo>
                    <a:pt x="4533899" y="395287"/>
                  </a:lnTo>
                  <a:lnTo>
                    <a:pt x="4533899" y="399978"/>
                  </a:lnTo>
                  <a:lnTo>
                    <a:pt x="4533442" y="404623"/>
                  </a:lnTo>
                  <a:lnTo>
                    <a:pt x="4532526" y="409224"/>
                  </a:lnTo>
                  <a:lnTo>
                    <a:pt x="4531611" y="413824"/>
                  </a:lnTo>
                  <a:lnTo>
                    <a:pt x="4530256" y="418291"/>
                  </a:lnTo>
                  <a:lnTo>
                    <a:pt x="4528461" y="422625"/>
                  </a:lnTo>
                  <a:lnTo>
                    <a:pt x="4526666" y="426958"/>
                  </a:lnTo>
                  <a:lnTo>
                    <a:pt x="4512975" y="445801"/>
                  </a:lnTo>
                  <a:lnTo>
                    <a:pt x="4509659" y="449118"/>
                  </a:lnTo>
                  <a:lnTo>
                    <a:pt x="4476398" y="465352"/>
                  </a:lnTo>
                  <a:lnTo>
                    <a:pt x="4471798" y="466267"/>
                  </a:lnTo>
                  <a:lnTo>
                    <a:pt x="4467152" y="466724"/>
                  </a:lnTo>
                  <a:lnTo>
                    <a:pt x="4462462" y="466724"/>
                  </a:lnTo>
                  <a:lnTo>
                    <a:pt x="71437" y="466724"/>
                  </a:lnTo>
                  <a:lnTo>
                    <a:pt x="66746" y="466724"/>
                  </a:lnTo>
                  <a:lnTo>
                    <a:pt x="62101" y="466267"/>
                  </a:lnTo>
                  <a:lnTo>
                    <a:pt x="31748" y="454685"/>
                  </a:lnTo>
                  <a:lnTo>
                    <a:pt x="27848" y="452079"/>
                  </a:lnTo>
                  <a:lnTo>
                    <a:pt x="24240" y="449118"/>
                  </a:lnTo>
                  <a:lnTo>
                    <a:pt x="20923" y="445801"/>
                  </a:lnTo>
                  <a:lnTo>
                    <a:pt x="17606" y="442484"/>
                  </a:lnTo>
                  <a:lnTo>
                    <a:pt x="14645" y="438875"/>
                  </a:lnTo>
                  <a:lnTo>
                    <a:pt x="12039" y="434975"/>
                  </a:lnTo>
                  <a:lnTo>
                    <a:pt x="9433" y="431075"/>
                  </a:lnTo>
                  <a:lnTo>
                    <a:pt x="0" y="399978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399" y="36575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9"/>
                  </a:lnTo>
                  <a:lnTo>
                    <a:pt x="59264" y="244226"/>
                  </a:lnTo>
                  <a:lnTo>
                    <a:pt x="30267" y="217946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5"/>
                  </a:lnTo>
                  <a:lnTo>
                    <a:pt x="53906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5"/>
                  </a:lnTo>
                  <a:lnTo>
                    <a:pt x="240453" y="53905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2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8955" y="3681214"/>
            <a:ext cx="299910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04800" algn="l"/>
              </a:tabLst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Transformer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chaque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Etudiant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334054"/>
                </a:solidFill>
                <a:latin typeface="Arial"/>
                <a:cs typeface="Arial"/>
              </a:rPr>
              <a:t>en</a:t>
            </a:r>
            <a:r>
              <a:rPr sz="1200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son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2562EB"/>
                </a:solidFill>
                <a:latin typeface="Arial"/>
                <a:cs typeface="Arial"/>
              </a:rPr>
              <a:t>nom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80999" y="4143374"/>
            <a:ext cx="4543425" cy="476250"/>
            <a:chOff x="380999" y="4143374"/>
            <a:chExt cx="4543425" cy="476250"/>
          </a:xfrm>
        </p:grpSpPr>
        <p:sp>
          <p:nvSpPr>
            <p:cNvPr id="30" name="object 30"/>
            <p:cNvSpPr/>
            <p:nvPr/>
          </p:nvSpPr>
          <p:spPr>
            <a:xfrm>
              <a:off x="385762" y="414813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4467152" y="466724"/>
                  </a:moveTo>
                  <a:lnTo>
                    <a:pt x="66746" y="466724"/>
                  </a:lnTo>
                  <a:lnTo>
                    <a:pt x="62101" y="466267"/>
                  </a:lnTo>
                  <a:lnTo>
                    <a:pt x="24240" y="449118"/>
                  </a:lnTo>
                  <a:lnTo>
                    <a:pt x="2287" y="413824"/>
                  </a:lnTo>
                  <a:lnTo>
                    <a:pt x="0" y="399977"/>
                  </a:lnTo>
                  <a:lnTo>
                    <a:pt x="0" y="3952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467152" y="0"/>
                  </a:lnTo>
                  <a:lnTo>
                    <a:pt x="4506050" y="14645"/>
                  </a:lnTo>
                  <a:lnTo>
                    <a:pt x="4530256" y="48432"/>
                  </a:lnTo>
                  <a:lnTo>
                    <a:pt x="4533899" y="66746"/>
                  </a:lnTo>
                  <a:lnTo>
                    <a:pt x="4533899" y="399977"/>
                  </a:lnTo>
                  <a:lnTo>
                    <a:pt x="4519254" y="438875"/>
                  </a:lnTo>
                  <a:lnTo>
                    <a:pt x="4485465" y="463081"/>
                  </a:lnTo>
                  <a:lnTo>
                    <a:pt x="4471798" y="466267"/>
                  </a:lnTo>
                  <a:lnTo>
                    <a:pt x="4467152" y="4667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5762" y="414813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0" y="395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462462" y="0"/>
                  </a:lnTo>
                  <a:lnTo>
                    <a:pt x="4467152" y="0"/>
                  </a:lnTo>
                  <a:lnTo>
                    <a:pt x="4471798" y="457"/>
                  </a:lnTo>
                  <a:lnTo>
                    <a:pt x="4509659" y="17606"/>
                  </a:lnTo>
                  <a:lnTo>
                    <a:pt x="4512975" y="20923"/>
                  </a:lnTo>
                  <a:lnTo>
                    <a:pt x="4516292" y="24240"/>
                  </a:lnTo>
                  <a:lnTo>
                    <a:pt x="4528461" y="44099"/>
                  </a:lnTo>
                  <a:lnTo>
                    <a:pt x="4530256" y="48432"/>
                  </a:lnTo>
                  <a:lnTo>
                    <a:pt x="4531611" y="52899"/>
                  </a:lnTo>
                  <a:lnTo>
                    <a:pt x="4532526" y="57500"/>
                  </a:lnTo>
                  <a:lnTo>
                    <a:pt x="4533442" y="62101"/>
                  </a:lnTo>
                  <a:lnTo>
                    <a:pt x="4533899" y="66746"/>
                  </a:lnTo>
                  <a:lnTo>
                    <a:pt x="4533899" y="71437"/>
                  </a:lnTo>
                  <a:lnTo>
                    <a:pt x="4533899" y="395287"/>
                  </a:lnTo>
                  <a:lnTo>
                    <a:pt x="4533899" y="399977"/>
                  </a:lnTo>
                  <a:lnTo>
                    <a:pt x="4533442" y="404623"/>
                  </a:lnTo>
                  <a:lnTo>
                    <a:pt x="4532526" y="409224"/>
                  </a:lnTo>
                  <a:lnTo>
                    <a:pt x="4531611" y="413824"/>
                  </a:lnTo>
                  <a:lnTo>
                    <a:pt x="4530256" y="418291"/>
                  </a:lnTo>
                  <a:lnTo>
                    <a:pt x="4528461" y="422624"/>
                  </a:lnTo>
                  <a:lnTo>
                    <a:pt x="4526666" y="426958"/>
                  </a:lnTo>
                  <a:lnTo>
                    <a:pt x="4512975" y="445801"/>
                  </a:lnTo>
                  <a:lnTo>
                    <a:pt x="4509659" y="449118"/>
                  </a:lnTo>
                  <a:lnTo>
                    <a:pt x="4471798" y="466267"/>
                  </a:lnTo>
                  <a:lnTo>
                    <a:pt x="4462462" y="466724"/>
                  </a:lnTo>
                  <a:lnTo>
                    <a:pt x="71437" y="466724"/>
                  </a:lnTo>
                  <a:lnTo>
                    <a:pt x="31748" y="454685"/>
                  </a:lnTo>
                  <a:lnTo>
                    <a:pt x="27848" y="452079"/>
                  </a:lnTo>
                  <a:lnTo>
                    <a:pt x="24240" y="449118"/>
                  </a:lnTo>
                  <a:lnTo>
                    <a:pt x="20923" y="445801"/>
                  </a:lnTo>
                  <a:lnTo>
                    <a:pt x="17606" y="442484"/>
                  </a:lnTo>
                  <a:lnTo>
                    <a:pt x="457" y="404623"/>
                  </a:lnTo>
                  <a:lnTo>
                    <a:pt x="0" y="399977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42481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8"/>
                  </a:lnTo>
                  <a:lnTo>
                    <a:pt x="59264" y="244225"/>
                  </a:lnTo>
                  <a:lnTo>
                    <a:pt x="30267" y="217946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5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0"/>
                  </a:lnTo>
                  <a:lnTo>
                    <a:pt x="258908" y="178266"/>
                  </a:lnTo>
                  <a:lnTo>
                    <a:pt x="240453" y="212792"/>
                  </a:lnTo>
                  <a:lnTo>
                    <a:pt x="212793" y="240452"/>
                  </a:lnTo>
                  <a:lnTo>
                    <a:pt x="178267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12526" y="4271764"/>
            <a:ext cx="275399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01625" algn="l"/>
              </a:tabLst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spc="-25" dirty="0">
                <a:solidFill>
                  <a:srgbClr val="334054"/>
                </a:solidFill>
                <a:latin typeface="Arial"/>
                <a:cs typeface="Arial"/>
              </a:rPr>
              <a:t>Mettre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 chaque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334054"/>
                </a:solidFill>
                <a:latin typeface="Arial"/>
                <a:cs typeface="Arial"/>
              </a:rPr>
              <a:t>nom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334054"/>
                </a:solidFill>
                <a:latin typeface="Arial"/>
                <a:cs typeface="Arial"/>
              </a:rPr>
              <a:t>en</a:t>
            </a:r>
            <a:r>
              <a:rPr sz="1200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b="1" spc="-85" dirty="0">
                <a:solidFill>
                  <a:srgbClr val="2562EB"/>
                </a:solidFill>
                <a:latin typeface="Arial"/>
                <a:cs typeface="Arial"/>
              </a:rPr>
              <a:t>MAJUSCULES</a:t>
            </a:r>
            <a:r>
              <a:rPr sz="1200" spc="-85" dirty="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80999" y="4733924"/>
            <a:ext cx="4543425" cy="476250"/>
            <a:chOff x="380999" y="4733924"/>
            <a:chExt cx="4543425" cy="476250"/>
          </a:xfrm>
        </p:grpSpPr>
        <p:sp>
          <p:nvSpPr>
            <p:cNvPr id="35" name="object 35"/>
            <p:cNvSpPr/>
            <p:nvPr/>
          </p:nvSpPr>
          <p:spPr>
            <a:xfrm>
              <a:off x="385762" y="473868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4467152" y="466724"/>
                  </a:moveTo>
                  <a:lnTo>
                    <a:pt x="66746" y="466724"/>
                  </a:lnTo>
                  <a:lnTo>
                    <a:pt x="62101" y="466266"/>
                  </a:lnTo>
                  <a:lnTo>
                    <a:pt x="24240" y="449117"/>
                  </a:lnTo>
                  <a:lnTo>
                    <a:pt x="2287" y="413824"/>
                  </a:lnTo>
                  <a:lnTo>
                    <a:pt x="0" y="399977"/>
                  </a:lnTo>
                  <a:lnTo>
                    <a:pt x="0" y="3952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467152" y="0"/>
                  </a:lnTo>
                  <a:lnTo>
                    <a:pt x="4506050" y="14645"/>
                  </a:lnTo>
                  <a:lnTo>
                    <a:pt x="4530256" y="48432"/>
                  </a:lnTo>
                  <a:lnTo>
                    <a:pt x="4533899" y="66746"/>
                  </a:lnTo>
                  <a:lnTo>
                    <a:pt x="4533899" y="399977"/>
                  </a:lnTo>
                  <a:lnTo>
                    <a:pt x="4519254" y="438875"/>
                  </a:lnTo>
                  <a:lnTo>
                    <a:pt x="4485465" y="463080"/>
                  </a:lnTo>
                  <a:lnTo>
                    <a:pt x="4471798" y="466266"/>
                  </a:lnTo>
                  <a:lnTo>
                    <a:pt x="4467152" y="4667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5762" y="4738687"/>
              <a:ext cx="4533900" cy="466725"/>
            </a:xfrm>
            <a:custGeom>
              <a:avLst/>
              <a:gdLst/>
              <a:ahLst/>
              <a:cxnLst/>
              <a:rect l="l" t="t" r="r" b="b"/>
              <a:pathLst>
                <a:path w="4533900" h="466725">
                  <a:moveTo>
                    <a:pt x="0" y="395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462462" y="0"/>
                  </a:lnTo>
                  <a:lnTo>
                    <a:pt x="4467152" y="0"/>
                  </a:lnTo>
                  <a:lnTo>
                    <a:pt x="4471798" y="457"/>
                  </a:lnTo>
                  <a:lnTo>
                    <a:pt x="4476398" y="1372"/>
                  </a:lnTo>
                  <a:lnTo>
                    <a:pt x="4480998" y="2287"/>
                  </a:lnTo>
                  <a:lnTo>
                    <a:pt x="4512975" y="20923"/>
                  </a:lnTo>
                  <a:lnTo>
                    <a:pt x="4516292" y="24240"/>
                  </a:lnTo>
                  <a:lnTo>
                    <a:pt x="4528461" y="44099"/>
                  </a:lnTo>
                  <a:lnTo>
                    <a:pt x="4530256" y="48432"/>
                  </a:lnTo>
                  <a:lnTo>
                    <a:pt x="4531611" y="52899"/>
                  </a:lnTo>
                  <a:lnTo>
                    <a:pt x="4532526" y="57500"/>
                  </a:lnTo>
                  <a:lnTo>
                    <a:pt x="4533442" y="62101"/>
                  </a:lnTo>
                  <a:lnTo>
                    <a:pt x="4533899" y="66746"/>
                  </a:lnTo>
                  <a:lnTo>
                    <a:pt x="4533899" y="71437"/>
                  </a:lnTo>
                  <a:lnTo>
                    <a:pt x="4533899" y="395287"/>
                  </a:lnTo>
                  <a:lnTo>
                    <a:pt x="4533899" y="399977"/>
                  </a:lnTo>
                  <a:lnTo>
                    <a:pt x="4533442" y="404623"/>
                  </a:lnTo>
                  <a:lnTo>
                    <a:pt x="4532526" y="409224"/>
                  </a:lnTo>
                  <a:lnTo>
                    <a:pt x="4531611" y="413824"/>
                  </a:lnTo>
                  <a:lnTo>
                    <a:pt x="4530256" y="418291"/>
                  </a:lnTo>
                  <a:lnTo>
                    <a:pt x="4528461" y="422624"/>
                  </a:lnTo>
                  <a:lnTo>
                    <a:pt x="4526666" y="426958"/>
                  </a:lnTo>
                  <a:lnTo>
                    <a:pt x="4512975" y="445801"/>
                  </a:lnTo>
                  <a:lnTo>
                    <a:pt x="4509659" y="449117"/>
                  </a:lnTo>
                  <a:lnTo>
                    <a:pt x="4471798" y="466266"/>
                  </a:lnTo>
                  <a:lnTo>
                    <a:pt x="4462462" y="466724"/>
                  </a:lnTo>
                  <a:lnTo>
                    <a:pt x="71437" y="466724"/>
                  </a:lnTo>
                  <a:lnTo>
                    <a:pt x="31748" y="454684"/>
                  </a:lnTo>
                  <a:lnTo>
                    <a:pt x="20923" y="445801"/>
                  </a:lnTo>
                  <a:lnTo>
                    <a:pt x="17606" y="442484"/>
                  </a:lnTo>
                  <a:lnTo>
                    <a:pt x="5437" y="422624"/>
                  </a:lnTo>
                  <a:lnTo>
                    <a:pt x="3642" y="418291"/>
                  </a:lnTo>
                  <a:lnTo>
                    <a:pt x="2287" y="413824"/>
                  </a:lnTo>
                  <a:lnTo>
                    <a:pt x="1372" y="409224"/>
                  </a:lnTo>
                  <a:lnTo>
                    <a:pt x="457" y="404623"/>
                  </a:lnTo>
                  <a:lnTo>
                    <a:pt x="0" y="399977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3399" y="4838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9"/>
                  </a:lnTo>
                  <a:lnTo>
                    <a:pt x="59264" y="244225"/>
                  </a:lnTo>
                  <a:lnTo>
                    <a:pt x="30267" y="217947"/>
                  </a:lnTo>
                  <a:lnTo>
                    <a:pt x="10150" y="184379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1"/>
                  </a:lnTo>
                  <a:lnTo>
                    <a:pt x="26246" y="53905"/>
                  </a:lnTo>
                  <a:lnTo>
                    <a:pt x="53906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5"/>
                  </a:lnTo>
                  <a:lnTo>
                    <a:pt x="240453" y="53905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10740" y="4862314"/>
            <a:ext cx="269938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03530" algn="l"/>
              </a:tabLst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spc="-30" dirty="0">
                <a:solidFill>
                  <a:srgbClr val="334054"/>
                </a:solidFill>
                <a:latin typeface="Arial"/>
                <a:cs typeface="Arial"/>
              </a:rPr>
              <a:t>Joindre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4054"/>
                </a:solidFill>
                <a:latin typeface="Arial"/>
                <a:cs typeface="Arial"/>
              </a:rPr>
              <a:t>tout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 dans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une 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seule</a:t>
            </a:r>
            <a:r>
              <a:rPr sz="1200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2562EB"/>
                </a:solidFill>
                <a:latin typeface="Arial"/>
                <a:cs typeface="Arial"/>
              </a:rPr>
              <a:t>String</a:t>
            </a:r>
            <a:r>
              <a:rPr sz="1200" spc="-40" dirty="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233416" y="1746504"/>
            <a:ext cx="6650990" cy="4840605"/>
            <a:chOff x="5233416" y="1746504"/>
            <a:chExt cx="6650990" cy="4840605"/>
          </a:xfrm>
        </p:grpSpPr>
        <p:sp>
          <p:nvSpPr>
            <p:cNvPr id="40" name="object 40"/>
            <p:cNvSpPr/>
            <p:nvPr/>
          </p:nvSpPr>
          <p:spPr>
            <a:xfrm>
              <a:off x="5233416" y="1746504"/>
              <a:ext cx="6650990" cy="4840605"/>
            </a:xfrm>
            <a:custGeom>
              <a:avLst/>
              <a:gdLst/>
              <a:ahLst/>
              <a:cxnLst/>
              <a:rect l="l" t="t" r="r" b="b"/>
              <a:pathLst>
                <a:path w="6650990" h="4840605">
                  <a:moveTo>
                    <a:pt x="6650736" y="4840224"/>
                  </a:moveTo>
                  <a:lnTo>
                    <a:pt x="0" y="4840224"/>
                  </a:lnTo>
                  <a:lnTo>
                    <a:pt x="0" y="0"/>
                  </a:lnTo>
                  <a:lnTo>
                    <a:pt x="6650736" y="0"/>
                  </a:lnTo>
                  <a:lnTo>
                    <a:pt x="6650736" y="44195"/>
                  </a:lnTo>
                  <a:lnTo>
                    <a:pt x="129158" y="44195"/>
                  </a:lnTo>
                  <a:lnTo>
                    <a:pt x="119656" y="45067"/>
                  </a:lnTo>
                  <a:lnTo>
                    <a:pt x="85020" y="73538"/>
                  </a:lnTo>
                  <a:lnTo>
                    <a:pt x="81533" y="91820"/>
                  </a:lnTo>
                  <a:lnTo>
                    <a:pt x="81533" y="4673345"/>
                  </a:lnTo>
                  <a:lnTo>
                    <a:pt x="102818" y="4713123"/>
                  </a:lnTo>
                  <a:lnTo>
                    <a:pt x="129158" y="4720970"/>
                  </a:lnTo>
                  <a:lnTo>
                    <a:pt x="6650736" y="4720970"/>
                  </a:lnTo>
                  <a:lnTo>
                    <a:pt x="6650736" y="4840224"/>
                  </a:lnTo>
                  <a:close/>
                </a:path>
                <a:path w="6650990" h="4840605">
                  <a:moveTo>
                    <a:pt x="6650736" y="4720970"/>
                  </a:moveTo>
                  <a:lnTo>
                    <a:pt x="6520433" y="4720970"/>
                  </a:lnTo>
                  <a:lnTo>
                    <a:pt x="6529935" y="4720098"/>
                  </a:lnTo>
                  <a:lnTo>
                    <a:pt x="6538715" y="4717482"/>
                  </a:lnTo>
                  <a:lnTo>
                    <a:pt x="6567186" y="4682847"/>
                  </a:lnTo>
                  <a:lnTo>
                    <a:pt x="6568058" y="4673345"/>
                  </a:lnTo>
                  <a:lnTo>
                    <a:pt x="6568058" y="91820"/>
                  </a:lnTo>
                  <a:lnTo>
                    <a:pt x="6546773" y="52042"/>
                  </a:lnTo>
                  <a:lnTo>
                    <a:pt x="6520433" y="44195"/>
                  </a:lnTo>
                  <a:lnTo>
                    <a:pt x="6650736" y="44195"/>
                  </a:lnTo>
                  <a:lnTo>
                    <a:pt x="6650736" y="472097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324474" y="1781174"/>
              <a:ext cx="6486525" cy="4695825"/>
            </a:xfrm>
            <a:custGeom>
              <a:avLst/>
              <a:gdLst/>
              <a:ahLst/>
              <a:cxnLst/>
              <a:rect l="l" t="t" r="r" b="b"/>
              <a:pathLst>
                <a:path w="6486525" h="4695825">
                  <a:moveTo>
                    <a:pt x="6433126" y="4695824"/>
                  </a:moveTo>
                  <a:lnTo>
                    <a:pt x="33047" y="4695824"/>
                  </a:lnTo>
                  <a:lnTo>
                    <a:pt x="4833" y="4667546"/>
                  </a:lnTo>
                  <a:lnTo>
                    <a:pt x="0" y="4646252"/>
                  </a:lnTo>
                  <a:lnTo>
                    <a:pt x="0" y="463867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6433126" y="0"/>
                  </a:lnTo>
                  <a:lnTo>
                    <a:pt x="6472439" y="19392"/>
                  </a:lnTo>
                  <a:lnTo>
                    <a:pt x="6486524" y="53397"/>
                  </a:lnTo>
                  <a:lnTo>
                    <a:pt x="6486524" y="4642426"/>
                  </a:lnTo>
                  <a:lnTo>
                    <a:pt x="6467131" y="4681738"/>
                  </a:lnTo>
                  <a:lnTo>
                    <a:pt x="6436842" y="4695458"/>
                  </a:lnTo>
                  <a:lnTo>
                    <a:pt x="6433126" y="46958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305424" y="1781174"/>
              <a:ext cx="52069" cy="4695825"/>
            </a:xfrm>
            <a:custGeom>
              <a:avLst/>
              <a:gdLst/>
              <a:ahLst/>
              <a:cxnLst/>
              <a:rect l="l" t="t" r="r" b="b"/>
              <a:pathLst>
                <a:path w="52070" h="4695825">
                  <a:moveTo>
                    <a:pt x="51889" y="4695824"/>
                  </a:moveTo>
                  <a:lnTo>
                    <a:pt x="49570" y="4695824"/>
                  </a:lnTo>
                  <a:lnTo>
                    <a:pt x="42280" y="4694374"/>
                  </a:lnTo>
                  <a:lnTo>
                    <a:pt x="7250" y="4667546"/>
                  </a:lnTo>
                  <a:lnTo>
                    <a:pt x="0" y="4646254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1889" y="0"/>
                  </a:lnTo>
                  <a:lnTo>
                    <a:pt x="47398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099" y="57149"/>
                  </a:lnTo>
                  <a:lnTo>
                    <a:pt x="38099" y="4638674"/>
                  </a:lnTo>
                  <a:lnTo>
                    <a:pt x="43679" y="4679085"/>
                  </a:lnTo>
                  <a:lnTo>
                    <a:pt x="47398" y="4690244"/>
                  </a:lnTo>
                  <a:lnTo>
                    <a:pt x="51889" y="46958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5373" y="2847974"/>
              <a:ext cx="171449" cy="200024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8757294" y="2874327"/>
            <a:ext cx="8255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b="1" spc="75" dirty="0">
                <a:solidFill>
                  <a:srgbClr val="1D40AF"/>
                </a:solidFill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86010" y="3244088"/>
            <a:ext cx="242633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0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950" spc="100" dirty="0">
                <a:solidFill>
                  <a:srgbClr val="DA2677"/>
                </a:solidFill>
                <a:latin typeface="Times New Roman"/>
                <a:cs typeface="Times New Roman"/>
              </a:rPr>
              <a:t>sorted</a:t>
            </a:r>
            <a:r>
              <a:rPr sz="950" spc="10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950" spc="100" dirty="0">
                <a:solidFill>
                  <a:srgbClr val="7C3AEC"/>
                </a:solidFill>
                <a:latin typeface="Times New Roman"/>
                <a:cs typeface="Times New Roman"/>
              </a:rPr>
              <a:t>Comparator</a:t>
            </a:r>
            <a:r>
              <a:rPr sz="950" spc="100" dirty="0">
                <a:solidFill>
                  <a:srgbClr val="334054"/>
                </a:solidFill>
                <a:latin typeface="Times New Roman"/>
                <a:cs typeface="Times New Roman"/>
              </a:rPr>
              <a:t>.comparingDouble(</a:t>
            </a:r>
            <a:endParaRPr sz="950">
              <a:latin typeface="Times New Roman"/>
              <a:cs typeface="Times New Roman"/>
            </a:endParaRPr>
          </a:p>
        </p:txBody>
      </p:sp>
      <p:pic>
        <p:nvPicPr>
          <p:cNvPr id="46" name="object 4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8698" y="3248024"/>
            <a:ext cx="171449" cy="200024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8688685" y="3274377"/>
            <a:ext cx="8255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b="1" spc="75" dirty="0">
                <a:solidFill>
                  <a:srgbClr val="1D40AF"/>
                </a:solidFill>
                <a:latin typeface="Times New Roman"/>
                <a:cs typeface="Times New Roman"/>
              </a:rPr>
              <a:t>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08998" y="3444113"/>
            <a:ext cx="228917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35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950" spc="30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spc="120" dirty="0">
                <a:solidFill>
                  <a:srgbClr val="334054"/>
                </a:solidFill>
                <a:latin typeface="Times New Roman"/>
                <a:cs typeface="Times New Roman"/>
              </a:rPr>
              <a:t>:getMoyenne).reversed())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86010" y="3589311"/>
            <a:ext cx="780415" cy="4108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434"/>
              </a:spcBef>
            </a:pPr>
            <a:r>
              <a:rPr sz="1000" i="1" spc="26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0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3.</a:t>
            </a:r>
            <a:r>
              <a:rPr sz="10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dirty="0">
                <a:solidFill>
                  <a:srgbClr val="94A2B8"/>
                </a:solidFill>
                <a:latin typeface="Times New Roman"/>
                <a:cs typeface="Times New Roman"/>
              </a:rPr>
              <a:t>Top</a:t>
            </a:r>
            <a:r>
              <a:rPr sz="1000" i="1" spc="31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-50" dirty="0">
                <a:solidFill>
                  <a:srgbClr val="94A2B8"/>
                </a:solidFill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950" spc="17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950" spc="175" dirty="0">
                <a:solidFill>
                  <a:srgbClr val="DA2677"/>
                </a:solidFill>
                <a:latin typeface="Times New Roman"/>
                <a:cs typeface="Times New Roman"/>
              </a:rPr>
              <a:t>limit</a:t>
            </a:r>
            <a:r>
              <a:rPr sz="950" spc="17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950" spc="175" dirty="0">
                <a:solidFill>
                  <a:srgbClr val="0890B1"/>
                </a:solidFill>
                <a:latin typeface="Times New Roman"/>
                <a:cs typeface="Times New Roman"/>
              </a:rPr>
              <a:t>3</a:t>
            </a:r>
            <a:r>
              <a:rPr sz="950" spc="175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endParaRPr sz="950">
              <a:latin typeface="Times New Roman"/>
              <a:cs typeface="Times New Roman"/>
            </a:endParaRPr>
          </a:p>
        </p:txBody>
      </p:sp>
      <p:pic>
        <p:nvPicPr>
          <p:cNvPr id="50" name="object 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7999" y="3829049"/>
            <a:ext cx="171449" cy="200024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6905575" y="3855402"/>
            <a:ext cx="8255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b="1" spc="75" dirty="0">
                <a:solidFill>
                  <a:srgbClr val="1D40AF"/>
                </a:solidFill>
                <a:latin typeface="Times New Roman"/>
                <a:cs typeface="Times New Roman"/>
              </a:rPr>
              <a:t>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54708" y="4021303"/>
            <a:ext cx="126047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i="1" spc="26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0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4.</a:t>
            </a:r>
            <a:r>
              <a:rPr sz="10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Extraire</a:t>
            </a:r>
            <a:r>
              <a:rPr sz="1000" i="1" spc="29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-20" dirty="0">
                <a:solidFill>
                  <a:srgbClr val="94A2B8"/>
                </a:solidFill>
                <a:latin typeface="Times New Roman"/>
                <a:cs typeface="Times New Roman"/>
              </a:rPr>
              <a:t>noms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53348" y="4229099"/>
            <a:ext cx="171449" cy="200024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7797204" y="4255452"/>
            <a:ext cx="8255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b="1" spc="75" dirty="0">
                <a:solidFill>
                  <a:srgbClr val="1D40AF"/>
                </a:solidFill>
                <a:latin typeface="Times New Roman"/>
                <a:cs typeface="Times New Roman"/>
              </a:rPr>
              <a:t>4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55" name="object 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898" y="4619624"/>
            <a:ext cx="171449" cy="200024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8002885" y="4645977"/>
            <a:ext cx="8255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b="1" spc="75" dirty="0">
                <a:solidFill>
                  <a:srgbClr val="1D40AF"/>
                </a:solidFill>
                <a:latin typeface="Times New Roman"/>
                <a:cs typeface="Times New Roman"/>
              </a:rPr>
              <a:t>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086010" y="4179870"/>
            <a:ext cx="1740535" cy="8115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50" spc="120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950" spc="120" dirty="0">
                <a:solidFill>
                  <a:srgbClr val="DA2677"/>
                </a:solidFill>
                <a:latin typeface="Times New Roman"/>
                <a:cs typeface="Times New Roman"/>
              </a:rPr>
              <a:t>map</a:t>
            </a:r>
            <a:r>
              <a:rPr sz="950" spc="120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950" spc="120" dirty="0">
                <a:solidFill>
                  <a:srgbClr val="7C3AEC"/>
                </a:solidFill>
                <a:latin typeface="Times New Roman"/>
                <a:cs typeface="Times New Roman"/>
              </a:rPr>
              <a:t>Etudiant</a:t>
            </a:r>
            <a:r>
              <a:rPr sz="950" spc="325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spc="70" dirty="0">
                <a:solidFill>
                  <a:srgbClr val="334054"/>
                </a:solidFill>
                <a:latin typeface="Times New Roman"/>
                <a:cs typeface="Times New Roman"/>
              </a:rPr>
              <a:t>:getNom)</a:t>
            </a:r>
            <a:endParaRPr sz="950">
              <a:latin typeface="Times New Roman"/>
              <a:cs typeface="Times New Roman"/>
            </a:endParaRPr>
          </a:p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1000" i="1" spc="26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0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5.</a:t>
            </a:r>
            <a:r>
              <a:rPr sz="10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70" dirty="0">
                <a:solidFill>
                  <a:srgbClr val="94A2B8"/>
                </a:solidFill>
                <a:latin typeface="Times New Roman"/>
                <a:cs typeface="Times New Roman"/>
              </a:rPr>
              <a:t>Majuscules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950" spc="12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950" spc="125" dirty="0">
                <a:solidFill>
                  <a:srgbClr val="DA2677"/>
                </a:solidFill>
                <a:latin typeface="Times New Roman"/>
                <a:cs typeface="Times New Roman"/>
              </a:rPr>
              <a:t>map</a:t>
            </a:r>
            <a:r>
              <a:rPr sz="950" spc="12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950" spc="125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950" spc="33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spc="100" dirty="0">
                <a:solidFill>
                  <a:srgbClr val="334054"/>
                </a:solidFill>
                <a:latin typeface="Times New Roman"/>
                <a:cs typeface="Times New Roman"/>
              </a:rPr>
              <a:t>:toUpperCase)</a:t>
            </a:r>
            <a:endParaRPr sz="950">
              <a:latin typeface="Times New Roman"/>
              <a:cs typeface="Times New Roman"/>
            </a:endParaRPr>
          </a:p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1000" i="1" spc="26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0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6.</a:t>
            </a:r>
            <a:r>
              <a:rPr sz="1000" i="1" spc="29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90" dirty="0">
                <a:solidFill>
                  <a:srgbClr val="94A2B8"/>
                </a:solidFill>
                <a:latin typeface="Times New Roman"/>
                <a:cs typeface="Times New Roman"/>
              </a:rPr>
              <a:t>Joindre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579219" y="2408220"/>
            <a:ext cx="3001645" cy="27730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5110" indent="-164465">
              <a:lnSpc>
                <a:spcPct val="100000"/>
              </a:lnSpc>
              <a:spcBef>
                <a:spcPts val="484"/>
              </a:spcBef>
              <a:buClr>
                <a:srgbClr val="CBD5E1"/>
              </a:buClr>
              <a:buAutoNum type="arabicPlain"/>
              <a:tabLst>
                <a:tab pos="245745" algn="l"/>
              </a:tabLst>
            </a:pPr>
            <a:r>
              <a:rPr sz="950" spc="150" dirty="0">
                <a:solidFill>
                  <a:srgbClr val="7C3AEC"/>
                </a:solidFill>
                <a:latin typeface="Times New Roman"/>
                <a:cs typeface="Times New Roman"/>
              </a:rPr>
              <a:t>String</a:t>
            </a:r>
            <a:r>
              <a:rPr sz="950" spc="310" dirty="0">
                <a:solidFill>
                  <a:srgbClr val="7C3AEC"/>
                </a:solidFill>
                <a:latin typeface="Times New Roman"/>
                <a:cs typeface="Times New Roman"/>
              </a:rPr>
              <a:t> </a:t>
            </a:r>
            <a:r>
              <a:rPr sz="950" spc="185" dirty="0">
                <a:solidFill>
                  <a:srgbClr val="334054"/>
                </a:solidFill>
                <a:latin typeface="Times New Roman"/>
                <a:cs typeface="Times New Roman"/>
              </a:rPr>
              <a:t>resultat</a:t>
            </a:r>
            <a:r>
              <a:rPr sz="950" spc="31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950" spc="31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45" dirty="0">
                <a:solidFill>
                  <a:srgbClr val="334054"/>
                </a:solidFill>
                <a:latin typeface="Times New Roman"/>
                <a:cs typeface="Times New Roman"/>
              </a:rPr>
              <a:t>etudiants.</a:t>
            </a:r>
            <a:r>
              <a:rPr sz="950" spc="145" dirty="0">
                <a:solidFill>
                  <a:srgbClr val="DA2677"/>
                </a:solidFill>
                <a:latin typeface="Times New Roman"/>
                <a:cs typeface="Times New Roman"/>
              </a:rPr>
              <a:t>stream</a:t>
            </a:r>
            <a:r>
              <a:rPr sz="950" spc="145" dirty="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endParaRPr sz="950">
              <a:latin typeface="Times New Roman"/>
              <a:cs typeface="Times New Roman"/>
            </a:endParaRPr>
          </a:p>
          <a:p>
            <a:pPr marL="588010" indent="-507365">
              <a:lnSpc>
                <a:spcPct val="100000"/>
              </a:lnSpc>
              <a:spcBef>
                <a:spcPts val="385"/>
              </a:spcBef>
              <a:buClr>
                <a:srgbClr val="CBD5E1"/>
              </a:buClr>
              <a:buSzPct val="95000"/>
              <a:buFont typeface="Times New Roman"/>
              <a:buAutoNum type="arabicPlain"/>
              <a:tabLst>
                <a:tab pos="588010" algn="l"/>
                <a:tab pos="588645" algn="l"/>
              </a:tabLst>
            </a:pPr>
            <a:r>
              <a:rPr sz="1000" i="1" spc="26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0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1.</a:t>
            </a:r>
            <a:r>
              <a:rPr sz="10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dirty="0">
                <a:solidFill>
                  <a:srgbClr val="94A2B8"/>
                </a:solidFill>
                <a:latin typeface="Times New Roman"/>
                <a:cs typeface="Times New Roman"/>
              </a:rPr>
              <a:t>Garder</a:t>
            </a:r>
            <a:r>
              <a:rPr sz="1000" i="1" spc="36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les</a:t>
            </a:r>
            <a:r>
              <a:rPr sz="1000" i="1" spc="36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40" dirty="0">
                <a:solidFill>
                  <a:srgbClr val="94A2B8"/>
                </a:solidFill>
                <a:latin typeface="Times New Roman"/>
                <a:cs typeface="Times New Roman"/>
              </a:rPr>
              <a:t>admis</a:t>
            </a:r>
            <a:endParaRPr sz="1000">
              <a:latin typeface="Times New Roman"/>
              <a:cs typeface="Times New Roman"/>
            </a:endParaRPr>
          </a:p>
          <a:p>
            <a:pPr marL="519430" indent="-438784">
              <a:lnSpc>
                <a:spcPct val="100000"/>
              </a:lnSpc>
              <a:spcBef>
                <a:spcPts val="350"/>
              </a:spcBef>
              <a:buClr>
                <a:srgbClr val="CBD5E1"/>
              </a:buClr>
              <a:buAutoNum type="arabicPlain"/>
              <a:tabLst>
                <a:tab pos="519430" algn="l"/>
                <a:tab pos="520065" algn="l"/>
                <a:tab pos="1273810" algn="l"/>
                <a:tab pos="2508250" algn="l"/>
              </a:tabLst>
            </a:pPr>
            <a:r>
              <a:rPr sz="950" spc="21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950" spc="215" dirty="0">
                <a:solidFill>
                  <a:srgbClr val="DA2677"/>
                </a:solidFill>
                <a:latin typeface="Times New Roman"/>
                <a:cs typeface="Times New Roman"/>
              </a:rPr>
              <a:t>filter</a:t>
            </a:r>
            <a:r>
              <a:rPr sz="950" spc="215" dirty="0">
                <a:solidFill>
                  <a:srgbClr val="334054"/>
                </a:solidFill>
                <a:latin typeface="Times New Roman"/>
                <a:cs typeface="Times New Roman"/>
              </a:rPr>
              <a:t>(e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	&gt;</a:t>
            </a:r>
            <a:r>
              <a:rPr sz="950" spc="30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95" dirty="0">
                <a:solidFill>
                  <a:srgbClr val="334054"/>
                </a:solidFill>
                <a:latin typeface="Times New Roman"/>
                <a:cs typeface="Times New Roman"/>
              </a:rPr>
              <a:t>e.getMoyenne()</a:t>
            </a:r>
            <a:r>
              <a:rPr sz="95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850" spc="55" dirty="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sz="850" spc="32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950" spc="130" dirty="0">
                <a:solidFill>
                  <a:srgbClr val="0890B1"/>
                </a:solidFill>
                <a:latin typeface="Times New Roman"/>
                <a:cs typeface="Times New Roman"/>
              </a:rPr>
              <a:t>10.0</a:t>
            </a:r>
            <a:r>
              <a:rPr sz="950" spc="130" dirty="0">
                <a:solidFill>
                  <a:srgbClr val="334054"/>
                </a:solidFill>
                <a:latin typeface="Times New Roman"/>
                <a:cs typeface="Times New Roman"/>
              </a:rPr>
              <a:t>)</a:t>
            </a:r>
            <a:endParaRPr sz="950">
              <a:latin typeface="Times New Roman"/>
              <a:cs typeface="Times New Roman"/>
            </a:endParaRPr>
          </a:p>
          <a:p>
            <a:pPr marL="588010" indent="-507365">
              <a:lnSpc>
                <a:spcPct val="100000"/>
              </a:lnSpc>
              <a:spcBef>
                <a:spcPts val="385"/>
              </a:spcBef>
              <a:buClr>
                <a:srgbClr val="CBD5E1"/>
              </a:buClr>
              <a:buSzPct val="95000"/>
              <a:buFont typeface="Times New Roman"/>
              <a:buAutoNum type="arabicPlain"/>
              <a:tabLst>
                <a:tab pos="588010" algn="l"/>
                <a:tab pos="588645" algn="l"/>
              </a:tabLst>
            </a:pPr>
            <a:r>
              <a:rPr sz="1000" i="1" spc="26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000" i="1" spc="30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165" dirty="0">
                <a:solidFill>
                  <a:srgbClr val="94A2B8"/>
                </a:solidFill>
                <a:latin typeface="Times New Roman"/>
                <a:cs typeface="Times New Roman"/>
              </a:rPr>
              <a:t>2.</a:t>
            </a:r>
            <a:r>
              <a:rPr sz="1000" i="1" spc="30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125" dirty="0">
                <a:solidFill>
                  <a:srgbClr val="94A2B8"/>
                </a:solidFill>
                <a:latin typeface="Times New Roman"/>
                <a:cs typeface="Times New Roman"/>
              </a:rPr>
              <a:t>Trier</a:t>
            </a:r>
            <a:r>
              <a:rPr sz="1000" i="1" spc="30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120" dirty="0">
                <a:solidFill>
                  <a:srgbClr val="94A2B8"/>
                </a:solidFill>
                <a:latin typeface="Times New Roman"/>
                <a:cs typeface="Times New Roman"/>
              </a:rPr>
              <a:t>meilleurs</a:t>
            </a:r>
            <a:r>
              <a:rPr sz="1000" i="1" spc="30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85" dirty="0">
                <a:solidFill>
                  <a:srgbClr val="94A2B8"/>
                </a:solidFill>
                <a:latin typeface="Times New Roman"/>
                <a:cs typeface="Times New Roman"/>
              </a:rPr>
              <a:t>d'abord</a:t>
            </a:r>
            <a:endParaRPr sz="1000">
              <a:latin typeface="Times New Roman"/>
              <a:cs typeface="Times New Roman"/>
            </a:endParaRPr>
          </a:p>
          <a:p>
            <a:pPr marR="2843530" algn="r">
              <a:lnSpc>
                <a:spcPct val="100000"/>
              </a:lnSpc>
              <a:spcBef>
                <a:spcPts val="425"/>
              </a:spcBef>
            </a:pPr>
            <a:r>
              <a:rPr sz="950" spc="65" dirty="0">
                <a:solidFill>
                  <a:srgbClr val="CBD5E1"/>
                </a:solidFill>
                <a:latin typeface="Times New Roman"/>
                <a:cs typeface="Times New Roman"/>
              </a:rPr>
              <a:t>5</a:t>
            </a:r>
            <a:endParaRPr sz="950">
              <a:latin typeface="Times New Roman"/>
              <a:cs typeface="Times New Roman"/>
            </a:endParaRPr>
          </a:p>
          <a:p>
            <a:pPr marR="2843530" algn="r">
              <a:lnSpc>
                <a:spcPct val="100000"/>
              </a:lnSpc>
              <a:spcBef>
                <a:spcPts val="434"/>
              </a:spcBef>
            </a:pPr>
            <a:r>
              <a:rPr sz="950" spc="65" dirty="0">
                <a:solidFill>
                  <a:srgbClr val="CBD5E1"/>
                </a:solidFill>
                <a:latin typeface="Times New Roman"/>
                <a:cs typeface="Times New Roman"/>
              </a:rPr>
              <a:t>6</a:t>
            </a:r>
            <a:endParaRPr sz="950">
              <a:latin typeface="Times New Roman"/>
              <a:cs typeface="Times New Roman"/>
            </a:endParaRPr>
          </a:p>
          <a:p>
            <a:pPr marR="2843530" algn="r">
              <a:lnSpc>
                <a:spcPct val="100000"/>
              </a:lnSpc>
              <a:spcBef>
                <a:spcPts val="360"/>
              </a:spcBef>
            </a:pPr>
            <a:r>
              <a:rPr sz="950" spc="65" dirty="0">
                <a:solidFill>
                  <a:srgbClr val="CBD5E1"/>
                </a:solidFill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  <a:p>
            <a:pPr marR="2843530" algn="r">
              <a:lnSpc>
                <a:spcPct val="100000"/>
              </a:lnSpc>
              <a:spcBef>
                <a:spcPts val="360"/>
              </a:spcBef>
            </a:pPr>
            <a:r>
              <a:rPr sz="950" spc="65" dirty="0">
                <a:solidFill>
                  <a:srgbClr val="CBD5E1"/>
                </a:solidFill>
                <a:latin typeface="Times New Roman"/>
                <a:cs typeface="Times New Roman"/>
              </a:rPr>
              <a:t>8</a:t>
            </a:r>
            <a:endParaRPr sz="950">
              <a:latin typeface="Times New Roman"/>
              <a:cs typeface="Times New Roman"/>
            </a:endParaRPr>
          </a:p>
          <a:p>
            <a:pPr marR="2843530" algn="r">
              <a:lnSpc>
                <a:spcPct val="100000"/>
              </a:lnSpc>
              <a:spcBef>
                <a:spcPts val="434"/>
              </a:spcBef>
            </a:pPr>
            <a:r>
              <a:rPr sz="950" spc="65" dirty="0">
                <a:solidFill>
                  <a:srgbClr val="CBD5E1"/>
                </a:solidFill>
                <a:latin typeface="Times New Roman"/>
                <a:cs typeface="Times New Roman"/>
              </a:rPr>
              <a:t>9</a:t>
            </a:r>
            <a:endParaRPr sz="950">
              <a:latin typeface="Times New Roman"/>
              <a:cs typeface="Times New Roman"/>
            </a:endParaRPr>
          </a:p>
          <a:p>
            <a:pPr marR="2843530" algn="r">
              <a:lnSpc>
                <a:spcPct val="100000"/>
              </a:lnSpc>
              <a:spcBef>
                <a:spcPts val="434"/>
              </a:spcBef>
            </a:pPr>
            <a:r>
              <a:rPr sz="950" spc="35" dirty="0">
                <a:solidFill>
                  <a:srgbClr val="CBD5E1"/>
                </a:solidFill>
                <a:latin typeface="Times New Roman"/>
                <a:cs typeface="Times New Roman"/>
              </a:rPr>
              <a:t>10</a:t>
            </a:r>
            <a:endParaRPr sz="950">
              <a:latin typeface="Times New Roman"/>
              <a:cs typeface="Times New Roman"/>
            </a:endParaRPr>
          </a:p>
          <a:p>
            <a:pPr marR="2843530" algn="r">
              <a:lnSpc>
                <a:spcPct val="100000"/>
              </a:lnSpc>
              <a:spcBef>
                <a:spcPts val="434"/>
              </a:spcBef>
            </a:pPr>
            <a:r>
              <a:rPr sz="950" spc="35" dirty="0">
                <a:solidFill>
                  <a:srgbClr val="CBD5E1"/>
                </a:solidFill>
                <a:latin typeface="Times New Roman"/>
                <a:cs typeface="Times New Roman"/>
              </a:rPr>
              <a:t>11</a:t>
            </a:r>
            <a:endParaRPr sz="950">
              <a:latin typeface="Times New Roman"/>
              <a:cs typeface="Times New Roman"/>
            </a:endParaRPr>
          </a:p>
          <a:p>
            <a:pPr marR="2843530" algn="r">
              <a:lnSpc>
                <a:spcPct val="100000"/>
              </a:lnSpc>
              <a:spcBef>
                <a:spcPts val="360"/>
              </a:spcBef>
            </a:pPr>
            <a:r>
              <a:rPr sz="950" spc="35" dirty="0">
                <a:solidFill>
                  <a:srgbClr val="CBD5E1"/>
                </a:solidFill>
                <a:latin typeface="Times New Roman"/>
                <a:cs typeface="Times New Roman"/>
              </a:rPr>
              <a:t>12</a:t>
            </a:r>
            <a:endParaRPr sz="950">
              <a:latin typeface="Times New Roman"/>
              <a:cs typeface="Times New Roman"/>
            </a:endParaRPr>
          </a:p>
          <a:p>
            <a:pPr marR="2843530" algn="r">
              <a:lnSpc>
                <a:spcPct val="100000"/>
              </a:lnSpc>
              <a:spcBef>
                <a:spcPts val="434"/>
              </a:spcBef>
            </a:pPr>
            <a:r>
              <a:rPr sz="950" spc="35" dirty="0">
                <a:solidFill>
                  <a:srgbClr val="CBD5E1"/>
                </a:solidFill>
                <a:latin typeface="Times New Roman"/>
                <a:cs typeface="Times New Roman"/>
              </a:rPr>
              <a:t>13</a:t>
            </a:r>
            <a:endParaRPr sz="950">
              <a:latin typeface="Times New Roman"/>
              <a:cs typeface="Times New Roman"/>
            </a:endParaRPr>
          </a:p>
          <a:p>
            <a:pPr marR="2843530" algn="r">
              <a:lnSpc>
                <a:spcPct val="100000"/>
              </a:lnSpc>
              <a:spcBef>
                <a:spcPts val="360"/>
              </a:spcBef>
            </a:pPr>
            <a:r>
              <a:rPr sz="950" spc="35" dirty="0">
                <a:solidFill>
                  <a:srgbClr val="CBD5E1"/>
                </a:solidFill>
                <a:latin typeface="Times New Roman"/>
                <a:cs typeface="Times New Roman"/>
              </a:rPr>
              <a:t>14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086010" y="5006212"/>
            <a:ext cx="242633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75" dirty="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sz="950" spc="175" dirty="0">
                <a:solidFill>
                  <a:srgbClr val="DA2677"/>
                </a:solidFill>
                <a:latin typeface="Times New Roman"/>
                <a:cs typeface="Times New Roman"/>
              </a:rPr>
              <a:t>collect</a:t>
            </a:r>
            <a:r>
              <a:rPr sz="950" spc="175" dirty="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sz="950" spc="175" dirty="0">
                <a:solidFill>
                  <a:srgbClr val="7C3AEC"/>
                </a:solidFill>
                <a:latin typeface="Times New Roman"/>
                <a:cs typeface="Times New Roman"/>
              </a:rPr>
              <a:t>Collectors</a:t>
            </a:r>
            <a:r>
              <a:rPr sz="950" spc="175" dirty="0">
                <a:solidFill>
                  <a:srgbClr val="334054"/>
                </a:solidFill>
                <a:latin typeface="Times New Roman"/>
                <a:cs typeface="Times New Roman"/>
              </a:rPr>
              <a:t>.joining(</a:t>
            </a:r>
            <a:r>
              <a:rPr sz="950" spc="175" dirty="0">
                <a:solidFill>
                  <a:srgbClr val="16A24A"/>
                </a:solidFill>
                <a:latin typeface="Times New Roman"/>
                <a:cs typeface="Times New Roman"/>
              </a:rPr>
              <a:t>",</a:t>
            </a:r>
            <a:r>
              <a:rPr sz="950" spc="335" dirty="0">
                <a:solidFill>
                  <a:srgbClr val="16A24A"/>
                </a:solidFill>
                <a:latin typeface="Times New Roman"/>
                <a:cs typeface="Times New Roman"/>
              </a:rPr>
              <a:t> </a:t>
            </a:r>
            <a:r>
              <a:rPr sz="950" spc="195" dirty="0">
                <a:solidFill>
                  <a:srgbClr val="16A24A"/>
                </a:solidFill>
                <a:latin typeface="Times New Roman"/>
                <a:cs typeface="Times New Roman"/>
              </a:rPr>
              <a:t>"</a:t>
            </a:r>
            <a:r>
              <a:rPr sz="950" spc="195" dirty="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950">
              <a:latin typeface="Times New Roman"/>
              <a:cs typeface="Times New Roman"/>
            </a:endParaRPr>
          </a:p>
        </p:txBody>
      </p:sp>
      <p:pic>
        <p:nvPicPr>
          <p:cNvPr id="60" name="object 6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8698" y="5010149"/>
            <a:ext cx="171449" cy="200024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8688982" y="5036502"/>
            <a:ext cx="8255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b="1" spc="75" dirty="0">
                <a:solidFill>
                  <a:srgbClr val="1D40AF"/>
                </a:solidFill>
                <a:latin typeface="Times New Roman"/>
                <a:cs typeface="Times New Roman"/>
              </a:rPr>
              <a:t>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79219" y="5370210"/>
            <a:ext cx="2384425" cy="40259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245110" indent="-233045">
              <a:lnSpc>
                <a:spcPct val="100000"/>
              </a:lnSpc>
              <a:spcBef>
                <a:spcPts val="414"/>
              </a:spcBef>
              <a:buClr>
                <a:srgbClr val="CBD5E1"/>
              </a:buClr>
              <a:buAutoNum type="arabicPlain" startAt="16"/>
              <a:tabLst>
                <a:tab pos="245745" algn="l"/>
              </a:tabLst>
            </a:pPr>
            <a:r>
              <a:rPr sz="950" spc="155" dirty="0">
                <a:solidFill>
                  <a:srgbClr val="7C3AEC"/>
                </a:solidFill>
                <a:latin typeface="Times New Roman"/>
                <a:cs typeface="Times New Roman"/>
              </a:rPr>
              <a:t>System</a:t>
            </a:r>
            <a:r>
              <a:rPr sz="950" spc="155" dirty="0">
                <a:solidFill>
                  <a:srgbClr val="334054"/>
                </a:solidFill>
                <a:latin typeface="Times New Roman"/>
                <a:cs typeface="Times New Roman"/>
              </a:rPr>
              <a:t>.out.println(resultat);</a:t>
            </a:r>
            <a:endParaRPr sz="950">
              <a:latin typeface="Times New Roman"/>
              <a:cs typeface="Times New Roman"/>
            </a:endParaRPr>
          </a:p>
          <a:p>
            <a:pPr marL="313690" indent="-301625">
              <a:lnSpc>
                <a:spcPct val="100000"/>
              </a:lnSpc>
              <a:spcBef>
                <a:spcPts val="309"/>
              </a:spcBef>
              <a:buClr>
                <a:srgbClr val="CBD5E1"/>
              </a:buClr>
              <a:buSzPct val="95000"/>
              <a:buFont typeface="Times New Roman"/>
              <a:buAutoNum type="arabicPlain" startAt="16"/>
              <a:tabLst>
                <a:tab pos="313690" algn="l"/>
                <a:tab pos="314325" algn="l"/>
              </a:tabLst>
            </a:pPr>
            <a:r>
              <a:rPr sz="1000" i="1" spc="260" dirty="0">
                <a:solidFill>
                  <a:srgbClr val="94A2B8"/>
                </a:solidFill>
                <a:latin typeface="Times New Roman"/>
                <a:cs typeface="Times New Roman"/>
              </a:rPr>
              <a:t>/</a:t>
            </a:r>
            <a:r>
              <a:rPr sz="10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140" dirty="0">
                <a:solidFill>
                  <a:srgbClr val="94A2B8"/>
                </a:solidFill>
                <a:latin typeface="Times New Roman"/>
                <a:cs typeface="Times New Roman"/>
              </a:rPr>
              <a:t>Sortie</a:t>
            </a:r>
            <a:r>
              <a:rPr sz="10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204" dirty="0">
                <a:solidFill>
                  <a:srgbClr val="94A2B8"/>
                </a:solidFill>
                <a:latin typeface="Times New Roman"/>
                <a:cs typeface="Times New Roman"/>
              </a:rPr>
              <a:t>:</a:t>
            </a:r>
            <a:r>
              <a:rPr sz="1000" i="1" spc="330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dirty="0">
                <a:solidFill>
                  <a:srgbClr val="94A2B8"/>
                </a:solidFill>
                <a:latin typeface="Times New Roman"/>
                <a:cs typeface="Times New Roman"/>
              </a:rPr>
              <a:t>"NDIAYE,</a:t>
            </a:r>
            <a:r>
              <a:rPr sz="10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dirty="0">
                <a:solidFill>
                  <a:srgbClr val="94A2B8"/>
                </a:solidFill>
                <a:latin typeface="Times New Roman"/>
                <a:cs typeface="Times New Roman"/>
              </a:rPr>
              <a:t>DIOP,</a:t>
            </a:r>
            <a:r>
              <a:rPr sz="1000" i="1" spc="325" dirty="0">
                <a:solidFill>
                  <a:srgbClr val="94A2B8"/>
                </a:solidFill>
                <a:latin typeface="Times New Roman"/>
                <a:cs typeface="Times New Roman"/>
              </a:rPr>
              <a:t> </a:t>
            </a:r>
            <a:r>
              <a:rPr sz="1000" i="1" spc="-60" dirty="0">
                <a:solidFill>
                  <a:srgbClr val="94A2B8"/>
                </a:solidFill>
                <a:latin typeface="Times New Roman"/>
                <a:cs typeface="Times New Roman"/>
              </a:rPr>
              <a:t>SOW"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64" name="object 64"/>
            <p:cNvSpPr/>
            <p:nvPr/>
          </p:nvSpPr>
          <p:spPr>
            <a:xfrm>
              <a:off x="11544299" y="6800849"/>
              <a:ext cx="647700" cy="57150"/>
            </a:xfrm>
            <a:custGeom>
              <a:avLst/>
              <a:gdLst/>
              <a:ahLst/>
              <a:cxnLst/>
              <a:rect l="l" t="t" r="r" b="b"/>
              <a:pathLst>
                <a:path w="647700" h="57150">
                  <a:moveTo>
                    <a:pt x="0" y="57149"/>
                  </a:moveTo>
                  <a:lnTo>
                    <a:pt x="647699" y="57149"/>
                  </a:lnTo>
                  <a:lnTo>
                    <a:pt x="6476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0" y="6800849"/>
              <a:ext cx="11544300" cy="57150"/>
            </a:xfrm>
            <a:custGeom>
              <a:avLst/>
              <a:gdLst/>
              <a:ahLst/>
              <a:cxnLst/>
              <a:rect l="l" t="t" r="r" b="b"/>
              <a:pathLst>
                <a:path w="11544300" h="57150">
                  <a:moveTo>
                    <a:pt x="115442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1544299" y="0"/>
                  </a:lnTo>
                  <a:lnTo>
                    <a:pt x="11544299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54/57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285551"/>
            <a:ext cx="505968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Synthèse</a:t>
            </a:r>
            <a:r>
              <a:rPr spc="-145" dirty="0"/>
              <a:t> </a:t>
            </a:r>
            <a:r>
              <a:rPr spc="-130" dirty="0"/>
              <a:t>:</a:t>
            </a:r>
            <a:r>
              <a:rPr spc="-140" dirty="0"/>
              <a:t> </a:t>
            </a:r>
            <a:r>
              <a:rPr spc="-170" dirty="0"/>
              <a:t>Tableau</a:t>
            </a:r>
            <a:r>
              <a:rPr spc="-140" dirty="0"/>
              <a:t> </a:t>
            </a:r>
            <a:r>
              <a:rPr spc="-150" dirty="0"/>
              <a:t>Comparatif</a:t>
            </a:r>
            <a:r>
              <a:rPr spc="-140" dirty="0"/>
              <a:t> </a:t>
            </a:r>
            <a:r>
              <a:rPr spc="-125" dirty="0"/>
              <a:t>Final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848" y="1042416"/>
            <a:ext cx="11576685" cy="3660775"/>
            <a:chOff x="307848" y="1042416"/>
            <a:chExt cx="11576685" cy="3660775"/>
          </a:xfrm>
        </p:grpSpPr>
        <p:sp>
          <p:nvSpPr>
            <p:cNvPr id="4" name="object 4"/>
            <p:cNvSpPr/>
            <p:nvPr/>
          </p:nvSpPr>
          <p:spPr>
            <a:xfrm>
              <a:off x="335280" y="1051560"/>
              <a:ext cx="11521440" cy="3602990"/>
            </a:xfrm>
            <a:custGeom>
              <a:avLst/>
              <a:gdLst/>
              <a:ahLst/>
              <a:cxnLst/>
              <a:rect l="l" t="t" r="r" b="b"/>
              <a:pathLst>
                <a:path w="11521440" h="3602990">
                  <a:moveTo>
                    <a:pt x="11521440" y="3602736"/>
                  </a:moveTo>
                  <a:lnTo>
                    <a:pt x="0" y="3602736"/>
                  </a:lnTo>
                  <a:lnTo>
                    <a:pt x="0" y="0"/>
                  </a:lnTo>
                  <a:lnTo>
                    <a:pt x="11521440" y="0"/>
                  </a:lnTo>
                  <a:lnTo>
                    <a:pt x="11521440" y="24764"/>
                  </a:lnTo>
                  <a:lnTo>
                    <a:pt x="121919" y="24764"/>
                  </a:lnTo>
                  <a:lnTo>
                    <a:pt x="114413" y="25127"/>
                  </a:lnTo>
                  <a:lnTo>
                    <a:pt x="73602" y="42031"/>
                  </a:lnTo>
                  <a:lnTo>
                    <a:pt x="48982" y="78878"/>
                  </a:lnTo>
                  <a:lnTo>
                    <a:pt x="45719" y="100964"/>
                  </a:lnTo>
                  <a:lnTo>
                    <a:pt x="45719" y="3463289"/>
                  </a:lnTo>
                  <a:lnTo>
                    <a:pt x="58549" y="3505631"/>
                  </a:lnTo>
                  <a:lnTo>
                    <a:pt x="92759" y="3533688"/>
                  </a:lnTo>
                  <a:lnTo>
                    <a:pt x="121919" y="3539489"/>
                  </a:lnTo>
                  <a:lnTo>
                    <a:pt x="11521440" y="3539489"/>
                  </a:lnTo>
                  <a:lnTo>
                    <a:pt x="11521440" y="3602736"/>
                  </a:lnTo>
                  <a:close/>
                </a:path>
                <a:path w="11521440" h="3602990">
                  <a:moveTo>
                    <a:pt x="11521440" y="3539489"/>
                  </a:moveTo>
                  <a:lnTo>
                    <a:pt x="11399519" y="3539489"/>
                  </a:lnTo>
                  <a:lnTo>
                    <a:pt x="11407026" y="3539126"/>
                  </a:lnTo>
                  <a:lnTo>
                    <a:pt x="11414388" y="3538039"/>
                  </a:lnTo>
                  <a:lnTo>
                    <a:pt x="11453400" y="3517171"/>
                  </a:lnTo>
                  <a:lnTo>
                    <a:pt x="11474269" y="3478157"/>
                  </a:lnTo>
                  <a:lnTo>
                    <a:pt x="11475719" y="3463289"/>
                  </a:lnTo>
                  <a:lnTo>
                    <a:pt x="11475719" y="100964"/>
                  </a:lnTo>
                  <a:lnTo>
                    <a:pt x="11462888" y="58622"/>
                  </a:lnTo>
                  <a:lnTo>
                    <a:pt x="11428679" y="30565"/>
                  </a:lnTo>
                  <a:lnTo>
                    <a:pt x="11399519" y="24764"/>
                  </a:lnTo>
                  <a:lnTo>
                    <a:pt x="11521440" y="24764"/>
                  </a:lnTo>
                  <a:lnTo>
                    <a:pt x="11521440" y="3539489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7848" y="1042416"/>
              <a:ext cx="11576685" cy="3660775"/>
            </a:xfrm>
            <a:custGeom>
              <a:avLst/>
              <a:gdLst/>
              <a:ahLst/>
              <a:cxnLst/>
              <a:rect l="l" t="t" r="r" b="b"/>
              <a:pathLst>
                <a:path w="11576685" h="3660775">
                  <a:moveTo>
                    <a:pt x="11576304" y="3660648"/>
                  </a:moveTo>
                  <a:lnTo>
                    <a:pt x="0" y="3660648"/>
                  </a:lnTo>
                  <a:lnTo>
                    <a:pt x="0" y="0"/>
                  </a:lnTo>
                  <a:lnTo>
                    <a:pt x="11576304" y="0"/>
                  </a:lnTo>
                  <a:lnTo>
                    <a:pt x="11576304" y="33908"/>
                  </a:lnTo>
                  <a:lnTo>
                    <a:pt x="149351" y="33908"/>
                  </a:lnTo>
                  <a:lnTo>
                    <a:pt x="141845" y="34271"/>
                  </a:lnTo>
                  <a:lnTo>
                    <a:pt x="101034" y="51175"/>
                  </a:lnTo>
                  <a:lnTo>
                    <a:pt x="76414" y="88022"/>
                  </a:lnTo>
                  <a:lnTo>
                    <a:pt x="73151" y="110108"/>
                  </a:lnTo>
                  <a:lnTo>
                    <a:pt x="73151" y="3472433"/>
                  </a:lnTo>
                  <a:lnTo>
                    <a:pt x="85982" y="3514775"/>
                  </a:lnTo>
                  <a:lnTo>
                    <a:pt x="120191" y="3542832"/>
                  </a:lnTo>
                  <a:lnTo>
                    <a:pt x="149351" y="3548633"/>
                  </a:lnTo>
                  <a:lnTo>
                    <a:pt x="11576304" y="3548633"/>
                  </a:lnTo>
                  <a:lnTo>
                    <a:pt x="11576304" y="3660648"/>
                  </a:lnTo>
                  <a:close/>
                </a:path>
                <a:path w="11576685" h="3660775">
                  <a:moveTo>
                    <a:pt x="11576304" y="3548633"/>
                  </a:moveTo>
                  <a:lnTo>
                    <a:pt x="11426951" y="3548633"/>
                  </a:lnTo>
                  <a:lnTo>
                    <a:pt x="11434458" y="3548270"/>
                  </a:lnTo>
                  <a:lnTo>
                    <a:pt x="11441820" y="3547183"/>
                  </a:lnTo>
                  <a:lnTo>
                    <a:pt x="11480832" y="3526315"/>
                  </a:lnTo>
                  <a:lnTo>
                    <a:pt x="11501701" y="3487301"/>
                  </a:lnTo>
                  <a:lnTo>
                    <a:pt x="11503151" y="3472433"/>
                  </a:lnTo>
                  <a:lnTo>
                    <a:pt x="11503151" y="110108"/>
                  </a:lnTo>
                  <a:lnTo>
                    <a:pt x="11490320" y="67766"/>
                  </a:lnTo>
                  <a:lnTo>
                    <a:pt x="11456111" y="39709"/>
                  </a:lnTo>
                  <a:lnTo>
                    <a:pt x="11426951" y="33908"/>
                  </a:lnTo>
                  <a:lnTo>
                    <a:pt x="11576304" y="33908"/>
                  </a:lnTo>
                  <a:lnTo>
                    <a:pt x="11576304" y="354863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80999" y="1076324"/>
            <a:ext cx="11430000" cy="3514725"/>
            <a:chOff x="380999" y="1076324"/>
            <a:chExt cx="11430000" cy="3514725"/>
          </a:xfrm>
        </p:grpSpPr>
        <p:sp>
          <p:nvSpPr>
            <p:cNvPr id="7" name="object 7"/>
            <p:cNvSpPr/>
            <p:nvPr/>
          </p:nvSpPr>
          <p:spPr>
            <a:xfrm>
              <a:off x="385762" y="1081087"/>
              <a:ext cx="11420475" cy="3505200"/>
            </a:xfrm>
            <a:custGeom>
              <a:avLst/>
              <a:gdLst/>
              <a:ahLst/>
              <a:cxnLst/>
              <a:rect l="l" t="t" r="r" b="b"/>
              <a:pathLst>
                <a:path w="11420475" h="3505200">
                  <a:moveTo>
                    <a:pt x="0" y="34337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349036" y="0"/>
                  </a:lnTo>
                  <a:lnTo>
                    <a:pt x="11353726" y="0"/>
                  </a:lnTo>
                  <a:lnTo>
                    <a:pt x="11358372" y="457"/>
                  </a:lnTo>
                  <a:lnTo>
                    <a:pt x="11362972" y="1372"/>
                  </a:lnTo>
                  <a:lnTo>
                    <a:pt x="11367573" y="2287"/>
                  </a:lnTo>
                  <a:lnTo>
                    <a:pt x="11388723" y="12039"/>
                  </a:lnTo>
                  <a:lnTo>
                    <a:pt x="11392624" y="14645"/>
                  </a:lnTo>
                  <a:lnTo>
                    <a:pt x="11408434" y="31748"/>
                  </a:lnTo>
                  <a:lnTo>
                    <a:pt x="11411039" y="35648"/>
                  </a:lnTo>
                  <a:lnTo>
                    <a:pt x="11413240" y="39765"/>
                  </a:lnTo>
                  <a:lnTo>
                    <a:pt x="11415034" y="44099"/>
                  </a:lnTo>
                  <a:lnTo>
                    <a:pt x="11416830" y="48433"/>
                  </a:lnTo>
                  <a:lnTo>
                    <a:pt x="11420474" y="71437"/>
                  </a:lnTo>
                  <a:lnTo>
                    <a:pt x="11420474" y="3433762"/>
                  </a:lnTo>
                  <a:lnTo>
                    <a:pt x="11420472" y="3438452"/>
                  </a:lnTo>
                  <a:lnTo>
                    <a:pt x="11420014" y="3443097"/>
                  </a:lnTo>
                  <a:lnTo>
                    <a:pt x="11419099" y="3447698"/>
                  </a:lnTo>
                  <a:lnTo>
                    <a:pt x="11418184" y="3452299"/>
                  </a:lnTo>
                  <a:lnTo>
                    <a:pt x="11416830" y="3456766"/>
                  </a:lnTo>
                  <a:lnTo>
                    <a:pt x="11415034" y="3461099"/>
                  </a:lnTo>
                  <a:lnTo>
                    <a:pt x="11413240" y="3465433"/>
                  </a:lnTo>
                  <a:lnTo>
                    <a:pt x="11411039" y="3469550"/>
                  </a:lnTo>
                  <a:lnTo>
                    <a:pt x="11408434" y="3473450"/>
                  </a:lnTo>
                  <a:lnTo>
                    <a:pt x="11405828" y="3477350"/>
                  </a:lnTo>
                  <a:lnTo>
                    <a:pt x="11388723" y="3493160"/>
                  </a:lnTo>
                  <a:lnTo>
                    <a:pt x="11384823" y="3495765"/>
                  </a:lnTo>
                  <a:lnTo>
                    <a:pt x="11362972" y="3503826"/>
                  </a:lnTo>
                  <a:lnTo>
                    <a:pt x="11358372" y="3504742"/>
                  </a:lnTo>
                  <a:lnTo>
                    <a:pt x="11353726" y="3505199"/>
                  </a:lnTo>
                  <a:lnTo>
                    <a:pt x="11349036" y="3505199"/>
                  </a:lnTo>
                  <a:lnTo>
                    <a:pt x="71437" y="3505199"/>
                  </a:lnTo>
                  <a:lnTo>
                    <a:pt x="66746" y="3505199"/>
                  </a:lnTo>
                  <a:lnTo>
                    <a:pt x="62101" y="3504742"/>
                  </a:lnTo>
                  <a:lnTo>
                    <a:pt x="31748" y="3493160"/>
                  </a:lnTo>
                  <a:lnTo>
                    <a:pt x="27848" y="3490554"/>
                  </a:lnTo>
                  <a:lnTo>
                    <a:pt x="12039" y="3473450"/>
                  </a:lnTo>
                  <a:lnTo>
                    <a:pt x="9433" y="3469550"/>
                  </a:lnTo>
                  <a:lnTo>
                    <a:pt x="0" y="3438452"/>
                  </a:lnTo>
                  <a:lnTo>
                    <a:pt x="0" y="34337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0524" y="1085849"/>
              <a:ext cx="1600200" cy="390525"/>
            </a:xfrm>
            <a:custGeom>
              <a:avLst/>
              <a:gdLst/>
              <a:ahLst/>
              <a:cxnLst/>
              <a:rect l="l" t="t" r="r" b="b"/>
              <a:pathLst>
                <a:path w="1600200" h="390525">
                  <a:moveTo>
                    <a:pt x="1600199" y="390524"/>
                  </a:moveTo>
                  <a:lnTo>
                    <a:pt x="0" y="390524"/>
                  </a:lnTo>
                  <a:lnTo>
                    <a:pt x="0" y="66674"/>
                  </a:lnTo>
                  <a:lnTo>
                    <a:pt x="11226" y="29625"/>
                  </a:lnTo>
                  <a:lnTo>
                    <a:pt x="41159" y="5075"/>
                  </a:lnTo>
                  <a:lnTo>
                    <a:pt x="66674" y="0"/>
                  </a:lnTo>
                  <a:lnTo>
                    <a:pt x="1600199" y="0"/>
                  </a:lnTo>
                  <a:lnTo>
                    <a:pt x="1600199" y="390524"/>
                  </a:lnTo>
                  <a:close/>
                </a:path>
              </a:pathLst>
            </a:custGeom>
            <a:solidFill>
              <a:srgbClr val="1D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839324" y="1085849"/>
              <a:ext cx="1962150" cy="390525"/>
            </a:xfrm>
            <a:custGeom>
              <a:avLst/>
              <a:gdLst/>
              <a:ahLst/>
              <a:cxnLst/>
              <a:rect l="l" t="t" r="r" b="b"/>
              <a:pathLst>
                <a:path w="1962150" h="390525">
                  <a:moveTo>
                    <a:pt x="1962149" y="390524"/>
                  </a:moveTo>
                  <a:lnTo>
                    <a:pt x="0" y="390524"/>
                  </a:lnTo>
                  <a:lnTo>
                    <a:pt x="0" y="0"/>
                  </a:lnTo>
                  <a:lnTo>
                    <a:pt x="1895475" y="0"/>
                  </a:lnTo>
                  <a:lnTo>
                    <a:pt x="1902042" y="317"/>
                  </a:lnTo>
                  <a:lnTo>
                    <a:pt x="1937751" y="15108"/>
                  </a:lnTo>
                  <a:lnTo>
                    <a:pt x="1959294" y="47348"/>
                  </a:lnTo>
                  <a:lnTo>
                    <a:pt x="1962149" y="66673"/>
                  </a:lnTo>
                  <a:lnTo>
                    <a:pt x="1962149" y="390524"/>
                  </a:lnTo>
                  <a:close/>
                </a:path>
              </a:pathLst>
            </a:custGeom>
            <a:solidFill>
              <a:srgbClr val="C240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39324" y="2238374"/>
              <a:ext cx="1962150" cy="390525"/>
            </a:xfrm>
            <a:custGeom>
              <a:avLst/>
              <a:gdLst/>
              <a:ahLst/>
              <a:cxnLst/>
              <a:rect l="l" t="t" r="r" b="b"/>
              <a:pathLst>
                <a:path w="1962150" h="390525">
                  <a:moveTo>
                    <a:pt x="1962149" y="390524"/>
                  </a:moveTo>
                  <a:lnTo>
                    <a:pt x="0" y="390524"/>
                  </a:lnTo>
                  <a:lnTo>
                    <a:pt x="0" y="0"/>
                  </a:lnTo>
                  <a:lnTo>
                    <a:pt x="1962149" y="0"/>
                  </a:lnTo>
                  <a:lnTo>
                    <a:pt x="1962149" y="390524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90712" y="2628899"/>
              <a:ext cx="7848600" cy="400050"/>
            </a:xfrm>
            <a:custGeom>
              <a:avLst/>
              <a:gdLst/>
              <a:ahLst/>
              <a:cxnLst/>
              <a:rect l="l" t="t" r="r" b="b"/>
              <a:pathLst>
                <a:path w="7848600" h="400050">
                  <a:moveTo>
                    <a:pt x="7848600" y="0"/>
                  </a:moveTo>
                  <a:lnTo>
                    <a:pt x="5886450" y="0"/>
                  </a:lnTo>
                  <a:lnTo>
                    <a:pt x="3924300" y="0"/>
                  </a:lnTo>
                  <a:lnTo>
                    <a:pt x="1962150" y="0"/>
                  </a:lnTo>
                  <a:lnTo>
                    <a:pt x="0" y="0"/>
                  </a:lnTo>
                  <a:lnTo>
                    <a:pt x="0" y="400050"/>
                  </a:lnTo>
                  <a:lnTo>
                    <a:pt x="1962150" y="400050"/>
                  </a:lnTo>
                  <a:lnTo>
                    <a:pt x="3924300" y="400050"/>
                  </a:lnTo>
                  <a:lnTo>
                    <a:pt x="5886450" y="400050"/>
                  </a:lnTo>
                  <a:lnTo>
                    <a:pt x="7848600" y="400050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839312" y="3028949"/>
              <a:ext cx="1962150" cy="781050"/>
            </a:xfrm>
            <a:custGeom>
              <a:avLst/>
              <a:gdLst/>
              <a:ahLst/>
              <a:cxnLst/>
              <a:rect l="l" t="t" r="r" b="b"/>
              <a:pathLst>
                <a:path w="1962150" h="781050">
                  <a:moveTo>
                    <a:pt x="1962150" y="0"/>
                  </a:moveTo>
                  <a:lnTo>
                    <a:pt x="0" y="0"/>
                  </a:lnTo>
                  <a:lnTo>
                    <a:pt x="0" y="400050"/>
                  </a:lnTo>
                  <a:lnTo>
                    <a:pt x="0" y="781050"/>
                  </a:lnTo>
                  <a:lnTo>
                    <a:pt x="1962150" y="781050"/>
                  </a:lnTo>
                  <a:lnTo>
                    <a:pt x="1962150" y="400050"/>
                  </a:lnTo>
                  <a:lnTo>
                    <a:pt x="1962150" y="0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0524" y="4200524"/>
              <a:ext cx="1600200" cy="381000"/>
            </a:xfrm>
            <a:custGeom>
              <a:avLst/>
              <a:gdLst/>
              <a:ahLst/>
              <a:cxnLst/>
              <a:rect l="l" t="t" r="r" b="b"/>
              <a:pathLst>
                <a:path w="1600200" h="381000">
                  <a:moveTo>
                    <a:pt x="1600199" y="380999"/>
                  </a:moveTo>
                  <a:lnTo>
                    <a:pt x="66674" y="380999"/>
                  </a:lnTo>
                  <a:lnTo>
                    <a:pt x="60106" y="380682"/>
                  </a:lnTo>
                  <a:lnTo>
                    <a:pt x="24397" y="365891"/>
                  </a:lnTo>
                  <a:lnTo>
                    <a:pt x="2854" y="333650"/>
                  </a:lnTo>
                  <a:lnTo>
                    <a:pt x="0" y="314325"/>
                  </a:lnTo>
                  <a:lnTo>
                    <a:pt x="0" y="0"/>
                  </a:lnTo>
                  <a:lnTo>
                    <a:pt x="1600199" y="0"/>
                  </a:lnTo>
                  <a:lnTo>
                    <a:pt x="1600199" y="3809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839324" y="4200524"/>
              <a:ext cx="1962150" cy="381000"/>
            </a:xfrm>
            <a:custGeom>
              <a:avLst/>
              <a:gdLst/>
              <a:ahLst/>
              <a:cxnLst/>
              <a:rect l="l" t="t" r="r" b="b"/>
              <a:pathLst>
                <a:path w="1962150" h="381000">
                  <a:moveTo>
                    <a:pt x="1895475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1962149" y="0"/>
                  </a:lnTo>
                  <a:lnTo>
                    <a:pt x="1962149" y="314326"/>
                  </a:lnTo>
                  <a:lnTo>
                    <a:pt x="1950922" y="351373"/>
                  </a:lnTo>
                  <a:lnTo>
                    <a:pt x="1920988" y="375923"/>
                  </a:lnTo>
                  <a:lnTo>
                    <a:pt x="1895475" y="3809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3383" y="2384424"/>
              <a:ext cx="117475" cy="857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5980" y="2384424"/>
              <a:ext cx="117475" cy="857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1829" y="2384424"/>
              <a:ext cx="85725" cy="857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467972" y="2343149"/>
              <a:ext cx="704850" cy="180975"/>
            </a:xfrm>
            <a:custGeom>
              <a:avLst/>
              <a:gdLst/>
              <a:ahLst/>
              <a:cxnLst/>
              <a:rect l="l" t="t" r="r" b="b"/>
              <a:pathLst>
                <a:path w="704850" h="180975">
                  <a:moveTo>
                    <a:pt x="680064" y="180974"/>
                  </a:moveTo>
                  <a:lnTo>
                    <a:pt x="24786" y="180974"/>
                  </a:lnTo>
                  <a:lnTo>
                    <a:pt x="21141" y="180249"/>
                  </a:lnTo>
                  <a:lnTo>
                    <a:pt x="0" y="156189"/>
                  </a:lnTo>
                  <a:lnTo>
                    <a:pt x="1" y="152399"/>
                  </a:lnTo>
                  <a:lnTo>
                    <a:pt x="0" y="24785"/>
                  </a:lnTo>
                  <a:lnTo>
                    <a:pt x="24786" y="0"/>
                  </a:lnTo>
                  <a:lnTo>
                    <a:pt x="680064" y="0"/>
                  </a:lnTo>
                  <a:lnTo>
                    <a:pt x="704849" y="24785"/>
                  </a:lnTo>
                  <a:lnTo>
                    <a:pt x="704849" y="156189"/>
                  </a:lnTo>
                  <a:lnTo>
                    <a:pt x="683709" y="180249"/>
                  </a:lnTo>
                  <a:lnTo>
                    <a:pt x="680064" y="18097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24137" y="2728912"/>
              <a:ext cx="314325" cy="190500"/>
            </a:xfrm>
            <a:custGeom>
              <a:avLst/>
              <a:gdLst/>
              <a:ahLst/>
              <a:cxnLst/>
              <a:rect l="l" t="t" r="r" b="b"/>
              <a:pathLst>
                <a:path w="314325" h="190500">
                  <a:moveTo>
                    <a:pt x="285408" y="190499"/>
                  </a:moveTo>
                  <a:lnTo>
                    <a:pt x="28916" y="190499"/>
                  </a:lnTo>
                  <a:lnTo>
                    <a:pt x="24664" y="189653"/>
                  </a:lnTo>
                  <a:lnTo>
                    <a:pt x="0" y="161583"/>
                  </a:lnTo>
                  <a:lnTo>
                    <a:pt x="0" y="1571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85408" y="0"/>
                  </a:lnTo>
                  <a:lnTo>
                    <a:pt x="314324" y="28916"/>
                  </a:lnTo>
                  <a:lnTo>
                    <a:pt x="314324" y="161583"/>
                  </a:lnTo>
                  <a:lnTo>
                    <a:pt x="289661" y="189653"/>
                  </a:lnTo>
                  <a:lnTo>
                    <a:pt x="285408" y="1904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24137" y="2728912"/>
              <a:ext cx="314325" cy="190500"/>
            </a:xfrm>
            <a:custGeom>
              <a:avLst/>
              <a:gdLst/>
              <a:ahLst/>
              <a:cxnLst/>
              <a:rect l="l" t="t" r="r" b="b"/>
              <a:pathLst>
                <a:path w="314325" h="190500">
                  <a:moveTo>
                    <a:pt x="0" y="15716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280987" y="0"/>
                  </a:lnTo>
                  <a:lnTo>
                    <a:pt x="285408" y="0"/>
                  </a:lnTo>
                  <a:lnTo>
                    <a:pt x="289661" y="845"/>
                  </a:lnTo>
                  <a:lnTo>
                    <a:pt x="293745" y="2537"/>
                  </a:lnTo>
                  <a:lnTo>
                    <a:pt x="297829" y="4229"/>
                  </a:lnTo>
                  <a:lnTo>
                    <a:pt x="301434" y="6637"/>
                  </a:lnTo>
                  <a:lnTo>
                    <a:pt x="304560" y="9764"/>
                  </a:lnTo>
                  <a:lnTo>
                    <a:pt x="307686" y="12889"/>
                  </a:lnTo>
                  <a:lnTo>
                    <a:pt x="314325" y="33337"/>
                  </a:lnTo>
                  <a:lnTo>
                    <a:pt x="314325" y="157162"/>
                  </a:lnTo>
                  <a:lnTo>
                    <a:pt x="289661" y="189653"/>
                  </a:lnTo>
                  <a:lnTo>
                    <a:pt x="280987" y="190499"/>
                  </a:lnTo>
                  <a:lnTo>
                    <a:pt x="33337" y="190499"/>
                  </a:lnTo>
                  <a:lnTo>
                    <a:pt x="845" y="165835"/>
                  </a:lnTo>
                  <a:lnTo>
                    <a:pt x="0" y="161583"/>
                  </a:lnTo>
                  <a:lnTo>
                    <a:pt x="0" y="157162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95811" y="2728912"/>
              <a:ext cx="304800" cy="190500"/>
            </a:xfrm>
            <a:custGeom>
              <a:avLst/>
              <a:gdLst/>
              <a:ahLst/>
              <a:cxnLst/>
              <a:rect l="l" t="t" r="r" b="b"/>
              <a:pathLst>
                <a:path w="304800" h="190500">
                  <a:moveTo>
                    <a:pt x="275883" y="190499"/>
                  </a:moveTo>
                  <a:lnTo>
                    <a:pt x="28916" y="190499"/>
                  </a:lnTo>
                  <a:lnTo>
                    <a:pt x="24663" y="189653"/>
                  </a:lnTo>
                  <a:lnTo>
                    <a:pt x="0" y="161583"/>
                  </a:lnTo>
                  <a:lnTo>
                    <a:pt x="0" y="1571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75883" y="0"/>
                  </a:lnTo>
                  <a:lnTo>
                    <a:pt x="304799" y="28916"/>
                  </a:lnTo>
                  <a:lnTo>
                    <a:pt x="304799" y="161583"/>
                  </a:lnTo>
                  <a:lnTo>
                    <a:pt x="280135" y="189653"/>
                  </a:lnTo>
                  <a:lnTo>
                    <a:pt x="275883" y="1904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95811" y="2728912"/>
              <a:ext cx="304800" cy="190500"/>
            </a:xfrm>
            <a:custGeom>
              <a:avLst/>
              <a:gdLst/>
              <a:ahLst/>
              <a:cxnLst/>
              <a:rect l="l" t="t" r="r" b="b"/>
              <a:pathLst>
                <a:path w="304800" h="190500">
                  <a:moveTo>
                    <a:pt x="0" y="15716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7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271462" y="0"/>
                  </a:lnTo>
                  <a:lnTo>
                    <a:pt x="275883" y="0"/>
                  </a:lnTo>
                  <a:lnTo>
                    <a:pt x="280135" y="845"/>
                  </a:lnTo>
                  <a:lnTo>
                    <a:pt x="284219" y="2537"/>
                  </a:lnTo>
                  <a:lnTo>
                    <a:pt x="288303" y="4229"/>
                  </a:lnTo>
                  <a:lnTo>
                    <a:pt x="291909" y="6637"/>
                  </a:lnTo>
                  <a:lnTo>
                    <a:pt x="295035" y="9764"/>
                  </a:lnTo>
                  <a:lnTo>
                    <a:pt x="298161" y="12889"/>
                  </a:lnTo>
                  <a:lnTo>
                    <a:pt x="300569" y="16494"/>
                  </a:lnTo>
                  <a:lnTo>
                    <a:pt x="302261" y="20579"/>
                  </a:lnTo>
                  <a:lnTo>
                    <a:pt x="303953" y="24663"/>
                  </a:lnTo>
                  <a:lnTo>
                    <a:pt x="304799" y="28916"/>
                  </a:lnTo>
                  <a:lnTo>
                    <a:pt x="304800" y="33337"/>
                  </a:lnTo>
                  <a:lnTo>
                    <a:pt x="304800" y="157162"/>
                  </a:lnTo>
                  <a:lnTo>
                    <a:pt x="304799" y="161583"/>
                  </a:lnTo>
                  <a:lnTo>
                    <a:pt x="303953" y="165835"/>
                  </a:lnTo>
                  <a:lnTo>
                    <a:pt x="302261" y="169919"/>
                  </a:lnTo>
                  <a:lnTo>
                    <a:pt x="300569" y="174004"/>
                  </a:lnTo>
                  <a:lnTo>
                    <a:pt x="271462" y="190499"/>
                  </a:lnTo>
                  <a:lnTo>
                    <a:pt x="33337" y="190499"/>
                  </a:lnTo>
                  <a:lnTo>
                    <a:pt x="9764" y="180735"/>
                  </a:lnTo>
                  <a:lnTo>
                    <a:pt x="6637" y="177609"/>
                  </a:lnTo>
                  <a:lnTo>
                    <a:pt x="4229" y="174004"/>
                  </a:lnTo>
                  <a:lnTo>
                    <a:pt x="2537" y="169919"/>
                  </a:lnTo>
                  <a:lnTo>
                    <a:pt x="845" y="165835"/>
                  </a:lnTo>
                  <a:lnTo>
                    <a:pt x="0" y="161583"/>
                  </a:lnTo>
                  <a:lnTo>
                    <a:pt x="0" y="157162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62711" y="2728912"/>
              <a:ext cx="314325" cy="190500"/>
            </a:xfrm>
            <a:custGeom>
              <a:avLst/>
              <a:gdLst/>
              <a:ahLst/>
              <a:cxnLst/>
              <a:rect l="l" t="t" r="r" b="b"/>
              <a:pathLst>
                <a:path w="314325" h="190500">
                  <a:moveTo>
                    <a:pt x="285408" y="190499"/>
                  </a:moveTo>
                  <a:lnTo>
                    <a:pt x="28916" y="190499"/>
                  </a:lnTo>
                  <a:lnTo>
                    <a:pt x="24664" y="189653"/>
                  </a:lnTo>
                  <a:lnTo>
                    <a:pt x="0" y="161583"/>
                  </a:lnTo>
                  <a:lnTo>
                    <a:pt x="0" y="1571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85408" y="0"/>
                  </a:lnTo>
                  <a:lnTo>
                    <a:pt x="314324" y="28916"/>
                  </a:lnTo>
                  <a:lnTo>
                    <a:pt x="314324" y="161583"/>
                  </a:lnTo>
                  <a:lnTo>
                    <a:pt x="289660" y="189653"/>
                  </a:lnTo>
                  <a:lnTo>
                    <a:pt x="285408" y="1904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62711" y="2728912"/>
              <a:ext cx="314325" cy="190500"/>
            </a:xfrm>
            <a:custGeom>
              <a:avLst/>
              <a:gdLst/>
              <a:ahLst/>
              <a:cxnLst/>
              <a:rect l="l" t="t" r="r" b="b"/>
              <a:pathLst>
                <a:path w="314325" h="190500">
                  <a:moveTo>
                    <a:pt x="0" y="15716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80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280988" y="0"/>
                  </a:lnTo>
                  <a:lnTo>
                    <a:pt x="285408" y="0"/>
                  </a:lnTo>
                  <a:lnTo>
                    <a:pt x="289660" y="845"/>
                  </a:lnTo>
                  <a:lnTo>
                    <a:pt x="293744" y="2537"/>
                  </a:lnTo>
                  <a:lnTo>
                    <a:pt x="297828" y="4229"/>
                  </a:lnTo>
                  <a:lnTo>
                    <a:pt x="301434" y="6637"/>
                  </a:lnTo>
                  <a:lnTo>
                    <a:pt x="304560" y="9764"/>
                  </a:lnTo>
                  <a:lnTo>
                    <a:pt x="307686" y="12889"/>
                  </a:lnTo>
                  <a:lnTo>
                    <a:pt x="310095" y="16494"/>
                  </a:lnTo>
                  <a:lnTo>
                    <a:pt x="311786" y="20579"/>
                  </a:lnTo>
                  <a:lnTo>
                    <a:pt x="313479" y="24663"/>
                  </a:lnTo>
                  <a:lnTo>
                    <a:pt x="314324" y="28916"/>
                  </a:lnTo>
                  <a:lnTo>
                    <a:pt x="314325" y="33337"/>
                  </a:lnTo>
                  <a:lnTo>
                    <a:pt x="314325" y="157162"/>
                  </a:lnTo>
                  <a:lnTo>
                    <a:pt x="314324" y="161583"/>
                  </a:lnTo>
                  <a:lnTo>
                    <a:pt x="313479" y="165835"/>
                  </a:lnTo>
                  <a:lnTo>
                    <a:pt x="311786" y="169919"/>
                  </a:lnTo>
                  <a:lnTo>
                    <a:pt x="310095" y="174004"/>
                  </a:lnTo>
                  <a:lnTo>
                    <a:pt x="280988" y="190499"/>
                  </a:lnTo>
                  <a:lnTo>
                    <a:pt x="33338" y="190499"/>
                  </a:lnTo>
                  <a:lnTo>
                    <a:pt x="28916" y="190499"/>
                  </a:lnTo>
                  <a:lnTo>
                    <a:pt x="24664" y="189653"/>
                  </a:lnTo>
                  <a:lnTo>
                    <a:pt x="20580" y="187962"/>
                  </a:lnTo>
                  <a:lnTo>
                    <a:pt x="16494" y="186270"/>
                  </a:lnTo>
                  <a:lnTo>
                    <a:pt x="12889" y="183861"/>
                  </a:lnTo>
                  <a:lnTo>
                    <a:pt x="9764" y="180735"/>
                  </a:lnTo>
                  <a:lnTo>
                    <a:pt x="6638" y="177609"/>
                  </a:lnTo>
                  <a:lnTo>
                    <a:pt x="4229" y="174004"/>
                  </a:lnTo>
                  <a:lnTo>
                    <a:pt x="2537" y="169919"/>
                  </a:lnTo>
                  <a:lnTo>
                    <a:pt x="845" y="165835"/>
                  </a:lnTo>
                  <a:lnTo>
                    <a:pt x="0" y="161583"/>
                  </a:lnTo>
                  <a:lnTo>
                    <a:pt x="0" y="157162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01060" y="2728912"/>
              <a:ext cx="304800" cy="190500"/>
            </a:xfrm>
            <a:custGeom>
              <a:avLst/>
              <a:gdLst/>
              <a:ahLst/>
              <a:cxnLst/>
              <a:rect l="l" t="t" r="r" b="b"/>
              <a:pathLst>
                <a:path w="304800" h="190500">
                  <a:moveTo>
                    <a:pt x="275883" y="190499"/>
                  </a:moveTo>
                  <a:lnTo>
                    <a:pt x="28916" y="190499"/>
                  </a:lnTo>
                  <a:lnTo>
                    <a:pt x="24662" y="189653"/>
                  </a:lnTo>
                  <a:lnTo>
                    <a:pt x="0" y="161583"/>
                  </a:lnTo>
                  <a:lnTo>
                    <a:pt x="0" y="1571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75883" y="0"/>
                  </a:lnTo>
                  <a:lnTo>
                    <a:pt x="304799" y="28916"/>
                  </a:lnTo>
                  <a:lnTo>
                    <a:pt x="304799" y="161583"/>
                  </a:lnTo>
                  <a:lnTo>
                    <a:pt x="280135" y="189653"/>
                  </a:lnTo>
                  <a:lnTo>
                    <a:pt x="275883" y="1904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501060" y="2728912"/>
              <a:ext cx="304800" cy="190500"/>
            </a:xfrm>
            <a:custGeom>
              <a:avLst/>
              <a:gdLst/>
              <a:ahLst/>
              <a:cxnLst/>
              <a:rect l="l" t="t" r="r" b="b"/>
              <a:pathLst>
                <a:path w="304800" h="190500">
                  <a:moveTo>
                    <a:pt x="0" y="15716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4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8" y="2537"/>
                  </a:lnTo>
                  <a:lnTo>
                    <a:pt x="24662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271463" y="0"/>
                  </a:lnTo>
                  <a:lnTo>
                    <a:pt x="275883" y="0"/>
                  </a:lnTo>
                  <a:lnTo>
                    <a:pt x="280135" y="845"/>
                  </a:lnTo>
                  <a:lnTo>
                    <a:pt x="284219" y="2537"/>
                  </a:lnTo>
                  <a:lnTo>
                    <a:pt x="288303" y="4229"/>
                  </a:lnTo>
                  <a:lnTo>
                    <a:pt x="291909" y="6637"/>
                  </a:lnTo>
                  <a:lnTo>
                    <a:pt x="295035" y="9764"/>
                  </a:lnTo>
                  <a:lnTo>
                    <a:pt x="298160" y="12889"/>
                  </a:lnTo>
                  <a:lnTo>
                    <a:pt x="304800" y="33337"/>
                  </a:lnTo>
                  <a:lnTo>
                    <a:pt x="304800" y="157162"/>
                  </a:lnTo>
                  <a:lnTo>
                    <a:pt x="280135" y="189653"/>
                  </a:lnTo>
                  <a:lnTo>
                    <a:pt x="271463" y="190499"/>
                  </a:lnTo>
                  <a:lnTo>
                    <a:pt x="33338" y="190499"/>
                  </a:lnTo>
                  <a:lnTo>
                    <a:pt x="9764" y="180735"/>
                  </a:lnTo>
                  <a:lnTo>
                    <a:pt x="6637" y="177609"/>
                  </a:lnTo>
                  <a:lnTo>
                    <a:pt x="4228" y="174004"/>
                  </a:lnTo>
                  <a:lnTo>
                    <a:pt x="2537" y="169919"/>
                  </a:lnTo>
                  <a:lnTo>
                    <a:pt x="845" y="165835"/>
                  </a:lnTo>
                  <a:lnTo>
                    <a:pt x="0" y="161583"/>
                  </a:lnTo>
                  <a:lnTo>
                    <a:pt x="0" y="157162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76512" y="3128962"/>
              <a:ext cx="333375" cy="190500"/>
            </a:xfrm>
            <a:custGeom>
              <a:avLst/>
              <a:gdLst/>
              <a:ahLst/>
              <a:cxnLst/>
              <a:rect l="l" t="t" r="r" b="b"/>
              <a:pathLst>
                <a:path w="333375" h="190500">
                  <a:moveTo>
                    <a:pt x="304458" y="190499"/>
                  </a:moveTo>
                  <a:lnTo>
                    <a:pt x="28916" y="190499"/>
                  </a:lnTo>
                  <a:lnTo>
                    <a:pt x="24664" y="189653"/>
                  </a:lnTo>
                  <a:lnTo>
                    <a:pt x="0" y="161582"/>
                  </a:lnTo>
                  <a:lnTo>
                    <a:pt x="0" y="1571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304458" y="0"/>
                  </a:lnTo>
                  <a:lnTo>
                    <a:pt x="333374" y="28916"/>
                  </a:lnTo>
                  <a:lnTo>
                    <a:pt x="333374" y="161582"/>
                  </a:lnTo>
                  <a:lnTo>
                    <a:pt x="308710" y="189653"/>
                  </a:lnTo>
                  <a:lnTo>
                    <a:pt x="304458" y="1904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76512" y="3128962"/>
              <a:ext cx="333375" cy="190500"/>
            </a:xfrm>
            <a:custGeom>
              <a:avLst/>
              <a:gdLst/>
              <a:ahLst/>
              <a:cxnLst/>
              <a:rect l="l" t="t" r="r" b="b"/>
              <a:pathLst>
                <a:path w="333375" h="190500">
                  <a:moveTo>
                    <a:pt x="0" y="15716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300037" y="0"/>
                  </a:lnTo>
                  <a:lnTo>
                    <a:pt x="304458" y="0"/>
                  </a:lnTo>
                  <a:lnTo>
                    <a:pt x="308710" y="845"/>
                  </a:lnTo>
                  <a:lnTo>
                    <a:pt x="333375" y="33337"/>
                  </a:lnTo>
                  <a:lnTo>
                    <a:pt x="333375" y="157162"/>
                  </a:lnTo>
                  <a:lnTo>
                    <a:pt x="308710" y="189653"/>
                  </a:lnTo>
                  <a:lnTo>
                    <a:pt x="300037" y="190499"/>
                  </a:lnTo>
                  <a:lnTo>
                    <a:pt x="33337" y="190499"/>
                  </a:lnTo>
                  <a:lnTo>
                    <a:pt x="2537" y="169919"/>
                  </a:lnTo>
                  <a:lnTo>
                    <a:pt x="845" y="165835"/>
                  </a:lnTo>
                  <a:lnTo>
                    <a:pt x="0" y="161582"/>
                  </a:lnTo>
                  <a:lnTo>
                    <a:pt x="0" y="157162"/>
                  </a:lnTo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81511" y="3128962"/>
              <a:ext cx="342900" cy="190500"/>
            </a:xfrm>
            <a:custGeom>
              <a:avLst/>
              <a:gdLst/>
              <a:ahLst/>
              <a:cxnLst/>
              <a:rect l="l" t="t" r="r" b="b"/>
              <a:pathLst>
                <a:path w="342900" h="190500">
                  <a:moveTo>
                    <a:pt x="313983" y="190499"/>
                  </a:moveTo>
                  <a:lnTo>
                    <a:pt x="28916" y="190499"/>
                  </a:lnTo>
                  <a:lnTo>
                    <a:pt x="24663" y="189653"/>
                  </a:lnTo>
                  <a:lnTo>
                    <a:pt x="0" y="161582"/>
                  </a:lnTo>
                  <a:lnTo>
                    <a:pt x="0" y="1571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313983" y="0"/>
                  </a:lnTo>
                  <a:lnTo>
                    <a:pt x="342899" y="28916"/>
                  </a:lnTo>
                  <a:lnTo>
                    <a:pt x="342899" y="161582"/>
                  </a:lnTo>
                  <a:lnTo>
                    <a:pt x="318235" y="189653"/>
                  </a:lnTo>
                  <a:lnTo>
                    <a:pt x="313983" y="1904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81511" y="3128962"/>
              <a:ext cx="342900" cy="190500"/>
            </a:xfrm>
            <a:custGeom>
              <a:avLst/>
              <a:gdLst/>
              <a:ahLst/>
              <a:cxnLst/>
              <a:rect l="l" t="t" r="r" b="b"/>
              <a:pathLst>
                <a:path w="342900" h="190500">
                  <a:moveTo>
                    <a:pt x="0" y="15716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309562" y="0"/>
                  </a:lnTo>
                  <a:lnTo>
                    <a:pt x="313983" y="0"/>
                  </a:lnTo>
                  <a:lnTo>
                    <a:pt x="318235" y="845"/>
                  </a:lnTo>
                  <a:lnTo>
                    <a:pt x="342900" y="33337"/>
                  </a:lnTo>
                  <a:lnTo>
                    <a:pt x="342900" y="157162"/>
                  </a:lnTo>
                  <a:lnTo>
                    <a:pt x="322319" y="187961"/>
                  </a:lnTo>
                  <a:lnTo>
                    <a:pt x="318235" y="189653"/>
                  </a:lnTo>
                  <a:lnTo>
                    <a:pt x="313983" y="190499"/>
                  </a:lnTo>
                  <a:lnTo>
                    <a:pt x="309562" y="190499"/>
                  </a:lnTo>
                  <a:lnTo>
                    <a:pt x="33337" y="190499"/>
                  </a:lnTo>
                  <a:lnTo>
                    <a:pt x="9764" y="180735"/>
                  </a:lnTo>
                  <a:lnTo>
                    <a:pt x="6637" y="177609"/>
                  </a:lnTo>
                  <a:lnTo>
                    <a:pt x="4229" y="174003"/>
                  </a:lnTo>
                  <a:lnTo>
                    <a:pt x="2537" y="169919"/>
                  </a:lnTo>
                  <a:lnTo>
                    <a:pt x="845" y="165835"/>
                  </a:lnTo>
                  <a:lnTo>
                    <a:pt x="0" y="161582"/>
                  </a:lnTo>
                  <a:lnTo>
                    <a:pt x="0" y="157162"/>
                  </a:lnTo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62711" y="3128962"/>
              <a:ext cx="314325" cy="190500"/>
            </a:xfrm>
            <a:custGeom>
              <a:avLst/>
              <a:gdLst/>
              <a:ahLst/>
              <a:cxnLst/>
              <a:rect l="l" t="t" r="r" b="b"/>
              <a:pathLst>
                <a:path w="314325" h="190500">
                  <a:moveTo>
                    <a:pt x="285408" y="190499"/>
                  </a:moveTo>
                  <a:lnTo>
                    <a:pt x="28916" y="190499"/>
                  </a:lnTo>
                  <a:lnTo>
                    <a:pt x="24664" y="189653"/>
                  </a:lnTo>
                  <a:lnTo>
                    <a:pt x="0" y="161582"/>
                  </a:lnTo>
                  <a:lnTo>
                    <a:pt x="0" y="1571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85408" y="0"/>
                  </a:lnTo>
                  <a:lnTo>
                    <a:pt x="314324" y="28916"/>
                  </a:lnTo>
                  <a:lnTo>
                    <a:pt x="314324" y="161582"/>
                  </a:lnTo>
                  <a:lnTo>
                    <a:pt x="289660" y="189653"/>
                  </a:lnTo>
                  <a:lnTo>
                    <a:pt x="285408" y="1904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62711" y="3128962"/>
              <a:ext cx="314325" cy="190500"/>
            </a:xfrm>
            <a:custGeom>
              <a:avLst/>
              <a:gdLst/>
              <a:ahLst/>
              <a:cxnLst/>
              <a:rect l="l" t="t" r="r" b="b"/>
              <a:pathLst>
                <a:path w="314325" h="190500">
                  <a:moveTo>
                    <a:pt x="0" y="15716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80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280988" y="0"/>
                  </a:lnTo>
                  <a:lnTo>
                    <a:pt x="285408" y="0"/>
                  </a:lnTo>
                  <a:lnTo>
                    <a:pt x="289660" y="845"/>
                  </a:lnTo>
                  <a:lnTo>
                    <a:pt x="293744" y="2537"/>
                  </a:lnTo>
                  <a:lnTo>
                    <a:pt x="297828" y="4229"/>
                  </a:lnTo>
                  <a:lnTo>
                    <a:pt x="301434" y="6637"/>
                  </a:lnTo>
                  <a:lnTo>
                    <a:pt x="304560" y="9763"/>
                  </a:lnTo>
                  <a:lnTo>
                    <a:pt x="307686" y="12889"/>
                  </a:lnTo>
                  <a:lnTo>
                    <a:pt x="310095" y="16494"/>
                  </a:lnTo>
                  <a:lnTo>
                    <a:pt x="311786" y="20579"/>
                  </a:lnTo>
                  <a:lnTo>
                    <a:pt x="313479" y="24663"/>
                  </a:lnTo>
                  <a:lnTo>
                    <a:pt x="314324" y="28916"/>
                  </a:lnTo>
                  <a:lnTo>
                    <a:pt x="314325" y="33337"/>
                  </a:lnTo>
                  <a:lnTo>
                    <a:pt x="314325" y="157162"/>
                  </a:lnTo>
                  <a:lnTo>
                    <a:pt x="314324" y="161582"/>
                  </a:lnTo>
                  <a:lnTo>
                    <a:pt x="313479" y="165835"/>
                  </a:lnTo>
                  <a:lnTo>
                    <a:pt x="311786" y="169919"/>
                  </a:lnTo>
                  <a:lnTo>
                    <a:pt x="310095" y="174003"/>
                  </a:lnTo>
                  <a:lnTo>
                    <a:pt x="293744" y="187961"/>
                  </a:lnTo>
                  <a:lnTo>
                    <a:pt x="289660" y="189653"/>
                  </a:lnTo>
                  <a:lnTo>
                    <a:pt x="285408" y="190499"/>
                  </a:lnTo>
                  <a:lnTo>
                    <a:pt x="280988" y="190499"/>
                  </a:lnTo>
                  <a:lnTo>
                    <a:pt x="33338" y="190499"/>
                  </a:lnTo>
                  <a:lnTo>
                    <a:pt x="28916" y="190499"/>
                  </a:lnTo>
                  <a:lnTo>
                    <a:pt x="24664" y="189653"/>
                  </a:lnTo>
                  <a:lnTo>
                    <a:pt x="20580" y="187961"/>
                  </a:lnTo>
                  <a:lnTo>
                    <a:pt x="16494" y="186270"/>
                  </a:lnTo>
                  <a:lnTo>
                    <a:pt x="12889" y="183861"/>
                  </a:lnTo>
                  <a:lnTo>
                    <a:pt x="9764" y="180735"/>
                  </a:lnTo>
                  <a:lnTo>
                    <a:pt x="6638" y="177609"/>
                  </a:lnTo>
                  <a:lnTo>
                    <a:pt x="4229" y="174003"/>
                  </a:lnTo>
                  <a:lnTo>
                    <a:pt x="2537" y="169919"/>
                  </a:lnTo>
                  <a:lnTo>
                    <a:pt x="845" y="165835"/>
                  </a:lnTo>
                  <a:lnTo>
                    <a:pt x="0" y="161582"/>
                  </a:lnTo>
                  <a:lnTo>
                    <a:pt x="0" y="157162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567735" y="3128962"/>
              <a:ext cx="314325" cy="190500"/>
            </a:xfrm>
            <a:custGeom>
              <a:avLst/>
              <a:gdLst/>
              <a:ahLst/>
              <a:cxnLst/>
              <a:rect l="l" t="t" r="r" b="b"/>
              <a:pathLst>
                <a:path w="314325" h="190500">
                  <a:moveTo>
                    <a:pt x="285408" y="190499"/>
                  </a:moveTo>
                  <a:lnTo>
                    <a:pt x="28916" y="190499"/>
                  </a:lnTo>
                  <a:lnTo>
                    <a:pt x="24663" y="189653"/>
                  </a:lnTo>
                  <a:lnTo>
                    <a:pt x="0" y="161582"/>
                  </a:lnTo>
                  <a:lnTo>
                    <a:pt x="0" y="15716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85408" y="0"/>
                  </a:lnTo>
                  <a:lnTo>
                    <a:pt x="314324" y="28916"/>
                  </a:lnTo>
                  <a:lnTo>
                    <a:pt x="314324" y="161582"/>
                  </a:lnTo>
                  <a:lnTo>
                    <a:pt x="289660" y="189653"/>
                  </a:lnTo>
                  <a:lnTo>
                    <a:pt x="285408" y="1904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567735" y="3128962"/>
              <a:ext cx="314325" cy="190500"/>
            </a:xfrm>
            <a:custGeom>
              <a:avLst/>
              <a:gdLst/>
              <a:ahLst/>
              <a:cxnLst/>
              <a:rect l="l" t="t" r="r" b="b"/>
              <a:pathLst>
                <a:path w="314325" h="190500">
                  <a:moveTo>
                    <a:pt x="0" y="15716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6" y="20579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3" y="9763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8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280988" y="0"/>
                  </a:lnTo>
                  <a:lnTo>
                    <a:pt x="285408" y="0"/>
                  </a:lnTo>
                  <a:lnTo>
                    <a:pt x="289661" y="845"/>
                  </a:lnTo>
                  <a:lnTo>
                    <a:pt x="293745" y="2537"/>
                  </a:lnTo>
                  <a:lnTo>
                    <a:pt x="297829" y="4229"/>
                  </a:lnTo>
                  <a:lnTo>
                    <a:pt x="301434" y="6637"/>
                  </a:lnTo>
                  <a:lnTo>
                    <a:pt x="304560" y="9763"/>
                  </a:lnTo>
                  <a:lnTo>
                    <a:pt x="307686" y="12889"/>
                  </a:lnTo>
                  <a:lnTo>
                    <a:pt x="314325" y="33337"/>
                  </a:lnTo>
                  <a:lnTo>
                    <a:pt x="314325" y="157162"/>
                  </a:lnTo>
                  <a:lnTo>
                    <a:pt x="314324" y="161582"/>
                  </a:lnTo>
                  <a:lnTo>
                    <a:pt x="313478" y="165835"/>
                  </a:lnTo>
                  <a:lnTo>
                    <a:pt x="311786" y="169919"/>
                  </a:lnTo>
                  <a:lnTo>
                    <a:pt x="310095" y="174003"/>
                  </a:lnTo>
                  <a:lnTo>
                    <a:pt x="293744" y="187961"/>
                  </a:lnTo>
                  <a:lnTo>
                    <a:pt x="289660" y="189653"/>
                  </a:lnTo>
                  <a:lnTo>
                    <a:pt x="285408" y="190499"/>
                  </a:lnTo>
                  <a:lnTo>
                    <a:pt x="280988" y="190499"/>
                  </a:lnTo>
                  <a:lnTo>
                    <a:pt x="33338" y="190499"/>
                  </a:lnTo>
                  <a:lnTo>
                    <a:pt x="9763" y="180735"/>
                  </a:lnTo>
                  <a:lnTo>
                    <a:pt x="6637" y="177609"/>
                  </a:lnTo>
                  <a:lnTo>
                    <a:pt x="4228" y="174003"/>
                  </a:lnTo>
                  <a:lnTo>
                    <a:pt x="2536" y="169919"/>
                  </a:lnTo>
                  <a:lnTo>
                    <a:pt x="845" y="165835"/>
                  </a:lnTo>
                  <a:lnTo>
                    <a:pt x="0" y="161582"/>
                  </a:lnTo>
                  <a:lnTo>
                    <a:pt x="0" y="157162"/>
                  </a:lnTo>
                </a:path>
              </a:pathLst>
            </a:custGeom>
            <a:ln w="9524">
              <a:solidFill>
                <a:srgbClr val="BAF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57687" y="3133724"/>
              <a:ext cx="6715125" cy="952500"/>
            </a:xfrm>
            <a:custGeom>
              <a:avLst/>
              <a:gdLst/>
              <a:ahLst/>
              <a:cxnLst/>
              <a:rect l="l" t="t" r="r" b="b"/>
              <a:pathLst>
                <a:path w="6715125" h="952500">
                  <a:moveTo>
                    <a:pt x="581025" y="824890"/>
                  </a:moveTo>
                  <a:lnTo>
                    <a:pt x="556247" y="800100"/>
                  </a:lnTo>
                  <a:lnTo>
                    <a:pt x="24790" y="800100"/>
                  </a:lnTo>
                  <a:lnTo>
                    <a:pt x="0" y="824890"/>
                  </a:lnTo>
                  <a:lnTo>
                    <a:pt x="0" y="923925"/>
                  </a:lnTo>
                  <a:lnTo>
                    <a:pt x="0" y="927722"/>
                  </a:lnTo>
                  <a:lnTo>
                    <a:pt x="24790" y="952500"/>
                  </a:lnTo>
                  <a:lnTo>
                    <a:pt x="556247" y="952500"/>
                  </a:lnTo>
                  <a:lnTo>
                    <a:pt x="581025" y="927722"/>
                  </a:lnTo>
                  <a:lnTo>
                    <a:pt x="581025" y="824890"/>
                  </a:lnTo>
                  <a:close/>
                </a:path>
                <a:path w="6715125" h="952500">
                  <a:moveTo>
                    <a:pt x="942975" y="824890"/>
                  </a:moveTo>
                  <a:lnTo>
                    <a:pt x="918197" y="800100"/>
                  </a:lnTo>
                  <a:lnTo>
                    <a:pt x="643915" y="800100"/>
                  </a:lnTo>
                  <a:lnTo>
                    <a:pt x="619125" y="824890"/>
                  </a:lnTo>
                  <a:lnTo>
                    <a:pt x="619125" y="923925"/>
                  </a:lnTo>
                  <a:lnTo>
                    <a:pt x="619125" y="927722"/>
                  </a:lnTo>
                  <a:lnTo>
                    <a:pt x="643915" y="952500"/>
                  </a:lnTo>
                  <a:lnTo>
                    <a:pt x="918197" y="952500"/>
                  </a:lnTo>
                  <a:lnTo>
                    <a:pt x="942975" y="927722"/>
                  </a:lnTo>
                  <a:lnTo>
                    <a:pt x="942975" y="824890"/>
                  </a:lnTo>
                  <a:close/>
                </a:path>
                <a:path w="6715125" h="952500">
                  <a:moveTo>
                    <a:pt x="2695575" y="824890"/>
                  </a:moveTo>
                  <a:lnTo>
                    <a:pt x="2670797" y="800100"/>
                  </a:lnTo>
                  <a:lnTo>
                    <a:pt x="2206015" y="800100"/>
                  </a:lnTo>
                  <a:lnTo>
                    <a:pt x="2181225" y="824890"/>
                  </a:lnTo>
                  <a:lnTo>
                    <a:pt x="2181225" y="923925"/>
                  </a:lnTo>
                  <a:lnTo>
                    <a:pt x="2181225" y="927722"/>
                  </a:lnTo>
                  <a:lnTo>
                    <a:pt x="2206015" y="952500"/>
                  </a:lnTo>
                  <a:lnTo>
                    <a:pt x="2670797" y="952500"/>
                  </a:lnTo>
                  <a:lnTo>
                    <a:pt x="2695575" y="927722"/>
                  </a:lnTo>
                  <a:lnTo>
                    <a:pt x="2695575" y="824890"/>
                  </a:lnTo>
                  <a:close/>
                </a:path>
                <a:path w="6715125" h="952500">
                  <a:moveTo>
                    <a:pt x="4657725" y="824890"/>
                  </a:moveTo>
                  <a:lnTo>
                    <a:pt x="4632947" y="800100"/>
                  </a:lnTo>
                  <a:lnTo>
                    <a:pt x="4168165" y="800100"/>
                  </a:lnTo>
                  <a:lnTo>
                    <a:pt x="4143375" y="824890"/>
                  </a:lnTo>
                  <a:lnTo>
                    <a:pt x="4143375" y="923925"/>
                  </a:lnTo>
                  <a:lnTo>
                    <a:pt x="4143375" y="927722"/>
                  </a:lnTo>
                  <a:lnTo>
                    <a:pt x="4168165" y="952500"/>
                  </a:lnTo>
                  <a:lnTo>
                    <a:pt x="4632947" y="952500"/>
                  </a:lnTo>
                  <a:lnTo>
                    <a:pt x="4657725" y="927722"/>
                  </a:lnTo>
                  <a:lnTo>
                    <a:pt x="4657725" y="824890"/>
                  </a:lnTo>
                  <a:close/>
                </a:path>
                <a:path w="6715125" h="952500">
                  <a:moveTo>
                    <a:pt x="6657975" y="24790"/>
                  </a:moveTo>
                  <a:lnTo>
                    <a:pt x="6633197" y="0"/>
                  </a:lnTo>
                  <a:lnTo>
                    <a:pt x="6101740" y="0"/>
                  </a:lnTo>
                  <a:lnTo>
                    <a:pt x="6076950" y="24790"/>
                  </a:lnTo>
                  <a:lnTo>
                    <a:pt x="6076950" y="152400"/>
                  </a:lnTo>
                  <a:lnTo>
                    <a:pt x="6076950" y="156197"/>
                  </a:lnTo>
                  <a:lnTo>
                    <a:pt x="6101740" y="180975"/>
                  </a:lnTo>
                  <a:lnTo>
                    <a:pt x="6633197" y="180975"/>
                  </a:lnTo>
                  <a:lnTo>
                    <a:pt x="6657975" y="156197"/>
                  </a:lnTo>
                  <a:lnTo>
                    <a:pt x="6657975" y="24790"/>
                  </a:lnTo>
                  <a:close/>
                </a:path>
                <a:path w="6715125" h="952500">
                  <a:moveTo>
                    <a:pt x="6715125" y="424840"/>
                  </a:moveTo>
                  <a:lnTo>
                    <a:pt x="6690347" y="400050"/>
                  </a:lnTo>
                  <a:lnTo>
                    <a:pt x="6035065" y="400050"/>
                  </a:lnTo>
                  <a:lnTo>
                    <a:pt x="6010275" y="424840"/>
                  </a:lnTo>
                  <a:lnTo>
                    <a:pt x="6010275" y="542925"/>
                  </a:lnTo>
                  <a:lnTo>
                    <a:pt x="6010275" y="546722"/>
                  </a:lnTo>
                  <a:lnTo>
                    <a:pt x="6035065" y="571500"/>
                  </a:lnTo>
                  <a:lnTo>
                    <a:pt x="6690347" y="571500"/>
                  </a:lnTo>
                  <a:lnTo>
                    <a:pt x="6715125" y="546722"/>
                  </a:lnTo>
                  <a:lnTo>
                    <a:pt x="6715125" y="42484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3973" y="4346574"/>
              <a:ext cx="85725" cy="85725"/>
            </a:xfrm>
            <a:prstGeom prst="rect">
              <a:avLst/>
            </a:prstGeom>
          </p:spPr>
        </p:pic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390524" y="1085850"/>
          <a:ext cx="11407135" cy="3490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1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1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1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9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CRITÈRE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R w="9525">
                      <a:solidFill>
                        <a:srgbClr val="3B81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TABLEAU</a:t>
                      </a:r>
                      <a:r>
                        <a:rPr sz="950" b="1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[]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solidFill>
                      <a:srgbClr val="1D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9600">
                        <a:lnSpc>
                          <a:spcPct val="100000"/>
                        </a:lnSpc>
                      </a:pPr>
                      <a:r>
                        <a:rPr sz="95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LIST</a:t>
                      </a:r>
                      <a:r>
                        <a:rPr sz="95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(ARRAY)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solidFill>
                      <a:srgbClr val="1D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54050">
                        <a:lnSpc>
                          <a:spcPct val="100000"/>
                        </a:lnSpc>
                      </a:pPr>
                      <a:r>
                        <a:rPr sz="95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SET</a:t>
                      </a:r>
                      <a:r>
                        <a:rPr sz="950" b="1" spc="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(HASH)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solidFill>
                      <a:srgbClr val="1D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624840" algn="r">
                        <a:lnSpc>
                          <a:spcPct val="100000"/>
                        </a:lnSpc>
                      </a:pPr>
                      <a:r>
                        <a:rPr sz="95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MAP</a:t>
                      </a: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(HASH)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solidFill>
                      <a:srgbClr val="1D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40715">
                        <a:lnSpc>
                          <a:spcPct val="100000"/>
                        </a:lnSpc>
                      </a:pPr>
                      <a:r>
                        <a:rPr sz="95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STREAM</a:t>
                      </a:r>
                      <a:r>
                        <a:rPr sz="950" b="1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API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9525">
                      <a:solidFill>
                        <a:srgbClr val="3B81F5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100" b="1" spc="-1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Taille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R w="9525">
                      <a:solidFill>
                        <a:srgbClr val="E2E7F0"/>
                      </a:solidFill>
                      <a:prstDash val="solid"/>
                    </a:lnR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100" spc="-2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Fixe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100" spc="-4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N/A</a:t>
                      </a:r>
                      <a:r>
                        <a:rPr sz="1100" spc="-3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(Flux)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9525">
                      <a:solidFill>
                        <a:srgbClr val="F1F5F9"/>
                      </a:solidFill>
                      <a:prstDash val="solid"/>
                    </a:lnL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F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b="1" spc="-1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Ordre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1658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5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Indexé</a:t>
                      </a:r>
                      <a:r>
                        <a:rPr sz="1100" spc="2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(0..n)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1658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5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Indexé</a:t>
                      </a:r>
                      <a:r>
                        <a:rPr sz="1100" spc="2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(0..n)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Aucun*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Aucun*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Pipeline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F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b="1" spc="-1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Doublons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17780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Oui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Oui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Non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7225" algn="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Clé</a:t>
                      </a:r>
                      <a:r>
                        <a:rPr sz="1100" spc="-3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unique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900" spc="155" dirty="0">
                          <a:solidFill>
                            <a:srgbClr val="DA2677"/>
                          </a:solidFill>
                          <a:latin typeface="Times New Roman"/>
                          <a:cs typeface="Times New Roman"/>
                        </a:rPr>
                        <a:t>distinct()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1F5F9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100" b="1" spc="-7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Accès</a:t>
                      </a:r>
                      <a:r>
                        <a:rPr sz="1100" b="1" spc="-3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rapide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0294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275" b="1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O(1)</a:t>
                      </a:r>
                      <a:r>
                        <a:rPr sz="1275" b="1" spc="735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index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73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275" b="1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O(1)</a:t>
                      </a:r>
                      <a:r>
                        <a:rPr sz="1275" b="1" spc="735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get(i)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276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275" b="1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O(1)</a:t>
                      </a:r>
                      <a:r>
                        <a:rPr sz="1275" b="1" spc="735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contains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769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275" b="1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O(1)</a:t>
                      </a:r>
                      <a:r>
                        <a:rPr sz="1275" b="1" spc="735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get(k)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1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Non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F1F5F9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F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100" b="1" spc="-1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Recherche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477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275" b="1" baseline="3267" dirty="0">
                          <a:solidFill>
                            <a:srgbClr val="B91B1B"/>
                          </a:solidFill>
                          <a:latin typeface="Arial"/>
                          <a:cs typeface="Arial"/>
                        </a:rPr>
                        <a:t>O(N)</a:t>
                      </a:r>
                      <a:r>
                        <a:rPr sz="1275" b="1" spc="270" baseline="3267" dirty="0">
                          <a:solidFill>
                            <a:srgbClr val="B91B1B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boucle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75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275" b="1" baseline="3267" dirty="0">
                          <a:solidFill>
                            <a:srgbClr val="B91B1B"/>
                          </a:solidFill>
                          <a:latin typeface="Arial"/>
                          <a:cs typeface="Arial"/>
                        </a:rPr>
                        <a:t>O(N)</a:t>
                      </a:r>
                      <a:r>
                        <a:rPr sz="1275" b="1" spc="270" baseline="3267" dirty="0">
                          <a:solidFill>
                            <a:srgbClr val="B91B1B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contains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276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275" b="1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O(1)</a:t>
                      </a:r>
                      <a:r>
                        <a:rPr sz="1275" b="1" spc="735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contains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275" b="1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O(1)</a:t>
                      </a:r>
                      <a:r>
                        <a:rPr sz="1275" b="1" spc="735" baseline="3267" dirty="0">
                          <a:solidFill>
                            <a:srgbClr val="158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key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900" spc="190" dirty="0">
                          <a:solidFill>
                            <a:srgbClr val="DA2677"/>
                          </a:solidFill>
                          <a:latin typeface="Times New Roman"/>
                          <a:cs typeface="Times New Roman"/>
                        </a:rPr>
                        <a:t>filter()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9525">
                      <a:solidFill>
                        <a:srgbClr val="F1F5F9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b="1" spc="-65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equals</a:t>
                      </a:r>
                      <a:r>
                        <a:rPr sz="1100" b="1" spc="-5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6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100" b="1" spc="-5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hashCode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4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Non</a:t>
                      </a:r>
                      <a:r>
                        <a:rPr sz="1100" spc="-3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utilisé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49403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contains/remove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19621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Vital</a:t>
                      </a:r>
                      <a:r>
                        <a:rPr sz="1100" spc="-5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!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R="598805" algn="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Vital</a:t>
                      </a:r>
                      <a:r>
                        <a:rPr sz="1100" spc="-5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(clé)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900" spc="155" dirty="0">
                          <a:solidFill>
                            <a:srgbClr val="DA2677"/>
                          </a:solidFill>
                          <a:latin typeface="Times New Roman"/>
                          <a:cs typeface="Times New Roman"/>
                        </a:rPr>
                        <a:t>distinct()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9525">
                      <a:solidFill>
                        <a:srgbClr val="F1F5F9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b="1" spc="-85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Lambda</a:t>
                      </a:r>
                      <a:r>
                        <a:rPr sz="1100" b="1" spc="-25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friendly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Peu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0545">
                        <a:lnSpc>
                          <a:spcPct val="100000"/>
                        </a:lnSpc>
                      </a:pPr>
                      <a:r>
                        <a:rPr sz="900" spc="80" dirty="0">
                          <a:solidFill>
                            <a:srgbClr val="DA2677"/>
                          </a:solidFill>
                          <a:latin typeface="Times New Roman"/>
                          <a:cs typeface="Times New Roman"/>
                        </a:rPr>
                        <a:t>removeIf</a:t>
                      </a:r>
                      <a:r>
                        <a:rPr sz="900" spc="220" dirty="0">
                          <a:solidFill>
                            <a:srgbClr val="DA2677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900" spc="135" dirty="0">
                          <a:solidFill>
                            <a:srgbClr val="DA2677"/>
                          </a:solidFill>
                          <a:latin typeface="Times New Roman"/>
                          <a:cs typeface="Times New Roman"/>
                        </a:rPr>
                        <a:t>sort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900" spc="75" dirty="0">
                          <a:solidFill>
                            <a:srgbClr val="DA2677"/>
                          </a:solidFill>
                          <a:latin typeface="Times New Roman"/>
                          <a:cs typeface="Times New Roman"/>
                        </a:rPr>
                        <a:t>forEach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75" dirty="0">
                          <a:solidFill>
                            <a:srgbClr val="DA2677"/>
                          </a:solidFill>
                          <a:latin typeface="Times New Roman"/>
                          <a:cs typeface="Times New Roman"/>
                        </a:rPr>
                        <a:t>forEach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161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b="1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Natif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F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b="1" spc="-10" dirty="0">
                          <a:solidFill>
                            <a:srgbClr val="1D3A8A"/>
                          </a:solidFill>
                          <a:latin typeface="Arial"/>
                          <a:cs typeface="Arial"/>
                        </a:rPr>
                        <a:t>Modifiable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23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Contenu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1790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Oui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1797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Oui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18034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Oui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R w="9525">
                      <a:solidFill>
                        <a:srgbClr val="F1F5F9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000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4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Non</a:t>
                      </a:r>
                      <a:r>
                        <a:rPr sz="1100" spc="-3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(immuable)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L w="9525">
                      <a:solidFill>
                        <a:srgbClr val="F1F5F9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8" name="object 3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29700" y="2784474"/>
            <a:ext cx="85725" cy="8572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32773" y="3556000"/>
            <a:ext cx="139700" cy="12065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83004" y="3556000"/>
            <a:ext cx="139700" cy="120650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88078" y="3937000"/>
            <a:ext cx="117475" cy="12065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4555" y="4346575"/>
            <a:ext cx="117475" cy="8572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5980" y="4346575"/>
            <a:ext cx="117475" cy="8572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8576" y="4346575"/>
            <a:ext cx="117475" cy="8572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1173" y="4346575"/>
            <a:ext cx="117475" cy="8572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8389" y="4756149"/>
            <a:ext cx="139700" cy="120650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7459364" y="4712890"/>
            <a:ext cx="94361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40" dirty="0">
                <a:solidFill>
                  <a:srgbClr val="64738B"/>
                </a:solidFill>
                <a:latin typeface="Arial"/>
                <a:cs typeface="Arial"/>
              </a:rPr>
              <a:t>Attention</a:t>
            </a:r>
            <a:r>
              <a:rPr sz="1050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spc="-40" dirty="0">
                <a:solidFill>
                  <a:srgbClr val="64738B"/>
                </a:solidFill>
                <a:latin typeface="Arial"/>
                <a:cs typeface="Arial"/>
              </a:rPr>
              <a:t>requise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567687" y="4712890"/>
            <a:ext cx="3256279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solidFill>
                  <a:srgbClr val="64738B"/>
                </a:solidFill>
                <a:latin typeface="Arial"/>
                <a:cs typeface="Arial"/>
              </a:rPr>
              <a:t>*</a:t>
            </a:r>
            <a:r>
              <a:rPr sz="1050" spc="-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spc="-55" dirty="0">
                <a:solidFill>
                  <a:srgbClr val="64738B"/>
                </a:solidFill>
                <a:latin typeface="Arial"/>
                <a:cs typeface="Arial"/>
              </a:rPr>
              <a:t>Sauf</a:t>
            </a:r>
            <a:r>
              <a:rPr sz="1050" spc="-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spc="-60" dirty="0">
                <a:solidFill>
                  <a:srgbClr val="64738B"/>
                </a:solidFill>
                <a:latin typeface="Arial"/>
                <a:cs typeface="Arial"/>
              </a:rPr>
              <a:t>LinkedHashSet/Map</a:t>
            </a:r>
            <a:r>
              <a:rPr sz="1050" spc="-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spc="-35" dirty="0">
                <a:solidFill>
                  <a:srgbClr val="64738B"/>
                </a:solidFill>
                <a:latin typeface="Arial"/>
                <a:cs typeface="Arial"/>
              </a:rPr>
              <a:t>(insertion)</a:t>
            </a:r>
            <a:r>
              <a:rPr sz="105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spc="-55" dirty="0">
                <a:solidFill>
                  <a:srgbClr val="64738B"/>
                </a:solidFill>
                <a:latin typeface="Arial"/>
                <a:cs typeface="Arial"/>
              </a:rPr>
              <a:t>ou</a:t>
            </a:r>
            <a:r>
              <a:rPr sz="1050" spc="-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spc="-60" dirty="0">
                <a:solidFill>
                  <a:srgbClr val="64738B"/>
                </a:solidFill>
                <a:latin typeface="Arial"/>
                <a:cs typeface="Arial"/>
              </a:rPr>
              <a:t>TreeSet/Map</a:t>
            </a:r>
            <a:r>
              <a:rPr sz="1050" spc="-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4738B"/>
                </a:solidFill>
                <a:latin typeface="Arial"/>
                <a:cs typeface="Arial"/>
              </a:rPr>
              <a:t>(trié)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50" name="object 50"/>
            <p:cNvSpPr/>
            <p:nvPr/>
          </p:nvSpPr>
          <p:spPr>
            <a:xfrm>
              <a:off x="11763374" y="6800849"/>
              <a:ext cx="428625" cy="57150"/>
            </a:xfrm>
            <a:custGeom>
              <a:avLst/>
              <a:gdLst/>
              <a:ahLst/>
              <a:cxnLst/>
              <a:rect l="l" t="t" r="r" b="b"/>
              <a:pathLst>
                <a:path w="428625" h="57150">
                  <a:moveTo>
                    <a:pt x="0" y="57149"/>
                  </a:moveTo>
                  <a:lnTo>
                    <a:pt x="428624" y="57149"/>
                  </a:lnTo>
                  <a:lnTo>
                    <a:pt x="4286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0" y="6800849"/>
              <a:ext cx="11763375" cy="57150"/>
            </a:xfrm>
            <a:custGeom>
              <a:avLst/>
              <a:gdLst/>
              <a:ahLst/>
              <a:cxnLst/>
              <a:rect l="l" t="t" r="r" b="b"/>
              <a:pathLst>
                <a:path w="11763375" h="57150">
                  <a:moveTo>
                    <a:pt x="117633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1763374" y="0"/>
                  </a:lnTo>
                  <a:lnTo>
                    <a:pt x="1176337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55/57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Guide</a:t>
            </a:r>
            <a:r>
              <a:rPr spc="-160" dirty="0"/>
              <a:t> </a:t>
            </a:r>
            <a:r>
              <a:rPr spc="-155" dirty="0"/>
              <a:t>de </a:t>
            </a:r>
            <a:r>
              <a:rPr spc="-170" dirty="0"/>
              <a:t>choix</a:t>
            </a:r>
            <a:r>
              <a:rPr spc="-155" dirty="0"/>
              <a:t> </a:t>
            </a:r>
            <a:r>
              <a:rPr spc="-145" dirty="0"/>
              <a:t>pragmatique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999" y="5353049"/>
            <a:ext cx="11429999" cy="11239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8349" y="5797251"/>
            <a:ext cx="199453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85" dirty="0">
                <a:solidFill>
                  <a:srgbClr val="334054"/>
                </a:solidFill>
                <a:latin typeface="Arial"/>
                <a:cs typeface="Arial"/>
              </a:rPr>
              <a:t>Besoin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sz="1100" b="1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modifier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sz="1100" b="1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collection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98452" y="5861049"/>
            <a:ext cx="5901055" cy="111125"/>
            <a:chOff x="3098452" y="5861049"/>
            <a:chExt cx="5901055" cy="1111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8452" y="5861049"/>
              <a:ext cx="171450" cy="1111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9388" y="5861049"/>
              <a:ext cx="171450" cy="1111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7888" y="5861049"/>
              <a:ext cx="171450" cy="1111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05758" y="5797251"/>
            <a:ext cx="129794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75" dirty="0">
                <a:solidFill>
                  <a:srgbClr val="334054"/>
                </a:solidFill>
                <a:latin typeface="Arial"/>
                <a:cs typeface="Arial"/>
              </a:rPr>
              <a:t>Non</a:t>
            </a:r>
            <a:r>
              <a:rPr sz="1100" b="1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054"/>
                </a:solidFill>
                <a:latin typeface="Arial"/>
                <a:cs typeface="Arial"/>
              </a:rPr>
              <a:t>→</a:t>
            </a:r>
            <a:r>
              <a:rPr sz="950" b="1" spc="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70" dirty="0">
                <a:solidFill>
                  <a:srgbClr val="334054"/>
                </a:solidFill>
                <a:latin typeface="Arial"/>
                <a:cs typeface="Arial"/>
              </a:rPr>
              <a:t>Transformer</a:t>
            </a:r>
            <a:r>
              <a:rPr sz="1100" b="1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6214" y="5808265"/>
            <a:ext cx="512445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b="1" spc="-100" dirty="0">
                <a:solidFill>
                  <a:srgbClr val="FFFFFF"/>
                </a:solidFill>
                <a:latin typeface="Arial"/>
                <a:cs typeface="Arial"/>
              </a:rPr>
              <a:t>STREAM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66544" y="5797251"/>
            <a:ext cx="183070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51305" algn="l"/>
              </a:tabLst>
            </a:pPr>
            <a:r>
              <a:rPr sz="1100" b="1" spc="-85" dirty="0">
                <a:solidFill>
                  <a:srgbClr val="334054"/>
                </a:solidFill>
                <a:latin typeface="Arial"/>
                <a:cs typeface="Arial"/>
              </a:rPr>
              <a:t>Oui</a:t>
            </a:r>
            <a:r>
              <a:rPr sz="110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054"/>
                </a:solidFill>
                <a:latin typeface="Arial"/>
                <a:cs typeface="Arial"/>
              </a:rPr>
              <a:t>→</a:t>
            </a:r>
            <a:r>
              <a:rPr sz="950" b="1" spc="-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70" dirty="0">
                <a:solidFill>
                  <a:srgbClr val="334054"/>
                </a:solidFill>
                <a:latin typeface="Arial"/>
                <a:cs typeface="Arial"/>
              </a:rPr>
              <a:t>Accès</a:t>
            </a:r>
            <a:r>
              <a:rPr sz="110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par</a:t>
            </a:r>
            <a:r>
              <a:rPr sz="110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clé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?</a:t>
            </a:r>
            <a:r>
              <a:rPr sz="1100" b="1" dirty="0">
                <a:solidFill>
                  <a:srgbClr val="334054"/>
                </a:solidFill>
                <a:latin typeface="Arial"/>
                <a:cs typeface="Arial"/>
              </a:rPr>
              <a:t>	</a:t>
            </a:r>
            <a:r>
              <a:rPr sz="1050" b="1" spc="-70" dirty="0">
                <a:solidFill>
                  <a:srgbClr val="FFFFFF"/>
                </a:solidFill>
                <a:latin typeface="Arial"/>
                <a:cs typeface="Arial"/>
              </a:rPr>
              <a:t>MAP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35193" y="5797251"/>
            <a:ext cx="15081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75" dirty="0">
                <a:solidFill>
                  <a:srgbClr val="334054"/>
                </a:solidFill>
                <a:latin typeface="Arial"/>
                <a:cs typeface="Arial"/>
              </a:rPr>
              <a:t>Non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054"/>
                </a:solidFill>
                <a:latin typeface="Arial"/>
                <a:cs typeface="Arial"/>
              </a:rPr>
              <a:t>→</a:t>
            </a:r>
            <a:r>
              <a:rPr sz="950" b="1" spc="1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334054"/>
                </a:solidFill>
                <a:latin typeface="Arial"/>
                <a:cs typeface="Arial"/>
              </a:rPr>
              <a:t>Ordre</a:t>
            </a:r>
            <a:r>
              <a:rPr sz="1100" b="1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important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55944" y="5808265"/>
            <a:ext cx="272415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b="1" spc="-70" dirty="0">
                <a:solidFill>
                  <a:srgbClr val="FFFFFF"/>
                </a:solidFill>
                <a:latin typeface="Arial"/>
                <a:cs typeface="Arial"/>
              </a:rPr>
              <a:t>LIST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7848" y="993648"/>
            <a:ext cx="5767070" cy="2097405"/>
            <a:chOff x="307848" y="993648"/>
            <a:chExt cx="5767070" cy="2097405"/>
          </a:xfrm>
        </p:grpSpPr>
        <p:sp>
          <p:nvSpPr>
            <p:cNvPr id="15" name="object 15"/>
            <p:cNvSpPr/>
            <p:nvPr/>
          </p:nvSpPr>
          <p:spPr>
            <a:xfrm>
              <a:off x="307848" y="993648"/>
              <a:ext cx="5767070" cy="2097405"/>
            </a:xfrm>
            <a:custGeom>
              <a:avLst/>
              <a:gdLst/>
              <a:ahLst/>
              <a:cxnLst/>
              <a:rect l="l" t="t" r="r" b="b"/>
              <a:pathLst>
                <a:path w="5767070" h="2097405">
                  <a:moveTo>
                    <a:pt x="5766816" y="2097024"/>
                  </a:moveTo>
                  <a:lnTo>
                    <a:pt x="0" y="2097024"/>
                  </a:lnTo>
                  <a:lnTo>
                    <a:pt x="0" y="0"/>
                  </a:lnTo>
                  <a:lnTo>
                    <a:pt x="5766816" y="0"/>
                  </a:lnTo>
                  <a:lnTo>
                    <a:pt x="5766816" y="44576"/>
                  </a:lnTo>
                  <a:lnTo>
                    <a:pt x="187451" y="44576"/>
                  </a:lnTo>
                  <a:lnTo>
                    <a:pt x="177130" y="45075"/>
                  </a:lnTo>
                  <a:lnTo>
                    <a:pt x="138011" y="56962"/>
                  </a:lnTo>
                  <a:lnTo>
                    <a:pt x="106418" y="82915"/>
                  </a:lnTo>
                  <a:lnTo>
                    <a:pt x="87163" y="118982"/>
                  </a:lnTo>
                  <a:lnTo>
                    <a:pt x="82676" y="149351"/>
                  </a:lnTo>
                  <a:lnTo>
                    <a:pt x="82676" y="1873376"/>
                  </a:lnTo>
                  <a:lnTo>
                    <a:pt x="90652" y="1913472"/>
                  </a:lnTo>
                  <a:lnTo>
                    <a:pt x="113364" y="1947463"/>
                  </a:lnTo>
                  <a:lnTo>
                    <a:pt x="147356" y="1970175"/>
                  </a:lnTo>
                  <a:lnTo>
                    <a:pt x="187451" y="1978151"/>
                  </a:lnTo>
                  <a:lnTo>
                    <a:pt x="5766816" y="1978151"/>
                  </a:lnTo>
                  <a:lnTo>
                    <a:pt x="5766816" y="2097024"/>
                  </a:lnTo>
                  <a:close/>
                </a:path>
                <a:path w="5767070" h="2097405">
                  <a:moveTo>
                    <a:pt x="5766816" y="1978151"/>
                  </a:moveTo>
                  <a:lnTo>
                    <a:pt x="5578601" y="1978151"/>
                  </a:lnTo>
                  <a:lnTo>
                    <a:pt x="5588922" y="1977653"/>
                  </a:lnTo>
                  <a:lnTo>
                    <a:pt x="5599045" y="1976157"/>
                  </a:lnTo>
                  <a:lnTo>
                    <a:pt x="5636821" y="1960510"/>
                  </a:lnTo>
                  <a:lnTo>
                    <a:pt x="5665734" y="1931597"/>
                  </a:lnTo>
                  <a:lnTo>
                    <a:pt x="5681382" y="1893821"/>
                  </a:lnTo>
                  <a:lnTo>
                    <a:pt x="5683376" y="1873376"/>
                  </a:lnTo>
                  <a:lnTo>
                    <a:pt x="5683376" y="149351"/>
                  </a:lnTo>
                  <a:lnTo>
                    <a:pt x="5675400" y="109256"/>
                  </a:lnTo>
                  <a:lnTo>
                    <a:pt x="5652688" y="75264"/>
                  </a:lnTo>
                  <a:lnTo>
                    <a:pt x="5618696" y="52552"/>
                  </a:lnTo>
                  <a:lnTo>
                    <a:pt x="5578601" y="44576"/>
                  </a:lnTo>
                  <a:lnTo>
                    <a:pt x="5766816" y="44576"/>
                  </a:lnTo>
                  <a:lnTo>
                    <a:pt x="5766816" y="197815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9574" y="1028699"/>
              <a:ext cx="5591175" cy="1952625"/>
            </a:xfrm>
            <a:custGeom>
              <a:avLst/>
              <a:gdLst/>
              <a:ahLst/>
              <a:cxnLst/>
              <a:rect l="l" t="t" r="r" b="b"/>
              <a:pathLst>
                <a:path w="5591175" h="1952625">
                  <a:moveTo>
                    <a:pt x="5484379" y="1952624"/>
                  </a:moveTo>
                  <a:lnTo>
                    <a:pt x="80096" y="1952624"/>
                  </a:lnTo>
                  <a:lnTo>
                    <a:pt x="74521" y="1951892"/>
                  </a:lnTo>
                  <a:lnTo>
                    <a:pt x="33418" y="1929191"/>
                  </a:lnTo>
                  <a:lnTo>
                    <a:pt x="11320" y="1895585"/>
                  </a:lnTo>
                  <a:lnTo>
                    <a:pt x="549" y="1853262"/>
                  </a:lnTo>
                  <a:lnTo>
                    <a:pt x="0" y="1845829"/>
                  </a:lnTo>
                  <a:lnTo>
                    <a:pt x="0" y="1838324"/>
                  </a:lnTo>
                  <a:lnTo>
                    <a:pt x="0" y="106794"/>
                  </a:lnTo>
                  <a:lnTo>
                    <a:pt x="8679" y="63625"/>
                  </a:lnTo>
                  <a:lnTo>
                    <a:pt x="29088" y="28170"/>
                  </a:lnTo>
                  <a:lnTo>
                    <a:pt x="63480" y="3660"/>
                  </a:lnTo>
                  <a:lnTo>
                    <a:pt x="80096" y="0"/>
                  </a:lnTo>
                  <a:lnTo>
                    <a:pt x="5484379" y="0"/>
                  </a:lnTo>
                  <a:lnTo>
                    <a:pt x="5527548" y="11572"/>
                  </a:lnTo>
                  <a:lnTo>
                    <a:pt x="5563003" y="38784"/>
                  </a:lnTo>
                  <a:lnTo>
                    <a:pt x="5585345" y="77493"/>
                  </a:lnTo>
                  <a:lnTo>
                    <a:pt x="5591174" y="106794"/>
                  </a:lnTo>
                  <a:lnTo>
                    <a:pt x="5591174" y="1845829"/>
                  </a:lnTo>
                  <a:lnTo>
                    <a:pt x="5579601" y="1888998"/>
                  </a:lnTo>
                  <a:lnTo>
                    <a:pt x="5552389" y="1924453"/>
                  </a:lnTo>
                  <a:lnTo>
                    <a:pt x="5513680" y="1946796"/>
                  </a:lnTo>
                  <a:lnTo>
                    <a:pt x="5491812" y="1951892"/>
                  </a:lnTo>
                  <a:lnTo>
                    <a:pt x="5484379" y="19526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999" y="1029116"/>
              <a:ext cx="106045" cy="1951989"/>
            </a:xfrm>
            <a:custGeom>
              <a:avLst/>
              <a:gdLst/>
              <a:ahLst/>
              <a:cxnLst/>
              <a:rect l="l" t="t" r="r" b="b"/>
              <a:pathLst>
                <a:path w="106045" h="1951989">
                  <a:moveTo>
                    <a:pt x="105674" y="1951791"/>
                  </a:moveTo>
                  <a:lnTo>
                    <a:pt x="60364" y="1938696"/>
                  </a:lnTo>
                  <a:lnTo>
                    <a:pt x="25900" y="1910384"/>
                  </a:lnTo>
                  <a:lnTo>
                    <a:pt x="4894" y="1871037"/>
                  </a:lnTo>
                  <a:lnTo>
                    <a:pt x="0" y="1837908"/>
                  </a:lnTo>
                  <a:lnTo>
                    <a:pt x="0" y="113883"/>
                  </a:lnTo>
                  <a:lnTo>
                    <a:pt x="8700" y="70142"/>
                  </a:lnTo>
                  <a:lnTo>
                    <a:pt x="33477" y="33061"/>
                  </a:lnTo>
                  <a:lnTo>
                    <a:pt x="70559" y="8283"/>
                  </a:lnTo>
                  <a:lnTo>
                    <a:pt x="105674" y="0"/>
                  </a:lnTo>
                  <a:lnTo>
                    <a:pt x="99431" y="2483"/>
                  </a:lnTo>
                  <a:lnTo>
                    <a:pt x="92429" y="8283"/>
                  </a:lnTo>
                  <a:lnTo>
                    <a:pt x="70100" y="41407"/>
                  </a:lnTo>
                  <a:lnTo>
                    <a:pt x="59596" y="80753"/>
                  </a:lnTo>
                  <a:lnTo>
                    <a:pt x="57149" y="113883"/>
                  </a:lnTo>
                  <a:lnTo>
                    <a:pt x="57149" y="1837908"/>
                  </a:lnTo>
                  <a:lnTo>
                    <a:pt x="61500" y="1881648"/>
                  </a:lnTo>
                  <a:lnTo>
                    <a:pt x="73888" y="1918730"/>
                  </a:lnTo>
                  <a:lnTo>
                    <a:pt x="99431" y="1949307"/>
                  </a:lnTo>
                  <a:lnTo>
                    <a:pt x="105674" y="1951791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3024" y="1182624"/>
              <a:ext cx="490855" cy="490855"/>
            </a:xfrm>
            <a:custGeom>
              <a:avLst/>
              <a:gdLst/>
              <a:ahLst/>
              <a:cxnLst/>
              <a:rect l="l" t="t" r="r" b="b"/>
              <a:pathLst>
                <a:path w="490855" h="490855">
                  <a:moveTo>
                    <a:pt x="490728" y="490728"/>
                  </a:moveTo>
                  <a:lnTo>
                    <a:pt x="0" y="490728"/>
                  </a:lnTo>
                  <a:lnTo>
                    <a:pt x="0" y="0"/>
                  </a:lnTo>
                  <a:lnTo>
                    <a:pt x="490728" y="0"/>
                  </a:lnTo>
                  <a:lnTo>
                    <a:pt x="490728" y="46100"/>
                  </a:lnTo>
                  <a:lnTo>
                    <a:pt x="246125" y="46100"/>
                  </a:lnTo>
                  <a:lnTo>
                    <a:pt x="228298" y="46961"/>
                  </a:lnTo>
                  <a:lnTo>
                    <a:pt x="176869" y="59876"/>
                  </a:lnTo>
                  <a:lnTo>
                    <a:pt x="131372" y="87109"/>
                  </a:lnTo>
                  <a:lnTo>
                    <a:pt x="95622" y="126512"/>
                  </a:lnTo>
                  <a:lnTo>
                    <a:pt x="72899" y="174619"/>
                  </a:lnTo>
                  <a:lnTo>
                    <a:pt x="65150" y="227075"/>
                  </a:lnTo>
                  <a:lnTo>
                    <a:pt x="66011" y="244903"/>
                  </a:lnTo>
                  <a:lnTo>
                    <a:pt x="78926" y="296331"/>
                  </a:lnTo>
                  <a:lnTo>
                    <a:pt x="106159" y="341829"/>
                  </a:lnTo>
                  <a:lnTo>
                    <a:pt x="145562" y="377579"/>
                  </a:lnTo>
                  <a:lnTo>
                    <a:pt x="193669" y="400301"/>
                  </a:lnTo>
                  <a:lnTo>
                    <a:pt x="246125" y="408050"/>
                  </a:lnTo>
                  <a:lnTo>
                    <a:pt x="490728" y="408050"/>
                  </a:lnTo>
                  <a:lnTo>
                    <a:pt x="490728" y="490728"/>
                  </a:lnTo>
                  <a:close/>
                </a:path>
                <a:path w="490855" h="490855">
                  <a:moveTo>
                    <a:pt x="490728" y="408050"/>
                  </a:moveTo>
                  <a:lnTo>
                    <a:pt x="246125" y="408050"/>
                  </a:lnTo>
                  <a:lnTo>
                    <a:pt x="263953" y="407189"/>
                  </a:lnTo>
                  <a:lnTo>
                    <a:pt x="281438" y="404606"/>
                  </a:lnTo>
                  <a:lnTo>
                    <a:pt x="331523" y="386656"/>
                  </a:lnTo>
                  <a:lnTo>
                    <a:pt x="374094" y="355044"/>
                  </a:lnTo>
                  <a:lnTo>
                    <a:pt x="405707" y="312473"/>
                  </a:lnTo>
                  <a:lnTo>
                    <a:pt x="423656" y="262388"/>
                  </a:lnTo>
                  <a:lnTo>
                    <a:pt x="427100" y="227075"/>
                  </a:lnTo>
                  <a:lnTo>
                    <a:pt x="426239" y="209247"/>
                  </a:lnTo>
                  <a:lnTo>
                    <a:pt x="413324" y="157819"/>
                  </a:lnTo>
                  <a:lnTo>
                    <a:pt x="386091" y="112322"/>
                  </a:lnTo>
                  <a:lnTo>
                    <a:pt x="346689" y="76572"/>
                  </a:lnTo>
                  <a:lnTo>
                    <a:pt x="298581" y="53849"/>
                  </a:lnTo>
                  <a:lnTo>
                    <a:pt x="246125" y="46100"/>
                  </a:lnTo>
                  <a:lnTo>
                    <a:pt x="490728" y="46100"/>
                  </a:lnTo>
                  <a:lnTo>
                    <a:pt x="490728" y="40805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8649" y="1219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6"/>
                  </a:lnTo>
                  <a:lnTo>
                    <a:pt x="11130" y="254667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849" y="1308099"/>
              <a:ext cx="228600" cy="2032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111250" y="1243409"/>
            <a:ext cx="43751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-105" dirty="0">
                <a:solidFill>
                  <a:srgbClr val="1D40AF"/>
                </a:solidFill>
                <a:latin typeface="Arial"/>
                <a:cs typeface="Arial"/>
              </a:rPr>
              <a:t>LIST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5949" y="1685012"/>
            <a:ext cx="515937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L'ordre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d'insertion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est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important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ou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465469"/>
                </a:solidFill>
                <a:latin typeface="Arial"/>
                <a:cs typeface="Arial"/>
              </a:rPr>
              <a:t>avez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besoin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d'accéder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aux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éléments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par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leur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position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(index).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28649" y="2533650"/>
            <a:ext cx="1028700" cy="257175"/>
            <a:chOff x="628649" y="2533650"/>
            <a:chExt cx="1028700" cy="257175"/>
          </a:xfrm>
        </p:grpSpPr>
        <p:sp>
          <p:nvSpPr>
            <p:cNvPr id="24" name="object 24"/>
            <p:cNvSpPr/>
            <p:nvPr/>
          </p:nvSpPr>
          <p:spPr>
            <a:xfrm>
              <a:off x="628649" y="2533650"/>
              <a:ext cx="1028700" cy="257175"/>
            </a:xfrm>
            <a:custGeom>
              <a:avLst/>
              <a:gdLst/>
              <a:ahLst/>
              <a:cxnLst/>
              <a:rect l="l" t="t" r="r" b="b"/>
              <a:pathLst>
                <a:path w="1028700" h="257175">
                  <a:moveTo>
                    <a:pt x="990600" y="257174"/>
                  </a:moveTo>
                  <a:lnTo>
                    <a:pt x="38099" y="257174"/>
                  </a:lnTo>
                  <a:lnTo>
                    <a:pt x="30498" y="256477"/>
                  </a:lnTo>
                  <a:lnTo>
                    <a:pt x="697" y="226676"/>
                  </a:lnTo>
                  <a:lnTo>
                    <a:pt x="0" y="21907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990599" y="0"/>
                  </a:lnTo>
                  <a:lnTo>
                    <a:pt x="1025910" y="23473"/>
                  </a:lnTo>
                  <a:lnTo>
                    <a:pt x="1028699" y="38099"/>
                  </a:lnTo>
                  <a:lnTo>
                    <a:pt x="1028699" y="219075"/>
                  </a:lnTo>
                  <a:lnTo>
                    <a:pt x="1005225" y="254384"/>
                  </a:lnTo>
                  <a:lnTo>
                    <a:pt x="990600" y="25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8649" y="2533650"/>
              <a:ext cx="1028700" cy="257175"/>
            </a:xfrm>
            <a:custGeom>
              <a:avLst/>
              <a:gdLst/>
              <a:ahLst/>
              <a:cxnLst/>
              <a:rect l="l" t="t" r="r" b="b"/>
              <a:pathLst>
                <a:path w="1028700" h="257175">
                  <a:moveTo>
                    <a:pt x="990599" y="257174"/>
                  </a:moveTo>
                  <a:lnTo>
                    <a:pt x="38099" y="257174"/>
                  </a:lnTo>
                  <a:lnTo>
                    <a:pt x="30498" y="256477"/>
                  </a:lnTo>
                  <a:lnTo>
                    <a:pt x="697" y="226676"/>
                  </a:lnTo>
                  <a:lnTo>
                    <a:pt x="0" y="21907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990599" y="0"/>
                  </a:lnTo>
                  <a:lnTo>
                    <a:pt x="998201" y="697"/>
                  </a:lnTo>
                  <a:lnTo>
                    <a:pt x="1005225" y="2789"/>
                  </a:lnTo>
                  <a:lnTo>
                    <a:pt x="1011672" y="6276"/>
                  </a:lnTo>
                  <a:lnTo>
                    <a:pt x="1015576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9525" y="34310"/>
                  </a:lnTo>
                  <a:lnTo>
                    <a:pt x="9525" y="222864"/>
                  </a:lnTo>
                  <a:lnTo>
                    <a:pt x="34310" y="247649"/>
                  </a:lnTo>
                  <a:lnTo>
                    <a:pt x="1015576" y="247649"/>
                  </a:lnTo>
                  <a:lnTo>
                    <a:pt x="1011672" y="250897"/>
                  </a:lnTo>
                  <a:lnTo>
                    <a:pt x="1005225" y="254384"/>
                  </a:lnTo>
                  <a:lnTo>
                    <a:pt x="998201" y="256477"/>
                  </a:lnTo>
                  <a:lnTo>
                    <a:pt x="990599" y="257174"/>
                  </a:lnTo>
                  <a:close/>
                </a:path>
                <a:path w="1028700" h="257175">
                  <a:moveTo>
                    <a:pt x="1015576" y="247649"/>
                  </a:moveTo>
                  <a:lnTo>
                    <a:pt x="994389" y="247649"/>
                  </a:lnTo>
                  <a:lnTo>
                    <a:pt x="998034" y="246924"/>
                  </a:lnTo>
                  <a:lnTo>
                    <a:pt x="1005035" y="244024"/>
                  </a:lnTo>
                  <a:lnTo>
                    <a:pt x="1019174" y="222864"/>
                  </a:lnTo>
                  <a:lnTo>
                    <a:pt x="1019174" y="34310"/>
                  </a:lnTo>
                  <a:lnTo>
                    <a:pt x="994389" y="9524"/>
                  </a:lnTo>
                  <a:lnTo>
                    <a:pt x="1015576" y="9524"/>
                  </a:lnTo>
                  <a:lnTo>
                    <a:pt x="1028699" y="219074"/>
                  </a:lnTo>
                  <a:lnTo>
                    <a:pt x="1028002" y="226676"/>
                  </a:lnTo>
                  <a:lnTo>
                    <a:pt x="1025910" y="233700"/>
                  </a:lnTo>
                  <a:lnTo>
                    <a:pt x="1022422" y="240146"/>
                  </a:lnTo>
                  <a:lnTo>
                    <a:pt x="1017540" y="246015"/>
                  </a:lnTo>
                  <a:lnTo>
                    <a:pt x="1015576" y="2476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01674" y="2557482"/>
            <a:ext cx="88265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135" dirty="0">
                <a:solidFill>
                  <a:srgbClr val="1D40AF"/>
                </a:solidFill>
                <a:latin typeface="Arial"/>
                <a:cs typeface="Arial"/>
              </a:rPr>
              <a:t>ORDRE</a:t>
            </a:r>
            <a:r>
              <a:rPr sz="950" b="1" spc="-3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950" b="1" spc="-80" dirty="0">
                <a:solidFill>
                  <a:srgbClr val="1D40AF"/>
                </a:solidFill>
                <a:latin typeface="Arial"/>
                <a:cs typeface="Arial"/>
              </a:rPr>
              <a:t>GARANTI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733550" y="2533650"/>
            <a:ext cx="942975" cy="257175"/>
            <a:chOff x="1733550" y="2533650"/>
            <a:chExt cx="942975" cy="257175"/>
          </a:xfrm>
        </p:grpSpPr>
        <p:sp>
          <p:nvSpPr>
            <p:cNvPr id="28" name="object 28"/>
            <p:cNvSpPr/>
            <p:nvPr/>
          </p:nvSpPr>
          <p:spPr>
            <a:xfrm>
              <a:off x="1733550" y="2533650"/>
              <a:ext cx="942975" cy="257175"/>
            </a:xfrm>
            <a:custGeom>
              <a:avLst/>
              <a:gdLst/>
              <a:ahLst/>
              <a:cxnLst/>
              <a:rect l="l" t="t" r="r" b="b"/>
              <a:pathLst>
                <a:path w="942975" h="257175">
                  <a:moveTo>
                    <a:pt x="904875" y="257174"/>
                  </a:moveTo>
                  <a:lnTo>
                    <a:pt x="38099" y="257174"/>
                  </a:lnTo>
                  <a:lnTo>
                    <a:pt x="30498" y="256477"/>
                  </a:lnTo>
                  <a:lnTo>
                    <a:pt x="697" y="226676"/>
                  </a:lnTo>
                  <a:lnTo>
                    <a:pt x="0" y="21907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904874" y="0"/>
                  </a:lnTo>
                  <a:lnTo>
                    <a:pt x="940185" y="23473"/>
                  </a:lnTo>
                  <a:lnTo>
                    <a:pt x="942974" y="38099"/>
                  </a:lnTo>
                  <a:lnTo>
                    <a:pt x="942974" y="219075"/>
                  </a:lnTo>
                  <a:lnTo>
                    <a:pt x="919500" y="254384"/>
                  </a:lnTo>
                  <a:lnTo>
                    <a:pt x="904875" y="25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33550" y="2533650"/>
              <a:ext cx="942975" cy="257175"/>
            </a:xfrm>
            <a:custGeom>
              <a:avLst/>
              <a:gdLst/>
              <a:ahLst/>
              <a:cxnLst/>
              <a:rect l="l" t="t" r="r" b="b"/>
              <a:pathLst>
                <a:path w="942975" h="257175">
                  <a:moveTo>
                    <a:pt x="904874" y="257174"/>
                  </a:moveTo>
                  <a:lnTo>
                    <a:pt x="38099" y="257174"/>
                  </a:lnTo>
                  <a:lnTo>
                    <a:pt x="30498" y="256477"/>
                  </a:lnTo>
                  <a:lnTo>
                    <a:pt x="697" y="226676"/>
                  </a:lnTo>
                  <a:lnTo>
                    <a:pt x="0" y="219074"/>
                  </a:lnTo>
                  <a:lnTo>
                    <a:pt x="0" y="38099"/>
                  </a:lnTo>
                  <a:lnTo>
                    <a:pt x="23474" y="2789"/>
                  </a:lnTo>
                  <a:lnTo>
                    <a:pt x="38099" y="0"/>
                  </a:lnTo>
                  <a:lnTo>
                    <a:pt x="904874" y="0"/>
                  </a:lnTo>
                  <a:lnTo>
                    <a:pt x="912476" y="697"/>
                  </a:lnTo>
                  <a:lnTo>
                    <a:pt x="919500" y="2789"/>
                  </a:lnTo>
                  <a:lnTo>
                    <a:pt x="925947" y="6276"/>
                  </a:lnTo>
                  <a:lnTo>
                    <a:pt x="929851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9524" y="34310"/>
                  </a:lnTo>
                  <a:lnTo>
                    <a:pt x="9524" y="222864"/>
                  </a:lnTo>
                  <a:lnTo>
                    <a:pt x="34310" y="247649"/>
                  </a:lnTo>
                  <a:lnTo>
                    <a:pt x="929851" y="247649"/>
                  </a:lnTo>
                  <a:lnTo>
                    <a:pt x="925947" y="250897"/>
                  </a:lnTo>
                  <a:lnTo>
                    <a:pt x="919500" y="254384"/>
                  </a:lnTo>
                  <a:lnTo>
                    <a:pt x="912476" y="256477"/>
                  </a:lnTo>
                  <a:lnTo>
                    <a:pt x="904874" y="257174"/>
                  </a:lnTo>
                  <a:close/>
                </a:path>
                <a:path w="942975" h="257175">
                  <a:moveTo>
                    <a:pt x="929851" y="247649"/>
                  </a:moveTo>
                  <a:lnTo>
                    <a:pt x="908664" y="247649"/>
                  </a:lnTo>
                  <a:lnTo>
                    <a:pt x="912309" y="246924"/>
                  </a:lnTo>
                  <a:lnTo>
                    <a:pt x="919310" y="244024"/>
                  </a:lnTo>
                  <a:lnTo>
                    <a:pt x="933449" y="222864"/>
                  </a:lnTo>
                  <a:lnTo>
                    <a:pt x="933449" y="34310"/>
                  </a:lnTo>
                  <a:lnTo>
                    <a:pt x="908664" y="9524"/>
                  </a:lnTo>
                  <a:lnTo>
                    <a:pt x="929851" y="9524"/>
                  </a:lnTo>
                  <a:lnTo>
                    <a:pt x="942974" y="219074"/>
                  </a:lnTo>
                  <a:lnTo>
                    <a:pt x="942277" y="226676"/>
                  </a:lnTo>
                  <a:lnTo>
                    <a:pt x="940185" y="233700"/>
                  </a:lnTo>
                  <a:lnTo>
                    <a:pt x="936697" y="240146"/>
                  </a:lnTo>
                  <a:lnTo>
                    <a:pt x="931815" y="246015"/>
                  </a:lnTo>
                  <a:lnTo>
                    <a:pt x="929851" y="2476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806128" y="2557482"/>
            <a:ext cx="79311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114" dirty="0">
                <a:solidFill>
                  <a:srgbClr val="1D40AF"/>
                </a:solidFill>
                <a:latin typeface="Arial"/>
                <a:cs typeface="Arial"/>
              </a:rPr>
              <a:t>DOUBLONS</a:t>
            </a:r>
            <a:r>
              <a:rPr sz="950" b="1" spc="1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950" b="1" spc="-70" dirty="0">
                <a:solidFill>
                  <a:srgbClr val="1D40AF"/>
                </a:solidFill>
                <a:latin typeface="Arial"/>
                <a:cs typeface="Arial"/>
              </a:rPr>
              <a:t>OK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752725" y="2533650"/>
            <a:ext cx="876300" cy="257175"/>
            <a:chOff x="2752725" y="2533650"/>
            <a:chExt cx="876300" cy="257175"/>
          </a:xfrm>
        </p:grpSpPr>
        <p:sp>
          <p:nvSpPr>
            <p:cNvPr id="32" name="object 32"/>
            <p:cNvSpPr/>
            <p:nvPr/>
          </p:nvSpPr>
          <p:spPr>
            <a:xfrm>
              <a:off x="2752725" y="2533650"/>
              <a:ext cx="876300" cy="257175"/>
            </a:xfrm>
            <a:custGeom>
              <a:avLst/>
              <a:gdLst/>
              <a:ahLst/>
              <a:cxnLst/>
              <a:rect l="l" t="t" r="r" b="b"/>
              <a:pathLst>
                <a:path w="876300" h="257175">
                  <a:moveTo>
                    <a:pt x="838200" y="257174"/>
                  </a:moveTo>
                  <a:lnTo>
                    <a:pt x="38099" y="257174"/>
                  </a:lnTo>
                  <a:lnTo>
                    <a:pt x="30497" y="256477"/>
                  </a:lnTo>
                  <a:lnTo>
                    <a:pt x="697" y="226676"/>
                  </a:lnTo>
                  <a:lnTo>
                    <a:pt x="0" y="21907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838199" y="0"/>
                  </a:lnTo>
                  <a:lnTo>
                    <a:pt x="873509" y="23473"/>
                  </a:lnTo>
                  <a:lnTo>
                    <a:pt x="876299" y="38099"/>
                  </a:lnTo>
                  <a:lnTo>
                    <a:pt x="876299" y="219075"/>
                  </a:lnTo>
                  <a:lnTo>
                    <a:pt x="852825" y="254384"/>
                  </a:lnTo>
                  <a:lnTo>
                    <a:pt x="838200" y="25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52725" y="2533650"/>
              <a:ext cx="876300" cy="257175"/>
            </a:xfrm>
            <a:custGeom>
              <a:avLst/>
              <a:gdLst/>
              <a:ahLst/>
              <a:cxnLst/>
              <a:rect l="l" t="t" r="r" b="b"/>
              <a:pathLst>
                <a:path w="876300" h="257175">
                  <a:moveTo>
                    <a:pt x="838199" y="257174"/>
                  </a:moveTo>
                  <a:lnTo>
                    <a:pt x="38099" y="257174"/>
                  </a:lnTo>
                  <a:lnTo>
                    <a:pt x="30497" y="256477"/>
                  </a:lnTo>
                  <a:lnTo>
                    <a:pt x="697" y="226676"/>
                  </a:lnTo>
                  <a:lnTo>
                    <a:pt x="0" y="21907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838199" y="0"/>
                  </a:lnTo>
                  <a:lnTo>
                    <a:pt x="845801" y="697"/>
                  </a:lnTo>
                  <a:lnTo>
                    <a:pt x="852825" y="2789"/>
                  </a:lnTo>
                  <a:lnTo>
                    <a:pt x="859271" y="6276"/>
                  </a:lnTo>
                  <a:lnTo>
                    <a:pt x="863176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9524" y="34310"/>
                  </a:lnTo>
                  <a:lnTo>
                    <a:pt x="9524" y="222864"/>
                  </a:lnTo>
                  <a:lnTo>
                    <a:pt x="34310" y="247649"/>
                  </a:lnTo>
                  <a:lnTo>
                    <a:pt x="863175" y="247649"/>
                  </a:lnTo>
                  <a:lnTo>
                    <a:pt x="859271" y="250897"/>
                  </a:lnTo>
                  <a:lnTo>
                    <a:pt x="852825" y="254384"/>
                  </a:lnTo>
                  <a:lnTo>
                    <a:pt x="845801" y="256477"/>
                  </a:lnTo>
                  <a:lnTo>
                    <a:pt x="838199" y="257174"/>
                  </a:lnTo>
                  <a:close/>
                </a:path>
                <a:path w="876300" h="257175">
                  <a:moveTo>
                    <a:pt x="863175" y="247649"/>
                  </a:moveTo>
                  <a:lnTo>
                    <a:pt x="841989" y="247649"/>
                  </a:lnTo>
                  <a:lnTo>
                    <a:pt x="845634" y="246924"/>
                  </a:lnTo>
                  <a:lnTo>
                    <a:pt x="852636" y="244024"/>
                  </a:lnTo>
                  <a:lnTo>
                    <a:pt x="866774" y="222864"/>
                  </a:lnTo>
                  <a:lnTo>
                    <a:pt x="866774" y="34310"/>
                  </a:lnTo>
                  <a:lnTo>
                    <a:pt x="841989" y="9524"/>
                  </a:lnTo>
                  <a:lnTo>
                    <a:pt x="863176" y="9524"/>
                  </a:lnTo>
                  <a:lnTo>
                    <a:pt x="876299" y="219074"/>
                  </a:lnTo>
                  <a:lnTo>
                    <a:pt x="875602" y="226676"/>
                  </a:lnTo>
                  <a:lnTo>
                    <a:pt x="873509" y="233700"/>
                  </a:lnTo>
                  <a:lnTo>
                    <a:pt x="870022" y="240146"/>
                  </a:lnTo>
                  <a:lnTo>
                    <a:pt x="865140" y="246015"/>
                  </a:lnTo>
                  <a:lnTo>
                    <a:pt x="863175" y="2476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821284" y="2557482"/>
            <a:ext cx="73342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110" dirty="0">
                <a:solidFill>
                  <a:srgbClr val="1D40AF"/>
                </a:solidFill>
                <a:latin typeface="Arial"/>
                <a:cs typeface="Arial"/>
              </a:rPr>
              <a:t>ACCÈS</a:t>
            </a:r>
            <a:r>
              <a:rPr sz="950" b="1" spc="-40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950" b="1" spc="-65" dirty="0">
                <a:solidFill>
                  <a:srgbClr val="1D40AF"/>
                </a:solidFill>
                <a:latin typeface="Arial"/>
                <a:cs typeface="Arial"/>
              </a:rPr>
              <a:t>INDEX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117336" y="993648"/>
            <a:ext cx="5767070" cy="2097405"/>
            <a:chOff x="6117336" y="993648"/>
            <a:chExt cx="5767070" cy="2097405"/>
          </a:xfrm>
        </p:grpSpPr>
        <p:sp>
          <p:nvSpPr>
            <p:cNvPr id="36" name="object 36"/>
            <p:cNvSpPr/>
            <p:nvPr/>
          </p:nvSpPr>
          <p:spPr>
            <a:xfrm>
              <a:off x="6117336" y="993648"/>
              <a:ext cx="5767070" cy="2097405"/>
            </a:xfrm>
            <a:custGeom>
              <a:avLst/>
              <a:gdLst/>
              <a:ahLst/>
              <a:cxnLst/>
              <a:rect l="l" t="t" r="r" b="b"/>
              <a:pathLst>
                <a:path w="5767070" h="2097405">
                  <a:moveTo>
                    <a:pt x="5766816" y="2097024"/>
                  </a:moveTo>
                  <a:lnTo>
                    <a:pt x="0" y="2097024"/>
                  </a:lnTo>
                  <a:lnTo>
                    <a:pt x="0" y="0"/>
                  </a:lnTo>
                  <a:lnTo>
                    <a:pt x="5766816" y="0"/>
                  </a:lnTo>
                  <a:lnTo>
                    <a:pt x="5766816" y="44576"/>
                  </a:lnTo>
                  <a:lnTo>
                    <a:pt x="188213" y="44576"/>
                  </a:lnTo>
                  <a:lnTo>
                    <a:pt x="177892" y="45075"/>
                  </a:lnTo>
                  <a:lnTo>
                    <a:pt x="138772" y="56962"/>
                  </a:lnTo>
                  <a:lnTo>
                    <a:pt x="107180" y="82915"/>
                  </a:lnTo>
                  <a:lnTo>
                    <a:pt x="87924" y="118982"/>
                  </a:lnTo>
                  <a:lnTo>
                    <a:pt x="83438" y="149351"/>
                  </a:lnTo>
                  <a:lnTo>
                    <a:pt x="83438" y="1873376"/>
                  </a:lnTo>
                  <a:lnTo>
                    <a:pt x="91414" y="1913472"/>
                  </a:lnTo>
                  <a:lnTo>
                    <a:pt x="114126" y="1947463"/>
                  </a:lnTo>
                  <a:lnTo>
                    <a:pt x="148117" y="1970175"/>
                  </a:lnTo>
                  <a:lnTo>
                    <a:pt x="188213" y="1978151"/>
                  </a:lnTo>
                  <a:lnTo>
                    <a:pt x="5766816" y="1978151"/>
                  </a:lnTo>
                  <a:lnTo>
                    <a:pt x="5766816" y="2097024"/>
                  </a:lnTo>
                  <a:close/>
                </a:path>
                <a:path w="5767070" h="2097405">
                  <a:moveTo>
                    <a:pt x="5766816" y="1978151"/>
                  </a:moveTo>
                  <a:lnTo>
                    <a:pt x="5579363" y="1978151"/>
                  </a:lnTo>
                  <a:lnTo>
                    <a:pt x="5589683" y="1977653"/>
                  </a:lnTo>
                  <a:lnTo>
                    <a:pt x="5599806" y="1976157"/>
                  </a:lnTo>
                  <a:lnTo>
                    <a:pt x="5637582" y="1960510"/>
                  </a:lnTo>
                  <a:lnTo>
                    <a:pt x="5666496" y="1931597"/>
                  </a:lnTo>
                  <a:lnTo>
                    <a:pt x="5682143" y="1893821"/>
                  </a:lnTo>
                  <a:lnTo>
                    <a:pt x="5684138" y="1873376"/>
                  </a:lnTo>
                  <a:lnTo>
                    <a:pt x="5684138" y="149351"/>
                  </a:lnTo>
                  <a:lnTo>
                    <a:pt x="5676162" y="109256"/>
                  </a:lnTo>
                  <a:lnTo>
                    <a:pt x="5653449" y="75264"/>
                  </a:lnTo>
                  <a:lnTo>
                    <a:pt x="5619457" y="52552"/>
                  </a:lnTo>
                  <a:lnTo>
                    <a:pt x="5579363" y="44576"/>
                  </a:lnTo>
                  <a:lnTo>
                    <a:pt x="5766816" y="44576"/>
                  </a:lnTo>
                  <a:lnTo>
                    <a:pt x="5766816" y="197815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19824" y="1028699"/>
              <a:ext cx="5591175" cy="1952625"/>
            </a:xfrm>
            <a:custGeom>
              <a:avLst/>
              <a:gdLst/>
              <a:ahLst/>
              <a:cxnLst/>
              <a:rect l="l" t="t" r="r" b="b"/>
              <a:pathLst>
                <a:path w="5591175" h="1952625">
                  <a:moveTo>
                    <a:pt x="5484380" y="1952624"/>
                  </a:moveTo>
                  <a:lnTo>
                    <a:pt x="80096" y="1952624"/>
                  </a:lnTo>
                  <a:lnTo>
                    <a:pt x="74521" y="1951892"/>
                  </a:lnTo>
                  <a:lnTo>
                    <a:pt x="33417" y="1929191"/>
                  </a:lnTo>
                  <a:lnTo>
                    <a:pt x="11319" y="1895585"/>
                  </a:lnTo>
                  <a:lnTo>
                    <a:pt x="548" y="1853262"/>
                  </a:lnTo>
                  <a:lnTo>
                    <a:pt x="0" y="1845829"/>
                  </a:lnTo>
                  <a:lnTo>
                    <a:pt x="0" y="1838324"/>
                  </a:lnTo>
                  <a:lnTo>
                    <a:pt x="0" y="106794"/>
                  </a:lnTo>
                  <a:lnTo>
                    <a:pt x="8679" y="63625"/>
                  </a:lnTo>
                  <a:lnTo>
                    <a:pt x="29087" y="28170"/>
                  </a:lnTo>
                  <a:lnTo>
                    <a:pt x="63480" y="3660"/>
                  </a:lnTo>
                  <a:lnTo>
                    <a:pt x="80096" y="0"/>
                  </a:lnTo>
                  <a:lnTo>
                    <a:pt x="5484380" y="0"/>
                  </a:lnTo>
                  <a:lnTo>
                    <a:pt x="5527547" y="11572"/>
                  </a:lnTo>
                  <a:lnTo>
                    <a:pt x="5563003" y="38784"/>
                  </a:lnTo>
                  <a:lnTo>
                    <a:pt x="5585346" y="77493"/>
                  </a:lnTo>
                  <a:lnTo>
                    <a:pt x="5591175" y="106794"/>
                  </a:lnTo>
                  <a:lnTo>
                    <a:pt x="5591175" y="1845829"/>
                  </a:lnTo>
                  <a:lnTo>
                    <a:pt x="5579601" y="1888998"/>
                  </a:lnTo>
                  <a:lnTo>
                    <a:pt x="5552390" y="1924453"/>
                  </a:lnTo>
                  <a:lnTo>
                    <a:pt x="5513681" y="1946796"/>
                  </a:lnTo>
                  <a:lnTo>
                    <a:pt x="5491812" y="1951892"/>
                  </a:lnTo>
                  <a:lnTo>
                    <a:pt x="5484380" y="195262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91249" y="1029116"/>
              <a:ext cx="106045" cy="1951989"/>
            </a:xfrm>
            <a:custGeom>
              <a:avLst/>
              <a:gdLst/>
              <a:ahLst/>
              <a:cxnLst/>
              <a:rect l="l" t="t" r="r" b="b"/>
              <a:pathLst>
                <a:path w="106045" h="1951989">
                  <a:moveTo>
                    <a:pt x="105673" y="1951791"/>
                  </a:moveTo>
                  <a:lnTo>
                    <a:pt x="60363" y="1938696"/>
                  </a:lnTo>
                  <a:lnTo>
                    <a:pt x="25899" y="1910384"/>
                  </a:lnTo>
                  <a:lnTo>
                    <a:pt x="4893" y="1871037"/>
                  </a:lnTo>
                  <a:lnTo>
                    <a:pt x="0" y="1837908"/>
                  </a:lnTo>
                  <a:lnTo>
                    <a:pt x="0" y="113883"/>
                  </a:lnTo>
                  <a:lnTo>
                    <a:pt x="8700" y="70142"/>
                  </a:lnTo>
                  <a:lnTo>
                    <a:pt x="33477" y="33061"/>
                  </a:lnTo>
                  <a:lnTo>
                    <a:pt x="70558" y="8283"/>
                  </a:lnTo>
                  <a:lnTo>
                    <a:pt x="105673" y="0"/>
                  </a:lnTo>
                  <a:lnTo>
                    <a:pt x="99430" y="2483"/>
                  </a:lnTo>
                  <a:lnTo>
                    <a:pt x="92429" y="8283"/>
                  </a:lnTo>
                  <a:lnTo>
                    <a:pt x="70099" y="41407"/>
                  </a:lnTo>
                  <a:lnTo>
                    <a:pt x="59596" y="80753"/>
                  </a:lnTo>
                  <a:lnTo>
                    <a:pt x="57149" y="113883"/>
                  </a:lnTo>
                  <a:lnTo>
                    <a:pt x="57149" y="1837908"/>
                  </a:lnTo>
                  <a:lnTo>
                    <a:pt x="61499" y="1881648"/>
                  </a:lnTo>
                  <a:lnTo>
                    <a:pt x="73888" y="1918730"/>
                  </a:lnTo>
                  <a:lnTo>
                    <a:pt x="99430" y="1949307"/>
                  </a:lnTo>
                  <a:lnTo>
                    <a:pt x="105673" y="1951791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85560" y="1182624"/>
              <a:ext cx="487680" cy="490855"/>
            </a:xfrm>
            <a:custGeom>
              <a:avLst/>
              <a:gdLst/>
              <a:ahLst/>
              <a:cxnLst/>
              <a:rect l="l" t="t" r="r" b="b"/>
              <a:pathLst>
                <a:path w="487679" h="490855">
                  <a:moveTo>
                    <a:pt x="487680" y="490728"/>
                  </a:moveTo>
                  <a:lnTo>
                    <a:pt x="0" y="490728"/>
                  </a:lnTo>
                  <a:lnTo>
                    <a:pt x="0" y="0"/>
                  </a:lnTo>
                  <a:lnTo>
                    <a:pt x="487680" y="0"/>
                  </a:lnTo>
                  <a:lnTo>
                    <a:pt x="487680" y="46100"/>
                  </a:lnTo>
                  <a:lnTo>
                    <a:pt x="243839" y="46100"/>
                  </a:lnTo>
                  <a:lnTo>
                    <a:pt x="226011" y="46961"/>
                  </a:lnTo>
                  <a:lnTo>
                    <a:pt x="174582" y="59876"/>
                  </a:lnTo>
                  <a:lnTo>
                    <a:pt x="129085" y="87109"/>
                  </a:lnTo>
                  <a:lnTo>
                    <a:pt x="93335" y="126512"/>
                  </a:lnTo>
                  <a:lnTo>
                    <a:pt x="70612" y="174619"/>
                  </a:lnTo>
                  <a:lnTo>
                    <a:pt x="62864" y="227075"/>
                  </a:lnTo>
                  <a:lnTo>
                    <a:pt x="63725" y="244903"/>
                  </a:lnTo>
                  <a:lnTo>
                    <a:pt x="76640" y="296331"/>
                  </a:lnTo>
                  <a:lnTo>
                    <a:pt x="103872" y="341829"/>
                  </a:lnTo>
                  <a:lnTo>
                    <a:pt x="143275" y="377579"/>
                  </a:lnTo>
                  <a:lnTo>
                    <a:pt x="191382" y="400301"/>
                  </a:lnTo>
                  <a:lnTo>
                    <a:pt x="243839" y="408050"/>
                  </a:lnTo>
                  <a:lnTo>
                    <a:pt x="487680" y="408050"/>
                  </a:lnTo>
                  <a:lnTo>
                    <a:pt x="487680" y="490728"/>
                  </a:lnTo>
                  <a:close/>
                </a:path>
                <a:path w="487679" h="490855">
                  <a:moveTo>
                    <a:pt x="487680" y="408050"/>
                  </a:moveTo>
                  <a:lnTo>
                    <a:pt x="243839" y="408050"/>
                  </a:lnTo>
                  <a:lnTo>
                    <a:pt x="261666" y="407189"/>
                  </a:lnTo>
                  <a:lnTo>
                    <a:pt x="279151" y="404606"/>
                  </a:lnTo>
                  <a:lnTo>
                    <a:pt x="329235" y="386656"/>
                  </a:lnTo>
                  <a:lnTo>
                    <a:pt x="371808" y="355044"/>
                  </a:lnTo>
                  <a:lnTo>
                    <a:pt x="403419" y="312473"/>
                  </a:lnTo>
                  <a:lnTo>
                    <a:pt x="421369" y="262388"/>
                  </a:lnTo>
                  <a:lnTo>
                    <a:pt x="424814" y="227075"/>
                  </a:lnTo>
                  <a:lnTo>
                    <a:pt x="423953" y="209247"/>
                  </a:lnTo>
                  <a:lnTo>
                    <a:pt x="411037" y="157819"/>
                  </a:lnTo>
                  <a:lnTo>
                    <a:pt x="383804" y="112322"/>
                  </a:lnTo>
                  <a:lnTo>
                    <a:pt x="344401" y="76572"/>
                  </a:lnTo>
                  <a:lnTo>
                    <a:pt x="296294" y="53849"/>
                  </a:lnTo>
                  <a:lnTo>
                    <a:pt x="243839" y="46100"/>
                  </a:lnTo>
                  <a:lnTo>
                    <a:pt x="487680" y="46100"/>
                  </a:lnTo>
                  <a:lnTo>
                    <a:pt x="487680" y="40805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438899" y="1219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9"/>
                  </a:lnTo>
                  <a:lnTo>
                    <a:pt x="100696" y="358507"/>
                  </a:lnTo>
                  <a:lnTo>
                    <a:pt x="62574" y="331659"/>
                  </a:lnTo>
                  <a:lnTo>
                    <a:pt x="32104" y="296336"/>
                  </a:lnTo>
                  <a:lnTo>
                    <a:pt x="11130" y="254667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5" y="92572"/>
                  </a:lnTo>
                  <a:lnTo>
                    <a:pt x="55795" y="55796"/>
                  </a:lnTo>
                  <a:lnTo>
                    <a:pt x="92570" y="27095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5099" y="1295399"/>
              <a:ext cx="228600" cy="2286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921500" y="1243409"/>
            <a:ext cx="39306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-130" dirty="0">
                <a:solidFill>
                  <a:srgbClr val="15803C"/>
                </a:solidFill>
                <a:latin typeface="Arial"/>
                <a:cs typeface="Arial"/>
              </a:rPr>
              <a:t>SET</a:t>
            </a:r>
            <a:endParaRPr sz="17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26199" y="1685012"/>
            <a:ext cx="517715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1200" spc="-75" dirty="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devez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garantir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l'unicité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des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éléments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(pas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doublons).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L'ordre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importe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peu (sauf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TreeSet).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438899" y="2533650"/>
            <a:ext cx="600075" cy="257175"/>
            <a:chOff x="6438899" y="2533650"/>
            <a:chExt cx="600075" cy="257175"/>
          </a:xfrm>
        </p:grpSpPr>
        <p:sp>
          <p:nvSpPr>
            <p:cNvPr id="45" name="object 45"/>
            <p:cNvSpPr/>
            <p:nvPr/>
          </p:nvSpPr>
          <p:spPr>
            <a:xfrm>
              <a:off x="6438899" y="2533650"/>
              <a:ext cx="600075" cy="257175"/>
            </a:xfrm>
            <a:custGeom>
              <a:avLst/>
              <a:gdLst/>
              <a:ahLst/>
              <a:cxnLst/>
              <a:rect l="l" t="t" r="r" b="b"/>
              <a:pathLst>
                <a:path w="600075" h="257175">
                  <a:moveTo>
                    <a:pt x="561975" y="257174"/>
                  </a:moveTo>
                  <a:lnTo>
                    <a:pt x="38099" y="257174"/>
                  </a:lnTo>
                  <a:lnTo>
                    <a:pt x="30497" y="256477"/>
                  </a:lnTo>
                  <a:lnTo>
                    <a:pt x="697" y="226676"/>
                  </a:lnTo>
                  <a:lnTo>
                    <a:pt x="0" y="21907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561974" y="0"/>
                  </a:lnTo>
                  <a:lnTo>
                    <a:pt x="597284" y="23473"/>
                  </a:lnTo>
                  <a:lnTo>
                    <a:pt x="600074" y="38099"/>
                  </a:lnTo>
                  <a:lnTo>
                    <a:pt x="600074" y="219075"/>
                  </a:lnTo>
                  <a:lnTo>
                    <a:pt x="576600" y="254384"/>
                  </a:lnTo>
                  <a:lnTo>
                    <a:pt x="561975" y="25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438899" y="2533650"/>
              <a:ext cx="600075" cy="257175"/>
            </a:xfrm>
            <a:custGeom>
              <a:avLst/>
              <a:gdLst/>
              <a:ahLst/>
              <a:cxnLst/>
              <a:rect l="l" t="t" r="r" b="b"/>
              <a:pathLst>
                <a:path w="600075" h="257175">
                  <a:moveTo>
                    <a:pt x="561974" y="257174"/>
                  </a:moveTo>
                  <a:lnTo>
                    <a:pt x="38099" y="257174"/>
                  </a:lnTo>
                  <a:lnTo>
                    <a:pt x="30497" y="256477"/>
                  </a:lnTo>
                  <a:lnTo>
                    <a:pt x="697" y="226676"/>
                  </a:lnTo>
                  <a:lnTo>
                    <a:pt x="0" y="21907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561974" y="0"/>
                  </a:lnTo>
                  <a:lnTo>
                    <a:pt x="569576" y="697"/>
                  </a:lnTo>
                  <a:lnTo>
                    <a:pt x="576600" y="2789"/>
                  </a:lnTo>
                  <a:lnTo>
                    <a:pt x="583046" y="6276"/>
                  </a:lnTo>
                  <a:lnTo>
                    <a:pt x="586950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9525" y="34310"/>
                  </a:lnTo>
                  <a:lnTo>
                    <a:pt x="9525" y="222864"/>
                  </a:lnTo>
                  <a:lnTo>
                    <a:pt x="34310" y="247649"/>
                  </a:lnTo>
                  <a:lnTo>
                    <a:pt x="586950" y="247649"/>
                  </a:lnTo>
                  <a:lnTo>
                    <a:pt x="583046" y="250897"/>
                  </a:lnTo>
                  <a:lnTo>
                    <a:pt x="576600" y="254384"/>
                  </a:lnTo>
                  <a:lnTo>
                    <a:pt x="569576" y="256477"/>
                  </a:lnTo>
                  <a:lnTo>
                    <a:pt x="561974" y="257174"/>
                  </a:lnTo>
                  <a:close/>
                </a:path>
                <a:path w="600075" h="257175">
                  <a:moveTo>
                    <a:pt x="586950" y="247649"/>
                  </a:moveTo>
                  <a:lnTo>
                    <a:pt x="565764" y="247649"/>
                  </a:lnTo>
                  <a:lnTo>
                    <a:pt x="569409" y="246924"/>
                  </a:lnTo>
                  <a:lnTo>
                    <a:pt x="576410" y="244024"/>
                  </a:lnTo>
                  <a:lnTo>
                    <a:pt x="590550" y="222864"/>
                  </a:lnTo>
                  <a:lnTo>
                    <a:pt x="590550" y="34310"/>
                  </a:lnTo>
                  <a:lnTo>
                    <a:pt x="565764" y="9524"/>
                  </a:lnTo>
                  <a:lnTo>
                    <a:pt x="586950" y="9524"/>
                  </a:lnTo>
                  <a:lnTo>
                    <a:pt x="600074" y="219074"/>
                  </a:lnTo>
                  <a:lnTo>
                    <a:pt x="599377" y="226676"/>
                  </a:lnTo>
                  <a:lnTo>
                    <a:pt x="597284" y="233700"/>
                  </a:lnTo>
                  <a:lnTo>
                    <a:pt x="593797" y="240146"/>
                  </a:lnTo>
                  <a:lnTo>
                    <a:pt x="588915" y="246015"/>
                  </a:lnTo>
                  <a:lnTo>
                    <a:pt x="586950" y="2476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511925" y="2557482"/>
            <a:ext cx="45021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65" dirty="0">
                <a:solidFill>
                  <a:srgbClr val="15803C"/>
                </a:solidFill>
                <a:latin typeface="Arial"/>
                <a:cs typeface="Arial"/>
              </a:rPr>
              <a:t>UNICITÉ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115175" y="2533650"/>
            <a:ext cx="971550" cy="257175"/>
            <a:chOff x="7115175" y="2533650"/>
            <a:chExt cx="971550" cy="257175"/>
          </a:xfrm>
        </p:grpSpPr>
        <p:sp>
          <p:nvSpPr>
            <p:cNvPr id="49" name="object 49"/>
            <p:cNvSpPr/>
            <p:nvPr/>
          </p:nvSpPr>
          <p:spPr>
            <a:xfrm>
              <a:off x="7115175" y="2533650"/>
              <a:ext cx="971550" cy="257175"/>
            </a:xfrm>
            <a:custGeom>
              <a:avLst/>
              <a:gdLst/>
              <a:ahLst/>
              <a:cxnLst/>
              <a:rect l="l" t="t" r="r" b="b"/>
              <a:pathLst>
                <a:path w="971550" h="257175">
                  <a:moveTo>
                    <a:pt x="933450" y="257174"/>
                  </a:moveTo>
                  <a:lnTo>
                    <a:pt x="38099" y="257174"/>
                  </a:lnTo>
                  <a:lnTo>
                    <a:pt x="30497" y="256477"/>
                  </a:lnTo>
                  <a:lnTo>
                    <a:pt x="697" y="226676"/>
                  </a:lnTo>
                  <a:lnTo>
                    <a:pt x="0" y="21907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933449" y="0"/>
                  </a:lnTo>
                  <a:lnTo>
                    <a:pt x="968759" y="23473"/>
                  </a:lnTo>
                  <a:lnTo>
                    <a:pt x="971549" y="38099"/>
                  </a:lnTo>
                  <a:lnTo>
                    <a:pt x="971549" y="219075"/>
                  </a:lnTo>
                  <a:lnTo>
                    <a:pt x="948075" y="254384"/>
                  </a:lnTo>
                  <a:lnTo>
                    <a:pt x="933450" y="25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115175" y="2533650"/>
              <a:ext cx="971550" cy="257175"/>
            </a:xfrm>
            <a:custGeom>
              <a:avLst/>
              <a:gdLst/>
              <a:ahLst/>
              <a:cxnLst/>
              <a:rect l="l" t="t" r="r" b="b"/>
              <a:pathLst>
                <a:path w="971550" h="257175">
                  <a:moveTo>
                    <a:pt x="933449" y="257174"/>
                  </a:moveTo>
                  <a:lnTo>
                    <a:pt x="38099" y="257174"/>
                  </a:lnTo>
                  <a:lnTo>
                    <a:pt x="30497" y="256477"/>
                  </a:lnTo>
                  <a:lnTo>
                    <a:pt x="697" y="226676"/>
                  </a:lnTo>
                  <a:lnTo>
                    <a:pt x="0" y="21907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933449" y="0"/>
                  </a:lnTo>
                  <a:lnTo>
                    <a:pt x="941051" y="697"/>
                  </a:lnTo>
                  <a:lnTo>
                    <a:pt x="948075" y="2789"/>
                  </a:lnTo>
                  <a:lnTo>
                    <a:pt x="954521" y="6276"/>
                  </a:lnTo>
                  <a:lnTo>
                    <a:pt x="958425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9524" y="34310"/>
                  </a:lnTo>
                  <a:lnTo>
                    <a:pt x="9524" y="222864"/>
                  </a:lnTo>
                  <a:lnTo>
                    <a:pt x="34310" y="247649"/>
                  </a:lnTo>
                  <a:lnTo>
                    <a:pt x="958425" y="247649"/>
                  </a:lnTo>
                  <a:lnTo>
                    <a:pt x="954521" y="250897"/>
                  </a:lnTo>
                  <a:lnTo>
                    <a:pt x="948075" y="254384"/>
                  </a:lnTo>
                  <a:lnTo>
                    <a:pt x="941051" y="256477"/>
                  </a:lnTo>
                  <a:lnTo>
                    <a:pt x="933449" y="257174"/>
                  </a:lnTo>
                  <a:close/>
                </a:path>
                <a:path w="971550" h="257175">
                  <a:moveTo>
                    <a:pt x="958425" y="247649"/>
                  </a:moveTo>
                  <a:lnTo>
                    <a:pt x="937239" y="247649"/>
                  </a:lnTo>
                  <a:lnTo>
                    <a:pt x="940884" y="246924"/>
                  </a:lnTo>
                  <a:lnTo>
                    <a:pt x="947885" y="244024"/>
                  </a:lnTo>
                  <a:lnTo>
                    <a:pt x="962024" y="222864"/>
                  </a:lnTo>
                  <a:lnTo>
                    <a:pt x="962024" y="34310"/>
                  </a:lnTo>
                  <a:lnTo>
                    <a:pt x="937239" y="9524"/>
                  </a:lnTo>
                  <a:lnTo>
                    <a:pt x="958425" y="9524"/>
                  </a:lnTo>
                  <a:lnTo>
                    <a:pt x="971549" y="219074"/>
                  </a:lnTo>
                  <a:lnTo>
                    <a:pt x="970852" y="226676"/>
                  </a:lnTo>
                  <a:lnTo>
                    <a:pt x="968759" y="233700"/>
                  </a:lnTo>
                  <a:lnTo>
                    <a:pt x="965272" y="240146"/>
                  </a:lnTo>
                  <a:lnTo>
                    <a:pt x="960390" y="246015"/>
                  </a:lnTo>
                  <a:lnTo>
                    <a:pt x="958425" y="2476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184181" y="2557482"/>
            <a:ext cx="82867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105" dirty="0">
                <a:solidFill>
                  <a:srgbClr val="15803C"/>
                </a:solidFill>
                <a:latin typeface="Arial"/>
                <a:cs typeface="Arial"/>
              </a:rPr>
              <a:t>PERFORMANCE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162924" y="2533650"/>
            <a:ext cx="552450" cy="257175"/>
            <a:chOff x="8162924" y="2533650"/>
            <a:chExt cx="552450" cy="257175"/>
          </a:xfrm>
        </p:grpSpPr>
        <p:sp>
          <p:nvSpPr>
            <p:cNvPr id="53" name="object 53"/>
            <p:cNvSpPr/>
            <p:nvPr/>
          </p:nvSpPr>
          <p:spPr>
            <a:xfrm>
              <a:off x="8162924" y="2533650"/>
              <a:ext cx="552450" cy="257175"/>
            </a:xfrm>
            <a:custGeom>
              <a:avLst/>
              <a:gdLst/>
              <a:ahLst/>
              <a:cxnLst/>
              <a:rect l="l" t="t" r="r" b="b"/>
              <a:pathLst>
                <a:path w="552450" h="257175">
                  <a:moveTo>
                    <a:pt x="514350" y="257174"/>
                  </a:moveTo>
                  <a:lnTo>
                    <a:pt x="38099" y="257174"/>
                  </a:lnTo>
                  <a:lnTo>
                    <a:pt x="30497" y="256477"/>
                  </a:lnTo>
                  <a:lnTo>
                    <a:pt x="697" y="226676"/>
                  </a:lnTo>
                  <a:lnTo>
                    <a:pt x="0" y="21907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514349" y="0"/>
                  </a:lnTo>
                  <a:lnTo>
                    <a:pt x="549659" y="23473"/>
                  </a:lnTo>
                  <a:lnTo>
                    <a:pt x="552449" y="38099"/>
                  </a:lnTo>
                  <a:lnTo>
                    <a:pt x="552449" y="219075"/>
                  </a:lnTo>
                  <a:lnTo>
                    <a:pt x="528975" y="254384"/>
                  </a:lnTo>
                  <a:lnTo>
                    <a:pt x="514350" y="25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162924" y="2533650"/>
              <a:ext cx="552450" cy="257175"/>
            </a:xfrm>
            <a:custGeom>
              <a:avLst/>
              <a:gdLst/>
              <a:ahLst/>
              <a:cxnLst/>
              <a:rect l="l" t="t" r="r" b="b"/>
              <a:pathLst>
                <a:path w="552450" h="257175">
                  <a:moveTo>
                    <a:pt x="514349" y="257174"/>
                  </a:moveTo>
                  <a:lnTo>
                    <a:pt x="38099" y="257174"/>
                  </a:lnTo>
                  <a:lnTo>
                    <a:pt x="30497" y="256477"/>
                  </a:lnTo>
                  <a:lnTo>
                    <a:pt x="697" y="226676"/>
                  </a:lnTo>
                  <a:lnTo>
                    <a:pt x="0" y="21907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514349" y="0"/>
                  </a:lnTo>
                  <a:lnTo>
                    <a:pt x="521951" y="697"/>
                  </a:lnTo>
                  <a:lnTo>
                    <a:pt x="528975" y="2789"/>
                  </a:lnTo>
                  <a:lnTo>
                    <a:pt x="535421" y="6276"/>
                  </a:lnTo>
                  <a:lnTo>
                    <a:pt x="539325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9525" y="34310"/>
                  </a:lnTo>
                  <a:lnTo>
                    <a:pt x="9525" y="222864"/>
                  </a:lnTo>
                  <a:lnTo>
                    <a:pt x="34310" y="247649"/>
                  </a:lnTo>
                  <a:lnTo>
                    <a:pt x="539325" y="247649"/>
                  </a:lnTo>
                  <a:lnTo>
                    <a:pt x="535421" y="250897"/>
                  </a:lnTo>
                  <a:lnTo>
                    <a:pt x="528975" y="254384"/>
                  </a:lnTo>
                  <a:lnTo>
                    <a:pt x="521951" y="256477"/>
                  </a:lnTo>
                  <a:lnTo>
                    <a:pt x="514349" y="257174"/>
                  </a:lnTo>
                  <a:close/>
                </a:path>
                <a:path w="552450" h="257175">
                  <a:moveTo>
                    <a:pt x="539325" y="247649"/>
                  </a:moveTo>
                  <a:lnTo>
                    <a:pt x="518139" y="247649"/>
                  </a:lnTo>
                  <a:lnTo>
                    <a:pt x="521784" y="246924"/>
                  </a:lnTo>
                  <a:lnTo>
                    <a:pt x="528786" y="244024"/>
                  </a:lnTo>
                  <a:lnTo>
                    <a:pt x="542925" y="222864"/>
                  </a:lnTo>
                  <a:lnTo>
                    <a:pt x="542925" y="34310"/>
                  </a:lnTo>
                  <a:lnTo>
                    <a:pt x="518139" y="9524"/>
                  </a:lnTo>
                  <a:lnTo>
                    <a:pt x="539325" y="9524"/>
                  </a:lnTo>
                  <a:lnTo>
                    <a:pt x="552449" y="219074"/>
                  </a:lnTo>
                  <a:lnTo>
                    <a:pt x="551752" y="226676"/>
                  </a:lnTo>
                  <a:lnTo>
                    <a:pt x="549659" y="233700"/>
                  </a:lnTo>
                  <a:lnTo>
                    <a:pt x="546172" y="240146"/>
                  </a:lnTo>
                  <a:lnTo>
                    <a:pt x="541290" y="246015"/>
                  </a:lnTo>
                  <a:lnTo>
                    <a:pt x="539325" y="2476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234759" y="2557482"/>
            <a:ext cx="40513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75" dirty="0">
                <a:solidFill>
                  <a:srgbClr val="15803C"/>
                </a:solidFill>
                <a:latin typeface="Arial"/>
                <a:cs typeface="Arial"/>
              </a:rPr>
              <a:t>MATHS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07848" y="3136392"/>
            <a:ext cx="5767070" cy="2087880"/>
            <a:chOff x="307848" y="3136392"/>
            <a:chExt cx="5767070" cy="2087880"/>
          </a:xfrm>
        </p:grpSpPr>
        <p:sp>
          <p:nvSpPr>
            <p:cNvPr id="57" name="object 57"/>
            <p:cNvSpPr/>
            <p:nvPr/>
          </p:nvSpPr>
          <p:spPr>
            <a:xfrm>
              <a:off x="307848" y="3136392"/>
              <a:ext cx="5767070" cy="2087880"/>
            </a:xfrm>
            <a:custGeom>
              <a:avLst/>
              <a:gdLst/>
              <a:ahLst/>
              <a:cxnLst/>
              <a:rect l="l" t="t" r="r" b="b"/>
              <a:pathLst>
                <a:path w="5767070" h="2087879">
                  <a:moveTo>
                    <a:pt x="5766816" y="2087880"/>
                  </a:moveTo>
                  <a:lnTo>
                    <a:pt x="0" y="2087880"/>
                  </a:lnTo>
                  <a:lnTo>
                    <a:pt x="0" y="0"/>
                  </a:lnTo>
                  <a:lnTo>
                    <a:pt x="5766816" y="0"/>
                  </a:lnTo>
                  <a:lnTo>
                    <a:pt x="5766816" y="44957"/>
                  </a:lnTo>
                  <a:lnTo>
                    <a:pt x="187451" y="44957"/>
                  </a:lnTo>
                  <a:lnTo>
                    <a:pt x="177130" y="45456"/>
                  </a:lnTo>
                  <a:lnTo>
                    <a:pt x="138011" y="57343"/>
                  </a:lnTo>
                  <a:lnTo>
                    <a:pt x="106418" y="83296"/>
                  </a:lnTo>
                  <a:lnTo>
                    <a:pt x="87163" y="119363"/>
                  </a:lnTo>
                  <a:lnTo>
                    <a:pt x="82676" y="149732"/>
                  </a:lnTo>
                  <a:lnTo>
                    <a:pt x="82676" y="1864232"/>
                  </a:lnTo>
                  <a:lnTo>
                    <a:pt x="90652" y="1904327"/>
                  </a:lnTo>
                  <a:lnTo>
                    <a:pt x="113364" y="1938319"/>
                  </a:lnTo>
                  <a:lnTo>
                    <a:pt x="147356" y="1961031"/>
                  </a:lnTo>
                  <a:lnTo>
                    <a:pt x="187451" y="1969007"/>
                  </a:lnTo>
                  <a:lnTo>
                    <a:pt x="5766816" y="1969007"/>
                  </a:lnTo>
                  <a:lnTo>
                    <a:pt x="5766816" y="2087880"/>
                  </a:lnTo>
                  <a:close/>
                </a:path>
                <a:path w="5767070" h="2087879">
                  <a:moveTo>
                    <a:pt x="5766816" y="1969007"/>
                  </a:moveTo>
                  <a:lnTo>
                    <a:pt x="5578601" y="1969007"/>
                  </a:lnTo>
                  <a:lnTo>
                    <a:pt x="5588922" y="1968508"/>
                  </a:lnTo>
                  <a:lnTo>
                    <a:pt x="5599045" y="1967013"/>
                  </a:lnTo>
                  <a:lnTo>
                    <a:pt x="5636821" y="1951365"/>
                  </a:lnTo>
                  <a:lnTo>
                    <a:pt x="5665734" y="1922452"/>
                  </a:lnTo>
                  <a:lnTo>
                    <a:pt x="5681382" y="1884676"/>
                  </a:lnTo>
                  <a:lnTo>
                    <a:pt x="5683376" y="1864232"/>
                  </a:lnTo>
                  <a:lnTo>
                    <a:pt x="5683376" y="149732"/>
                  </a:lnTo>
                  <a:lnTo>
                    <a:pt x="5675400" y="109636"/>
                  </a:lnTo>
                  <a:lnTo>
                    <a:pt x="5652688" y="75645"/>
                  </a:lnTo>
                  <a:lnTo>
                    <a:pt x="5618696" y="52933"/>
                  </a:lnTo>
                  <a:lnTo>
                    <a:pt x="5578601" y="44957"/>
                  </a:lnTo>
                  <a:lnTo>
                    <a:pt x="5766816" y="44957"/>
                  </a:lnTo>
                  <a:lnTo>
                    <a:pt x="5766816" y="19690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09574" y="3171824"/>
              <a:ext cx="5591175" cy="1943100"/>
            </a:xfrm>
            <a:custGeom>
              <a:avLst/>
              <a:gdLst/>
              <a:ahLst/>
              <a:cxnLst/>
              <a:rect l="l" t="t" r="r" b="b"/>
              <a:pathLst>
                <a:path w="5591175" h="1943100">
                  <a:moveTo>
                    <a:pt x="5484379" y="1943099"/>
                  </a:moveTo>
                  <a:lnTo>
                    <a:pt x="80096" y="1943099"/>
                  </a:lnTo>
                  <a:lnTo>
                    <a:pt x="74521" y="1942367"/>
                  </a:lnTo>
                  <a:lnTo>
                    <a:pt x="33418" y="1919666"/>
                  </a:lnTo>
                  <a:lnTo>
                    <a:pt x="11320" y="1886060"/>
                  </a:lnTo>
                  <a:lnTo>
                    <a:pt x="549" y="1843737"/>
                  </a:lnTo>
                  <a:lnTo>
                    <a:pt x="0" y="1836304"/>
                  </a:lnTo>
                  <a:lnTo>
                    <a:pt x="0" y="1828799"/>
                  </a:lnTo>
                  <a:lnTo>
                    <a:pt x="0" y="106794"/>
                  </a:lnTo>
                  <a:lnTo>
                    <a:pt x="8679" y="63625"/>
                  </a:lnTo>
                  <a:lnTo>
                    <a:pt x="29088" y="28170"/>
                  </a:lnTo>
                  <a:lnTo>
                    <a:pt x="63480" y="3660"/>
                  </a:lnTo>
                  <a:lnTo>
                    <a:pt x="80096" y="0"/>
                  </a:lnTo>
                  <a:lnTo>
                    <a:pt x="5484379" y="0"/>
                  </a:lnTo>
                  <a:lnTo>
                    <a:pt x="5527548" y="11572"/>
                  </a:lnTo>
                  <a:lnTo>
                    <a:pt x="5563003" y="38784"/>
                  </a:lnTo>
                  <a:lnTo>
                    <a:pt x="5585345" y="77492"/>
                  </a:lnTo>
                  <a:lnTo>
                    <a:pt x="5591174" y="106794"/>
                  </a:lnTo>
                  <a:lnTo>
                    <a:pt x="5591174" y="1836304"/>
                  </a:lnTo>
                  <a:lnTo>
                    <a:pt x="5579601" y="1879473"/>
                  </a:lnTo>
                  <a:lnTo>
                    <a:pt x="5552389" y="1914928"/>
                  </a:lnTo>
                  <a:lnTo>
                    <a:pt x="5513680" y="1937270"/>
                  </a:lnTo>
                  <a:lnTo>
                    <a:pt x="5491812" y="1942367"/>
                  </a:lnTo>
                  <a:lnTo>
                    <a:pt x="5484379" y="19430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0999" y="3172241"/>
              <a:ext cx="106045" cy="1942464"/>
            </a:xfrm>
            <a:custGeom>
              <a:avLst/>
              <a:gdLst/>
              <a:ahLst/>
              <a:cxnLst/>
              <a:rect l="l" t="t" r="r" b="b"/>
              <a:pathLst>
                <a:path w="106045" h="1942464">
                  <a:moveTo>
                    <a:pt x="105674" y="1942266"/>
                  </a:moveTo>
                  <a:lnTo>
                    <a:pt x="60364" y="1929170"/>
                  </a:lnTo>
                  <a:lnTo>
                    <a:pt x="25900" y="1900858"/>
                  </a:lnTo>
                  <a:lnTo>
                    <a:pt x="4894" y="1861512"/>
                  </a:lnTo>
                  <a:lnTo>
                    <a:pt x="0" y="1828383"/>
                  </a:lnTo>
                  <a:lnTo>
                    <a:pt x="0" y="113883"/>
                  </a:lnTo>
                  <a:lnTo>
                    <a:pt x="8700" y="70142"/>
                  </a:lnTo>
                  <a:lnTo>
                    <a:pt x="33477" y="33060"/>
                  </a:lnTo>
                  <a:lnTo>
                    <a:pt x="70559" y="8283"/>
                  </a:lnTo>
                  <a:lnTo>
                    <a:pt x="105674" y="0"/>
                  </a:lnTo>
                  <a:lnTo>
                    <a:pt x="99431" y="2483"/>
                  </a:lnTo>
                  <a:lnTo>
                    <a:pt x="92429" y="8283"/>
                  </a:lnTo>
                  <a:lnTo>
                    <a:pt x="70100" y="41407"/>
                  </a:lnTo>
                  <a:lnTo>
                    <a:pt x="59596" y="80753"/>
                  </a:lnTo>
                  <a:lnTo>
                    <a:pt x="57149" y="113883"/>
                  </a:lnTo>
                  <a:lnTo>
                    <a:pt x="57149" y="1828383"/>
                  </a:lnTo>
                  <a:lnTo>
                    <a:pt x="61500" y="1872123"/>
                  </a:lnTo>
                  <a:lnTo>
                    <a:pt x="73888" y="1909205"/>
                  </a:lnTo>
                  <a:lnTo>
                    <a:pt x="99431" y="1939782"/>
                  </a:lnTo>
                  <a:lnTo>
                    <a:pt x="105674" y="1942266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3024" y="3325368"/>
              <a:ext cx="490855" cy="490855"/>
            </a:xfrm>
            <a:custGeom>
              <a:avLst/>
              <a:gdLst/>
              <a:ahLst/>
              <a:cxnLst/>
              <a:rect l="l" t="t" r="r" b="b"/>
              <a:pathLst>
                <a:path w="490855" h="490854">
                  <a:moveTo>
                    <a:pt x="490728" y="490728"/>
                  </a:moveTo>
                  <a:lnTo>
                    <a:pt x="0" y="490728"/>
                  </a:lnTo>
                  <a:lnTo>
                    <a:pt x="0" y="0"/>
                  </a:lnTo>
                  <a:lnTo>
                    <a:pt x="490728" y="0"/>
                  </a:lnTo>
                  <a:lnTo>
                    <a:pt x="490728" y="46481"/>
                  </a:lnTo>
                  <a:lnTo>
                    <a:pt x="246125" y="46481"/>
                  </a:lnTo>
                  <a:lnTo>
                    <a:pt x="228298" y="47342"/>
                  </a:lnTo>
                  <a:lnTo>
                    <a:pt x="176869" y="60256"/>
                  </a:lnTo>
                  <a:lnTo>
                    <a:pt x="131372" y="87490"/>
                  </a:lnTo>
                  <a:lnTo>
                    <a:pt x="95622" y="126892"/>
                  </a:lnTo>
                  <a:lnTo>
                    <a:pt x="72899" y="175000"/>
                  </a:lnTo>
                  <a:lnTo>
                    <a:pt x="65150" y="227456"/>
                  </a:lnTo>
                  <a:lnTo>
                    <a:pt x="66011" y="245284"/>
                  </a:lnTo>
                  <a:lnTo>
                    <a:pt x="78926" y="296712"/>
                  </a:lnTo>
                  <a:lnTo>
                    <a:pt x="106159" y="342210"/>
                  </a:lnTo>
                  <a:lnTo>
                    <a:pt x="145562" y="377959"/>
                  </a:lnTo>
                  <a:lnTo>
                    <a:pt x="193669" y="400682"/>
                  </a:lnTo>
                  <a:lnTo>
                    <a:pt x="246125" y="408431"/>
                  </a:lnTo>
                  <a:lnTo>
                    <a:pt x="490728" y="408431"/>
                  </a:lnTo>
                  <a:lnTo>
                    <a:pt x="490728" y="490728"/>
                  </a:lnTo>
                  <a:close/>
                </a:path>
                <a:path w="490855" h="490854">
                  <a:moveTo>
                    <a:pt x="490728" y="408431"/>
                  </a:moveTo>
                  <a:lnTo>
                    <a:pt x="246125" y="408431"/>
                  </a:lnTo>
                  <a:lnTo>
                    <a:pt x="263953" y="407570"/>
                  </a:lnTo>
                  <a:lnTo>
                    <a:pt x="281438" y="404987"/>
                  </a:lnTo>
                  <a:lnTo>
                    <a:pt x="331523" y="387037"/>
                  </a:lnTo>
                  <a:lnTo>
                    <a:pt x="374094" y="355425"/>
                  </a:lnTo>
                  <a:lnTo>
                    <a:pt x="405707" y="312853"/>
                  </a:lnTo>
                  <a:lnTo>
                    <a:pt x="423656" y="262769"/>
                  </a:lnTo>
                  <a:lnTo>
                    <a:pt x="427100" y="227456"/>
                  </a:lnTo>
                  <a:lnTo>
                    <a:pt x="426239" y="209628"/>
                  </a:lnTo>
                  <a:lnTo>
                    <a:pt x="413324" y="158199"/>
                  </a:lnTo>
                  <a:lnTo>
                    <a:pt x="386091" y="112702"/>
                  </a:lnTo>
                  <a:lnTo>
                    <a:pt x="346689" y="76952"/>
                  </a:lnTo>
                  <a:lnTo>
                    <a:pt x="298581" y="54230"/>
                  </a:lnTo>
                  <a:lnTo>
                    <a:pt x="246125" y="46481"/>
                  </a:lnTo>
                  <a:lnTo>
                    <a:pt x="490728" y="46481"/>
                  </a:lnTo>
                  <a:lnTo>
                    <a:pt x="490728" y="40843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28649" y="33623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9" y="135199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849" y="3438524"/>
              <a:ext cx="228600" cy="228600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1111250" y="3386534"/>
            <a:ext cx="46863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-85" dirty="0">
                <a:solidFill>
                  <a:srgbClr val="C2400C"/>
                </a:solidFill>
                <a:latin typeface="Arial"/>
                <a:cs typeface="Arial"/>
              </a:rPr>
              <a:t>MAP</a:t>
            </a:r>
            <a:endParaRPr sz="17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15949" y="3828136"/>
            <a:ext cx="519557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1200" spc="-75" dirty="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devez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associer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valeur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clé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unique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retrouver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instantanément </a:t>
            </a:r>
            <a:r>
              <a:rPr sz="1200" spc="-65" dirty="0">
                <a:solidFill>
                  <a:srgbClr val="465469"/>
                </a:solidFill>
                <a:latin typeface="Arial"/>
                <a:cs typeface="Arial"/>
              </a:rPr>
              <a:t>sans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 fouiller.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28649" y="4676775"/>
            <a:ext cx="942975" cy="247650"/>
            <a:chOff x="628649" y="4676775"/>
            <a:chExt cx="942975" cy="247650"/>
          </a:xfrm>
        </p:grpSpPr>
        <p:sp>
          <p:nvSpPr>
            <p:cNvPr id="66" name="object 66"/>
            <p:cNvSpPr/>
            <p:nvPr/>
          </p:nvSpPr>
          <p:spPr>
            <a:xfrm>
              <a:off x="628649" y="4676775"/>
              <a:ext cx="942975" cy="247650"/>
            </a:xfrm>
            <a:custGeom>
              <a:avLst/>
              <a:gdLst/>
              <a:ahLst/>
              <a:cxnLst/>
              <a:rect l="l" t="t" r="r" b="b"/>
              <a:pathLst>
                <a:path w="942975" h="247650">
                  <a:moveTo>
                    <a:pt x="904875" y="247649"/>
                  </a:moveTo>
                  <a:lnTo>
                    <a:pt x="38099" y="247649"/>
                  </a:lnTo>
                  <a:lnTo>
                    <a:pt x="30498" y="246952"/>
                  </a:lnTo>
                  <a:lnTo>
                    <a:pt x="697" y="217151"/>
                  </a:lnTo>
                  <a:lnTo>
                    <a:pt x="0" y="209550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904874" y="0"/>
                  </a:lnTo>
                  <a:lnTo>
                    <a:pt x="940184" y="23473"/>
                  </a:lnTo>
                  <a:lnTo>
                    <a:pt x="942974" y="38099"/>
                  </a:lnTo>
                  <a:lnTo>
                    <a:pt x="942974" y="209550"/>
                  </a:lnTo>
                  <a:lnTo>
                    <a:pt x="919500" y="244859"/>
                  </a:lnTo>
                  <a:lnTo>
                    <a:pt x="904875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8649" y="4676775"/>
              <a:ext cx="942975" cy="247650"/>
            </a:xfrm>
            <a:custGeom>
              <a:avLst/>
              <a:gdLst/>
              <a:ahLst/>
              <a:cxnLst/>
              <a:rect l="l" t="t" r="r" b="b"/>
              <a:pathLst>
                <a:path w="942975" h="247650">
                  <a:moveTo>
                    <a:pt x="904874" y="247649"/>
                  </a:moveTo>
                  <a:lnTo>
                    <a:pt x="38099" y="247649"/>
                  </a:lnTo>
                  <a:lnTo>
                    <a:pt x="30498" y="246952"/>
                  </a:lnTo>
                  <a:lnTo>
                    <a:pt x="697" y="217151"/>
                  </a:lnTo>
                  <a:lnTo>
                    <a:pt x="0" y="2095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904874" y="0"/>
                  </a:lnTo>
                  <a:lnTo>
                    <a:pt x="912476" y="697"/>
                  </a:lnTo>
                  <a:lnTo>
                    <a:pt x="919500" y="2789"/>
                  </a:lnTo>
                  <a:lnTo>
                    <a:pt x="925947" y="6276"/>
                  </a:lnTo>
                  <a:lnTo>
                    <a:pt x="929851" y="9524"/>
                  </a:lnTo>
                  <a:lnTo>
                    <a:pt x="34310" y="9524"/>
                  </a:lnTo>
                  <a:lnTo>
                    <a:pt x="30665" y="10250"/>
                  </a:lnTo>
                  <a:lnTo>
                    <a:pt x="9525" y="34310"/>
                  </a:lnTo>
                  <a:lnTo>
                    <a:pt x="9525" y="213339"/>
                  </a:lnTo>
                  <a:lnTo>
                    <a:pt x="34310" y="238124"/>
                  </a:lnTo>
                  <a:lnTo>
                    <a:pt x="929850" y="238124"/>
                  </a:lnTo>
                  <a:lnTo>
                    <a:pt x="925947" y="241372"/>
                  </a:lnTo>
                  <a:lnTo>
                    <a:pt x="919500" y="244859"/>
                  </a:lnTo>
                  <a:lnTo>
                    <a:pt x="912476" y="246952"/>
                  </a:lnTo>
                  <a:lnTo>
                    <a:pt x="904874" y="247649"/>
                  </a:lnTo>
                  <a:close/>
                </a:path>
                <a:path w="942975" h="247650">
                  <a:moveTo>
                    <a:pt x="929850" y="238124"/>
                  </a:moveTo>
                  <a:lnTo>
                    <a:pt x="908664" y="238124"/>
                  </a:lnTo>
                  <a:lnTo>
                    <a:pt x="912309" y="237399"/>
                  </a:lnTo>
                  <a:lnTo>
                    <a:pt x="919310" y="234499"/>
                  </a:lnTo>
                  <a:lnTo>
                    <a:pt x="933449" y="213339"/>
                  </a:lnTo>
                  <a:lnTo>
                    <a:pt x="933449" y="34310"/>
                  </a:lnTo>
                  <a:lnTo>
                    <a:pt x="908664" y="9524"/>
                  </a:lnTo>
                  <a:lnTo>
                    <a:pt x="929851" y="9524"/>
                  </a:lnTo>
                  <a:lnTo>
                    <a:pt x="942974" y="209549"/>
                  </a:lnTo>
                  <a:lnTo>
                    <a:pt x="942277" y="217151"/>
                  </a:lnTo>
                  <a:lnTo>
                    <a:pt x="940185" y="224175"/>
                  </a:lnTo>
                  <a:lnTo>
                    <a:pt x="936697" y="230622"/>
                  </a:lnTo>
                  <a:lnTo>
                    <a:pt x="931815" y="236490"/>
                  </a:lnTo>
                  <a:lnTo>
                    <a:pt x="929850" y="2381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01674" y="4700607"/>
            <a:ext cx="79565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120" dirty="0">
                <a:solidFill>
                  <a:srgbClr val="C2400C"/>
                </a:solidFill>
                <a:latin typeface="Arial"/>
                <a:cs typeface="Arial"/>
              </a:rPr>
              <a:t>CLÉ</a:t>
            </a:r>
            <a:r>
              <a:rPr sz="950" b="1" spc="-40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C2400C"/>
                </a:solidFill>
                <a:latin typeface="Arial"/>
                <a:cs typeface="Arial"/>
              </a:rPr>
              <a:t>→</a:t>
            </a:r>
            <a:r>
              <a:rPr sz="800" b="1" spc="10" dirty="0">
                <a:solidFill>
                  <a:srgbClr val="C2400C"/>
                </a:solidFill>
                <a:latin typeface="Arial"/>
                <a:cs typeface="Arial"/>
              </a:rPr>
              <a:t> </a:t>
            </a:r>
            <a:r>
              <a:rPr sz="950" b="1" spc="-105" dirty="0">
                <a:solidFill>
                  <a:srgbClr val="C2400C"/>
                </a:solidFill>
                <a:latin typeface="Arial"/>
                <a:cs typeface="Arial"/>
              </a:rPr>
              <a:t>VALEUR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647825" y="4676775"/>
            <a:ext cx="923925" cy="247650"/>
            <a:chOff x="1647825" y="4676775"/>
            <a:chExt cx="923925" cy="247650"/>
          </a:xfrm>
        </p:grpSpPr>
        <p:sp>
          <p:nvSpPr>
            <p:cNvPr id="70" name="object 70"/>
            <p:cNvSpPr/>
            <p:nvPr/>
          </p:nvSpPr>
          <p:spPr>
            <a:xfrm>
              <a:off x="1647825" y="4676775"/>
              <a:ext cx="923925" cy="247650"/>
            </a:xfrm>
            <a:custGeom>
              <a:avLst/>
              <a:gdLst/>
              <a:ahLst/>
              <a:cxnLst/>
              <a:rect l="l" t="t" r="r" b="b"/>
              <a:pathLst>
                <a:path w="923925" h="247650">
                  <a:moveTo>
                    <a:pt x="885825" y="247649"/>
                  </a:moveTo>
                  <a:lnTo>
                    <a:pt x="38099" y="247649"/>
                  </a:lnTo>
                  <a:lnTo>
                    <a:pt x="30498" y="246952"/>
                  </a:lnTo>
                  <a:lnTo>
                    <a:pt x="697" y="217151"/>
                  </a:lnTo>
                  <a:lnTo>
                    <a:pt x="0" y="209550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885824" y="0"/>
                  </a:lnTo>
                  <a:lnTo>
                    <a:pt x="921134" y="23473"/>
                  </a:lnTo>
                  <a:lnTo>
                    <a:pt x="923924" y="38099"/>
                  </a:lnTo>
                  <a:lnTo>
                    <a:pt x="923924" y="209550"/>
                  </a:lnTo>
                  <a:lnTo>
                    <a:pt x="900450" y="244859"/>
                  </a:lnTo>
                  <a:lnTo>
                    <a:pt x="885825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647825" y="4676775"/>
              <a:ext cx="923925" cy="247650"/>
            </a:xfrm>
            <a:custGeom>
              <a:avLst/>
              <a:gdLst/>
              <a:ahLst/>
              <a:cxnLst/>
              <a:rect l="l" t="t" r="r" b="b"/>
              <a:pathLst>
                <a:path w="923925" h="247650">
                  <a:moveTo>
                    <a:pt x="885824" y="247649"/>
                  </a:moveTo>
                  <a:lnTo>
                    <a:pt x="38099" y="247649"/>
                  </a:lnTo>
                  <a:lnTo>
                    <a:pt x="30498" y="246952"/>
                  </a:lnTo>
                  <a:lnTo>
                    <a:pt x="697" y="217151"/>
                  </a:lnTo>
                  <a:lnTo>
                    <a:pt x="0" y="209549"/>
                  </a:lnTo>
                  <a:lnTo>
                    <a:pt x="0" y="38099"/>
                  </a:lnTo>
                  <a:lnTo>
                    <a:pt x="23474" y="2789"/>
                  </a:lnTo>
                  <a:lnTo>
                    <a:pt x="38099" y="0"/>
                  </a:lnTo>
                  <a:lnTo>
                    <a:pt x="885824" y="0"/>
                  </a:lnTo>
                  <a:lnTo>
                    <a:pt x="893426" y="697"/>
                  </a:lnTo>
                  <a:lnTo>
                    <a:pt x="900450" y="2789"/>
                  </a:lnTo>
                  <a:lnTo>
                    <a:pt x="906897" y="6276"/>
                  </a:lnTo>
                  <a:lnTo>
                    <a:pt x="910801" y="9524"/>
                  </a:lnTo>
                  <a:lnTo>
                    <a:pt x="34310" y="9524"/>
                  </a:lnTo>
                  <a:lnTo>
                    <a:pt x="30665" y="10250"/>
                  </a:lnTo>
                  <a:lnTo>
                    <a:pt x="9524" y="34310"/>
                  </a:lnTo>
                  <a:lnTo>
                    <a:pt x="9524" y="213339"/>
                  </a:lnTo>
                  <a:lnTo>
                    <a:pt x="34310" y="238124"/>
                  </a:lnTo>
                  <a:lnTo>
                    <a:pt x="910800" y="238124"/>
                  </a:lnTo>
                  <a:lnTo>
                    <a:pt x="906897" y="241372"/>
                  </a:lnTo>
                  <a:lnTo>
                    <a:pt x="900450" y="244859"/>
                  </a:lnTo>
                  <a:lnTo>
                    <a:pt x="893426" y="246952"/>
                  </a:lnTo>
                  <a:lnTo>
                    <a:pt x="885824" y="247649"/>
                  </a:lnTo>
                  <a:close/>
                </a:path>
                <a:path w="923925" h="247650">
                  <a:moveTo>
                    <a:pt x="910800" y="238124"/>
                  </a:moveTo>
                  <a:lnTo>
                    <a:pt x="889614" y="238124"/>
                  </a:lnTo>
                  <a:lnTo>
                    <a:pt x="893259" y="237399"/>
                  </a:lnTo>
                  <a:lnTo>
                    <a:pt x="900260" y="234499"/>
                  </a:lnTo>
                  <a:lnTo>
                    <a:pt x="914399" y="213339"/>
                  </a:lnTo>
                  <a:lnTo>
                    <a:pt x="914399" y="34310"/>
                  </a:lnTo>
                  <a:lnTo>
                    <a:pt x="889614" y="9524"/>
                  </a:lnTo>
                  <a:lnTo>
                    <a:pt x="910801" y="9524"/>
                  </a:lnTo>
                  <a:lnTo>
                    <a:pt x="923924" y="209549"/>
                  </a:lnTo>
                  <a:lnTo>
                    <a:pt x="923227" y="217151"/>
                  </a:lnTo>
                  <a:lnTo>
                    <a:pt x="921135" y="224175"/>
                  </a:lnTo>
                  <a:lnTo>
                    <a:pt x="917647" y="230622"/>
                  </a:lnTo>
                  <a:lnTo>
                    <a:pt x="912765" y="236490"/>
                  </a:lnTo>
                  <a:lnTo>
                    <a:pt x="910800" y="2381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719510" y="4700607"/>
            <a:ext cx="78232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80" dirty="0">
                <a:solidFill>
                  <a:srgbClr val="C2400C"/>
                </a:solidFill>
                <a:latin typeface="Arial"/>
                <a:cs typeface="Arial"/>
              </a:rPr>
              <a:t>DICTIONNAIRE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2647950" y="4676775"/>
            <a:ext cx="542925" cy="247650"/>
            <a:chOff x="2647950" y="4676775"/>
            <a:chExt cx="542925" cy="247650"/>
          </a:xfrm>
        </p:grpSpPr>
        <p:sp>
          <p:nvSpPr>
            <p:cNvPr id="74" name="object 74"/>
            <p:cNvSpPr/>
            <p:nvPr/>
          </p:nvSpPr>
          <p:spPr>
            <a:xfrm>
              <a:off x="2647950" y="4676775"/>
              <a:ext cx="542925" cy="247650"/>
            </a:xfrm>
            <a:custGeom>
              <a:avLst/>
              <a:gdLst/>
              <a:ahLst/>
              <a:cxnLst/>
              <a:rect l="l" t="t" r="r" b="b"/>
              <a:pathLst>
                <a:path w="542925" h="247650">
                  <a:moveTo>
                    <a:pt x="504825" y="247649"/>
                  </a:moveTo>
                  <a:lnTo>
                    <a:pt x="38099" y="247649"/>
                  </a:lnTo>
                  <a:lnTo>
                    <a:pt x="30498" y="246952"/>
                  </a:lnTo>
                  <a:lnTo>
                    <a:pt x="697" y="217151"/>
                  </a:lnTo>
                  <a:lnTo>
                    <a:pt x="0" y="209550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504824" y="0"/>
                  </a:lnTo>
                  <a:lnTo>
                    <a:pt x="540135" y="23473"/>
                  </a:lnTo>
                  <a:lnTo>
                    <a:pt x="542924" y="38099"/>
                  </a:lnTo>
                  <a:lnTo>
                    <a:pt x="542924" y="209550"/>
                  </a:lnTo>
                  <a:lnTo>
                    <a:pt x="519450" y="244859"/>
                  </a:lnTo>
                  <a:lnTo>
                    <a:pt x="504825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647950" y="4676775"/>
              <a:ext cx="542925" cy="247650"/>
            </a:xfrm>
            <a:custGeom>
              <a:avLst/>
              <a:gdLst/>
              <a:ahLst/>
              <a:cxnLst/>
              <a:rect l="l" t="t" r="r" b="b"/>
              <a:pathLst>
                <a:path w="542925" h="247650">
                  <a:moveTo>
                    <a:pt x="504824" y="247649"/>
                  </a:moveTo>
                  <a:lnTo>
                    <a:pt x="38099" y="247649"/>
                  </a:lnTo>
                  <a:lnTo>
                    <a:pt x="30498" y="246952"/>
                  </a:lnTo>
                  <a:lnTo>
                    <a:pt x="697" y="217151"/>
                  </a:lnTo>
                  <a:lnTo>
                    <a:pt x="0" y="209549"/>
                  </a:lnTo>
                  <a:lnTo>
                    <a:pt x="0" y="38099"/>
                  </a:lnTo>
                  <a:lnTo>
                    <a:pt x="23474" y="2789"/>
                  </a:lnTo>
                  <a:lnTo>
                    <a:pt x="38099" y="0"/>
                  </a:lnTo>
                  <a:lnTo>
                    <a:pt x="504824" y="0"/>
                  </a:lnTo>
                  <a:lnTo>
                    <a:pt x="512426" y="697"/>
                  </a:lnTo>
                  <a:lnTo>
                    <a:pt x="519450" y="2789"/>
                  </a:lnTo>
                  <a:lnTo>
                    <a:pt x="525896" y="6276"/>
                  </a:lnTo>
                  <a:lnTo>
                    <a:pt x="529801" y="9524"/>
                  </a:lnTo>
                  <a:lnTo>
                    <a:pt x="34310" y="9524"/>
                  </a:lnTo>
                  <a:lnTo>
                    <a:pt x="30665" y="10250"/>
                  </a:lnTo>
                  <a:lnTo>
                    <a:pt x="9524" y="34310"/>
                  </a:lnTo>
                  <a:lnTo>
                    <a:pt x="9524" y="213339"/>
                  </a:lnTo>
                  <a:lnTo>
                    <a:pt x="34310" y="238124"/>
                  </a:lnTo>
                  <a:lnTo>
                    <a:pt x="529800" y="238124"/>
                  </a:lnTo>
                  <a:lnTo>
                    <a:pt x="525896" y="241372"/>
                  </a:lnTo>
                  <a:lnTo>
                    <a:pt x="519450" y="244859"/>
                  </a:lnTo>
                  <a:lnTo>
                    <a:pt x="512426" y="246952"/>
                  </a:lnTo>
                  <a:lnTo>
                    <a:pt x="504824" y="247649"/>
                  </a:lnTo>
                  <a:close/>
                </a:path>
                <a:path w="542925" h="247650">
                  <a:moveTo>
                    <a:pt x="529800" y="238124"/>
                  </a:moveTo>
                  <a:lnTo>
                    <a:pt x="508614" y="238124"/>
                  </a:lnTo>
                  <a:lnTo>
                    <a:pt x="512259" y="237399"/>
                  </a:lnTo>
                  <a:lnTo>
                    <a:pt x="519260" y="234499"/>
                  </a:lnTo>
                  <a:lnTo>
                    <a:pt x="533399" y="213339"/>
                  </a:lnTo>
                  <a:lnTo>
                    <a:pt x="533399" y="34310"/>
                  </a:lnTo>
                  <a:lnTo>
                    <a:pt x="508614" y="9524"/>
                  </a:lnTo>
                  <a:lnTo>
                    <a:pt x="529801" y="9524"/>
                  </a:lnTo>
                  <a:lnTo>
                    <a:pt x="542924" y="209549"/>
                  </a:lnTo>
                  <a:lnTo>
                    <a:pt x="542227" y="217151"/>
                  </a:lnTo>
                  <a:lnTo>
                    <a:pt x="540135" y="224175"/>
                  </a:lnTo>
                  <a:lnTo>
                    <a:pt x="536647" y="230622"/>
                  </a:lnTo>
                  <a:lnTo>
                    <a:pt x="531765" y="236490"/>
                  </a:lnTo>
                  <a:lnTo>
                    <a:pt x="529800" y="2381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2723951" y="4700607"/>
            <a:ext cx="39116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95" dirty="0">
                <a:solidFill>
                  <a:srgbClr val="C2400C"/>
                </a:solidFill>
                <a:latin typeface="Arial"/>
                <a:cs typeface="Arial"/>
              </a:rPr>
              <a:t>CACHE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117336" y="3136392"/>
            <a:ext cx="5767070" cy="2087880"/>
            <a:chOff x="6117336" y="3136392"/>
            <a:chExt cx="5767070" cy="2087880"/>
          </a:xfrm>
        </p:grpSpPr>
        <p:sp>
          <p:nvSpPr>
            <p:cNvPr id="78" name="object 78"/>
            <p:cNvSpPr/>
            <p:nvPr/>
          </p:nvSpPr>
          <p:spPr>
            <a:xfrm>
              <a:off x="6117336" y="3136392"/>
              <a:ext cx="5767070" cy="2087880"/>
            </a:xfrm>
            <a:custGeom>
              <a:avLst/>
              <a:gdLst/>
              <a:ahLst/>
              <a:cxnLst/>
              <a:rect l="l" t="t" r="r" b="b"/>
              <a:pathLst>
                <a:path w="5767070" h="2087879">
                  <a:moveTo>
                    <a:pt x="5766816" y="2087880"/>
                  </a:moveTo>
                  <a:lnTo>
                    <a:pt x="0" y="2087880"/>
                  </a:lnTo>
                  <a:lnTo>
                    <a:pt x="0" y="0"/>
                  </a:lnTo>
                  <a:lnTo>
                    <a:pt x="5766816" y="0"/>
                  </a:lnTo>
                  <a:lnTo>
                    <a:pt x="5766816" y="44957"/>
                  </a:lnTo>
                  <a:lnTo>
                    <a:pt x="188213" y="44957"/>
                  </a:lnTo>
                  <a:lnTo>
                    <a:pt x="177892" y="45456"/>
                  </a:lnTo>
                  <a:lnTo>
                    <a:pt x="138772" y="57343"/>
                  </a:lnTo>
                  <a:lnTo>
                    <a:pt x="107180" y="83296"/>
                  </a:lnTo>
                  <a:lnTo>
                    <a:pt x="87924" y="119363"/>
                  </a:lnTo>
                  <a:lnTo>
                    <a:pt x="83438" y="149732"/>
                  </a:lnTo>
                  <a:lnTo>
                    <a:pt x="83438" y="1864232"/>
                  </a:lnTo>
                  <a:lnTo>
                    <a:pt x="91414" y="1904327"/>
                  </a:lnTo>
                  <a:lnTo>
                    <a:pt x="114126" y="1938319"/>
                  </a:lnTo>
                  <a:lnTo>
                    <a:pt x="148117" y="1961031"/>
                  </a:lnTo>
                  <a:lnTo>
                    <a:pt x="188213" y="1969007"/>
                  </a:lnTo>
                  <a:lnTo>
                    <a:pt x="5766816" y="1969007"/>
                  </a:lnTo>
                  <a:lnTo>
                    <a:pt x="5766816" y="2087880"/>
                  </a:lnTo>
                  <a:close/>
                </a:path>
                <a:path w="5767070" h="2087879">
                  <a:moveTo>
                    <a:pt x="5766816" y="1969007"/>
                  </a:moveTo>
                  <a:lnTo>
                    <a:pt x="5579363" y="1969007"/>
                  </a:lnTo>
                  <a:lnTo>
                    <a:pt x="5589684" y="1968508"/>
                  </a:lnTo>
                  <a:lnTo>
                    <a:pt x="5599806" y="1967013"/>
                  </a:lnTo>
                  <a:lnTo>
                    <a:pt x="5637582" y="1951365"/>
                  </a:lnTo>
                  <a:lnTo>
                    <a:pt x="5666496" y="1922452"/>
                  </a:lnTo>
                  <a:lnTo>
                    <a:pt x="5682143" y="1884676"/>
                  </a:lnTo>
                  <a:lnTo>
                    <a:pt x="5684138" y="1864232"/>
                  </a:lnTo>
                  <a:lnTo>
                    <a:pt x="5684138" y="149732"/>
                  </a:lnTo>
                  <a:lnTo>
                    <a:pt x="5676162" y="109636"/>
                  </a:lnTo>
                  <a:lnTo>
                    <a:pt x="5653449" y="75645"/>
                  </a:lnTo>
                  <a:lnTo>
                    <a:pt x="5619457" y="52933"/>
                  </a:lnTo>
                  <a:lnTo>
                    <a:pt x="5579363" y="44957"/>
                  </a:lnTo>
                  <a:lnTo>
                    <a:pt x="5766816" y="44957"/>
                  </a:lnTo>
                  <a:lnTo>
                    <a:pt x="5766816" y="19690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219824" y="3171824"/>
              <a:ext cx="5591175" cy="1943100"/>
            </a:xfrm>
            <a:custGeom>
              <a:avLst/>
              <a:gdLst/>
              <a:ahLst/>
              <a:cxnLst/>
              <a:rect l="l" t="t" r="r" b="b"/>
              <a:pathLst>
                <a:path w="5591175" h="1943100">
                  <a:moveTo>
                    <a:pt x="5484380" y="1943099"/>
                  </a:moveTo>
                  <a:lnTo>
                    <a:pt x="80096" y="1943099"/>
                  </a:lnTo>
                  <a:lnTo>
                    <a:pt x="74521" y="1942367"/>
                  </a:lnTo>
                  <a:lnTo>
                    <a:pt x="33417" y="1919666"/>
                  </a:lnTo>
                  <a:lnTo>
                    <a:pt x="11319" y="1886060"/>
                  </a:lnTo>
                  <a:lnTo>
                    <a:pt x="548" y="1843737"/>
                  </a:lnTo>
                  <a:lnTo>
                    <a:pt x="0" y="1836304"/>
                  </a:lnTo>
                  <a:lnTo>
                    <a:pt x="0" y="1828799"/>
                  </a:lnTo>
                  <a:lnTo>
                    <a:pt x="0" y="106794"/>
                  </a:lnTo>
                  <a:lnTo>
                    <a:pt x="8679" y="63625"/>
                  </a:lnTo>
                  <a:lnTo>
                    <a:pt x="29087" y="28170"/>
                  </a:lnTo>
                  <a:lnTo>
                    <a:pt x="63480" y="3660"/>
                  </a:lnTo>
                  <a:lnTo>
                    <a:pt x="80096" y="0"/>
                  </a:lnTo>
                  <a:lnTo>
                    <a:pt x="5484380" y="0"/>
                  </a:lnTo>
                  <a:lnTo>
                    <a:pt x="5527547" y="11572"/>
                  </a:lnTo>
                  <a:lnTo>
                    <a:pt x="5563003" y="38784"/>
                  </a:lnTo>
                  <a:lnTo>
                    <a:pt x="5585346" y="77492"/>
                  </a:lnTo>
                  <a:lnTo>
                    <a:pt x="5591175" y="106794"/>
                  </a:lnTo>
                  <a:lnTo>
                    <a:pt x="5591175" y="1836304"/>
                  </a:lnTo>
                  <a:lnTo>
                    <a:pt x="5579601" y="1879473"/>
                  </a:lnTo>
                  <a:lnTo>
                    <a:pt x="5552390" y="1914928"/>
                  </a:lnTo>
                  <a:lnTo>
                    <a:pt x="5513681" y="1937270"/>
                  </a:lnTo>
                  <a:lnTo>
                    <a:pt x="5491812" y="1942367"/>
                  </a:lnTo>
                  <a:lnTo>
                    <a:pt x="5484380" y="1943099"/>
                  </a:lnTo>
                  <a:close/>
                </a:path>
              </a:pathLst>
            </a:custGeom>
            <a:solidFill>
              <a:srgbClr val="F5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191249" y="3172241"/>
              <a:ext cx="106045" cy="1942464"/>
            </a:xfrm>
            <a:custGeom>
              <a:avLst/>
              <a:gdLst/>
              <a:ahLst/>
              <a:cxnLst/>
              <a:rect l="l" t="t" r="r" b="b"/>
              <a:pathLst>
                <a:path w="106045" h="1942464">
                  <a:moveTo>
                    <a:pt x="105674" y="1942266"/>
                  </a:moveTo>
                  <a:lnTo>
                    <a:pt x="60363" y="1929170"/>
                  </a:lnTo>
                  <a:lnTo>
                    <a:pt x="25899" y="1900858"/>
                  </a:lnTo>
                  <a:lnTo>
                    <a:pt x="4893" y="1861512"/>
                  </a:lnTo>
                  <a:lnTo>
                    <a:pt x="0" y="1828383"/>
                  </a:lnTo>
                  <a:lnTo>
                    <a:pt x="0" y="113883"/>
                  </a:lnTo>
                  <a:lnTo>
                    <a:pt x="8700" y="70142"/>
                  </a:lnTo>
                  <a:lnTo>
                    <a:pt x="33477" y="33060"/>
                  </a:lnTo>
                  <a:lnTo>
                    <a:pt x="70558" y="8283"/>
                  </a:lnTo>
                  <a:lnTo>
                    <a:pt x="105673" y="0"/>
                  </a:lnTo>
                  <a:lnTo>
                    <a:pt x="99430" y="2483"/>
                  </a:lnTo>
                  <a:lnTo>
                    <a:pt x="92429" y="8283"/>
                  </a:lnTo>
                  <a:lnTo>
                    <a:pt x="70099" y="41407"/>
                  </a:lnTo>
                  <a:lnTo>
                    <a:pt x="59596" y="80753"/>
                  </a:lnTo>
                  <a:lnTo>
                    <a:pt x="57149" y="113883"/>
                  </a:lnTo>
                  <a:lnTo>
                    <a:pt x="57149" y="1828383"/>
                  </a:lnTo>
                  <a:lnTo>
                    <a:pt x="61499" y="1872123"/>
                  </a:lnTo>
                  <a:lnTo>
                    <a:pt x="73888" y="1909205"/>
                  </a:lnTo>
                  <a:lnTo>
                    <a:pt x="99430" y="1939782"/>
                  </a:lnTo>
                  <a:lnTo>
                    <a:pt x="105674" y="1942266"/>
                  </a:lnTo>
                  <a:close/>
                </a:path>
              </a:pathLst>
            </a:custGeom>
            <a:solidFill>
              <a:srgbClr val="8B5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385560" y="3325368"/>
              <a:ext cx="487680" cy="490855"/>
            </a:xfrm>
            <a:custGeom>
              <a:avLst/>
              <a:gdLst/>
              <a:ahLst/>
              <a:cxnLst/>
              <a:rect l="l" t="t" r="r" b="b"/>
              <a:pathLst>
                <a:path w="487679" h="490854">
                  <a:moveTo>
                    <a:pt x="487680" y="490728"/>
                  </a:moveTo>
                  <a:lnTo>
                    <a:pt x="0" y="490728"/>
                  </a:lnTo>
                  <a:lnTo>
                    <a:pt x="0" y="0"/>
                  </a:lnTo>
                  <a:lnTo>
                    <a:pt x="487680" y="0"/>
                  </a:lnTo>
                  <a:lnTo>
                    <a:pt x="487680" y="46481"/>
                  </a:lnTo>
                  <a:lnTo>
                    <a:pt x="243839" y="46481"/>
                  </a:lnTo>
                  <a:lnTo>
                    <a:pt x="226011" y="47342"/>
                  </a:lnTo>
                  <a:lnTo>
                    <a:pt x="174582" y="60256"/>
                  </a:lnTo>
                  <a:lnTo>
                    <a:pt x="129085" y="87490"/>
                  </a:lnTo>
                  <a:lnTo>
                    <a:pt x="93335" y="126892"/>
                  </a:lnTo>
                  <a:lnTo>
                    <a:pt x="70612" y="175000"/>
                  </a:lnTo>
                  <a:lnTo>
                    <a:pt x="62864" y="227456"/>
                  </a:lnTo>
                  <a:lnTo>
                    <a:pt x="63725" y="245284"/>
                  </a:lnTo>
                  <a:lnTo>
                    <a:pt x="76640" y="296712"/>
                  </a:lnTo>
                  <a:lnTo>
                    <a:pt x="103872" y="342210"/>
                  </a:lnTo>
                  <a:lnTo>
                    <a:pt x="143275" y="377959"/>
                  </a:lnTo>
                  <a:lnTo>
                    <a:pt x="191382" y="400682"/>
                  </a:lnTo>
                  <a:lnTo>
                    <a:pt x="243839" y="408431"/>
                  </a:lnTo>
                  <a:lnTo>
                    <a:pt x="487680" y="408431"/>
                  </a:lnTo>
                  <a:lnTo>
                    <a:pt x="487680" y="490728"/>
                  </a:lnTo>
                  <a:close/>
                </a:path>
                <a:path w="487679" h="490854">
                  <a:moveTo>
                    <a:pt x="487680" y="408431"/>
                  </a:moveTo>
                  <a:lnTo>
                    <a:pt x="243839" y="408431"/>
                  </a:lnTo>
                  <a:lnTo>
                    <a:pt x="261666" y="407570"/>
                  </a:lnTo>
                  <a:lnTo>
                    <a:pt x="279151" y="404987"/>
                  </a:lnTo>
                  <a:lnTo>
                    <a:pt x="329235" y="387037"/>
                  </a:lnTo>
                  <a:lnTo>
                    <a:pt x="371808" y="355425"/>
                  </a:lnTo>
                  <a:lnTo>
                    <a:pt x="403419" y="312853"/>
                  </a:lnTo>
                  <a:lnTo>
                    <a:pt x="421369" y="262769"/>
                  </a:lnTo>
                  <a:lnTo>
                    <a:pt x="424814" y="227456"/>
                  </a:lnTo>
                  <a:lnTo>
                    <a:pt x="423953" y="209628"/>
                  </a:lnTo>
                  <a:lnTo>
                    <a:pt x="411037" y="158199"/>
                  </a:lnTo>
                  <a:lnTo>
                    <a:pt x="383804" y="112702"/>
                  </a:lnTo>
                  <a:lnTo>
                    <a:pt x="344401" y="76952"/>
                  </a:lnTo>
                  <a:lnTo>
                    <a:pt x="296294" y="54230"/>
                  </a:lnTo>
                  <a:lnTo>
                    <a:pt x="243839" y="46481"/>
                  </a:lnTo>
                  <a:lnTo>
                    <a:pt x="487680" y="46481"/>
                  </a:lnTo>
                  <a:lnTo>
                    <a:pt x="487680" y="40843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438899" y="33623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9"/>
                  </a:lnTo>
                  <a:lnTo>
                    <a:pt x="100696" y="358507"/>
                  </a:lnTo>
                  <a:lnTo>
                    <a:pt x="62574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199" y="135199"/>
                  </a:lnTo>
                  <a:lnTo>
                    <a:pt x="27095" y="92571"/>
                  </a:lnTo>
                  <a:lnTo>
                    <a:pt x="55795" y="55796"/>
                  </a:lnTo>
                  <a:lnTo>
                    <a:pt x="92570" y="27095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0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97637" y="3463924"/>
              <a:ext cx="263525" cy="177800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6921500" y="3386534"/>
            <a:ext cx="83693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-130" dirty="0">
                <a:solidFill>
                  <a:srgbClr val="6D28D9"/>
                </a:solidFill>
                <a:latin typeface="Arial"/>
                <a:cs typeface="Arial"/>
              </a:rPr>
              <a:t>STREAM</a:t>
            </a:r>
            <a:endParaRPr sz="17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426199" y="3828136"/>
            <a:ext cx="458152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1200" spc="-75" dirty="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voulez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transformer,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filtrer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ou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agréger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données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465469"/>
                </a:solidFill>
                <a:latin typeface="Arial"/>
                <a:cs typeface="Arial"/>
              </a:rPr>
              <a:t>sans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modifier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la collection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d'origine.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6438899" y="4676775"/>
            <a:ext cx="628650" cy="247650"/>
            <a:chOff x="6438899" y="4676775"/>
            <a:chExt cx="628650" cy="247650"/>
          </a:xfrm>
        </p:grpSpPr>
        <p:sp>
          <p:nvSpPr>
            <p:cNvPr id="87" name="object 87"/>
            <p:cNvSpPr/>
            <p:nvPr/>
          </p:nvSpPr>
          <p:spPr>
            <a:xfrm>
              <a:off x="6438899" y="4676775"/>
              <a:ext cx="628650" cy="247650"/>
            </a:xfrm>
            <a:custGeom>
              <a:avLst/>
              <a:gdLst/>
              <a:ahLst/>
              <a:cxnLst/>
              <a:rect l="l" t="t" r="r" b="b"/>
              <a:pathLst>
                <a:path w="628650" h="247650">
                  <a:moveTo>
                    <a:pt x="590550" y="247649"/>
                  </a:moveTo>
                  <a:lnTo>
                    <a:pt x="38099" y="247649"/>
                  </a:lnTo>
                  <a:lnTo>
                    <a:pt x="30497" y="246952"/>
                  </a:lnTo>
                  <a:lnTo>
                    <a:pt x="697" y="217151"/>
                  </a:lnTo>
                  <a:lnTo>
                    <a:pt x="0" y="209550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590549" y="0"/>
                  </a:lnTo>
                  <a:lnTo>
                    <a:pt x="625860" y="23473"/>
                  </a:lnTo>
                  <a:lnTo>
                    <a:pt x="628649" y="38099"/>
                  </a:lnTo>
                  <a:lnTo>
                    <a:pt x="628649" y="209550"/>
                  </a:lnTo>
                  <a:lnTo>
                    <a:pt x="605176" y="244859"/>
                  </a:lnTo>
                  <a:lnTo>
                    <a:pt x="590550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438899" y="4676775"/>
              <a:ext cx="628650" cy="247650"/>
            </a:xfrm>
            <a:custGeom>
              <a:avLst/>
              <a:gdLst/>
              <a:ahLst/>
              <a:cxnLst/>
              <a:rect l="l" t="t" r="r" b="b"/>
              <a:pathLst>
                <a:path w="628650" h="247650">
                  <a:moveTo>
                    <a:pt x="590549" y="247649"/>
                  </a:moveTo>
                  <a:lnTo>
                    <a:pt x="38099" y="247649"/>
                  </a:lnTo>
                  <a:lnTo>
                    <a:pt x="30497" y="246952"/>
                  </a:lnTo>
                  <a:lnTo>
                    <a:pt x="697" y="217151"/>
                  </a:lnTo>
                  <a:lnTo>
                    <a:pt x="0" y="2095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590549" y="0"/>
                  </a:lnTo>
                  <a:lnTo>
                    <a:pt x="598152" y="697"/>
                  </a:lnTo>
                  <a:lnTo>
                    <a:pt x="605176" y="2789"/>
                  </a:lnTo>
                  <a:lnTo>
                    <a:pt x="611622" y="6276"/>
                  </a:lnTo>
                  <a:lnTo>
                    <a:pt x="615527" y="9524"/>
                  </a:lnTo>
                  <a:lnTo>
                    <a:pt x="34310" y="9524"/>
                  </a:lnTo>
                  <a:lnTo>
                    <a:pt x="30665" y="10250"/>
                  </a:lnTo>
                  <a:lnTo>
                    <a:pt x="9525" y="34310"/>
                  </a:lnTo>
                  <a:lnTo>
                    <a:pt x="9525" y="213339"/>
                  </a:lnTo>
                  <a:lnTo>
                    <a:pt x="34310" y="238124"/>
                  </a:lnTo>
                  <a:lnTo>
                    <a:pt x="615526" y="238124"/>
                  </a:lnTo>
                  <a:lnTo>
                    <a:pt x="611622" y="241372"/>
                  </a:lnTo>
                  <a:lnTo>
                    <a:pt x="605176" y="244859"/>
                  </a:lnTo>
                  <a:lnTo>
                    <a:pt x="598152" y="246952"/>
                  </a:lnTo>
                  <a:lnTo>
                    <a:pt x="590549" y="247649"/>
                  </a:lnTo>
                  <a:close/>
                </a:path>
                <a:path w="628650" h="247650">
                  <a:moveTo>
                    <a:pt x="615526" y="238124"/>
                  </a:moveTo>
                  <a:lnTo>
                    <a:pt x="594339" y="238124"/>
                  </a:lnTo>
                  <a:lnTo>
                    <a:pt x="597984" y="237399"/>
                  </a:lnTo>
                  <a:lnTo>
                    <a:pt x="604986" y="234499"/>
                  </a:lnTo>
                  <a:lnTo>
                    <a:pt x="619125" y="213339"/>
                  </a:lnTo>
                  <a:lnTo>
                    <a:pt x="619125" y="34310"/>
                  </a:lnTo>
                  <a:lnTo>
                    <a:pt x="594339" y="9524"/>
                  </a:lnTo>
                  <a:lnTo>
                    <a:pt x="615527" y="9524"/>
                  </a:lnTo>
                  <a:lnTo>
                    <a:pt x="628649" y="209549"/>
                  </a:lnTo>
                  <a:lnTo>
                    <a:pt x="627952" y="217151"/>
                  </a:lnTo>
                  <a:lnTo>
                    <a:pt x="625860" y="224175"/>
                  </a:lnTo>
                  <a:lnTo>
                    <a:pt x="622372" y="230622"/>
                  </a:lnTo>
                  <a:lnTo>
                    <a:pt x="617490" y="236490"/>
                  </a:lnTo>
                  <a:lnTo>
                    <a:pt x="615526" y="2381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6511925" y="4700607"/>
            <a:ext cx="48450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90" dirty="0">
                <a:solidFill>
                  <a:srgbClr val="6D28D9"/>
                </a:solidFill>
                <a:latin typeface="Arial"/>
                <a:cs typeface="Arial"/>
              </a:rPr>
              <a:t>PIPELINE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7143750" y="4676775"/>
            <a:ext cx="742950" cy="247650"/>
            <a:chOff x="7143750" y="4676775"/>
            <a:chExt cx="742950" cy="247650"/>
          </a:xfrm>
        </p:grpSpPr>
        <p:sp>
          <p:nvSpPr>
            <p:cNvPr id="91" name="object 91"/>
            <p:cNvSpPr/>
            <p:nvPr/>
          </p:nvSpPr>
          <p:spPr>
            <a:xfrm>
              <a:off x="7143750" y="4676775"/>
              <a:ext cx="742950" cy="247650"/>
            </a:xfrm>
            <a:custGeom>
              <a:avLst/>
              <a:gdLst/>
              <a:ahLst/>
              <a:cxnLst/>
              <a:rect l="l" t="t" r="r" b="b"/>
              <a:pathLst>
                <a:path w="742950" h="247650">
                  <a:moveTo>
                    <a:pt x="704850" y="247649"/>
                  </a:moveTo>
                  <a:lnTo>
                    <a:pt x="38099" y="247649"/>
                  </a:lnTo>
                  <a:lnTo>
                    <a:pt x="30497" y="246952"/>
                  </a:lnTo>
                  <a:lnTo>
                    <a:pt x="697" y="217151"/>
                  </a:lnTo>
                  <a:lnTo>
                    <a:pt x="0" y="209550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704849" y="0"/>
                  </a:lnTo>
                  <a:lnTo>
                    <a:pt x="740159" y="23473"/>
                  </a:lnTo>
                  <a:lnTo>
                    <a:pt x="742949" y="38099"/>
                  </a:lnTo>
                  <a:lnTo>
                    <a:pt x="742949" y="209550"/>
                  </a:lnTo>
                  <a:lnTo>
                    <a:pt x="719475" y="244859"/>
                  </a:lnTo>
                  <a:lnTo>
                    <a:pt x="704850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143750" y="4676775"/>
              <a:ext cx="742950" cy="247650"/>
            </a:xfrm>
            <a:custGeom>
              <a:avLst/>
              <a:gdLst/>
              <a:ahLst/>
              <a:cxnLst/>
              <a:rect l="l" t="t" r="r" b="b"/>
              <a:pathLst>
                <a:path w="742950" h="247650">
                  <a:moveTo>
                    <a:pt x="704849" y="247649"/>
                  </a:moveTo>
                  <a:lnTo>
                    <a:pt x="38099" y="247649"/>
                  </a:lnTo>
                  <a:lnTo>
                    <a:pt x="30497" y="246952"/>
                  </a:lnTo>
                  <a:lnTo>
                    <a:pt x="697" y="217151"/>
                  </a:lnTo>
                  <a:lnTo>
                    <a:pt x="0" y="2095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704849" y="0"/>
                  </a:lnTo>
                  <a:lnTo>
                    <a:pt x="712451" y="697"/>
                  </a:lnTo>
                  <a:lnTo>
                    <a:pt x="719475" y="2789"/>
                  </a:lnTo>
                  <a:lnTo>
                    <a:pt x="725921" y="6276"/>
                  </a:lnTo>
                  <a:lnTo>
                    <a:pt x="729826" y="9524"/>
                  </a:lnTo>
                  <a:lnTo>
                    <a:pt x="34310" y="9524"/>
                  </a:lnTo>
                  <a:lnTo>
                    <a:pt x="30665" y="10250"/>
                  </a:lnTo>
                  <a:lnTo>
                    <a:pt x="9524" y="34310"/>
                  </a:lnTo>
                  <a:lnTo>
                    <a:pt x="9524" y="213339"/>
                  </a:lnTo>
                  <a:lnTo>
                    <a:pt x="34310" y="238124"/>
                  </a:lnTo>
                  <a:lnTo>
                    <a:pt x="729825" y="238124"/>
                  </a:lnTo>
                  <a:lnTo>
                    <a:pt x="725921" y="241372"/>
                  </a:lnTo>
                  <a:lnTo>
                    <a:pt x="719475" y="244859"/>
                  </a:lnTo>
                  <a:lnTo>
                    <a:pt x="712451" y="246952"/>
                  </a:lnTo>
                  <a:lnTo>
                    <a:pt x="704849" y="247649"/>
                  </a:lnTo>
                  <a:close/>
                </a:path>
                <a:path w="742950" h="247650">
                  <a:moveTo>
                    <a:pt x="729825" y="238124"/>
                  </a:moveTo>
                  <a:lnTo>
                    <a:pt x="708639" y="238124"/>
                  </a:lnTo>
                  <a:lnTo>
                    <a:pt x="712284" y="237399"/>
                  </a:lnTo>
                  <a:lnTo>
                    <a:pt x="719285" y="234499"/>
                  </a:lnTo>
                  <a:lnTo>
                    <a:pt x="733424" y="213339"/>
                  </a:lnTo>
                  <a:lnTo>
                    <a:pt x="733424" y="34310"/>
                  </a:lnTo>
                  <a:lnTo>
                    <a:pt x="708639" y="9524"/>
                  </a:lnTo>
                  <a:lnTo>
                    <a:pt x="729826" y="9524"/>
                  </a:lnTo>
                  <a:lnTo>
                    <a:pt x="742949" y="209549"/>
                  </a:lnTo>
                  <a:lnTo>
                    <a:pt x="742252" y="217151"/>
                  </a:lnTo>
                  <a:lnTo>
                    <a:pt x="740159" y="224175"/>
                  </a:lnTo>
                  <a:lnTo>
                    <a:pt x="736672" y="230622"/>
                  </a:lnTo>
                  <a:lnTo>
                    <a:pt x="731790" y="236490"/>
                  </a:lnTo>
                  <a:lnTo>
                    <a:pt x="729825" y="2381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7218560" y="4700607"/>
            <a:ext cx="59118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85" dirty="0">
                <a:solidFill>
                  <a:srgbClr val="6D28D9"/>
                </a:solidFill>
                <a:latin typeface="Arial"/>
                <a:cs typeface="Arial"/>
              </a:rPr>
              <a:t>IMMUABLE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7962900" y="4676775"/>
            <a:ext cx="657225" cy="247650"/>
            <a:chOff x="7962900" y="4676775"/>
            <a:chExt cx="657225" cy="247650"/>
          </a:xfrm>
        </p:grpSpPr>
        <p:sp>
          <p:nvSpPr>
            <p:cNvPr id="95" name="object 95"/>
            <p:cNvSpPr/>
            <p:nvPr/>
          </p:nvSpPr>
          <p:spPr>
            <a:xfrm>
              <a:off x="7962900" y="4676775"/>
              <a:ext cx="657225" cy="247650"/>
            </a:xfrm>
            <a:custGeom>
              <a:avLst/>
              <a:gdLst/>
              <a:ahLst/>
              <a:cxnLst/>
              <a:rect l="l" t="t" r="r" b="b"/>
              <a:pathLst>
                <a:path w="657225" h="247650">
                  <a:moveTo>
                    <a:pt x="619125" y="247649"/>
                  </a:moveTo>
                  <a:lnTo>
                    <a:pt x="38099" y="247649"/>
                  </a:lnTo>
                  <a:lnTo>
                    <a:pt x="30497" y="246952"/>
                  </a:lnTo>
                  <a:lnTo>
                    <a:pt x="697" y="217151"/>
                  </a:lnTo>
                  <a:lnTo>
                    <a:pt x="0" y="209550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619124" y="0"/>
                  </a:lnTo>
                  <a:lnTo>
                    <a:pt x="654434" y="23473"/>
                  </a:lnTo>
                  <a:lnTo>
                    <a:pt x="657224" y="38099"/>
                  </a:lnTo>
                  <a:lnTo>
                    <a:pt x="657224" y="209550"/>
                  </a:lnTo>
                  <a:lnTo>
                    <a:pt x="633749" y="244859"/>
                  </a:lnTo>
                  <a:lnTo>
                    <a:pt x="619125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962900" y="4676775"/>
              <a:ext cx="657225" cy="247650"/>
            </a:xfrm>
            <a:custGeom>
              <a:avLst/>
              <a:gdLst/>
              <a:ahLst/>
              <a:cxnLst/>
              <a:rect l="l" t="t" r="r" b="b"/>
              <a:pathLst>
                <a:path w="657225" h="247650">
                  <a:moveTo>
                    <a:pt x="619124" y="247649"/>
                  </a:moveTo>
                  <a:lnTo>
                    <a:pt x="38099" y="247649"/>
                  </a:lnTo>
                  <a:lnTo>
                    <a:pt x="30497" y="246952"/>
                  </a:lnTo>
                  <a:lnTo>
                    <a:pt x="697" y="217151"/>
                  </a:lnTo>
                  <a:lnTo>
                    <a:pt x="0" y="2095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619124" y="0"/>
                  </a:lnTo>
                  <a:lnTo>
                    <a:pt x="626726" y="697"/>
                  </a:lnTo>
                  <a:lnTo>
                    <a:pt x="633750" y="2789"/>
                  </a:lnTo>
                  <a:lnTo>
                    <a:pt x="640196" y="6276"/>
                  </a:lnTo>
                  <a:lnTo>
                    <a:pt x="644101" y="9524"/>
                  </a:lnTo>
                  <a:lnTo>
                    <a:pt x="34310" y="9524"/>
                  </a:lnTo>
                  <a:lnTo>
                    <a:pt x="30665" y="10250"/>
                  </a:lnTo>
                  <a:lnTo>
                    <a:pt x="9524" y="34310"/>
                  </a:lnTo>
                  <a:lnTo>
                    <a:pt x="9524" y="213339"/>
                  </a:lnTo>
                  <a:lnTo>
                    <a:pt x="34310" y="238124"/>
                  </a:lnTo>
                  <a:lnTo>
                    <a:pt x="644100" y="238124"/>
                  </a:lnTo>
                  <a:lnTo>
                    <a:pt x="640196" y="241372"/>
                  </a:lnTo>
                  <a:lnTo>
                    <a:pt x="633750" y="244859"/>
                  </a:lnTo>
                  <a:lnTo>
                    <a:pt x="626726" y="246952"/>
                  </a:lnTo>
                  <a:lnTo>
                    <a:pt x="619124" y="247649"/>
                  </a:lnTo>
                  <a:close/>
                </a:path>
                <a:path w="657225" h="247650">
                  <a:moveTo>
                    <a:pt x="644100" y="238124"/>
                  </a:moveTo>
                  <a:lnTo>
                    <a:pt x="622914" y="238124"/>
                  </a:lnTo>
                  <a:lnTo>
                    <a:pt x="626559" y="237399"/>
                  </a:lnTo>
                  <a:lnTo>
                    <a:pt x="633560" y="234499"/>
                  </a:lnTo>
                  <a:lnTo>
                    <a:pt x="647699" y="213339"/>
                  </a:lnTo>
                  <a:lnTo>
                    <a:pt x="647699" y="34310"/>
                  </a:lnTo>
                  <a:lnTo>
                    <a:pt x="622914" y="9524"/>
                  </a:lnTo>
                  <a:lnTo>
                    <a:pt x="644101" y="9524"/>
                  </a:lnTo>
                  <a:lnTo>
                    <a:pt x="657224" y="209549"/>
                  </a:lnTo>
                  <a:lnTo>
                    <a:pt x="656527" y="217151"/>
                  </a:lnTo>
                  <a:lnTo>
                    <a:pt x="654434" y="224175"/>
                  </a:lnTo>
                  <a:lnTo>
                    <a:pt x="650947" y="230622"/>
                  </a:lnTo>
                  <a:lnTo>
                    <a:pt x="646065" y="236490"/>
                  </a:lnTo>
                  <a:lnTo>
                    <a:pt x="644100" y="2381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8031608" y="4700607"/>
            <a:ext cx="51435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100" dirty="0">
                <a:solidFill>
                  <a:srgbClr val="6D28D9"/>
                </a:solidFill>
                <a:latin typeface="Arial"/>
                <a:cs typeface="Arial"/>
              </a:rPr>
              <a:t>CALCULS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0" y="6800849"/>
            <a:ext cx="12192000" cy="57150"/>
            <a:chOff x="0" y="6800849"/>
            <a:chExt cx="12192000" cy="57150"/>
          </a:xfrm>
        </p:grpSpPr>
        <p:sp>
          <p:nvSpPr>
            <p:cNvPr id="99" name="object 99"/>
            <p:cNvSpPr/>
            <p:nvPr/>
          </p:nvSpPr>
          <p:spPr>
            <a:xfrm>
              <a:off x="11972924" y="6800849"/>
              <a:ext cx="219075" cy="57150"/>
            </a:xfrm>
            <a:custGeom>
              <a:avLst/>
              <a:gdLst/>
              <a:ahLst/>
              <a:cxnLst/>
              <a:rect l="l" t="t" r="r" b="b"/>
              <a:pathLst>
                <a:path w="219075" h="57150">
                  <a:moveTo>
                    <a:pt x="0" y="57149"/>
                  </a:moveTo>
                  <a:lnTo>
                    <a:pt x="219074" y="57149"/>
                  </a:lnTo>
                  <a:lnTo>
                    <a:pt x="21907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0" y="6800849"/>
              <a:ext cx="11972925" cy="57150"/>
            </a:xfrm>
            <a:custGeom>
              <a:avLst/>
              <a:gdLst/>
              <a:ahLst/>
              <a:cxnLst/>
              <a:rect l="l" t="t" r="r" b="b"/>
              <a:pathLst>
                <a:path w="11972925" h="57150">
                  <a:moveTo>
                    <a:pt x="119729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1972924" y="0"/>
                  </a:lnTo>
                  <a:lnTo>
                    <a:pt x="11972924" y="57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56/57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Mini-</a:t>
            </a:r>
            <a:r>
              <a:rPr spc="-195" dirty="0"/>
              <a:t>TP</a:t>
            </a:r>
            <a:r>
              <a:rPr spc="-160" dirty="0"/>
              <a:t> </a:t>
            </a:r>
            <a:r>
              <a:rPr spc="-130" dirty="0"/>
              <a:t>:</a:t>
            </a:r>
            <a:r>
              <a:rPr spc="-150" dirty="0"/>
              <a:t> </a:t>
            </a:r>
            <a:r>
              <a:rPr spc="-65" dirty="0"/>
              <a:t>5</a:t>
            </a:r>
            <a:r>
              <a:rPr spc="-150" dirty="0"/>
              <a:t> </a:t>
            </a:r>
            <a:r>
              <a:rPr spc="-155" dirty="0"/>
              <a:t>exercices</a:t>
            </a:r>
            <a:r>
              <a:rPr spc="-150" dirty="0"/>
              <a:t> </a:t>
            </a:r>
            <a:r>
              <a:rPr spc="-140" dirty="0"/>
              <a:t>progressifs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6136" y="993648"/>
            <a:ext cx="11539855" cy="890269"/>
            <a:chOff x="326136" y="993648"/>
            <a:chExt cx="11539855" cy="890269"/>
          </a:xfrm>
        </p:grpSpPr>
        <p:sp>
          <p:nvSpPr>
            <p:cNvPr id="4" name="object 4"/>
            <p:cNvSpPr/>
            <p:nvPr/>
          </p:nvSpPr>
          <p:spPr>
            <a:xfrm>
              <a:off x="326136" y="993648"/>
              <a:ext cx="11539855" cy="890269"/>
            </a:xfrm>
            <a:custGeom>
              <a:avLst/>
              <a:gdLst/>
              <a:ahLst/>
              <a:cxnLst/>
              <a:rect l="l" t="t" r="r" b="b"/>
              <a:pathLst>
                <a:path w="11539855" h="890269">
                  <a:moveTo>
                    <a:pt x="11539728" y="890016"/>
                  </a:moveTo>
                  <a:lnTo>
                    <a:pt x="0" y="890016"/>
                  </a:lnTo>
                  <a:lnTo>
                    <a:pt x="0" y="0"/>
                  </a:lnTo>
                  <a:lnTo>
                    <a:pt x="11539728" y="0"/>
                  </a:lnTo>
                  <a:lnTo>
                    <a:pt x="11539728" y="44576"/>
                  </a:lnTo>
                  <a:lnTo>
                    <a:pt x="112013" y="44576"/>
                  </a:lnTo>
                  <a:lnTo>
                    <a:pt x="102511" y="45448"/>
                  </a:lnTo>
                  <a:lnTo>
                    <a:pt x="67876" y="73919"/>
                  </a:lnTo>
                  <a:lnTo>
                    <a:pt x="64388" y="92201"/>
                  </a:lnTo>
                  <a:lnTo>
                    <a:pt x="64388" y="758951"/>
                  </a:lnTo>
                  <a:lnTo>
                    <a:pt x="85673" y="798730"/>
                  </a:lnTo>
                  <a:lnTo>
                    <a:pt x="112013" y="806576"/>
                  </a:lnTo>
                  <a:lnTo>
                    <a:pt x="11539728" y="806576"/>
                  </a:lnTo>
                  <a:lnTo>
                    <a:pt x="11539728" y="890016"/>
                  </a:lnTo>
                  <a:close/>
                </a:path>
                <a:path w="11539855" h="890269">
                  <a:moveTo>
                    <a:pt x="11539728" y="806576"/>
                  </a:moveTo>
                  <a:lnTo>
                    <a:pt x="11427713" y="806576"/>
                  </a:lnTo>
                  <a:lnTo>
                    <a:pt x="11437215" y="805704"/>
                  </a:lnTo>
                  <a:lnTo>
                    <a:pt x="11445995" y="803089"/>
                  </a:lnTo>
                  <a:lnTo>
                    <a:pt x="11474466" y="768454"/>
                  </a:lnTo>
                  <a:lnTo>
                    <a:pt x="11475338" y="758951"/>
                  </a:lnTo>
                  <a:lnTo>
                    <a:pt x="11475338" y="92201"/>
                  </a:lnTo>
                  <a:lnTo>
                    <a:pt x="11454053" y="52423"/>
                  </a:lnTo>
                  <a:lnTo>
                    <a:pt x="11427713" y="44576"/>
                  </a:lnTo>
                  <a:lnTo>
                    <a:pt x="11539728" y="44576"/>
                  </a:lnTo>
                  <a:lnTo>
                    <a:pt x="11539728" y="80657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4812" y="1028699"/>
              <a:ext cx="11406505" cy="781050"/>
            </a:xfrm>
            <a:custGeom>
              <a:avLst/>
              <a:gdLst/>
              <a:ahLst/>
              <a:cxnLst/>
              <a:rect l="l" t="t" r="r" b="b"/>
              <a:pathLst>
                <a:path w="11406505" h="781050">
                  <a:moveTo>
                    <a:pt x="11352788" y="781049"/>
                  </a:moveTo>
                  <a:lnTo>
                    <a:pt x="28916" y="781049"/>
                  </a:lnTo>
                  <a:lnTo>
                    <a:pt x="24664" y="779599"/>
                  </a:lnTo>
                  <a:lnTo>
                    <a:pt x="845" y="738768"/>
                  </a:lnTo>
                  <a:lnTo>
                    <a:pt x="0" y="731478"/>
                  </a:lnTo>
                  <a:lnTo>
                    <a:pt x="0" y="723899"/>
                  </a:lnTo>
                  <a:lnTo>
                    <a:pt x="0" y="49571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11352788" y="0"/>
                  </a:lnTo>
                  <a:lnTo>
                    <a:pt x="11392101" y="19392"/>
                  </a:lnTo>
                  <a:lnTo>
                    <a:pt x="11406186" y="53397"/>
                  </a:lnTo>
                  <a:lnTo>
                    <a:pt x="11406186" y="727652"/>
                  </a:lnTo>
                  <a:lnTo>
                    <a:pt x="11386793" y="766964"/>
                  </a:lnTo>
                  <a:lnTo>
                    <a:pt x="11356504" y="780683"/>
                  </a:lnTo>
                  <a:lnTo>
                    <a:pt x="11352788" y="7810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0987" y="1028699"/>
              <a:ext cx="542925" cy="781050"/>
            </a:xfrm>
            <a:custGeom>
              <a:avLst/>
              <a:gdLst/>
              <a:ahLst/>
              <a:cxnLst/>
              <a:rect l="l" t="t" r="r" b="b"/>
              <a:pathLst>
                <a:path w="542925" h="781050">
                  <a:moveTo>
                    <a:pt x="54521" y="0"/>
                  </a:moveTo>
                  <a:lnTo>
                    <a:pt x="49580" y="0"/>
                  </a:lnTo>
                  <a:lnTo>
                    <a:pt x="42291" y="1460"/>
                  </a:lnTo>
                  <a:lnTo>
                    <a:pt x="7251" y="28282"/>
                  </a:lnTo>
                  <a:lnTo>
                    <a:pt x="0" y="49580"/>
                  </a:lnTo>
                  <a:lnTo>
                    <a:pt x="0" y="731481"/>
                  </a:lnTo>
                  <a:lnTo>
                    <a:pt x="22098" y="769670"/>
                  </a:lnTo>
                  <a:lnTo>
                    <a:pt x="49580" y="781050"/>
                  </a:lnTo>
                  <a:lnTo>
                    <a:pt x="54521" y="781050"/>
                  </a:lnTo>
                  <a:lnTo>
                    <a:pt x="52285" y="775474"/>
                  </a:lnTo>
                  <a:lnTo>
                    <a:pt x="50419" y="764311"/>
                  </a:lnTo>
                  <a:lnTo>
                    <a:pt x="49199" y="755510"/>
                  </a:lnTo>
                  <a:lnTo>
                    <a:pt x="48323" y="745845"/>
                  </a:lnTo>
                  <a:lnTo>
                    <a:pt x="47802" y="735304"/>
                  </a:lnTo>
                  <a:lnTo>
                    <a:pt x="47625" y="723900"/>
                  </a:lnTo>
                  <a:lnTo>
                    <a:pt x="47625" y="57150"/>
                  </a:lnTo>
                  <a:lnTo>
                    <a:pt x="50419" y="16751"/>
                  </a:lnTo>
                  <a:lnTo>
                    <a:pt x="52285" y="5588"/>
                  </a:lnTo>
                  <a:lnTo>
                    <a:pt x="54521" y="0"/>
                  </a:lnTo>
                  <a:close/>
                </a:path>
                <a:path w="542925" h="781050">
                  <a:moveTo>
                    <a:pt x="542925" y="390525"/>
                  </a:moveTo>
                  <a:lnTo>
                    <a:pt x="536371" y="346290"/>
                  </a:lnTo>
                  <a:lnTo>
                    <a:pt x="517245" y="305866"/>
                  </a:lnTo>
                  <a:lnTo>
                    <a:pt x="487210" y="272719"/>
                  </a:lnTo>
                  <a:lnTo>
                    <a:pt x="448856" y="249732"/>
                  </a:lnTo>
                  <a:lnTo>
                    <a:pt x="405472" y="238861"/>
                  </a:lnTo>
                  <a:lnTo>
                    <a:pt x="390525" y="238125"/>
                  </a:lnTo>
                  <a:lnTo>
                    <a:pt x="383044" y="238315"/>
                  </a:lnTo>
                  <a:lnTo>
                    <a:pt x="339191" y="247040"/>
                  </a:lnTo>
                  <a:lnTo>
                    <a:pt x="299732" y="268122"/>
                  </a:lnTo>
                  <a:lnTo>
                    <a:pt x="268122" y="299732"/>
                  </a:lnTo>
                  <a:lnTo>
                    <a:pt x="247040" y="339191"/>
                  </a:lnTo>
                  <a:lnTo>
                    <a:pt x="238315" y="383044"/>
                  </a:lnTo>
                  <a:lnTo>
                    <a:pt x="238125" y="390525"/>
                  </a:lnTo>
                  <a:lnTo>
                    <a:pt x="238315" y="398018"/>
                  </a:lnTo>
                  <a:lnTo>
                    <a:pt x="247040" y="441871"/>
                  </a:lnTo>
                  <a:lnTo>
                    <a:pt x="268122" y="481317"/>
                  </a:lnTo>
                  <a:lnTo>
                    <a:pt x="299732" y="512940"/>
                  </a:lnTo>
                  <a:lnTo>
                    <a:pt x="339191" y="534022"/>
                  </a:lnTo>
                  <a:lnTo>
                    <a:pt x="383044" y="542747"/>
                  </a:lnTo>
                  <a:lnTo>
                    <a:pt x="390525" y="542925"/>
                  </a:lnTo>
                  <a:lnTo>
                    <a:pt x="398018" y="542747"/>
                  </a:lnTo>
                  <a:lnTo>
                    <a:pt x="441871" y="534022"/>
                  </a:lnTo>
                  <a:lnTo>
                    <a:pt x="481317" y="512940"/>
                  </a:lnTo>
                  <a:lnTo>
                    <a:pt x="512940" y="481317"/>
                  </a:lnTo>
                  <a:lnTo>
                    <a:pt x="534022" y="441871"/>
                  </a:lnTo>
                  <a:lnTo>
                    <a:pt x="542747" y="398018"/>
                  </a:lnTo>
                  <a:lnTo>
                    <a:pt x="542925" y="390525"/>
                  </a:lnTo>
                  <a:close/>
                </a:path>
              </a:pathLst>
            </a:custGeom>
            <a:solidFill>
              <a:srgbClr val="6473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25933" y="1287462"/>
            <a:ext cx="9144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2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1725" y="1154112"/>
            <a:ext cx="126301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75" dirty="0">
                <a:solidFill>
                  <a:srgbClr val="1D293B"/>
                </a:solidFill>
                <a:latin typeface="Arial"/>
                <a:cs typeface="Arial"/>
              </a:rPr>
              <a:t>Tableau</a:t>
            </a:r>
            <a:r>
              <a:rPr sz="1350" b="1" spc="-45" dirty="0">
                <a:solidFill>
                  <a:srgbClr val="1D293B"/>
                </a:solidFill>
                <a:latin typeface="Arial"/>
                <a:cs typeface="Arial"/>
              </a:rPr>
              <a:t> statique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47925" y="1190624"/>
            <a:ext cx="381000" cy="200025"/>
            <a:chOff x="2447925" y="1190624"/>
            <a:chExt cx="381000" cy="200025"/>
          </a:xfrm>
        </p:grpSpPr>
        <p:sp>
          <p:nvSpPr>
            <p:cNvPr id="10" name="object 10"/>
            <p:cNvSpPr/>
            <p:nvPr/>
          </p:nvSpPr>
          <p:spPr>
            <a:xfrm>
              <a:off x="2447925" y="1190624"/>
              <a:ext cx="381000" cy="200025"/>
            </a:xfrm>
            <a:custGeom>
              <a:avLst/>
              <a:gdLst/>
              <a:ahLst/>
              <a:cxnLst/>
              <a:rect l="l" t="t" r="r" b="b"/>
              <a:pathLst>
                <a:path w="381000" h="200025">
                  <a:moveTo>
                    <a:pt x="342900" y="200024"/>
                  </a:moveTo>
                  <a:lnTo>
                    <a:pt x="38099" y="200024"/>
                  </a:lnTo>
                  <a:lnTo>
                    <a:pt x="30497" y="199327"/>
                  </a:lnTo>
                  <a:lnTo>
                    <a:pt x="697" y="169526"/>
                  </a:lnTo>
                  <a:lnTo>
                    <a:pt x="0" y="16192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42899" y="0"/>
                  </a:lnTo>
                  <a:lnTo>
                    <a:pt x="378209" y="23474"/>
                  </a:lnTo>
                  <a:lnTo>
                    <a:pt x="380999" y="38099"/>
                  </a:lnTo>
                  <a:lnTo>
                    <a:pt x="380999" y="161925"/>
                  </a:lnTo>
                  <a:lnTo>
                    <a:pt x="357525" y="197235"/>
                  </a:lnTo>
                  <a:lnTo>
                    <a:pt x="3429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47925" y="1190624"/>
              <a:ext cx="381000" cy="200025"/>
            </a:xfrm>
            <a:custGeom>
              <a:avLst/>
              <a:gdLst/>
              <a:ahLst/>
              <a:cxnLst/>
              <a:rect l="l" t="t" r="r" b="b"/>
              <a:pathLst>
                <a:path w="381000" h="200025">
                  <a:moveTo>
                    <a:pt x="342899" y="200024"/>
                  </a:moveTo>
                  <a:lnTo>
                    <a:pt x="38099" y="200024"/>
                  </a:lnTo>
                  <a:lnTo>
                    <a:pt x="30498" y="199327"/>
                  </a:lnTo>
                  <a:lnTo>
                    <a:pt x="697" y="169526"/>
                  </a:lnTo>
                  <a:lnTo>
                    <a:pt x="0" y="16192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42899" y="0"/>
                  </a:lnTo>
                  <a:lnTo>
                    <a:pt x="350501" y="697"/>
                  </a:lnTo>
                  <a:lnTo>
                    <a:pt x="357525" y="2789"/>
                  </a:lnTo>
                  <a:lnTo>
                    <a:pt x="363972" y="6277"/>
                  </a:lnTo>
                  <a:lnTo>
                    <a:pt x="367876" y="9525"/>
                  </a:lnTo>
                  <a:lnTo>
                    <a:pt x="34310" y="9525"/>
                  </a:lnTo>
                  <a:lnTo>
                    <a:pt x="30665" y="10250"/>
                  </a:lnTo>
                  <a:lnTo>
                    <a:pt x="9524" y="34310"/>
                  </a:lnTo>
                  <a:lnTo>
                    <a:pt x="9524" y="165714"/>
                  </a:lnTo>
                  <a:lnTo>
                    <a:pt x="34310" y="190500"/>
                  </a:lnTo>
                  <a:lnTo>
                    <a:pt x="367875" y="190500"/>
                  </a:lnTo>
                  <a:lnTo>
                    <a:pt x="363972" y="193747"/>
                  </a:lnTo>
                  <a:lnTo>
                    <a:pt x="357525" y="197235"/>
                  </a:lnTo>
                  <a:lnTo>
                    <a:pt x="350501" y="199327"/>
                  </a:lnTo>
                  <a:lnTo>
                    <a:pt x="342899" y="200024"/>
                  </a:lnTo>
                  <a:close/>
                </a:path>
                <a:path w="381000" h="200025">
                  <a:moveTo>
                    <a:pt x="367875" y="190500"/>
                  </a:moveTo>
                  <a:lnTo>
                    <a:pt x="346689" y="190500"/>
                  </a:lnTo>
                  <a:lnTo>
                    <a:pt x="350334" y="189774"/>
                  </a:lnTo>
                  <a:lnTo>
                    <a:pt x="357335" y="186874"/>
                  </a:lnTo>
                  <a:lnTo>
                    <a:pt x="371474" y="165714"/>
                  </a:lnTo>
                  <a:lnTo>
                    <a:pt x="371474" y="34310"/>
                  </a:lnTo>
                  <a:lnTo>
                    <a:pt x="346689" y="9525"/>
                  </a:lnTo>
                  <a:lnTo>
                    <a:pt x="367876" y="9525"/>
                  </a:lnTo>
                  <a:lnTo>
                    <a:pt x="380999" y="38099"/>
                  </a:lnTo>
                  <a:lnTo>
                    <a:pt x="380999" y="161924"/>
                  </a:lnTo>
                  <a:lnTo>
                    <a:pt x="380302" y="169526"/>
                  </a:lnTo>
                  <a:lnTo>
                    <a:pt x="378209" y="176550"/>
                  </a:lnTo>
                  <a:lnTo>
                    <a:pt x="374722" y="182997"/>
                  </a:lnTo>
                  <a:lnTo>
                    <a:pt x="369840" y="188865"/>
                  </a:lnTo>
                  <a:lnTo>
                    <a:pt x="367875" y="19050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01006" y="1197095"/>
            <a:ext cx="278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20" dirty="0">
                <a:solidFill>
                  <a:srgbClr val="465469"/>
                </a:solidFill>
                <a:latin typeface="Arial"/>
                <a:cs typeface="Arial"/>
              </a:rPr>
              <a:t>BASE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1725" y="1433314"/>
            <a:ext cx="8392160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Créer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Etudiant[5]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,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remplir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3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cases.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Afficher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ceux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avec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moyenne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&gt;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50" dirty="0">
                <a:solidFill>
                  <a:srgbClr val="465469"/>
                </a:solidFill>
                <a:latin typeface="Arial"/>
                <a:cs typeface="Arial"/>
              </a:rPr>
              <a:t>12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en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utilisant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boucle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for</a:t>
            </a:r>
            <a:r>
              <a:rPr sz="1050" spc="-32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indexée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(attention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aux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null</a:t>
            </a:r>
            <a:r>
              <a:rPr sz="1050" spc="-32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!).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6136" y="1917192"/>
            <a:ext cx="11539855" cy="881380"/>
            <a:chOff x="326136" y="1917192"/>
            <a:chExt cx="11539855" cy="881380"/>
          </a:xfrm>
        </p:grpSpPr>
        <p:sp>
          <p:nvSpPr>
            <p:cNvPr id="15" name="object 15"/>
            <p:cNvSpPr/>
            <p:nvPr/>
          </p:nvSpPr>
          <p:spPr>
            <a:xfrm>
              <a:off x="326136" y="1917192"/>
              <a:ext cx="11539855" cy="881380"/>
            </a:xfrm>
            <a:custGeom>
              <a:avLst/>
              <a:gdLst/>
              <a:ahLst/>
              <a:cxnLst/>
              <a:rect l="l" t="t" r="r" b="b"/>
              <a:pathLst>
                <a:path w="11539855" h="881380">
                  <a:moveTo>
                    <a:pt x="11539728" y="880872"/>
                  </a:moveTo>
                  <a:lnTo>
                    <a:pt x="0" y="880872"/>
                  </a:lnTo>
                  <a:lnTo>
                    <a:pt x="0" y="0"/>
                  </a:lnTo>
                  <a:lnTo>
                    <a:pt x="11539728" y="0"/>
                  </a:lnTo>
                  <a:lnTo>
                    <a:pt x="11539728" y="44957"/>
                  </a:lnTo>
                  <a:lnTo>
                    <a:pt x="112013" y="44957"/>
                  </a:lnTo>
                  <a:lnTo>
                    <a:pt x="102511" y="45829"/>
                  </a:lnTo>
                  <a:lnTo>
                    <a:pt x="67876" y="74300"/>
                  </a:lnTo>
                  <a:lnTo>
                    <a:pt x="64388" y="92582"/>
                  </a:lnTo>
                  <a:lnTo>
                    <a:pt x="64388" y="749807"/>
                  </a:lnTo>
                  <a:lnTo>
                    <a:pt x="85673" y="789586"/>
                  </a:lnTo>
                  <a:lnTo>
                    <a:pt x="112013" y="797432"/>
                  </a:lnTo>
                  <a:lnTo>
                    <a:pt x="11539728" y="797432"/>
                  </a:lnTo>
                  <a:lnTo>
                    <a:pt x="11539728" y="880872"/>
                  </a:lnTo>
                  <a:close/>
                </a:path>
                <a:path w="11539855" h="881380">
                  <a:moveTo>
                    <a:pt x="11539728" y="797432"/>
                  </a:moveTo>
                  <a:lnTo>
                    <a:pt x="11427713" y="797432"/>
                  </a:lnTo>
                  <a:lnTo>
                    <a:pt x="11437215" y="796560"/>
                  </a:lnTo>
                  <a:lnTo>
                    <a:pt x="11445995" y="793945"/>
                  </a:lnTo>
                  <a:lnTo>
                    <a:pt x="11474466" y="759310"/>
                  </a:lnTo>
                  <a:lnTo>
                    <a:pt x="11475338" y="749807"/>
                  </a:lnTo>
                  <a:lnTo>
                    <a:pt x="11475338" y="92582"/>
                  </a:lnTo>
                  <a:lnTo>
                    <a:pt x="11454053" y="52804"/>
                  </a:lnTo>
                  <a:lnTo>
                    <a:pt x="11427713" y="44957"/>
                  </a:lnTo>
                  <a:lnTo>
                    <a:pt x="11539728" y="44957"/>
                  </a:lnTo>
                  <a:lnTo>
                    <a:pt x="11539728" y="79743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4812" y="1952624"/>
              <a:ext cx="11406505" cy="771525"/>
            </a:xfrm>
            <a:custGeom>
              <a:avLst/>
              <a:gdLst/>
              <a:ahLst/>
              <a:cxnLst/>
              <a:rect l="l" t="t" r="r" b="b"/>
              <a:pathLst>
                <a:path w="11406505" h="771525">
                  <a:moveTo>
                    <a:pt x="11352788" y="771524"/>
                  </a:moveTo>
                  <a:lnTo>
                    <a:pt x="28916" y="771524"/>
                  </a:lnTo>
                  <a:lnTo>
                    <a:pt x="845" y="729243"/>
                  </a:lnTo>
                  <a:lnTo>
                    <a:pt x="0" y="721953"/>
                  </a:lnTo>
                  <a:lnTo>
                    <a:pt x="0" y="714374"/>
                  </a:lnTo>
                  <a:lnTo>
                    <a:pt x="0" y="49571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11352788" y="0"/>
                  </a:lnTo>
                  <a:lnTo>
                    <a:pt x="11392101" y="19392"/>
                  </a:lnTo>
                  <a:lnTo>
                    <a:pt x="11406186" y="53397"/>
                  </a:lnTo>
                  <a:lnTo>
                    <a:pt x="11406186" y="718127"/>
                  </a:lnTo>
                  <a:lnTo>
                    <a:pt x="11386793" y="757439"/>
                  </a:lnTo>
                  <a:lnTo>
                    <a:pt x="11356504" y="771158"/>
                  </a:lnTo>
                  <a:lnTo>
                    <a:pt x="11352788" y="7715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987" y="1952624"/>
              <a:ext cx="542925" cy="771525"/>
            </a:xfrm>
            <a:custGeom>
              <a:avLst/>
              <a:gdLst/>
              <a:ahLst/>
              <a:cxnLst/>
              <a:rect l="l" t="t" r="r" b="b"/>
              <a:pathLst>
                <a:path w="542925" h="771525">
                  <a:moveTo>
                    <a:pt x="54521" y="0"/>
                  </a:moveTo>
                  <a:lnTo>
                    <a:pt x="49580" y="0"/>
                  </a:lnTo>
                  <a:lnTo>
                    <a:pt x="42291" y="1460"/>
                  </a:lnTo>
                  <a:lnTo>
                    <a:pt x="7251" y="28282"/>
                  </a:lnTo>
                  <a:lnTo>
                    <a:pt x="0" y="49580"/>
                  </a:lnTo>
                  <a:lnTo>
                    <a:pt x="0" y="721956"/>
                  </a:lnTo>
                  <a:lnTo>
                    <a:pt x="22098" y="760145"/>
                  </a:lnTo>
                  <a:lnTo>
                    <a:pt x="49580" y="771525"/>
                  </a:lnTo>
                  <a:lnTo>
                    <a:pt x="54521" y="771525"/>
                  </a:lnTo>
                  <a:lnTo>
                    <a:pt x="52285" y="765949"/>
                  </a:lnTo>
                  <a:lnTo>
                    <a:pt x="50419" y="754786"/>
                  </a:lnTo>
                  <a:lnTo>
                    <a:pt x="49199" y="745985"/>
                  </a:lnTo>
                  <a:lnTo>
                    <a:pt x="48323" y="736320"/>
                  </a:lnTo>
                  <a:lnTo>
                    <a:pt x="47802" y="725779"/>
                  </a:lnTo>
                  <a:lnTo>
                    <a:pt x="47625" y="714375"/>
                  </a:lnTo>
                  <a:lnTo>
                    <a:pt x="47625" y="57150"/>
                  </a:lnTo>
                  <a:lnTo>
                    <a:pt x="50419" y="16738"/>
                  </a:lnTo>
                  <a:lnTo>
                    <a:pt x="52285" y="5588"/>
                  </a:lnTo>
                  <a:lnTo>
                    <a:pt x="54521" y="0"/>
                  </a:lnTo>
                  <a:close/>
                </a:path>
                <a:path w="542925" h="771525">
                  <a:moveTo>
                    <a:pt x="542925" y="381000"/>
                  </a:moveTo>
                  <a:lnTo>
                    <a:pt x="536371" y="336765"/>
                  </a:lnTo>
                  <a:lnTo>
                    <a:pt x="517245" y="296341"/>
                  </a:lnTo>
                  <a:lnTo>
                    <a:pt x="487210" y="263194"/>
                  </a:lnTo>
                  <a:lnTo>
                    <a:pt x="448856" y="240207"/>
                  </a:lnTo>
                  <a:lnTo>
                    <a:pt x="405472" y="229336"/>
                  </a:lnTo>
                  <a:lnTo>
                    <a:pt x="390525" y="228600"/>
                  </a:lnTo>
                  <a:lnTo>
                    <a:pt x="383044" y="228790"/>
                  </a:lnTo>
                  <a:lnTo>
                    <a:pt x="339191" y="237515"/>
                  </a:lnTo>
                  <a:lnTo>
                    <a:pt x="299732" y="258597"/>
                  </a:lnTo>
                  <a:lnTo>
                    <a:pt x="268122" y="290207"/>
                  </a:lnTo>
                  <a:lnTo>
                    <a:pt x="247040" y="329666"/>
                  </a:lnTo>
                  <a:lnTo>
                    <a:pt x="238315" y="373519"/>
                  </a:lnTo>
                  <a:lnTo>
                    <a:pt x="238125" y="381000"/>
                  </a:lnTo>
                  <a:lnTo>
                    <a:pt x="238315" y="388493"/>
                  </a:lnTo>
                  <a:lnTo>
                    <a:pt x="247040" y="432333"/>
                  </a:lnTo>
                  <a:lnTo>
                    <a:pt x="268122" y="471792"/>
                  </a:lnTo>
                  <a:lnTo>
                    <a:pt x="299732" y="503415"/>
                  </a:lnTo>
                  <a:lnTo>
                    <a:pt x="339191" y="524497"/>
                  </a:lnTo>
                  <a:lnTo>
                    <a:pt x="383044" y="533222"/>
                  </a:lnTo>
                  <a:lnTo>
                    <a:pt x="390525" y="533400"/>
                  </a:lnTo>
                  <a:lnTo>
                    <a:pt x="398018" y="533222"/>
                  </a:lnTo>
                  <a:lnTo>
                    <a:pt x="441871" y="524497"/>
                  </a:lnTo>
                  <a:lnTo>
                    <a:pt x="481317" y="503415"/>
                  </a:lnTo>
                  <a:lnTo>
                    <a:pt x="512940" y="471792"/>
                  </a:lnTo>
                  <a:lnTo>
                    <a:pt x="534022" y="432333"/>
                  </a:lnTo>
                  <a:lnTo>
                    <a:pt x="542747" y="388493"/>
                  </a:lnTo>
                  <a:lnTo>
                    <a:pt x="542925" y="381000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0753" y="2201862"/>
            <a:ext cx="12192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1725" y="2078037"/>
            <a:ext cx="15259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65" dirty="0">
                <a:solidFill>
                  <a:srgbClr val="1D293B"/>
                </a:solidFill>
                <a:latin typeface="Arial"/>
                <a:cs typeface="Arial"/>
              </a:rPr>
              <a:t>Manipulation</a:t>
            </a:r>
            <a:r>
              <a:rPr sz="1350" b="1" spc="-5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350" b="1" spc="-65" dirty="0">
                <a:solidFill>
                  <a:srgbClr val="1D293B"/>
                </a:solidFill>
                <a:latin typeface="Arial"/>
                <a:cs typeface="Arial"/>
              </a:rPr>
              <a:t>de</a:t>
            </a:r>
            <a:r>
              <a:rPr sz="1350" b="1" spc="-5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1D293B"/>
                </a:solidFill>
                <a:latin typeface="Arial"/>
                <a:cs typeface="Arial"/>
              </a:rPr>
              <a:t>List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714624" y="2105024"/>
            <a:ext cx="876300" cy="200025"/>
            <a:chOff x="2714624" y="2105024"/>
            <a:chExt cx="876300" cy="200025"/>
          </a:xfrm>
        </p:grpSpPr>
        <p:sp>
          <p:nvSpPr>
            <p:cNvPr id="21" name="object 21"/>
            <p:cNvSpPr/>
            <p:nvPr/>
          </p:nvSpPr>
          <p:spPr>
            <a:xfrm>
              <a:off x="2714624" y="2105024"/>
              <a:ext cx="876300" cy="200025"/>
            </a:xfrm>
            <a:custGeom>
              <a:avLst/>
              <a:gdLst/>
              <a:ahLst/>
              <a:cxnLst/>
              <a:rect l="l" t="t" r="r" b="b"/>
              <a:pathLst>
                <a:path w="876300" h="200025">
                  <a:moveTo>
                    <a:pt x="838200" y="200024"/>
                  </a:moveTo>
                  <a:lnTo>
                    <a:pt x="38099" y="200024"/>
                  </a:lnTo>
                  <a:lnTo>
                    <a:pt x="30497" y="199327"/>
                  </a:lnTo>
                  <a:lnTo>
                    <a:pt x="697" y="169526"/>
                  </a:lnTo>
                  <a:lnTo>
                    <a:pt x="0" y="16192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838199" y="0"/>
                  </a:lnTo>
                  <a:lnTo>
                    <a:pt x="873509" y="23473"/>
                  </a:lnTo>
                  <a:lnTo>
                    <a:pt x="876299" y="38099"/>
                  </a:lnTo>
                  <a:lnTo>
                    <a:pt x="876299" y="161925"/>
                  </a:lnTo>
                  <a:lnTo>
                    <a:pt x="852825" y="197235"/>
                  </a:lnTo>
                  <a:lnTo>
                    <a:pt x="8382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14624" y="2105024"/>
              <a:ext cx="876300" cy="200025"/>
            </a:xfrm>
            <a:custGeom>
              <a:avLst/>
              <a:gdLst/>
              <a:ahLst/>
              <a:cxnLst/>
              <a:rect l="l" t="t" r="r" b="b"/>
              <a:pathLst>
                <a:path w="876300" h="200025">
                  <a:moveTo>
                    <a:pt x="838199" y="200024"/>
                  </a:moveTo>
                  <a:lnTo>
                    <a:pt x="38099" y="200024"/>
                  </a:lnTo>
                  <a:lnTo>
                    <a:pt x="30498" y="199327"/>
                  </a:lnTo>
                  <a:lnTo>
                    <a:pt x="697" y="169526"/>
                  </a:lnTo>
                  <a:lnTo>
                    <a:pt x="0" y="16192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838199" y="0"/>
                  </a:lnTo>
                  <a:lnTo>
                    <a:pt x="845801" y="697"/>
                  </a:lnTo>
                  <a:lnTo>
                    <a:pt x="852825" y="2789"/>
                  </a:lnTo>
                  <a:lnTo>
                    <a:pt x="859271" y="6276"/>
                  </a:lnTo>
                  <a:lnTo>
                    <a:pt x="863176" y="9525"/>
                  </a:lnTo>
                  <a:lnTo>
                    <a:pt x="34310" y="9525"/>
                  </a:lnTo>
                  <a:lnTo>
                    <a:pt x="30665" y="10250"/>
                  </a:lnTo>
                  <a:lnTo>
                    <a:pt x="9525" y="34310"/>
                  </a:lnTo>
                  <a:lnTo>
                    <a:pt x="9525" y="165714"/>
                  </a:lnTo>
                  <a:lnTo>
                    <a:pt x="34310" y="190500"/>
                  </a:lnTo>
                  <a:lnTo>
                    <a:pt x="863175" y="190500"/>
                  </a:lnTo>
                  <a:lnTo>
                    <a:pt x="859271" y="193747"/>
                  </a:lnTo>
                  <a:lnTo>
                    <a:pt x="852825" y="197235"/>
                  </a:lnTo>
                  <a:lnTo>
                    <a:pt x="845801" y="199327"/>
                  </a:lnTo>
                  <a:lnTo>
                    <a:pt x="838199" y="200024"/>
                  </a:lnTo>
                  <a:close/>
                </a:path>
                <a:path w="876300" h="200025">
                  <a:moveTo>
                    <a:pt x="863175" y="190500"/>
                  </a:moveTo>
                  <a:lnTo>
                    <a:pt x="841989" y="190500"/>
                  </a:lnTo>
                  <a:lnTo>
                    <a:pt x="845634" y="189774"/>
                  </a:lnTo>
                  <a:lnTo>
                    <a:pt x="852636" y="186874"/>
                  </a:lnTo>
                  <a:lnTo>
                    <a:pt x="866774" y="165714"/>
                  </a:lnTo>
                  <a:lnTo>
                    <a:pt x="866774" y="34310"/>
                  </a:lnTo>
                  <a:lnTo>
                    <a:pt x="841989" y="9525"/>
                  </a:lnTo>
                  <a:lnTo>
                    <a:pt x="863176" y="9525"/>
                  </a:lnTo>
                  <a:lnTo>
                    <a:pt x="876299" y="38099"/>
                  </a:lnTo>
                  <a:lnTo>
                    <a:pt x="876299" y="161924"/>
                  </a:lnTo>
                  <a:lnTo>
                    <a:pt x="875602" y="169526"/>
                  </a:lnTo>
                  <a:lnTo>
                    <a:pt x="873509" y="176550"/>
                  </a:lnTo>
                  <a:lnTo>
                    <a:pt x="870022" y="182997"/>
                  </a:lnTo>
                  <a:lnTo>
                    <a:pt x="865140" y="188865"/>
                  </a:lnTo>
                  <a:lnTo>
                    <a:pt x="863175" y="19050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764134" y="2111495"/>
            <a:ext cx="769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0" dirty="0">
                <a:solidFill>
                  <a:srgbClr val="465469"/>
                </a:solidFill>
                <a:latin typeface="Arial"/>
                <a:cs typeface="Arial"/>
              </a:rPr>
              <a:t>INTERMÉDIAIRE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01725" y="2357239"/>
            <a:ext cx="889444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Ajouter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6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étudiants.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Trier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465469"/>
                </a:solidFill>
                <a:latin typeface="Arial"/>
                <a:cs typeface="Arial"/>
              </a:rPr>
              <a:t>nom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avec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Comparator.comparing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Supprimer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ceux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avec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moyenne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&lt;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35" dirty="0">
                <a:solidFill>
                  <a:srgbClr val="465469"/>
                </a:solidFill>
                <a:latin typeface="Arial"/>
                <a:cs typeface="Arial"/>
              </a:rPr>
              <a:t>10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via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removeIf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Afficher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avec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Monaco"/>
                <a:cs typeface="Monaco"/>
              </a:rPr>
              <a:t>forEach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26136" y="2831592"/>
            <a:ext cx="11539855" cy="890269"/>
            <a:chOff x="326136" y="2831592"/>
            <a:chExt cx="11539855" cy="890269"/>
          </a:xfrm>
        </p:grpSpPr>
        <p:sp>
          <p:nvSpPr>
            <p:cNvPr id="26" name="object 26"/>
            <p:cNvSpPr/>
            <p:nvPr/>
          </p:nvSpPr>
          <p:spPr>
            <a:xfrm>
              <a:off x="326136" y="2831592"/>
              <a:ext cx="11539855" cy="890269"/>
            </a:xfrm>
            <a:custGeom>
              <a:avLst/>
              <a:gdLst/>
              <a:ahLst/>
              <a:cxnLst/>
              <a:rect l="l" t="t" r="r" b="b"/>
              <a:pathLst>
                <a:path w="11539855" h="890270">
                  <a:moveTo>
                    <a:pt x="11539728" y="890016"/>
                  </a:moveTo>
                  <a:lnTo>
                    <a:pt x="0" y="890016"/>
                  </a:lnTo>
                  <a:lnTo>
                    <a:pt x="0" y="0"/>
                  </a:lnTo>
                  <a:lnTo>
                    <a:pt x="11539728" y="0"/>
                  </a:lnTo>
                  <a:lnTo>
                    <a:pt x="11539728" y="44957"/>
                  </a:lnTo>
                  <a:lnTo>
                    <a:pt x="112013" y="44957"/>
                  </a:lnTo>
                  <a:lnTo>
                    <a:pt x="102511" y="45829"/>
                  </a:lnTo>
                  <a:lnTo>
                    <a:pt x="67876" y="74300"/>
                  </a:lnTo>
                  <a:lnTo>
                    <a:pt x="64388" y="92582"/>
                  </a:lnTo>
                  <a:lnTo>
                    <a:pt x="64388" y="759332"/>
                  </a:lnTo>
                  <a:lnTo>
                    <a:pt x="85673" y="799111"/>
                  </a:lnTo>
                  <a:lnTo>
                    <a:pt x="112013" y="806957"/>
                  </a:lnTo>
                  <a:lnTo>
                    <a:pt x="11539728" y="806957"/>
                  </a:lnTo>
                  <a:lnTo>
                    <a:pt x="11539728" y="890016"/>
                  </a:lnTo>
                  <a:close/>
                </a:path>
                <a:path w="11539855" h="890270">
                  <a:moveTo>
                    <a:pt x="11539728" y="806957"/>
                  </a:moveTo>
                  <a:lnTo>
                    <a:pt x="11427713" y="806957"/>
                  </a:lnTo>
                  <a:lnTo>
                    <a:pt x="11437215" y="806085"/>
                  </a:lnTo>
                  <a:lnTo>
                    <a:pt x="11445995" y="803470"/>
                  </a:lnTo>
                  <a:lnTo>
                    <a:pt x="11474466" y="768834"/>
                  </a:lnTo>
                  <a:lnTo>
                    <a:pt x="11475338" y="759332"/>
                  </a:lnTo>
                  <a:lnTo>
                    <a:pt x="11475338" y="92582"/>
                  </a:lnTo>
                  <a:lnTo>
                    <a:pt x="11454053" y="52803"/>
                  </a:lnTo>
                  <a:lnTo>
                    <a:pt x="11427713" y="44957"/>
                  </a:lnTo>
                  <a:lnTo>
                    <a:pt x="11539728" y="44957"/>
                  </a:lnTo>
                  <a:lnTo>
                    <a:pt x="11539728" y="80695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4812" y="2867024"/>
              <a:ext cx="11406505" cy="781050"/>
            </a:xfrm>
            <a:custGeom>
              <a:avLst/>
              <a:gdLst/>
              <a:ahLst/>
              <a:cxnLst/>
              <a:rect l="l" t="t" r="r" b="b"/>
              <a:pathLst>
                <a:path w="11406505" h="781050">
                  <a:moveTo>
                    <a:pt x="11352788" y="781049"/>
                  </a:moveTo>
                  <a:lnTo>
                    <a:pt x="28916" y="781049"/>
                  </a:lnTo>
                  <a:lnTo>
                    <a:pt x="845" y="738768"/>
                  </a:lnTo>
                  <a:lnTo>
                    <a:pt x="0" y="731478"/>
                  </a:lnTo>
                  <a:lnTo>
                    <a:pt x="0" y="723899"/>
                  </a:lnTo>
                  <a:lnTo>
                    <a:pt x="0" y="49571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11352788" y="0"/>
                  </a:lnTo>
                  <a:lnTo>
                    <a:pt x="11392101" y="19391"/>
                  </a:lnTo>
                  <a:lnTo>
                    <a:pt x="11406186" y="53397"/>
                  </a:lnTo>
                  <a:lnTo>
                    <a:pt x="11406186" y="727652"/>
                  </a:lnTo>
                  <a:lnTo>
                    <a:pt x="11386793" y="766964"/>
                  </a:lnTo>
                  <a:lnTo>
                    <a:pt x="11356504" y="780683"/>
                  </a:lnTo>
                  <a:lnTo>
                    <a:pt x="11352788" y="7810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0987" y="2867024"/>
              <a:ext cx="542925" cy="781050"/>
            </a:xfrm>
            <a:custGeom>
              <a:avLst/>
              <a:gdLst/>
              <a:ahLst/>
              <a:cxnLst/>
              <a:rect l="l" t="t" r="r" b="b"/>
              <a:pathLst>
                <a:path w="542925" h="781050">
                  <a:moveTo>
                    <a:pt x="54521" y="0"/>
                  </a:moveTo>
                  <a:lnTo>
                    <a:pt x="49580" y="0"/>
                  </a:lnTo>
                  <a:lnTo>
                    <a:pt x="42291" y="1460"/>
                  </a:lnTo>
                  <a:lnTo>
                    <a:pt x="7251" y="28282"/>
                  </a:lnTo>
                  <a:lnTo>
                    <a:pt x="0" y="49580"/>
                  </a:lnTo>
                  <a:lnTo>
                    <a:pt x="0" y="731481"/>
                  </a:lnTo>
                  <a:lnTo>
                    <a:pt x="22098" y="769670"/>
                  </a:lnTo>
                  <a:lnTo>
                    <a:pt x="49580" y="781050"/>
                  </a:lnTo>
                  <a:lnTo>
                    <a:pt x="54521" y="781050"/>
                  </a:lnTo>
                  <a:lnTo>
                    <a:pt x="52285" y="775474"/>
                  </a:lnTo>
                  <a:lnTo>
                    <a:pt x="50419" y="764311"/>
                  </a:lnTo>
                  <a:lnTo>
                    <a:pt x="49199" y="755510"/>
                  </a:lnTo>
                  <a:lnTo>
                    <a:pt x="48323" y="745845"/>
                  </a:lnTo>
                  <a:lnTo>
                    <a:pt x="47802" y="735304"/>
                  </a:lnTo>
                  <a:lnTo>
                    <a:pt x="47625" y="723900"/>
                  </a:lnTo>
                  <a:lnTo>
                    <a:pt x="47625" y="57150"/>
                  </a:lnTo>
                  <a:lnTo>
                    <a:pt x="50419" y="16738"/>
                  </a:lnTo>
                  <a:lnTo>
                    <a:pt x="52285" y="5588"/>
                  </a:lnTo>
                  <a:lnTo>
                    <a:pt x="54521" y="0"/>
                  </a:lnTo>
                  <a:close/>
                </a:path>
                <a:path w="542925" h="781050">
                  <a:moveTo>
                    <a:pt x="542925" y="390525"/>
                  </a:moveTo>
                  <a:lnTo>
                    <a:pt x="536371" y="346290"/>
                  </a:lnTo>
                  <a:lnTo>
                    <a:pt x="517245" y="305866"/>
                  </a:lnTo>
                  <a:lnTo>
                    <a:pt x="487210" y="272719"/>
                  </a:lnTo>
                  <a:lnTo>
                    <a:pt x="448856" y="249732"/>
                  </a:lnTo>
                  <a:lnTo>
                    <a:pt x="405472" y="238861"/>
                  </a:lnTo>
                  <a:lnTo>
                    <a:pt x="390525" y="238125"/>
                  </a:lnTo>
                  <a:lnTo>
                    <a:pt x="383044" y="238315"/>
                  </a:lnTo>
                  <a:lnTo>
                    <a:pt x="339191" y="247040"/>
                  </a:lnTo>
                  <a:lnTo>
                    <a:pt x="299732" y="268122"/>
                  </a:lnTo>
                  <a:lnTo>
                    <a:pt x="268122" y="299732"/>
                  </a:lnTo>
                  <a:lnTo>
                    <a:pt x="247040" y="339191"/>
                  </a:lnTo>
                  <a:lnTo>
                    <a:pt x="238315" y="383044"/>
                  </a:lnTo>
                  <a:lnTo>
                    <a:pt x="238125" y="390525"/>
                  </a:lnTo>
                  <a:lnTo>
                    <a:pt x="238315" y="398018"/>
                  </a:lnTo>
                  <a:lnTo>
                    <a:pt x="247040" y="441858"/>
                  </a:lnTo>
                  <a:lnTo>
                    <a:pt x="268122" y="481317"/>
                  </a:lnTo>
                  <a:lnTo>
                    <a:pt x="299732" y="512940"/>
                  </a:lnTo>
                  <a:lnTo>
                    <a:pt x="339191" y="534022"/>
                  </a:lnTo>
                  <a:lnTo>
                    <a:pt x="383044" y="542747"/>
                  </a:lnTo>
                  <a:lnTo>
                    <a:pt x="390525" y="542925"/>
                  </a:lnTo>
                  <a:lnTo>
                    <a:pt x="398018" y="542747"/>
                  </a:lnTo>
                  <a:lnTo>
                    <a:pt x="441871" y="534022"/>
                  </a:lnTo>
                  <a:lnTo>
                    <a:pt x="481317" y="512940"/>
                  </a:lnTo>
                  <a:lnTo>
                    <a:pt x="512940" y="481317"/>
                  </a:lnTo>
                  <a:lnTo>
                    <a:pt x="534022" y="441858"/>
                  </a:lnTo>
                  <a:lnTo>
                    <a:pt x="542747" y="398018"/>
                  </a:lnTo>
                  <a:lnTo>
                    <a:pt x="542925" y="390525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09562" y="3125787"/>
            <a:ext cx="12382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2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01725" y="2992437"/>
            <a:ext cx="103822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70" dirty="0">
                <a:solidFill>
                  <a:srgbClr val="1D293B"/>
                </a:solidFill>
                <a:latin typeface="Arial"/>
                <a:cs typeface="Arial"/>
              </a:rPr>
              <a:t>Test </a:t>
            </a:r>
            <a:r>
              <a:rPr sz="1350" b="1" spc="-40" dirty="0">
                <a:solidFill>
                  <a:srgbClr val="1D293B"/>
                </a:solidFill>
                <a:latin typeface="Arial"/>
                <a:cs typeface="Arial"/>
              </a:rPr>
              <a:t>d'unicité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219325" y="3028950"/>
            <a:ext cx="409575" cy="200025"/>
            <a:chOff x="2219325" y="3028950"/>
            <a:chExt cx="409575" cy="200025"/>
          </a:xfrm>
        </p:grpSpPr>
        <p:sp>
          <p:nvSpPr>
            <p:cNvPr id="32" name="object 32"/>
            <p:cNvSpPr/>
            <p:nvPr/>
          </p:nvSpPr>
          <p:spPr>
            <a:xfrm>
              <a:off x="2219325" y="3028950"/>
              <a:ext cx="409575" cy="200025"/>
            </a:xfrm>
            <a:custGeom>
              <a:avLst/>
              <a:gdLst/>
              <a:ahLst/>
              <a:cxnLst/>
              <a:rect l="l" t="t" r="r" b="b"/>
              <a:pathLst>
                <a:path w="409575" h="200025">
                  <a:moveTo>
                    <a:pt x="371475" y="200024"/>
                  </a:moveTo>
                  <a:lnTo>
                    <a:pt x="38099" y="200024"/>
                  </a:lnTo>
                  <a:lnTo>
                    <a:pt x="30497" y="199327"/>
                  </a:lnTo>
                  <a:lnTo>
                    <a:pt x="697" y="169526"/>
                  </a:lnTo>
                  <a:lnTo>
                    <a:pt x="0" y="16192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71474" y="0"/>
                  </a:lnTo>
                  <a:lnTo>
                    <a:pt x="406785" y="23473"/>
                  </a:lnTo>
                  <a:lnTo>
                    <a:pt x="409574" y="38099"/>
                  </a:lnTo>
                  <a:lnTo>
                    <a:pt x="409574" y="161925"/>
                  </a:lnTo>
                  <a:lnTo>
                    <a:pt x="386100" y="197235"/>
                  </a:lnTo>
                  <a:lnTo>
                    <a:pt x="371475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19325" y="3028950"/>
              <a:ext cx="409575" cy="200025"/>
            </a:xfrm>
            <a:custGeom>
              <a:avLst/>
              <a:gdLst/>
              <a:ahLst/>
              <a:cxnLst/>
              <a:rect l="l" t="t" r="r" b="b"/>
              <a:pathLst>
                <a:path w="409575" h="200025">
                  <a:moveTo>
                    <a:pt x="371474" y="200024"/>
                  </a:moveTo>
                  <a:lnTo>
                    <a:pt x="38099" y="200024"/>
                  </a:lnTo>
                  <a:lnTo>
                    <a:pt x="30498" y="199327"/>
                  </a:lnTo>
                  <a:lnTo>
                    <a:pt x="697" y="169526"/>
                  </a:lnTo>
                  <a:lnTo>
                    <a:pt x="0" y="16192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71474" y="0"/>
                  </a:lnTo>
                  <a:lnTo>
                    <a:pt x="379076" y="697"/>
                  </a:lnTo>
                  <a:lnTo>
                    <a:pt x="386100" y="2789"/>
                  </a:lnTo>
                  <a:lnTo>
                    <a:pt x="392547" y="6277"/>
                  </a:lnTo>
                  <a:lnTo>
                    <a:pt x="396450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9524" y="34310"/>
                  </a:lnTo>
                  <a:lnTo>
                    <a:pt x="9524" y="165713"/>
                  </a:lnTo>
                  <a:lnTo>
                    <a:pt x="34310" y="190499"/>
                  </a:lnTo>
                  <a:lnTo>
                    <a:pt x="396451" y="190499"/>
                  </a:lnTo>
                  <a:lnTo>
                    <a:pt x="392547" y="193748"/>
                  </a:lnTo>
                  <a:lnTo>
                    <a:pt x="386100" y="197235"/>
                  </a:lnTo>
                  <a:lnTo>
                    <a:pt x="379076" y="199327"/>
                  </a:lnTo>
                  <a:lnTo>
                    <a:pt x="371474" y="200024"/>
                  </a:lnTo>
                  <a:close/>
                </a:path>
                <a:path w="409575" h="200025">
                  <a:moveTo>
                    <a:pt x="396451" y="190499"/>
                  </a:moveTo>
                  <a:lnTo>
                    <a:pt x="375264" y="190499"/>
                  </a:lnTo>
                  <a:lnTo>
                    <a:pt x="378909" y="189774"/>
                  </a:lnTo>
                  <a:lnTo>
                    <a:pt x="385910" y="186874"/>
                  </a:lnTo>
                  <a:lnTo>
                    <a:pt x="400049" y="165713"/>
                  </a:lnTo>
                  <a:lnTo>
                    <a:pt x="400049" y="34310"/>
                  </a:lnTo>
                  <a:lnTo>
                    <a:pt x="375264" y="9524"/>
                  </a:lnTo>
                  <a:lnTo>
                    <a:pt x="396450" y="9524"/>
                  </a:lnTo>
                  <a:lnTo>
                    <a:pt x="409574" y="161924"/>
                  </a:lnTo>
                  <a:lnTo>
                    <a:pt x="408877" y="169526"/>
                  </a:lnTo>
                  <a:lnTo>
                    <a:pt x="406785" y="176550"/>
                  </a:lnTo>
                  <a:lnTo>
                    <a:pt x="403297" y="182997"/>
                  </a:lnTo>
                  <a:lnTo>
                    <a:pt x="398415" y="188865"/>
                  </a:lnTo>
                  <a:lnTo>
                    <a:pt x="396451" y="1904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276425" y="3035420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14" dirty="0">
                <a:solidFill>
                  <a:srgbClr val="465469"/>
                </a:solidFill>
                <a:latin typeface="Arial"/>
                <a:cs typeface="Arial"/>
              </a:rPr>
              <a:t>PIÈGE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01725" y="3271639"/>
            <a:ext cx="894143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Insérer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des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doublons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dans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HashSet</a:t>
            </a:r>
            <a:r>
              <a:rPr sz="1050" spc="-315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65" dirty="0">
                <a:solidFill>
                  <a:srgbClr val="465469"/>
                </a:solidFill>
                <a:latin typeface="Arial"/>
                <a:cs typeface="Arial"/>
              </a:rPr>
              <a:t>sans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equals/hashCode</a:t>
            </a:r>
            <a:r>
              <a:rPr sz="1050" spc="-315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(constater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l'erreur),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puis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avec.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Tester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ensuite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TreeSet</a:t>
            </a:r>
            <a:r>
              <a:rPr sz="1050" spc="-315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voir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tri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naturel.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26136" y="3755136"/>
            <a:ext cx="11539855" cy="881380"/>
            <a:chOff x="326136" y="3755136"/>
            <a:chExt cx="11539855" cy="881380"/>
          </a:xfrm>
        </p:grpSpPr>
        <p:sp>
          <p:nvSpPr>
            <p:cNvPr id="37" name="object 37"/>
            <p:cNvSpPr/>
            <p:nvPr/>
          </p:nvSpPr>
          <p:spPr>
            <a:xfrm>
              <a:off x="326136" y="3755136"/>
              <a:ext cx="11539855" cy="881380"/>
            </a:xfrm>
            <a:custGeom>
              <a:avLst/>
              <a:gdLst/>
              <a:ahLst/>
              <a:cxnLst/>
              <a:rect l="l" t="t" r="r" b="b"/>
              <a:pathLst>
                <a:path w="11539855" h="881379">
                  <a:moveTo>
                    <a:pt x="11539728" y="880872"/>
                  </a:moveTo>
                  <a:lnTo>
                    <a:pt x="0" y="880872"/>
                  </a:lnTo>
                  <a:lnTo>
                    <a:pt x="0" y="0"/>
                  </a:lnTo>
                  <a:lnTo>
                    <a:pt x="11539728" y="0"/>
                  </a:lnTo>
                  <a:lnTo>
                    <a:pt x="11539728" y="45338"/>
                  </a:lnTo>
                  <a:lnTo>
                    <a:pt x="112013" y="45338"/>
                  </a:lnTo>
                  <a:lnTo>
                    <a:pt x="102511" y="46210"/>
                  </a:lnTo>
                  <a:lnTo>
                    <a:pt x="67876" y="74680"/>
                  </a:lnTo>
                  <a:lnTo>
                    <a:pt x="64388" y="92963"/>
                  </a:lnTo>
                  <a:lnTo>
                    <a:pt x="64388" y="750188"/>
                  </a:lnTo>
                  <a:lnTo>
                    <a:pt x="85673" y="789966"/>
                  </a:lnTo>
                  <a:lnTo>
                    <a:pt x="112013" y="797813"/>
                  </a:lnTo>
                  <a:lnTo>
                    <a:pt x="11539728" y="797813"/>
                  </a:lnTo>
                  <a:lnTo>
                    <a:pt x="11539728" y="880872"/>
                  </a:lnTo>
                  <a:close/>
                </a:path>
                <a:path w="11539855" h="881379">
                  <a:moveTo>
                    <a:pt x="11539728" y="797813"/>
                  </a:moveTo>
                  <a:lnTo>
                    <a:pt x="11427713" y="797813"/>
                  </a:lnTo>
                  <a:lnTo>
                    <a:pt x="11437215" y="796941"/>
                  </a:lnTo>
                  <a:lnTo>
                    <a:pt x="11445995" y="794326"/>
                  </a:lnTo>
                  <a:lnTo>
                    <a:pt x="11474466" y="759690"/>
                  </a:lnTo>
                  <a:lnTo>
                    <a:pt x="11475338" y="750188"/>
                  </a:lnTo>
                  <a:lnTo>
                    <a:pt x="11475338" y="92963"/>
                  </a:lnTo>
                  <a:lnTo>
                    <a:pt x="11454053" y="53184"/>
                  </a:lnTo>
                  <a:lnTo>
                    <a:pt x="11427713" y="45338"/>
                  </a:lnTo>
                  <a:lnTo>
                    <a:pt x="11539728" y="45338"/>
                  </a:lnTo>
                  <a:lnTo>
                    <a:pt x="11539728" y="79781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4812" y="3790949"/>
              <a:ext cx="11406505" cy="771525"/>
            </a:xfrm>
            <a:custGeom>
              <a:avLst/>
              <a:gdLst/>
              <a:ahLst/>
              <a:cxnLst/>
              <a:rect l="l" t="t" r="r" b="b"/>
              <a:pathLst>
                <a:path w="11406505" h="771525">
                  <a:moveTo>
                    <a:pt x="11352788" y="771524"/>
                  </a:moveTo>
                  <a:lnTo>
                    <a:pt x="28916" y="771524"/>
                  </a:lnTo>
                  <a:lnTo>
                    <a:pt x="845" y="729242"/>
                  </a:lnTo>
                  <a:lnTo>
                    <a:pt x="0" y="721953"/>
                  </a:lnTo>
                  <a:lnTo>
                    <a:pt x="0" y="714374"/>
                  </a:lnTo>
                  <a:lnTo>
                    <a:pt x="0" y="49571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11352788" y="0"/>
                  </a:lnTo>
                  <a:lnTo>
                    <a:pt x="11392101" y="19391"/>
                  </a:lnTo>
                  <a:lnTo>
                    <a:pt x="11406186" y="53397"/>
                  </a:lnTo>
                  <a:lnTo>
                    <a:pt x="11406186" y="718127"/>
                  </a:lnTo>
                  <a:lnTo>
                    <a:pt x="11386793" y="757439"/>
                  </a:lnTo>
                  <a:lnTo>
                    <a:pt x="11356504" y="771158"/>
                  </a:lnTo>
                  <a:lnTo>
                    <a:pt x="11352788" y="771524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0987" y="3790950"/>
              <a:ext cx="542925" cy="771525"/>
            </a:xfrm>
            <a:custGeom>
              <a:avLst/>
              <a:gdLst/>
              <a:ahLst/>
              <a:cxnLst/>
              <a:rect l="l" t="t" r="r" b="b"/>
              <a:pathLst>
                <a:path w="542925" h="771525">
                  <a:moveTo>
                    <a:pt x="54521" y="0"/>
                  </a:moveTo>
                  <a:lnTo>
                    <a:pt x="49580" y="0"/>
                  </a:lnTo>
                  <a:lnTo>
                    <a:pt x="42291" y="1460"/>
                  </a:lnTo>
                  <a:lnTo>
                    <a:pt x="7251" y="28282"/>
                  </a:lnTo>
                  <a:lnTo>
                    <a:pt x="0" y="49580"/>
                  </a:lnTo>
                  <a:lnTo>
                    <a:pt x="0" y="721956"/>
                  </a:lnTo>
                  <a:lnTo>
                    <a:pt x="22098" y="760145"/>
                  </a:lnTo>
                  <a:lnTo>
                    <a:pt x="49580" y="771525"/>
                  </a:lnTo>
                  <a:lnTo>
                    <a:pt x="54521" y="771525"/>
                  </a:lnTo>
                  <a:lnTo>
                    <a:pt x="52285" y="765949"/>
                  </a:lnTo>
                  <a:lnTo>
                    <a:pt x="50419" y="754786"/>
                  </a:lnTo>
                  <a:lnTo>
                    <a:pt x="49199" y="745985"/>
                  </a:lnTo>
                  <a:lnTo>
                    <a:pt x="48323" y="736320"/>
                  </a:lnTo>
                  <a:lnTo>
                    <a:pt x="47802" y="725779"/>
                  </a:lnTo>
                  <a:lnTo>
                    <a:pt x="47625" y="714375"/>
                  </a:lnTo>
                  <a:lnTo>
                    <a:pt x="47625" y="57150"/>
                  </a:lnTo>
                  <a:lnTo>
                    <a:pt x="50419" y="16738"/>
                  </a:lnTo>
                  <a:lnTo>
                    <a:pt x="52285" y="5588"/>
                  </a:lnTo>
                  <a:lnTo>
                    <a:pt x="54521" y="0"/>
                  </a:lnTo>
                  <a:close/>
                </a:path>
                <a:path w="542925" h="771525">
                  <a:moveTo>
                    <a:pt x="542925" y="390525"/>
                  </a:moveTo>
                  <a:lnTo>
                    <a:pt x="536371" y="346290"/>
                  </a:lnTo>
                  <a:lnTo>
                    <a:pt x="517245" y="305866"/>
                  </a:lnTo>
                  <a:lnTo>
                    <a:pt x="487210" y="272719"/>
                  </a:lnTo>
                  <a:lnTo>
                    <a:pt x="448856" y="249732"/>
                  </a:lnTo>
                  <a:lnTo>
                    <a:pt x="405472" y="238861"/>
                  </a:lnTo>
                  <a:lnTo>
                    <a:pt x="390525" y="238125"/>
                  </a:lnTo>
                  <a:lnTo>
                    <a:pt x="383044" y="238315"/>
                  </a:lnTo>
                  <a:lnTo>
                    <a:pt x="339191" y="247040"/>
                  </a:lnTo>
                  <a:lnTo>
                    <a:pt x="299732" y="268122"/>
                  </a:lnTo>
                  <a:lnTo>
                    <a:pt x="268122" y="299732"/>
                  </a:lnTo>
                  <a:lnTo>
                    <a:pt x="247040" y="339191"/>
                  </a:lnTo>
                  <a:lnTo>
                    <a:pt x="238315" y="383044"/>
                  </a:lnTo>
                  <a:lnTo>
                    <a:pt x="238125" y="390525"/>
                  </a:lnTo>
                  <a:lnTo>
                    <a:pt x="238315" y="398018"/>
                  </a:lnTo>
                  <a:lnTo>
                    <a:pt x="247040" y="441858"/>
                  </a:lnTo>
                  <a:lnTo>
                    <a:pt x="268122" y="481317"/>
                  </a:lnTo>
                  <a:lnTo>
                    <a:pt x="299732" y="512940"/>
                  </a:lnTo>
                  <a:lnTo>
                    <a:pt x="339191" y="534022"/>
                  </a:lnTo>
                  <a:lnTo>
                    <a:pt x="383044" y="542747"/>
                  </a:lnTo>
                  <a:lnTo>
                    <a:pt x="390525" y="542925"/>
                  </a:lnTo>
                  <a:lnTo>
                    <a:pt x="398018" y="542747"/>
                  </a:lnTo>
                  <a:lnTo>
                    <a:pt x="441871" y="534022"/>
                  </a:lnTo>
                  <a:lnTo>
                    <a:pt x="481317" y="512940"/>
                  </a:lnTo>
                  <a:lnTo>
                    <a:pt x="512940" y="481317"/>
                  </a:lnTo>
                  <a:lnTo>
                    <a:pt x="534022" y="441858"/>
                  </a:lnTo>
                  <a:lnTo>
                    <a:pt x="542747" y="398018"/>
                  </a:lnTo>
                  <a:lnTo>
                    <a:pt x="542925" y="390525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07181" y="4049712"/>
            <a:ext cx="1289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6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01725" y="3916362"/>
            <a:ext cx="178181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70" dirty="0">
                <a:solidFill>
                  <a:srgbClr val="1D293B"/>
                </a:solidFill>
                <a:latin typeface="Arial"/>
                <a:cs typeface="Arial"/>
              </a:rPr>
              <a:t>Indexation</a:t>
            </a:r>
            <a:r>
              <a:rPr sz="1350" b="1" spc="-5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350" b="1" spc="-185" dirty="0">
                <a:solidFill>
                  <a:srgbClr val="1D293B"/>
                </a:solidFill>
                <a:latin typeface="Arial"/>
                <a:cs typeface="Arial"/>
              </a:rPr>
              <a:t>&amp;</a:t>
            </a:r>
            <a:r>
              <a:rPr sz="1350" b="1" spc="-5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350" b="1" spc="-65" dirty="0">
                <a:solidFill>
                  <a:srgbClr val="1D293B"/>
                </a:solidFill>
                <a:latin typeface="Arial"/>
                <a:cs typeface="Arial"/>
              </a:rPr>
              <a:t>Recherche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962274" y="3943350"/>
            <a:ext cx="561975" cy="200025"/>
            <a:chOff x="2962274" y="3943350"/>
            <a:chExt cx="561975" cy="200025"/>
          </a:xfrm>
        </p:grpSpPr>
        <p:sp>
          <p:nvSpPr>
            <p:cNvPr id="43" name="object 43"/>
            <p:cNvSpPr/>
            <p:nvPr/>
          </p:nvSpPr>
          <p:spPr>
            <a:xfrm>
              <a:off x="2962274" y="3943350"/>
              <a:ext cx="561975" cy="200025"/>
            </a:xfrm>
            <a:custGeom>
              <a:avLst/>
              <a:gdLst/>
              <a:ahLst/>
              <a:cxnLst/>
              <a:rect l="l" t="t" r="r" b="b"/>
              <a:pathLst>
                <a:path w="561975" h="200025">
                  <a:moveTo>
                    <a:pt x="523875" y="200024"/>
                  </a:moveTo>
                  <a:lnTo>
                    <a:pt x="38099" y="200024"/>
                  </a:lnTo>
                  <a:lnTo>
                    <a:pt x="30498" y="199327"/>
                  </a:lnTo>
                  <a:lnTo>
                    <a:pt x="697" y="169526"/>
                  </a:lnTo>
                  <a:lnTo>
                    <a:pt x="0" y="16192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523874" y="0"/>
                  </a:lnTo>
                  <a:lnTo>
                    <a:pt x="559185" y="23473"/>
                  </a:lnTo>
                  <a:lnTo>
                    <a:pt x="561974" y="38099"/>
                  </a:lnTo>
                  <a:lnTo>
                    <a:pt x="561974" y="161925"/>
                  </a:lnTo>
                  <a:lnTo>
                    <a:pt x="538500" y="197234"/>
                  </a:lnTo>
                  <a:lnTo>
                    <a:pt x="523875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62274" y="3943350"/>
              <a:ext cx="561975" cy="200025"/>
            </a:xfrm>
            <a:custGeom>
              <a:avLst/>
              <a:gdLst/>
              <a:ahLst/>
              <a:cxnLst/>
              <a:rect l="l" t="t" r="r" b="b"/>
              <a:pathLst>
                <a:path w="561975" h="200025">
                  <a:moveTo>
                    <a:pt x="523874" y="200024"/>
                  </a:moveTo>
                  <a:lnTo>
                    <a:pt x="38099" y="200024"/>
                  </a:lnTo>
                  <a:lnTo>
                    <a:pt x="30498" y="199327"/>
                  </a:lnTo>
                  <a:lnTo>
                    <a:pt x="697" y="169526"/>
                  </a:lnTo>
                  <a:lnTo>
                    <a:pt x="0" y="161924"/>
                  </a:lnTo>
                  <a:lnTo>
                    <a:pt x="0" y="38099"/>
                  </a:lnTo>
                  <a:lnTo>
                    <a:pt x="23474" y="2789"/>
                  </a:lnTo>
                  <a:lnTo>
                    <a:pt x="38099" y="0"/>
                  </a:lnTo>
                  <a:lnTo>
                    <a:pt x="523874" y="0"/>
                  </a:lnTo>
                  <a:lnTo>
                    <a:pt x="531476" y="697"/>
                  </a:lnTo>
                  <a:lnTo>
                    <a:pt x="538500" y="2789"/>
                  </a:lnTo>
                  <a:lnTo>
                    <a:pt x="544946" y="6276"/>
                  </a:lnTo>
                  <a:lnTo>
                    <a:pt x="548851" y="9524"/>
                  </a:lnTo>
                  <a:lnTo>
                    <a:pt x="34310" y="9524"/>
                  </a:lnTo>
                  <a:lnTo>
                    <a:pt x="30665" y="10250"/>
                  </a:lnTo>
                  <a:lnTo>
                    <a:pt x="9525" y="34310"/>
                  </a:lnTo>
                  <a:lnTo>
                    <a:pt x="9525" y="165714"/>
                  </a:lnTo>
                  <a:lnTo>
                    <a:pt x="34310" y="190499"/>
                  </a:lnTo>
                  <a:lnTo>
                    <a:pt x="548850" y="190499"/>
                  </a:lnTo>
                  <a:lnTo>
                    <a:pt x="544946" y="193747"/>
                  </a:lnTo>
                  <a:lnTo>
                    <a:pt x="538500" y="197234"/>
                  </a:lnTo>
                  <a:lnTo>
                    <a:pt x="531476" y="199327"/>
                  </a:lnTo>
                  <a:lnTo>
                    <a:pt x="523874" y="200024"/>
                  </a:lnTo>
                  <a:close/>
                </a:path>
                <a:path w="561975" h="200025">
                  <a:moveTo>
                    <a:pt x="548850" y="190499"/>
                  </a:moveTo>
                  <a:lnTo>
                    <a:pt x="527664" y="190499"/>
                  </a:lnTo>
                  <a:lnTo>
                    <a:pt x="531309" y="189774"/>
                  </a:lnTo>
                  <a:lnTo>
                    <a:pt x="538310" y="186874"/>
                  </a:lnTo>
                  <a:lnTo>
                    <a:pt x="552449" y="165714"/>
                  </a:lnTo>
                  <a:lnTo>
                    <a:pt x="552449" y="34310"/>
                  </a:lnTo>
                  <a:lnTo>
                    <a:pt x="527664" y="9524"/>
                  </a:lnTo>
                  <a:lnTo>
                    <a:pt x="548851" y="9524"/>
                  </a:lnTo>
                  <a:lnTo>
                    <a:pt x="561974" y="161924"/>
                  </a:lnTo>
                  <a:lnTo>
                    <a:pt x="561277" y="169526"/>
                  </a:lnTo>
                  <a:lnTo>
                    <a:pt x="559185" y="176550"/>
                  </a:lnTo>
                  <a:lnTo>
                    <a:pt x="555697" y="182996"/>
                  </a:lnTo>
                  <a:lnTo>
                    <a:pt x="550815" y="188865"/>
                  </a:lnTo>
                  <a:lnTo>
                    <a:pt x="548850" y="1904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019821" y="3949820"/>
            <a:ext cx="450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0" dirty="0">
                <a:solidFill>
                  <a:srgbClr val="465469"/>
                </a:solidFill>
                <a:latin typeface="Arial"/>
                <a:cs typeface="Arial"/>
              </a:rPr>
              <a:t>CRUCIAL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01725" y="4195564"/>
            <a:ext cx="848296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Construire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index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Map&lt;String,</a:t>
            </a:r>
            <a:r>
              <a:rPr sz="1050" spc="25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Etudiant&gt;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.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Chercher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étudiant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matricule.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Utiliser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getOrDefault</a:t>
            </a:r>
            <a:r>
              <a:rPr sz="1050" spc="-325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matricule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inconnu.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26136" y="4669536"/>
            <a:ext cx="11539855" cy="890269"/>
            <a:chOff x="326136" y="4669536"/>
            <a:chExt cx="11539855" cy="890269"/>
          </a:xfrm>
        </p:grpSpPr>
        <p:sp>
          <p:nvSpPr>
            <p:cNvPr id="48" name="object 48"/>
            <p:cNvSpPr/>
            <p:nvPr/>
          </p:nvSpPr>
          <p:spPr>
            <a:xfrm>
              <a:off x="326136" y="4669536"/>
              <a:ext cx="11539855" cy="890269"/>
            </a:xfrm>
            <a:custGeom>
              <a:avLst/>
              <a:gdLst/>
              <a:ahLst/>
              <a:cxnLst/>
              <a:rect l="l" t="t" r="r" b="b"/>
              <a:pathLst>
                <a:path w="11539855" h="890270">
                  <a:moveTo>
                    <a:pt x="11539728" y="890016"/>
                  </a:moveTo>
                  <a:lnTo>
                    <a:pt x="0" y="890016"/>
                  </a:lnTo>
                  <a:lnTo>
                    <a:pt x="0" y="0"/>
                  </a:lnTo>
                  <a:lnTo>
                    <a:pt x="11539728" y="0"/>
                  </a:lnTo>
                  <a:lnTo>
                    <a:pt x="11539728" y="45338"/>
                  </a:lnTo>
                  <a:lnTo>
                    <a:pt x="112013" y="45338"/>
                  </a:lnTo>
                  <a:lnTo>
                    <a:pt x="102511" y="46210"/>
                  </a:lnTo>
                  <a:lnTo>
                    <a:pt x="67876" y="74680"/>
                  </a:lnTo>
                  <a:lnTo>
                    <a:pt x="64388" y="92963"/>
                  </a:lnTo>
                  <a:lnTo>
                    <a:pt x="64388" y="759713"/>
                  </a:lnTo>
                  <a:lnTo>
                    <a:pt x="85673" y="799492"/>
                  </a:lnTo>
                  <a:lnTo>
                    <a:pt x="112013" y="807338"/>
                  </a:lnTo>
                  <a:lnTo>
                    <a:pt x="11539728" y="807338"/>
                  </a:lnTo>
                  <a:lnTo>
                    <a:pt x="11539728" y="890016"/>
                  </a:lnTo>
                  <a:close/>
                </a:path>
                <a:path w="11539855" h="890270">
                  <a:moveTo>
                    <a:pt x="11539728" y="807338"/>
                  </a:moveTo>
                  <a:lnTo>
                    <a:pt x="11427713" y="807338"/>
                  </a:lnTo>
                  <a:lnTo>
                    <a:pt x="11437215" y="806466"/>
                  </a:lnTo>
                  <a:lnTo>
                    <a:pt x="11445995" y="803851"/>
                  </a:lnTo>
                  <a:lnTo>
                    <a:pt x="11474466" y="769215"/>
                  </a:lnTo>
                  <a:lnTo>
                    <a:pt x="11475338" y="759713"/>
                  </a:lnTo>
                  <a:lnTo>
                    <a:pt x="11475338" y="92963"/>
                  </a:lnTo>
                  <a:lnTo>
                    <a:pt x="11454053" y="53184"/>
                  </a:lnTo>
                  <a:lnTo>
                    <a:pt x="11427713" y="45338"/>
                  </a:lnTo>
                  <a:lnTo>
                    <a:pt x="11539728" y="45338"/>
                  </a:lnTo>
                  <a:lnTo>
                    <a:pt x="11539728" y="80733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4812" y="4705349"/>
              <a:ext cx="11406505" cy="781050"/>
            </a:xfrm>
            <a:custGeom>
              <a:avLst/>
              <a:gdLst/>
              <a:ahLst/>
              <a:cxnLst/>
              <a:rect l="l" t="t" r="r" b="b"/>
              <a:pathLst>
                <a:path w="11406505" h="781050">
                  <a:moveTo>
                    <a:pt x="11352788" y="781049"/>
                  </a:moveTo>
                  <a:lnTo>
                    <a:pt x="28916" y="781049"/>
                  </a:lnTo>
                  <a:lnTo>
                    <a:pt x="24664" y="779599"/>
                  </a:lnTo>
                  <a:lnTo>
                    <a:pt x="845" y="738768"/>
                  </a:lnTo>
                  <a:lnTo>
                    <a:pt x="0" y="731477"/>
                  </a:lnTo>
                  <a:lnTo>
                    <a:pt x="0" y="723899"/>
                  </a:lnTo>
                  <a:lnTo>
                    <a:pt x="0" y="49571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11352788" y="0"/>
                  </a:lnTo>
                  <a:lnTo>
                    <a:pt x="11392101" y="19392"/>
                  </a:lnTo>
                  <a:lnTo>
                    <a:pt x="11406186" y="53397"/>
                  </a:lnTo>
                  <a:lnTo>
                    <a:pt x="11406186" y="727652"/>
                  </a:lnTo>
                  <a:lnTo>
                    <a:pt x="11386793" y="766963"/>
                  </a:lnTo>
                  <a:lnTo>
                    <a:pt x="11356504" y="780683"/>
                  </a:lnTo>
                  <a:lnTo>
                    <a:pt x="11352788" y="781049"/>
                  </a:lnTo>
                  <a:close/>
                </a:path>
              </a:pathLst>
            </a:custGeom>
            <a:solidFill>
              <a:srgbClr val="F5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80987" y="4705350"/>
              <a:ext cx="542925" cy="781050"/>
            </a:xfrm>
            <a:custGeom>
              <a:avLst/>
              <a:gdLst/>
              <a:ahLst/>
              <a:cxnLst/>
              <a:rect l="l" t="t" r="r" b="b"/>
              <a:pathLst>
                <a:path w="542925" h="781050">
                  <a:moveTo>
                    <a:pt x="54521" y="0"/>
                  </a:moveTo>
                  <a:lnTo>
                    <a:pt x="49580" y="0"/>
                  </a:lnTo>
                  <a:lnTo>
                    <a:pt x="42291" y="1460"/>
                  </a:lnTo>
                  <a:lnTo>
                    <a:pt x="7251" y="28282"/>
                  </a:lnTo>
                  <a:lnTo>
                    <a:pt x="0" y="49580"/>
                  </a:lnTo>
                  <a:lnTo>
                    <a:pt x="0" y="731481"/>
                  </a:lnTo>
                  <a:lnTo>
                    <a:pt x="22098" y="769670"/>
                  </a:lnTo>
                  <a:lnTo>
                    <a:pt x="49580" y="781050"/>
                  </a:lnTo>
                  <a:lnTo>
                    <a:pt x="54521" y="781050"/>
                  </a:lnTo>
                  <a:lnTo>
                    <a:pt x="52285" y="775474"/>
                  </a:lnTo>
                  <a:lnTo>
                    <a:pt x="50419" y="764311"/>
                  </a:lnTo>
                  <a:lnTo>
                    <a:pt x="49199" y="755510"/>
                  </a:lnTo>
                  <a:lnTo>
                    <a:pt x="48323" y="745845"/>
                  </a:lnTo>
                  <a:lnTo>
                    <a:pt x="47802" y="735304"/>
                  </a:lnTo>
                  <a:lnTo>
                    <a:pt x="47625" y="723900"/>
                  </a:lnTo>
                  <a:lnTo>
                    <a:pt x="47625" y="57150"/>
                  </a:lnTo>
                  <a:lnTo>
                    <a:pt x="50419" y="16738"/>
                  </a:lnTo>
                  <a:lnTo>
                    <a:pt x="52285" y="5588"/>
                  </a:lnTo>
                  <a:lnTo>
                    <a:pt x="54521" y="0"/>
                  </a:lnTo>
                  <a:close/>
                </a:path>
                <a:path w="542925" h="781050">
                  <a:moveTo>
                    <a:pt x="542925" y="390525"/>
                  </a:moveTo>
                  <a:lnTo>
                    <a:pt x="536371" y="346290"/>
                  </a:lnTo>
                  <a:lnTo>
                    <a:pt x="517245" y="305866"/>
                  </a:lnTo>
                  <a:lnTo>
                    <a:pt x="487210" y="272719"/>
                  </a:lnTo>
                  <a:lnTo>
                    <a:pt x="448856" y="249732"/>
                  </a:lnTo>
                  <a:lnTo>
                    <a:pt x="405472" y="238861"/>
                  </a:lnTo>
                  <a:lnTo>
                    <a:pt x="390525" y="238125"/>
                  </a:lnTo>
                  <a:lnTo>
                    <a:pt x="383044" y="238315"/>
                  </a:lnTo>
                  <a:lnTo>
                    <a:pt x="339191" y="247040"/>
                  </a:lnTo>
                  <a:lnTo>
                    <a:pt x="299732" y="268122"/>
                  </a:lnTo>
                  <a:lnTo>
                    <a:pt x="268122" y="299732"/>
                  </a:lnTo>
                  <a:lnTo>
                    <a:pt x="247040" y="339191"/>
                  </a:lnTo>
                  <a:lnTo>
                    <a:pt x="238315" y="383044"/>
                  </a:lnTo>
                  <a:lnTo>
                    <a:pt x="238125" y="390525"/>
                  </a:lnTo>
                  <a:lnTo>
                    <a:pt x="238315" y="398018"/>
                  </a:lnTo>
                  <a:lnTo>
                    <a:pt x="247040" y="441858"/>
                  </a:lnTo>
                  <a:lnTo>
                    <a:pt x="268122" y="481317"/>
                  </a:lnTo>
                  <a:lnTo>
                    <a:pt x="299732" y="512940"/>
                  </a:lnTo>
                  <a:lnTo>
                    <a:pt x="339191" y="534022"/>
                  </a:lnTo>
                  <a:lnTo>
                    <a:pt x="383044" y="542747"/>
                  </a:lnTo>
                  <a:lnTo>
                    <a:pt x="390525" y="542925"/>
                  </a:lnTo>
                  <a:lnTo>
                    <a:pt x="398018" y="542747"/>
                  </a:lnTo>
                  <a:lnTo>
                    <a:pt x="441871" y="534022"/>
                  </a:lnTo>
                  <a:lnTo>
                    <a:pt x="481317" y="512940"/>
                  </a:lnTo>
                  <a:lnTo>
                    <a:pt x="512940" y="481317"/>
                  </a:lnTo>
                  <a:lnTo>
                    <a:pt x="534022" y="441858"/>
                  </a:lnTo>
                  <a:lnTo>
                    <a:pt x="542747" y="398018"/>
                  </a:lnTo>
                  <a:lnTo>
                    <a:pt x="542925" y="390525"/>
                  </a:lnTo>
                  <a:close/>
                </a:path>
              </a:pathLst>
            </a:custGeom>
            <a:solidFill>
              <a:srgbClr val="8B5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11348" y="4964112"/>
            <a:ext cx="12065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01725" y="4830762"/>
            <a:ext cx="126301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70" dirty="0">
                <a:solidFill>
                  <a:srgbClr val="1D293B"/>
                </a:solidFill>
                <a:latin typeface="Arial"/>
                <a:cs typeface="Arial"/>
              </a:rPr>
              <a:t>Pipeline</a:t>
            </a:r>
            <a:r>
              <a:rPr sz="1350" b="1" spc="-55" dirty="0">
                <a:solidFill>
                  <a:srgbClr val="1D293B"/>
                </a:solidFill>
                <a:latin typeface="Arial"/>
                <a:cs typeface="Arial"/>
              </a:rPr>
              <a:t> complet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447925" y="4867275"/>
            <a:ext cx="533400" cy="200025"/>
            <a:chOff x="2447925" y="4867275"/>
            <a:chExt cx="533400" cy="200025"/>
          </a:xfrm>
        </p:grpSpPr>
        <p:sp>
          <p:nvSpPr>
            <p:cNvPr id="54" name="object 54"/>
            <p:cNvSpPr/>
            <p:nvPr/>
          </p:nvSpPr>
          <p:spPr>
            <a:xfrm>
              <a:off x="2447925" y="4867275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495300" y="200024"/>
                  </a:moveTo>
                  <a:lnTo>
                    <a:pt x="38099" y="200024"/>
                  </a:lnTo>
                  <a:lnTo>
                    <a:pt x="30497" y="199327"/>
                  </a:lnTo>
                  <a:lnTo>
                    <a:pt x="697" y="169526"/>
                  </a:lnTo>
                  <a:lnTo>
                    <a:pt x="0" y="161925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95299" y="0"/>
                  </a:lnTo>
                  <a:lnTo>
                    <a:pt x="530609" y="23473"/>
                  </a:lnTo>
                  <a:lnTo>
                    <a:pt x="533399" y="38099"/>
                  </a:lnTo>
                  <a:lnTo>
                    <a:pt x="533399" y="161925"/>
                  </a:lnTo>
                  <a:lnTo>
                    <a:pt x="509925" y="197234"/>
                  </a:lnTo>
                  <a:lnTo>
                    <a:pt x="4953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447925" y="4867275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495299" y="200024"/>
                  </a:moveTo>
                  <a:lnTo>
                    <a:pt x="38099" y="200024"/>
                  </a:lnTo>
                  <a:lnTo>
                    <a:pt x="30498" y="199327"/>
                  </a:lnTo>
                  <a:lnTo>
                    <a:pt x="697" y="169526"/>
                  </a:lnTo>
                  <a:lnTo>
                    <a:pt x="0" y="16192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95299" y="0"/>
                  </a:lnTo>
                  <a:lnTo>
                    <a:pt x="502901" y="697"/>
                  </a:lnTo>
                  <a:lnTo>
                    <a:pt x="509925" y="2789"/>
                  </a:lnTo>
                  <a:lnTo>
                    <a:pt x="516372" y="6276"/>
                  </a:lnTo>
                  <a:lnTo>
                    <a:pt x="520276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9524" y="34310"/>
                  </a:lnTo>
                  <a:lnTo>
                    <a:pt x="9524" y="165714"/>
                  </a:lnTo>
                  <a:lnTo>
                    <a:pt x="34310" y="190499"/>
                  </a:lnTo>
                  <a:lnTo>
                    <a:pt x="520275" y="190499"/>
                  </a:lnTo>
                  <a:lnTo>
                    <a:pt x="516372" y="193747"/>
                  </a:lnTo>
                  <a:lnTo>
                    <a:pt x="509925" y="197234"/>
                  </a:lnTo>
                  <a:lnTo>
                    <a:pt x="502901" y="199327"/>
                  </a:lnTo>
                  <a:lnTo>
                    <a:pt x="495299" y="200024"/>
                  </a:lnTo>
                  <a:close/>
                </a:path>
                <a:path w="533400" h="200025">
                  <a:moveTo>
                    <a:pt x="520275" y="190499"/>
                  </a:moveTo>
                  <a:lnTo>
                    <a:pt x="499089" y="190499"/>
                  </a:lnTo>
                  <a:lnTo>
                    <a:pt x="502734" y="189774"/>
                  </a:lnTo>
                  <a:lnTo>
                    <a:pt x="509736" y="186874"/>
                  </a:lnTo>
                  <a:lnTo>
                    <a:pt x="523874" y="165714"/>
                  </a:lnTo>
                  <a:lnTo>
                    <a:pt x="523874" y="34310"/>
                  </a:lnTo>
                  <a:lnTo>
                    <a:pt x="499089" y="9524"/>
                  </a:lnTo>
                  <a:lnTo>
                    <a:pt x="520276" y="9524"/>
                  </a:lnTo>
                  <a:lnTo>
                    <a:pt x="533399" y="161924"/>
                  </a:lnTo>
                  <a:lnTo>
                    <a:pt x="532702" y="169526"/>
                  </a:lnTo>
                  <a:lnTo>
                    <a:pt x="530609" y="176550"/>
                  </a:lnTo>
                  <a:lnTo>
                    <a:pt x="527122" y="182996"/>
                  </a:lnTo>
                  <a:lnTo>
                    <a:pt x="522240" y="188865"/>
                  </a:lnTo>
                  <a:lnTo>
                    <a:pt x="520275" y="1904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501155" y="4873745"/>
            <a:ext cx="4248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10" dirty="0">
                <a:solidFill>
                  <a:srgbClr val="465469"/>
                </a:solidFill>
                <a:latin typeface="Arial"/>
                <a:cs typeface="Arial"/>
              </a:rPr>
              <a:t>AVANCÉ</a:t>
            </a:r>
            <a:endParaRPr sz="9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01725" y="5109964"/>
            <a:ext cx="7767320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spc="-65" dirty="0">
                <a:solidFill>
                  <a:srgbClr val="465469"/>
                </a:solidFill>
                <a:latin typeface="Arial"/>
                <a:cs typeface="Arial"/>
              </a:rPr>
              <a:t>Chaîner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filter</a:t>
            </a:r>
            <a:r>
              <a:rPr sz="1050" spc="-33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(admis)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Arial"/>
                <a:cs typeface="Arial"/>
              </a:rPr>
              <a:t>→</a:t>
            </a:r>
            <a:r>
              <a:rPr sz="1050" spc="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sorted</a:t>
            </a:r>
            <a:r>
              <a:rPr sz="1050" spc="-33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55" dirty="0">
                <a:solidFill>
                  <a:srgbClr val="465469"/>
                </a:solidFill>
                <a:latin typeface="Arial"/>
                <a:cs typeface="Arial"/>
              </a:rPr>
              <a:t>(moyenne)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Arial"/>
                <a:cs typeface="Arial"/>
              </a:rPr>
              <a:t>→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limit</a:t>
            </a:r>
            <a:r>
              <a:rPr sz="1050" spc="-33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(top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3)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Arial"/>
                <a:cs typeface="Arial"/>
              </a:rPr>
              <a:t>→</a:t>
            </a:r>
            <a:r>
              <a:rPr sz="1050" spc="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map</a:t>
            </a:r>
            <a:r>
              <a:rPr sz="1050" spc="-33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45" dirty="0">
                <a:solidFill>
                  <a:srgbClr val="465469"/>
                </a:solidFill>
                <a:latin typeface="Arial"/>
                <a:cs typeface="Arial"/>
              </a:rPr>
              <a:t>(getNom)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65469"/>
                </a:solidFill>
                <a:latin typeface="Arial"/>
                <a:cs typeface="Arial"/>
              </a:rPr>
              <a:t>→ </a:t>
            </a:r>
            <a:r>
              <a:rPr sz="1050" dirty="0">
                <a:solidFill>
                  <a:srgbClr val="465469"/>
                </a:solidFill>
                <a:latin typeface="Monaco"/>
                <a:cs typeface="Monaco"/>
              </a:rPr>
              <a:t>collect</a:t>
            </a:r>
            <a:r>
              <a:rPr sz="1050" spc="-330" dirty="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sz="1200" spc="-30" dirty="0">
                <a:solidFill>
                  <a:srgbClr val="465469"/>
                </a:solidFill>
                <a:latin typeface="Arial"/>
                <a:cs typeface="Arial"/>
              </a:rPr>
              <a:t>(joining).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465469"/>
                </a:solidFill>
                <a:latin typeface="Arial"/>
                <a:cs typeface="Arial"/>
              </a:rPr>
              <a:t>Afficher</a:t>
            </a:r>
            <a:r>
              <a:rPr sz="1200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le </a:t>
            </a: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résultat.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0" y="6800849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12192000" h="57150">
                <a:moveTo>
                  <a:pt x="12191999" y="57149"/>
                </a:moveTo>
                <a:lnTo>
                  <a:pt x="0" y="571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5714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r>
              <a:rPr spc="-10" dirty="0"/>
              <a:t>57/57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9760</Words>
  <Application>Microsoft Macintosh PowerPoint</Application>
  <PresentationFormat>Widescreen</PresentationFormat>
  <Paragraphs>1358</Paragraphs>
  <Slides>62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Arial Unicode MS</vt:lpstr>
      <vt:lpstr>Apple Color Emoji</vt:lpstr>
      <vt:lpstr>Aptos</vt:lpstr>
      <vt:lpstr>Arial</vt:lpstr>
      <vt:lpstr>Arial-BoldItalicMT</vt:lpstr>
      <vt:lpstr>Courier New</vt:lpstr>
      <vt:lpstr>Inter</vt:lpstr>
      <vt:lpstr>JetBrains Mono</vt:lpstr>
      <vt:lpstr>Monaco</vt:lpstr>
      <vt:lpstr>Times New Roman</vt:lpstr>
      <vt:lpstr>Office Theme</vt:lpstr>
      <vt:lpstr>Structures de données &amp; Stream API en Java</vt:lpstr>
      <vt:lpstr>Rappel : prérequis essentiels</vt:lpstr>
      <vt:lpstr>Qu'est-ce qu'une structure de données ?</vt:lpstr>
      <vt:lpstr>Vue d'ensemble : 5 structures</vt:lpstr>
      <vt:lpstr>Fil rouge : les 4 besoins</vt:lpstr>
      <vt:lpstr>Pourquoi comparer des objets ?</vt:lpstr>
      <vt:lpstr>Comparable&lt;T&gt; : l'ordre naturel</vt:lpstr>
      <vt:lpstr>Comparator&lt;T&gt; : Stratégie de tri externe</vt:lpstr>
      <vt:lpstr>Comparable vs Comparator</vt:lpstr>
      <vt:lpstr>Comparator : Lambdas &amp; Méthodes statiques (Java 8+)</vt:lpstr>
      <vt:lpstr>Classe Etudiant (1/2 : champs + constructeur)</vt:lpstr>
      <vt:lpstr>Classe Etudiant (2/2 : equals, hashCode, compareTo)</vt:lpstr>
      <vt:lpstr>equals() et hashCode() expliqués</vt:lpstr>
      <vt:lpstr>PowerPoint Presentation</vt:lpstr>
      <vt:lpstr>Tableau : concept visuel</vt:lpstr>
      <vt:lpstr>Tableau : propriétés essentielles</vt:lpstr>
      <vt:lpstr>Tableau : créer et accéder</vt:lpstr>
      <vt:lpstr>Tableau : parcours for indexé</vt:lpstr>
      <vt:lpstr>Tableau : parcours for-each</vt:lpstr>
      <vt:lpstr>Tableau : limites et problèmes courants</vt:lpstr>
      <vt:lpstr>List&lt;E&gt; : Concept et Hiérarchie</vt:lpstr>
      <vt:lpstr>ArrayList vs LinkedList</vt:lpstr>
      <vt:lpstr>List : opérations (partie 1)</vt:lpstr>
      <vt:lpstr>List : Opérations (partie 2)</vt:lpstr>
      <vt:lpstr>List : parcours for indexé vs for-each</vt:lpstr>
      <vt:lpstr>List : Iterator pour modifier en sécurité</vt:lpstr>
      <vt:lpstr>List : Trier avec Comparator</vt:lpstr>
      <vt:lpstr>List : forEach et removeIf (lambdas)</vt:lpstr>
      <vt:lpstr>List : Rappels et Pièges</vt:lpstr>
      <vt:lpstr>Set&lt;E&gt; : concept et unicité</vt:lpstr>
      <vt:lpstr>HashSet vs TreeSet vs LinkedHashSet</vt:lpstr>
      <vt:lpstr>HashSet : comment les doublons sont évités</vt:lpstr>
      <vt:lpstr>Set : démo doublons fantômes vs corrects</vt:lpstr>
      <vt:lpstr>TreeSet : ordre naturel et Comparator</vt:lpstr>
      <vt:lpstr>PowerPoint Presentation</vt:lpstr>
      <vt:lpstr>Set : méthodes et parcours</vt:lpstr>
      <vt:lpstr>Map&lt;K,V&gt; : Concept clé→valeur</vt:lpstr>
      <vt:lpstr>HashMap vs TreeMap vs LinkedHashMap</vt:lpstr>
      <vt:lpstr>Map : Opérations Essentielles (Partie 1)</vt:lpstr>
      <vt:lpstr>Map : Opérations Essentielles (Partie 2)</vt:lpstr>
      <vt:lpstr>Map : parcourir (3 façons)</vt:lpstr>
      <vt:lpstr>Map : forEach avec lambda</vt:lpstr>
      <vt:lpstr>PowerPoint Presentation</vt:lpstr>
      <vt:lpstr>Stream API : Introduction</vt:lpstr>
      <vt:lpstr>Anatomie d'un Pipeline Stream</vt:lpstr>
      <vt:lpstr>Créer un Stream (sources)</vt:lpstr>
      <vt:lpstr>filter(Predicate&lt;T&gt;) : garder ce qui compte</vt:lpstr>
      <vt:lpstr>map(Function&lt;T,R&gt;) : transformer les données</vt:lpstr>
      <vt:lpstr>sorted() : Trier le Stream</vt:lpstr>
      <vt:lpstr>Stream : distinct, limit, skip, peek</vt:lpstr>
      <vt:lpstr>collect() + Collectors (partie 1)</vt:lpstr>
      <vt:lpstr>collect() partie 2 : toMap et groupingBy</vt:lpstr>
      <vt:lpstr>forEach, count, findFirst</vt:lpstr>
      <vt:lpstr>Optional&lt;T&gt; : gérer l'absence proprement</vt:lpstr>
      <vt:lpstr>Matching : anyMatch, allMatch, noneMatch</vt:lpstr>
      <vt:lpstr>min() et max() avec Comparator</vt:lpstr>
      <vt:lpstr>reduce() et moyenne (mapToDouble)</vt:lpstr>
      <vt:lpstr>Stream : groupingBy() détaillé</vt:lpstr>
      <vt:lpstr>Pipeline complet : exemple réel (A→Z)</vt:lpstr>
      <vt:lpstr>Synthèse : Tableau Comparatif Final</vt:lpstr>
      <vt:lpstr>Guide de choix pragmatique</vt:lpstr>
      <vt:lpstr>Mini-TP : 5 exercices progressifs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Youssoupha Faye the fiddler</cp:lastModifiedBy>
  <cp:revision>1</cp:revision>
  <dcterms:created xsi:type="dcterms:W3CDTF">2026-03-09T18:25:15Z</dcterms:created>
  <dcterms:modified xsi:type="dcterms:W3CDTF">2026-03-09T18:34:39Z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ducer">
    <vt:lpwstr>pypdf</vt:lpwstr>
  </property>
</Properties>
</file>